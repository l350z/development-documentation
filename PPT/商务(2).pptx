
<file path=[Content_Types].xml><?xml version="1.0" encoding="utf-8"?>
<Types xmlns="http://schemas.openxmlformats.org/package/2006/content-types">
  <Default Extension="mp3" ContentType="audio/mpeg"/>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3" r:id="rId6"/>
    <p:sldId id="264" r:id="rId7"/>
    <p:sldId id="265" r:id="rId8"/>
    <p:sldId id="259" r:id="rId9"/>
    <p:sldId id="266" r:id="rId10"/>
    <p:sldId id="267" r:id="rId11"/>
    <p:sldId id="268" r:id="rId12"/>
    <p:sldId id="269" r:id="rId13"/>
    <p:sldId id="260" r:id="rId14"/>
    <p:sldId id="270" r:id="rId15"/>
    <p:sldId id="271" r:id="rId16"/>
    <p:sldId id="272" r:id="rId17"/>
    <p:sldId id="273" r:id="rId18"/>
    <p:sldId id="261" r:id="rId19"/>
    <p:sldId id="274" r:id="rId20"/>
    <p:sldId id="275" r:id="rId21"/>
    <p:sldId id="276" r:id="rId22"/>
    <p:sldId id="277" r:id="rId23"/>
    <p:sldId id="278" r:id="rId24"/>
    <p:sldId id="27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2B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1" autoAdjust="0"/>
    <p:restoredTop sz="94660"/>
  </p:normalViewPr>
  <p:slideViewPr>
    <p:cSldViewPr snapToGrid="0">
      <p:cViewPr varScale="1">
        <p:scale>
          <a:sx n="114" d="100"/>
          <a:sy n="114" d="100"/>
        </p:scale>
        <p:origin x="24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070A47E-A610-42C5-B183-7C7D96CD02A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xmlns="" id="{A9E8B700-0B2F-4412-841D-A367AF602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CEDA650D-BF3C-4FB9-AE53-855F1E0B3549}"/>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82F2732C-7385-431C-AECC-CADE0089CF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09AE78AC-2A19-410C-B63F-0A9533C7D401}"/>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3374931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94F1821-929E-4BE6-B46F-84497680E24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ACDA8AB5-0178-4D30-83F6-CED4A339A00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5A856DDE-D352-428D-8181-3AE95F4F7E73}"/>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64E34C91-FA17-46FA-8225-A85E30D624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D93FFCD2-C3F4-4627-92F1-22B0889911FC}"/>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2252783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0748559-D95A-41D7-B7F4-35DC041CA24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xmlns="" id="{8E4A582A-7DB5-4B15-A929-D43185D1B5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xmlns="" id="{7FA6F743-ADAC-427A-87F2-621C9C831893}"/>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8D4868E2-58E1-4E52-8CB7-7AF40D7D1D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AEC071EA-1CB4-4EFB-82FD-6FC726F72E67}"/>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411995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2782CA2-49B3-4B89-A186-AA80EB188A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C358F7B3-83EE-4C04-BAC1-A884E59FB5B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xmlns="" id="{03E4C98E-1AB7-454F-A4F0-29DD9ED6838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xmlns="" id="{0A77A788-F560-4E08-9579-CAA19B8FA7A9}"/>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xmlns="" id="{A9391C15-BDFD-4932-BD0A-F46C97DED5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064AF69B-8B9E-4A54-A23B-1C41B0CF694C}"/>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17960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56227F5-5E54-4A8D-8FCA-36CEBA79F67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xmlns="" id="{6FA7B1F8-10F2-42BB-B958-8D05DF1F0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xmlns="" id="{AD25F971-0524-4B10-BB69-594449F5BB6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xmlns="" id="{457B8530-102C-4132-AC1A-2D5C5B5A86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xmlns="" id="{C3454BDD-83D4-41B8-8996-61442DE1278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xmlns="" id="{A04B80E4-226C-4DBD-9FBE-8E1A0B0BCE18}"/>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8" name="页脚占位符 7">
            <a:extLst>
              <a:ext uri="{FF2B5EF4-FFF2-40B4-BE49-F238E27FC236}">
                <a16:creationId xmlns:a16="http://schemas.microsoft.com/office/drawing/2014/main" xmlns="" id="{7E18975E-CFCE-4593-AB25-D9DC84AE593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xmlns="" id="{C5601DB3-E2CD-49ED-8DF0-EC3F623218B5}"/>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24066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031E6DD-1F93-4D7D-8639-872316541DA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xmlns="" id="{F150CC2C-6FA9-4A92-8A7F-C1954A3DC574}"/>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4" name="页脚占位符 3">
            <a:extLst>
              <a:ext uri="{FF2B5EF4-FFF2-40B4-BE49-F238E27FC236}">
                <a16:creationId xmlns:a16="http://schemas.microsoft.com/office/drawing/2014/main" xmlns="" id="{2CB93878-DD41-431F-8F5A-293570945E5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xmlns="" id="{F00CF91F-AC50-4343-994F-D4C2B1104D69}"/>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1373638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 id="{B0D8F2BF-58DD-43D7-9744-F02491EFC14B}"/>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3" name="页脚占位符 2">
            <a:extLst>
              <a:ext uri="{FF2B5EF4-FFF2-40B4-BE49-F238E27FC236}">
                <a16:creationId xmlns:a16="http://schemas.microsoft.com/office/drawing/2014/main" xmlns="" id="{0391D055-D270-4EF1-BAA3-9C64EF4571D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xmlns="" id="{59D7C945-FB6B-41D4-8E6C-F21AC8E374DF}"/>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3257899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BDEAA5E-D7A1-4D86-AC89-C799DEF2CC4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xmlns="" id="{824BFBB9-908E-4F73-A84F-8F54E3926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xmlns="" id="{58556ACF-871B-4398-9205-D6D63C5B1B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xmlns="" id="{C25C4FA8-825A-4556-AE8D-7CAEF2EDBEC5}"/>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xmlns="" id="{846B1F8F-E453-468C-98D0-90302D47979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CDB58F48-233F-43A6-9F14-59F6AB88A7D2}"/>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3375412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F8DC99A-F626-40C5-B43E-37884D53063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xmlns="" id="{690F35AA-4A69-4125-81FD-056CB23339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xmlns="" id="{547E7B7A-DB7F-4AAC-B9A0-479316C2E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xmlns="" id="{C21F0274-803D-4F5A-A33A-63B40A74C283}"/>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6" name="页脚占位符 5">
            <a:extLst>
              <a:ext uri="{FF2B5EF4-FFF2-40B4-BE49-F238E27FC236}">
                <a16:creationId xmlns:a16="http://schemas.microsoft.com/office/drawing/2014/main" xmlns="" id="{5AA02744-D5C6-4E65-A459-7352772006C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F315F359-D67B-489C-8B9C-686663493CDF}"/>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1465288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757AD53-F7D0-46CA-BFC3-4BB9E83144B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xmlns="" id="{77CA39A4-9C8F-418D-9740-C2AD806DA9F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E3269D6A-E89E-4E9B-B16B-325BBDFCE419}"/>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643F3C42-9CDD-47B2-9F00-33A3FB389A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DACC75AE-3D13-4536-9EC9-E42AB885F024}"/>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2661814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757DFB05-0689-41F0-873B-99DC181ADEF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xmlns="" id="{AF9CFA8E-4C7F-401F-AA47-31C0FE7EEB5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29E05EBF-FFB8-4A7D-8BA9-DACA1E211739}"/>
              </a:ext>
            </a:extLst>
          </p:cNvPr>
          <p:cNvSpPr>
            <a:spLocks noGrp="1"/>
          </p:cNvSpPr>
          <p:nvPr>
            <p:ph type="dt" sz="half" idx="10"/>
          </p:nvPr>
        </p:nvSpPr>
        <p:spPr/>
        <p:txBody>
          <a:bodyPr/>
          <a:lstStyle/>
          <a:p>
            <a:fld id="{D720ADC1-58B5-4F1E-A356-AFCCBABD62DF}"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3238F5DA-3CEA-406B-8442-4B1B5D0AD8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124201AC-015D-4CA4-B7EA-7874D7EFECB1}"/>
              </a:ext>
            </a:extLst>
          </p:cNvPr>
          <p:cNvSpPr>
            <a:spLocks noGrp="1"/>
          </p:cNvSpPr>
          <p:nvPr>
            <p:ph type="sldNum" sz="quarter" idx="12"/>
          </p:nvPr>
        </p:nvSpPr>
        <p:spPr/>
        <p:txBody>
          <a:body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2986369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E3AD9735-CF1F-427C-AFE0-F027688A3B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0C5F74BC-8531-4CD4-A590-398276D2F5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D8DEECBE-F7A0-4566-87F2-238442382A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20ADC1-58B5-4F1E-A356-AFCCBABD62DF}" type="datetimeFigureOut">
              <a:rPr lang="zh-CN" altLang="en-US" smtClean="0"/>
              <a:t>2022/11/7</a:t>
            </a:fld>
            <a:endParaRPr lang="zh-CN" altLang="en-US"/>
          </a:p>
        </p:txBody>
      </p:sp>
      <p:sp>
        <p:nvSpPr>
          <p:cNvPr id="5" name="页脚占位符 4">
            <a:extLst>
              <a:ext uri="{FF2B5EF4-FFF2-40B4-BE49-F238E27FC236}">
                <a16:creationId xmlns:a16="http://schemas.microsoft.com/office/drawing/2014/main" xmlns="" id="{94E0B6B4-8C65-4637-AD89-49313DD753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xmlns="" id="{E386E071-2873-4A51-A357-4CE135F218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345B3-10E9-4F9B-A0F9-D96392BAB8BB}" type="slidenum">
              <a:rPr lang="zh-CN" altLang="en-US" smtClean="0"/>
              <a:t>‹#›</a:t>
            </a:fld>
            <a:endParaRPr lang="zh-CN" altLang="en-US"/>
          </a:p>
        </p:txBody>
      </p:sp>
    </p:spTree>
    <p:extLst>
      <p:ext uri="{BB962C8B-B14F-4D97-AF65-F5344CB8AC3E}">
        <p14:creationId xmlns:p14="http://schemas.microsoft.com/office/powerpoint/2010/main" val="768505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6.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7.svg"/><Relationship Id="rId3" Type="http://schemas.openxmlformats.org/officeDocument/2006/relationships/image" Target="../media/image4.svg"/><Relationship Id="rId7" Type="http://schemas.openxmlformats.org/officeDocument/2006/relationships/image" Target="../media/image13.svg"/><Relationship Id="rId12"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5.svg"/><Relationship Id="rId5" Type="http://schemas.openxmlformats.org/officeDocument/2006/relationships/image" Target="../media/image11.sv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22.sv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6.svg"/><Relationship Id="rId5" Type="http://schemas.openxmlformats.org/officeDocument/2006/relationships/image" Target="../media/image13.svg"/><Relationship Id="rId10" Type="http://schemas.openxmlformats.org/officeDocument/2006/relationships/image" Target="../media/image17.png"/><Relationship Id="rId4" Type="http://schemas.openxmlformats.org/officeDocument/2006/relationships/image" Target="../media/image9.png"/><Relationship Id="rId9" Type="http://schemas.openxmlformats.org/officeDocument/2006/relationships/image" Target="../media/image24.sv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slideLayout" Target="../slideLayouts/slideLayout1.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Layout" Target="../slideLayouts/slideLayout1.xml"/><Relationship Id="rId4" Type="http://schemas.openxmlformats.org/officeDocument/2006/relationships/tags" Target="../tags/tag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hyperlink" Target="http://www.tukuppt.com/ppt/"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a:extLst>
              <a:ext uri="{FF2B5EF4-FFF2-40B4-BE49-F238E27FC236}">
                <a16:creationId xmlns:a16="http://schemas.microsoft.com/office/drawing/2014/main" xmlns="" id="{9EDCC191-FC17-44F1-A7FD-32C9A524D695}"/>
              </a:ext>
            </a:extLst>
          </p:cNvPr>
          <p:cNvGrpSpPr/>
          <p:nvPr/>
        </p:nvGrpSpPr>
        <p:grpSpPr>
          <a:xfrm>
            <a:off x="1520421" y="1375968"/>
            <a:ext cx="9147579" cy="4106064"/>
            <a:chOff x="1520421" y="1375968"/>
            <a:chExt cx="9147579" cy="4106064"/>
          </a:xfrm>
        </p:grpSpPr>
        <p:sp>
          <p:nvSpPr>
            <p:cNvPr id="7" name="矩形 6">
              <a:extLst>
                <a:ext uri="{FF2B5EF4-FFF2-40B4-BE49-F238E27FC236}">
                  <a16:creationId xmlns:a16="http://schemas.microsoft.com/office/drawing/2014/main" xmlns="" id="{BFD343B3-8E3D-48F1-83D4-A8221D74C56C}"/>
                </a:ext>
              </a:extLst>
            </p:cNvPr>
            <p:cNvSpPr/>
            <p:nvPr/>
          </p:nvSpPr>
          <p:spPr>
            <a:xfrm>
              <a:off x="1524000" y="1375968"/>
              <a:ext cx="9144000" cy="4106064"/>
            </a:xfrm>
            <a:prstGeom prst="rect">
              <a:avLst/>
            </a:prstGeom>
            <a:solidFill>
              <a:srgbClr val="B82B2A"/>
            </a:solidFill>
            <a:ln>
              <a:noFill/>
            </a:ln>
            <a:effectLst>
              <a:outerShdw blurRad="50800" dist="63500" dir="2700000" algn="tl" rotWithShape="0">
                <a:srgbClr val="C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xmlns="" id="{5D786C38-36A5-4C42-AD91-012A81E85E63}"/>
                </a:ext>
              </a:extLst>
            </p:cNvPr>
            <p:cNvSpPr/>
            <p:nvPr/>
          </p:nvSpPr>
          <p:spPr>
            <a:xfrm>
              <a:off x="10489724" y="2346417"/>
              <a:ext cx="176404" cy="222050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a:extLst>
                <a:ext uri="{FF2B5EF4-FFF2-40B4-BE49-F238E27FC236}">
                  <a16:creationId xmlns:a16="http://schemas.microsoft.com/office/drawing/2014/main" xmlns="" id="{D30026F9-2C85-4644-9802-B9C2301F553F}"/>
                </a:ext>
              </a:extLst>
            </p:cNvPr>
            <p:cNvSpPr/>
            <p:nvPr/>
          </p:nvSpPr>
          <p:spPr>
            <a:xfrm>
              <a:off x="1520421" y="2346417"/>
              <a:ext cx="176404" cy="222050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3" name="文本框 12">
            <a:extLst>
              <a:ext uri="{FF2B5EF4-FFF2-40B4-BE49-F238E27FC236}">
                <a16:creationId xmlns:a16="http://schemas.microsoft.com/office/drawing/2014/main" xmlns="" id="{25C0691F-5F20-46CF-B9D0-026B2BDF7745}"/>
              </a:ext>
            </a:extLst>
          </p:cNvPr>
          <p:cNvSpPr txBox="1"/>
          <p:nvPr/>
        </p:nvSpPr>
        <p:spPr>
          <a:xfrm>
            <a:off x="2620066" y="2538682"/>
            <a:ext cx="6951868" cy="1015663"/>
          </a:xfrm>
          <a:prstGeom prst="rect">
            <a:avLst/>
          </a:prstGeom>
          <a:noFill/>
        </p:spPr>
        <p:txBody>
          <a:bodyPr wrap="square" rtlCol="0">
            <a:spAutoFit/>
          </a:bodyPr>
          <a:lstStyle/>
          <a:p>
            <a:pPr algn="dist"/>
            <a:r>
              <a:rPr lang="zh-CN" altLang="en-US" sz="6000" dirty="0">
                <a:solidFill>
                  <a:schemeClr val="bg1"/>
                </a:solidFill>
                <a:latin typeface="思源黑体 CN Bold" panose="020B0800000000000000" pitchFamily="34" charset="-122"/>
                <a:ea typeface="思源黑体 CN Bold" panose="020B0800000000000000" pitchFamily="34" charset="-122"/>
              </a:rPr>
              <a:t>年度工作总结汇报</a:t>
            </a:r>
          </a:p>
        </p:txBody>
      </p:sp>
      <p:sp>
        <p:nvSpPr>
          <p:cNvPr id="14" name="矩形 13">
            <a:extLst>
              <a:ext uri="{FF2B5EF4-FFF2-40B4-BE49-F238E27FC236}">
                <a16:creationId xmlns:a16="http://schemas.microsoft.com/office/drawing/2014/main" xmlns="" id="{F5779E95-1B66-4DCD-9942-2599F92E72D1}"/>
              </a:ext>
            </a:extLst>
          </p:cNvPr>
          <p:cNvSpPr/>
          <p:nvPr/>
        </p:nvSpPr>
        <p:spPr>
          <a:xfrm>
            <a:off x="2712753" y="3534315"/>
            <a:ext cx="6764622" cy="4571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xmlns="" id="{A48842CF-87CC-41B5-BA5F-B62BB47237AE}"/>
              </a:ext>
            </a:extLst>
          </p:cNvPr>
          <p:cNvSpPr txBox="1"/>
          <p:nvPr/>
        </p:nvSpPr>
        <p:spPr>
          <a:xfrm>
            <a:off x="2952721" y="3688331"/>
            <a:ext cx="6284686" cy="369332"/>
          </a:xfrm>
          <a:prstGeom prst="rect">
            <a:avLst/>
          </a:prstGeom>
          <a:noFill/>
        </p:spPr>
        <p:txBody>
          <a:bodyPr wrap="square" rtlCol="0">
            <a:spAutoFit/>
          </a:bodyPr>
          <a:lstStyle/>
          <a:p>
            <a:pPr algn="dist"/>
            <a:r>
              <a:rPr lang="zh-CN" altLang="en-US" dirty="0">
                <a:solidFill>
                  <a:schemeClr val="bg1"/>
                </a:solidFill>
                <a:latin typeface="思源黑体 CN Bold" panose="020B0800000000000000" pitchFamily="34" charset="-122"/>
                <a:ea typeface="思源黑体 CN Bold" panose="020B0800000000000000" pitchFamily="34" charset="-122"/>
              </a:rPr>
              <a:t>工作总结</a:t>
            </a:r>
            <a:r>
              <a:rPr lang="en-US" altLang="zh-CN" dirty="0">
                <a:solidFill>
                  <a:schemeClr val="bg1"/>
                </a:solidFill>
                <a:latin typeface="思源黑体 CN Bold" panose="020B0800000000000000" pitchFamily="34" charset="-122"/>
                <a:ea typeface="思源黑体 CN Bold" panose="020B0800000000000000" pitchFamily="34" charset="-122"/>
              </a:rPr>
              <a:t>·</a:t>
            </a:r>
            <a:r>
              <a:rPr lang="zh-CN" altLang="en-US" dirty="0">
                <a:solidFill>
                  <a:schemeClr val="bg1"/>
                </a:solidFill>
                <a:latin typeface="思源黑体 CN Bold" panose="020B0800000000000000" pitchFamily="34" charset="-122"/>
                <a:ea typeface="思源黑体 CN Bold" panose="020B0800000000000000" pitchFamily="34" charset="-122"/>
              </a:rPr>
              <a:t>商务汇报</a:t>
            </a:r>
            <a:r>
              <a:rPr lang="en-US" altLang="zh-CN" dirty="0">
                <a:solidFill>
                  <a:schemeClr val="bg1"/>
                </a:solidFill>
                <a:latin typeface="思源黑体 CN Bold" panose="020B0800000000000000" pitchFamily="34" charset="-122"/>
                <a:ea typeface="思源黑体 CN Bold" panose="020B0800000000000000" pitchFamily="34" charset="-122"/>
              </a:rPr>
              <a:t>·</a:t>
            </a:r>
            <a:r>
              <a:rPr lang="zh-CN" altLang="en-US" dirty="0">
                <a:solidFill>
                  <a:schemeClr val="bg1"/>
                </a:solidFill>
                <a:latin typeface="思源黑体 CN Bold" panose="020B0800000000000000" pitchFamily="34" charset="-122"/>
                <a:ea typeface="思源黑体 CN Bold" panose="020B0800000000000000" pitchFamily="34" charset="-122"/>
              </a:rPr>
              <a:t>存在不足</a:t>
            </a:r>
            <a:r>
              <a:rPr lang="en-US" altLang="zh-CN" dirty="0">
                <a:solidFill>
                  <a:schemeClr val="bg1"/>
                </a:solidFill>
                <a:latin typeface="思源黑体 CN Bold" panose="020B0800000000000000" pitchFamily="34" charset="-122"/>
                <a:ea typeface="思源黑体 CN Bold" panose="020B0800000000000000" pitchFamily="34" charset="-122"/>
              </a:rPr>
              <a:t>·</a:t>
            </a:r>
            <a:r>
              <a:rPr lang="zh-CN" altLang="en-US" dirty="0">
                <a:solidFill>
                  <a:schemeClr val="bg1"/>
                </a:solidFill>
                <a:latin typeface="思源黑体 CN Bold" panose="020B0800000000000000" pitchFamily="34" charset="-122"/>
                <a:ea typeface="思源黑体 CN Bold" panose="020B0800000000000000" pitchFamily="34" charset="-122"/>
              </a:rPr>
              <a:t>工作规划</a:t>
            </a:r>
          </a:p>
        </p:txBody>
      </p:sp>
      <p:grpSp>
        <p:nvGrpSpPr>
          <p:cNvPr id="37" name="组合 36">
            <a:extLst>
              <a:ext uri="{FF2B5EF4-FFF2-40B4-BE49-F238E27FC236}">
                <a16:creationId xmlns:a16="http://schemas.microsoft.com/office/drawing/2014/main" xmlns="" id="{40D25692-F659-4D8C-8928-69A68787ED5B}"/>
              </a:ext>
            </a:extLst>
          </p:cNvPr>
          <p:cNvGrpSpPr/>
          <p:nvPr/>
        </p:nvGrpSpPr>
        <p:grpSpPr>
          <a:xfrm>
            <a:off x="3809064" y="4464988"/>
            <a:ext cx="4518976" cy="369332"/>
            <a:chOff x="3809064" y="4464988"/>
            <a:chExt cx="4518976" cy="369332"/>
          </a:xfrm>
        </p:grpSpPr>
        <p:sp>
          <p:nvSpPr>
            <p:cNvPr id="19" name="文本框 18">
              <a:extLst>
                <a:ext uri="{FF2B5EF4-FFF2-40B4-BE49-F238E27FC236}">
                  <a16:creationId xmlns:a16="http://schemas.microsoft.com/office/drawing/2014/main" xmlns="" id="{69E81652-17ED-442F-AD75-BA32C001B3BA}"/>
                </a:ext>
              </a:extLst>
            </p:cNvPr>
            <p:cNvSpPr txBox="1"/>
            <p:nvPr/>
          </p:nvSpPr>
          <p:spPr>
            <a:xfrm>
              <a:off x="3809064" y="4464988"/>
              <a:ext cx="1996651" cy="369332"/>
            </a:xfrm>
            <a:prstGeom prst="rect">
              <a:avLst/>
            </a:prstGeom>
            <a:noFill/>
          </p:spPr>
          <p:txBody>
            <a:bodyPr wrap="square" rtlCol="0">
              <a:spAutoFit/>
            </a:bodyPr>
            <a:lstStyle/>
            <a:p>
              <a:pPr algn="dist"/>
              <a:r>
                <a:rPr lang="zh-CN" altLang="en-US" dirty="0">
                  <a:solidFill>
                    <a:schemeClr val="bg1"/>
                  </a:solidFill>
                  <a:latin typeface="思源黑体 CN Bold" panose="020B0800000000000000" pitchFamily="34" charset="-122"/>
                  <a:ea typeface="思源黑体 CN Bold" panose="020B0800000000000000" pitchFamily="34" charset="-122"/>
                </a:rPr>
                <a:t>时间：</a:t>
              </a:r>
              <a:r>
                <a:rPr lang="en-US" altLang="zh-CN" dirty="0">
                  <a:solidFill>
                    <a:schemeClr val="bg1"/>
                  </a:solidFill>
                  <a:latin typeface="思源黑体 CN Bold" panose="020B0800000000000000" pitchFamily="34" charset="-122"/>
                  <a:ea typeface="思源黑体 CN Bold" panose="020B0800000000000000" pitchFamily="34" charset="-122"/>
                </a:rPr>
                <a:t>202X.1.20</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20" name="文本框 19">
              <a:extLst>
                <a:ext uri="{FF2B5EF4-FFF2-40B4-BE49-F238E27FC236}">
                  <a16:creationId xmlns:a16="http://schemas.microsoft.com/office/drawing/2014/main" xmlns="" id="{6A354E29-D997-4FDA-9775-20F44F156E02}"/>
                </a:ext>
              </a:extLst>
            </p:cNvPr>
            <p:cNvSpPr txBox="1"/>
            <p:nvPr/>
          </p:nvSpPr>
          <p:spPr>
            <a:xfrm>
              <a:off x="6331389" y="4464988"/>
              <a:ext cx="1996651" cy="369332"/>
            </a:xfrm>
            <a:prstGeom prst="rect">
              <a:avLst/>
            </a:prstGeom>
            <a:noFill/>
          </p:spPr>
          <p:txBody>
            <a:bodyPr wrap="square" rtlCol="0">
              <a:spAutoFit/>
            </a:bodyPr>
            <a:lstStyle/>
            <a:p>
              <a:pPr algn="dist"/>
              <a:r>
                <a:rPr lang="zh-CN" altLang="en-US" dirty="0">
                  <a:solidFill>
                    <a:schemeClr val="bg1"/>
                  </a:solidFill>
                  <a:latin typeface="思源黑体 CN Bold" panose="020B0800000000000000" pitchFamily="34" charset="-122"/>
                  <a:ea typeface="思源黑体 CN Bold" panose="020B0800000000000000" pitchFamily="34" charset="-122"/>
                </a:rPr>
                <a:t>演讲人：小熊猫</a:t>
              </a:r>
            </a:p>
          </p:txBody>
        </p:sp>
      </p:grpSp>
      <p:sp>
        <p:nvSpPr>
          <p:cNvPr id="21" name="文本框 20">
            <a:extLst>
              <a:ext uri="{FF2B5EF4-FFF2-40B4-BE49-F238E27FC236}">
                <a16:creationId xmlns:a16="http://schemas.microsoft.com/office/drawing/2014/main" xmlns="" id="{FEACA728-E93D-4292-B48F-A0BC1D7F8A7E}"/>
              </a:ext>
            </a:extLst>
          </p:cNvPr>
          <p:cNvSpPr txBox="1"/>
          <p:nvPr/>
        </p:nvSpPr>
        <p:spPr>
          <a:xfrm>
            <a:off x="11494154" y="-30244"/>
            <a:ext cx="1292662" cy="4864564"/>
          </a:xfrm>
          <a:prstGeom prst="rect">
            <a:avLst/>
          </a:prstGeom>
          <a:noFill/>
        </p:spPr>
        <p:txBody>
          <a:bodyPr vert="eaVert" wrap="square" rtlCol="0">
            <a:spAutoFit/>
          </a:bodyPr>
          <a:lstStyle/>
          <a:p>
            <a:pPr algn="dist"/>
            <a:r>
              <a:rPr lang="en-US" altLang="zh-CN" sz="7200" dirty="0">
                <a:solidFill>
                  <a:schemeClr val="tx1">
                    <a:alpha val="10000"/>
                  </a:schemeClr>
                </a:solidFill>
                <a:latin typeface="思源黑体 CN Bold" panose="020B0800000000000000" pitchFamily="34" charset="-122"/>
                <a:ea typeface="思源黑体 CN Bold" panose="020B0800000000000000" pitchFamily="34" charset="-122"/>
              </a:rPr>
              <a:t>BUSINESS</a:t>
            </a:r>
            <a:endParaRPr lang="zh-CN" altLang="en-US" sz="7200" dirty="0">
              <a:solidFill>
                <a:schemeClr val="tx1">
                  <a:alpha val="10000"/>
                </a:schemeClr>
              </a:solidFill>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xmlns="" id="{8BFF6C89-0834-4956-9967-954F854FB1C2}"/>
              </a:ext>
            </a:extLst>
          </p:cNvPr>
          <p:cNvSpPr txBox="1"/>
          <p:nvPr/>
        </p:nvSpPr>
        <p:spPr>
          <a:xfrm>
            <a:off x="-732544" y="1993436"/>
            <a:ext cx="1292662" cy="4864564"/>
          </a:xfrm>
          <a:prstGeom prst="rect">
            <a:avLst/>
          </a:prstGeom>
          <a:noFill/>
        </p:spPr>
        <p:txBody>
          <a:bodyPr vert="eaVert" wrap="square" rtlCol="0">
            <a:spAutoFit/>
          </a:bodyPr>
          <a:lstStyle/>
          <a:p>
            <a:pPr algn="dist"/>
            <a:r>
              <a:rPr lang="en-US" altLang="zh-CN" sz="7200" dirty="0">
                <a:solidFill>
                  <a:schemeClr val="tx1">
                    <a:alpha val="10000"/>
                  </a:schemeClr>
                </a:solidFill>
                <a:latin typeface="思源黑体 CN Bold" panose="020B0800000000000000" pitchFamily="34" charset="-122"/>
                <a:ea typeface="思源黑体 CN Bold" panose="020B0800000000000000" pitchFamily="34" charset="-122"/>
              </a:rPr>
              <a:t>BUSINESS</a:t>
            </a:r>
            <a:endParaRPr lang="zh-CN" altLang="en-US" sz="7200" dirty="0">
              <a:solidFill>
                <a:schemeClr val="tx1">
                  <a:alpha val="10000"/>
                </a:schemeClr>
              </a:solidFill>
              <a:latin typeface="思源黑体 CN Bold" panose="020B0800000000000000" pitchFamily="34" charset="-122"/>
              <a:ea typeface="思源黑体 CN Bold" panose="020B0800000000000000" pitchFamily="34" charset="-122"/>
            </a:endParaRPr>
          </a:p>
        </p:txBody>
      </p:sp>
      <p:grpSp>
        <p:nvGrpSpPr>
          <p:cNvPr id="36" name="组合 35">
            <a:extLst>
              <a:ext uri="{FF2B5EF4-FFF2-40B4-BE49-F238E27FC236}">
                <a16:creationId xmlns:a16="http://schemas.microsoft.com/office/drawing/2014/main" xmlns="" id="{4133CF30-6F24-4BD6-84C4-FD9A3A7DE7F7}"/>
              </a:ext>
            </a:extLst>
          </p:cNvPr>
          <p:cNvGrpSpPr/>
          <p:nvPr/>
        </p:nvGrpSpPr>
        <p:grpSpPr>
          <a:xfrm>
            <a:off x="10217944" y="6171486"/>
            <a:ext cx="1464972" cy="429339"/>
            <a:chOff x="10217944" y="6171486"/>
            <a:chExt cx="1464972" cy="429339"/>
          </a:xfrm>
        </p:grpSpPr>
        <p:grpSp>
          <p:nvGrpSpPr>
            <p:cNvPr id="26" name="组合 25">
              <a:extLst>
                <a:ext uri="{FF2B5EF4-FFF2-40B4-BE49-F238E27FC236}">
                  <a16:creationId xmlns:a16="http://schemas.microsoft.com/office/drawing/2014/main" xmlns="" id="{7FA0FD00-34D6-4280-94B6-60A7067824D8}"/>
                </a:ext>
              </a:extLst>
            </p:cNvPr>
            <p:cNvGrpSpPr/>
            <p:nvPr/>
          </p:nvGrpSpPr>
          <p:grpSpPr>
            <a:xfrm>
              <a:off x="10247731" y="6171486"/>
              <a:ext cx="1435185" cy="340778"/>
              <a:chOff x="9734417" y="6317197"/>
              <a:chExt cx="1435185" cy="340778"/>
            </a:xfrm>
            <a:solidFill>
              <a:schemeClr val="bg1">
                <a:lumMod val="95000"/>
              </a:schemeClr>
            </a:solidFill>
          </p:grpSpPr>
          <p:sp>
            <p:nvSpPr>
              <p:cNvPr id="27" name="任意多边形 27">
                <a:extLst>
                  <a:ext uri="{FF2B5EF4-FFF2-40B4-BE49-F238E27FC236}">
                    <a16:creationId xmlns:a16="http://schemas.microsoft.com/office/drawing/2014/main" xmlns="" id="{8C687920-7675-4C9C-9FD5-4EB3585BE77C}"/>
                  </a:ext>
                </a:extLst>
              </p:cNvPr>
              <p:cNvSpPr/>
              <p:nvPr/>
            </p:nvSpPr>
            <p:spPr>
              <a:xfrm>
                <a:off x="10188503" y="6389537"/>
                <a:ext cx="429420" cy="268438"/>
              </a:xfrm>
              <a:custGeom>
                <a:avLst/>
                <a:gdLst>
                  <a:gd name="connsiteX0" fmla="*/ 218748 w 607427"/>
                  <a:gd name="connsiteY0" fmla="*/ 211767 h 379713"/>
                  <a:gd name="connsiteX1" fmla="*/ 303678 w 607427"/>
                  <a:gd name="connsiteY1" fmla="*/ 286283 h 379713"/>
                  <a:gd name="connsiteX2" fmla="*/ 388608 w 607427"/>
                  <a:gd name="connsiteY2" fmla="*/ 211767 h 379713"/>
                  <a:gd name="connsiteX3" fmla="*/ 580118 w 607427"/>
                  <a:gd name="connsiteY3" fmla="*/ 379713 h 379713"/>
                  <a:gd name="connsiteX4" fmla="*/ 27238 w 607427"/>
                  <a:gd name="connsiteY4" fmla="*/ 379713 h 379713"/>
                  <a:gd name="connsiteX5" fmla="*/ 607427 w 607427"/>
                  <a:gd name="connsiteY5" fmla="*/ 19970 h 379713"/>
                  <a:gd name="connsiteX6" fmla="*/ 607427 w 607427"/>
                  <a:gd name="connsiteY6" fmla="*/ 359531 h 379713"/>
                  <a:gd name="connsiteX7" fmla="*/ 413725 w 607427"/>
                  <a:gd name="connsiteY7" fmla="*/ 189751 h 379713"/>
                  <a:gd name="connsiteX8" fmla="*/ 0 w 607427"/>
                  <a:gd name="connsiteY8" fmla="*/ 19970 h 379713"/>
                  <a:gd name="connsiteX9" fmla="*/ 193561 w 607427"/>
                  <a:gd name="connsiteY9" fmla="*/ 189751 h 379713"/>
                  <a:gd name="connsiteX10" fmla="*/ 0 w 607427"/>
                  <a:gd name="connsiteY10" fmla="*/ 359531 h 379713"/>
                  <a:gd name="connsiteX11" fmla="*/ 27379 w 607427"/>
                  <a:gd name="connsiteY11" fmla="*/ 0 h 379713"/>
                  <a:gd name="connsiteX12" fmla="*/ 579906 w 607427"/>
                  <a:gd name="connsiteY12" fmla="*/ 0 h 379713"/>
                  <a:gd name="connsiteX13" fmla="*/ 303694 w 607427"/>
                  <a:gd name="connsiteY13" fmla="*/ 242251 h 379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7427" h="379713">
                    <a:moveTo>
                      <a:pt x="218748" y="211767"/>
                    </a:moveTo>
                    <a:lnTo>
                      <a:pt x="303678" y="286283"/>
                    </a:lnTo>
                    <a:lnTo>
                      <a:pt x="388608" y="211767"/>
                    </a:lnTo>
                    <a:lnTo>
                      <a:pt x="580118" y="379713"/>
                    </a:lnTo>
                    <a:lnTo>
                      <a:pt x="27238" y="379713"/>
                    </a:lnTo>
                    <a:close/>
                    <a:moveTo>
                      <a:pt x="607427" y="19970"/>
                    </a:moveTo>
                    <a:lnTo>
                      <a:pt x="607427" y="359531"/>
                    </a:lnTo>
                    <a:lnTo>
                      <a:pt x="413725" y="189751"/>
                    </a:lnTo>
                    <a:close/>
                    <a:moveTo>
                      <a:pt x="0" y="19970"/>
                    </a:moveTo>
                    <a:lnTo>
                      <a:pt x="193561" y="189751"/>
                    </a:lnTo>
                    <a:lnTo>
                      <a:pt x="0" y="359531"/>
                    </a:lnTo>
                    <a:close/>
                    <a:moveTo>
                      <a:pt x="27379" y="0"/>
                    </a:moveTo>
                    <a:lnTo>
                      <a:pt x="579906" y="0"/>
                    </a:lnTo>
                    <a:lnTo>
                      <a:pt x="303694" y="242251"/>
                    </a:lnTo>
                    <a:close/>
                  </a:path>
                </a:pathLst>
              </a:custGeom>
              <a:solidFill>
                <a:srgbClr val="B82B2A"/>
              </a:solidFill>
              <a:ln w="7600" cap="flat">
                <a:noFill/>
                <a:bevel/>
              </a:ln>
            </p:spPr>
            <p:txBody>
              <a:bodyPr/>
              <a:lstStyle/>
              <a:p>
                <a:endParaRPr lang="zh-CN" altLang="en-US" sz="2000">
                  <a:latin typeface="字魂59号-创粗黑" panose="00000500000000000000" pitchFamily="2" charset="-122"/>
                  <a:ea typeface="字魂59号-创粗黑" panose="00000500000000000000" pitchFamily="2" charset="-122"/>
                </a:endParaRPr>
              </a:p>
            </p:txBody>
          </p:sp>
          <p:sp>
            <p:nvSpPr>
              <p:cNvPr id="28" name="任意多边形 28">
                <a:extLst>
                  <a:ext uri="{FF2B5EF4-FFF2-40B4-BE49-F238E27FC236}">
                    <a16:creationId xmlns:a16="http://schemas.microsoft.com/office/drawing/2014/main" xmlns="" id="{A97FBA25-23AC-48B8-B820-EBEA49E0805E}"/>
                  </a:ext>
                </a:extLst>
              </p:cNvPr>
              <p:cNvSpPr/>
              <p:nvPr/>
            </p:nvSpPr>
            <p:spPr>
              <a:xfrm>
                <a:off x="10800117" y="6317197"/>
                <a:ext cx="369485" cy="340778"/>
              </a:xfrm>
              <a:custGeom>
                <a:avLst/>
                <a:gdLst>
                  <a:gd name="connsiteX0" fmla="*/ 176147 w 578111"/>
                  <a:gd name="connsiteY0" fmla="*/ 221031 h 533197"/>
                  <a:gd name="connsiteX1" fmla="*/ 212154 w 578111"/>
                  <a:gd name="connsiteY1" fmla="*/ 256947 h 533197"/>
                  <a:gd name="connsiteX2" fmla="*/ 212154 w 578111"/>
                  <a:gd name="connsiteY2" fmla="*/ 348118 h 533197"/>
                  <a:gd name="connsiteX3" fmla="*/ 176147 w 578111"/>
                  <a:gd name="connsiteY3" fmla="*/ 384955 h 533197"/>
                  <a:gd name="connsiteX4" fmla="*/ 139217 w 578111"/>
                  <a:gd name="connsiteY4" fmla="*/ 348118 h 533197"/>
                  <a:gd name="connsiteX5" fmla="*/ 139217 w 578111"/>
                  <a:gd name="connsiteY5" fmla="*/ 256947 h 533197"/>
                  <a:gd name="connsiteX6" fmla="*/ 176147 w 578111"/>
                  <a:gd name="connsiteY6" fmla="*/ 221031 h 533197"/>
                  <a:gd name="connsiteX7" fmla="*/ 267503 w 578111"/>
                  <a:gd name="connsiteY7" fmla="*/ 184193 h 533197"/>
                  <a:gd name="connsiteX8" fmla="*/ 303437 w 578111"/>
                  <a:gd name="connsiteY8" fmla="*/ 221030 h 533197"/>
                  <a:gd name="connsiteX9" fmla="*/ 303437 w 578111"/>
                  <a:gd name="connsiteY9" fmla="*/ 348119 h 533197"/>
                  <a:gd name="connsiteX10" fmla="*/ 267503 w 578111"/>
                  <a:gd name="connsiteY10" fmla="*/ 384956 h 533197"/>
                  <a:gd name="connsiteX11" fmla="*/ 230648 w 578111"/>
                  <a:gd name="connsiteY11" fmla="*/ 348119 h 533197"/>
                  <a:gd name="connsiteX12" fmla="*/ 230648 w 578111"/>
                  <a:gd name="connsiteY12" fmla="*/ 221030 h 533197"/>
                  <a:gd name="connsiteX13" fmla="*/ 267503 w 578111"/>
                  <a:gd name="connsiteY13" fmla="*/ 184193 h 533197"/>
                  <a:gd name="connsiteX14" fmla="*/ 357937 w 578111"/>
                  <a:gd name="connsiteY14" fmla="*/ 148390 h 533197"/>
                  <a:gd name="connsiteX15" fmla="*/ 394867 w 578111"/>
                  <a:gd name="connsiteY15" fmla="*/ 184289 h 533197"/>
                  <a:gd name="connsiteX16" fmla="*/ 394867 w 578111"/>
                  <a:gd name="connsiteY16" fmla="*/ 348136 h 533197"/>
                  <a:gd name="connsiteX17" fmla="*/ 357937 w 578111"/>
                  <a:gd name="connsiteY17" fmla="*/ 384955 h 533197"/>
                  <a:gd name="connsiteX18" fmla="*/ 321930 w 578111"/>
                  <a:gd name="connsiteY18" fmla="*/ 348136 h 533197"/>
                  <a:gd name="connsiteX19" fmla="*/ 321930 w 578111"/>
                  <a:gd name="connsiteY19" fmla="*/ 184289 h 533197"/>
                  <a:gd name="connsiteX20" fmla="*/ 357937 w 578111"/>
                  <a:gd name="connsiteY20" fmla="*/ 148390 h 533197"/>
                  <a:gd name="connsiteX21" fmla="*/ 267469 w 578111"/>
                  <a:gd name="connsiteY21" fmla="*/ 0 h 533197"/>
                  <a:gd name="connsiteX22" fmla="*/ 529404 w 578111"/>
                  <a:gd name="connsiteY22" fmla="*/ 218252 h 533197"/>
                  <a:gd name="connsiteX23" fmla="*/ 566296 w 578111"/>
                  <a:gd name="connsiteY23" fmla="*/ 218252 h 533197"/>
                  <a:gd name="connsiteX24" fmla="*/ 576441 w 578111"/>
                  <a:gd name="connsiteY24" fmla="*/ 224698 h 533197"/>
                  <a:gd name="connsiteX25" fmla="*/ 575519 w 578111"/>
                  <a:gd name="connsiteY25" fmla="*/ 237590 h 533197"/>
                  <a:gd name="connsiteX26" fmla="*/ 514647 w 578111"/>
                  <a:gd name="connsiteY26" fmla="*/ 310341 h 533197"/>
                  <a:gd name="connsiteX27" fmla="*/ 505424 w 578111"/>
                  <a:gd name="connsiteY27" fmla="*/ 314945 h 533197"/>
                  <a:gd name="connsiteX28" fmla="*/ 496201 w 578111"/>
                  <a:gd name="connsiteY28" fmla="*/ 310341 h 533197"/>
                  <a:gd name="connsiteX29" fmla="*/ 435328 w 578111"/>
                  <a:gd name="connsiteY29" fmla="*/ 237590 h 533197"/>
                  <a:gd name="connsiteX30" fmla="*/ 433484 w 578111"/>
                  <a:gd name="connsiteY30" fmla="*/ 224698 h 533197"/>
                  <a:gd name="connsiteX31" fmla="*/ 444551 w 578111"/>
                  <a:gd name="connsiteY31" fmla="*/ 218252 h 533197"/>
                  <a:gd name="connsiteX32" fmla="*/ 480521 w 578111"/>
                  <a:gd name="connsiteY32" fmla="*/ 218252 h 533197"/>
                  <a:gd name="connsiteX33" fmla="*/ 267469 w 578111"/>
                  <a:gd name="connsiteY33" fmla="*/ 47886 h 533197"/>
                  <a:gd name="connsiteX34" fmla="*/ 48882 w 578111"/>
                  <a:gd name="connsiteY34" fmla="*/ 266138 h 533197"/>
                  <a:gd name="connsiteX35" fmla="*/ 267469 w 578111"/>
                  <a:gd name="connsiteY35" fmla="*/ 484390 h 533197"/>
                  <a:gd name="connsiteX36" fmla="*/ 456541 w 578111"/>
                  <a:gd name="connsiteY36" fmla="*/ 375724 h 533197"/>
                  <a:gd name="connsiteX37" fmla="*/ 489744 w 578111"/>
                  <a:gd name="connsiteY37" fmla="*/ 366515 h 533197"/>
                  <a:gd name="connsiteX38" fmla="*/ 498967 w 578111"/>
                  <a:gd name="connsiteY38" fmla="*/ 399668 h 533197"/>
                  <a:gd name="connsiteX39" fmla="*/ 267469 w 578111"/>
                  <a:gd name="connsiteY39" fmla="*/ 533197 h 533197"/>
                  <a:gd name="connsiteX40" fmla="*/ 0 w 578111"/>
                  <a:gd name="connsiteY40" fmla="*/ 266138 h 533197"/>
                  <a:gd name="connsiteX41" fmla="*/ 267469 w 578111"/>
                  <a:gd name="connsiteY41" fmla="*/ 0 h 53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78111" h="533197">
                    <a:moveTo>
                      <a:pt x="176147" y="221031"/>
                    </a:moveTo>
                    <a:cubicBezTo>
                      <a:pt x="196459" y="221031"/>
                      <a:pt x="212154" y="237608"/>
                      <a:pt x="212154" y="256947"/>
                    </a:cubicBezTo>
                    <a:lnTo>
                      <a:pt x="212154" y="348118"/>
                    </a:lnTo>
                    <a:cubicBezTo>
                      <a:pt x="212154" y="368378"/>
                      <a:pt x="196459" y="384955"/>
                      <a:pt x="176147" y="384955"/>
                    </a:cubicBezTo>
                    <a:cubicBezTo>
                      <a:pt x="155836" y="384955"/>
                      <a:pt x="139217" y="368378"/>
                      <a:pt x="139217" y="348118"/>
                    </a:cubicBezTo>
                    <a:lnTo>
                      <a:pt x="139217" y="256947"/>
                    </a:lnTo>
                    <a:cubicBezTo>
                      <a:pt x="139217" y="237608"/>
                      <a:pt x="155836" y="221031"/>
                      <a:pt x="176147" y="221031"/>
                    </a:cubicBezTo>
                    <a:close/>
                    <a:moveTo>
                      <a:pt x="267503" y="184193"/>
                    </a:moveTo>
                    <a:cubicBezTo>
                      <a:pt x="286852" y="184193"/>
                      <a:pt x="303437" y="200770"/>
                      <a:pt x="303437" y="221030"/>
                    </a:cubicBezTo>
                    <a:lnTo>
                      <a:pt x="303437" y="348119"/>
                    </a:lnTo>
                    <a:cubicBezTo>
                      <a:pt x="303437" y="368379"/>
                      <a:pt x="287774" y="384956"/>
                      <a:pt x="267503" y="384956"/>
                    </a:cubicBezTo>
                    <a:cubicBezTo>
                      <a:pt x="247233" y="384956"/>
                      <a:pt x="230648" y="368379"/>
                      <a:pt x="230648" y="348119"/>
                    </a:cubicBezTo>
                    <a:lnTo>
                      <a:pt x="230648" y="221030"/>
                    </a:lnTo>
                    <a:cubicBezTo>
                      <a:pt x="230648" y="200770"/>
                      <a:pt x="247233" y="184193"/>
                      <a:pt x="267503" y="184193"/>
                    </a:cubicBezTo>
                    <a:close/>
                    <a:moveTo>
                      <a:pt x="357937" y="148390"/>
                    </a:moveTo>
                    <a:cubicBezTo>
                      <a:pt x="378249" y="148390"/>
                      <a:pt x="394867" y="164959"/>
                      <a:pt x="394867" y="184289"/>
                    </a:cubicBezTo>
                    <a:lnTo>
                      <a:pt x="394867" y="348136"/>
                    </a:lnTo>
                    <a:cubicBezTo>
                      <a:pt x="394867" y="368386"/>
                      <a:pt x="378249" y="384955"/>
                      <a:pt x="357937" y="384955"/>
                    </a:cubicBezTo>
                    <a:cubicBezTo>
                      <a:pt x="338549" y="384955"/>
                      <a:pt x="321930" y="368386"/>
                      <a:pt x="321930" y="348136"/>
                    </a:cubicBezTo>
                    <a:lnTo>
                      <a:pt x="321930" y="184289"/>
                    </a:lnTo>
                    <a:cubicBezTo>
                      <a:pt x="321930" y="164959"/>
                      <a:pt x="338549" y="148390"/>
                      <a:pt x="357937" y="148390"/>
                    </a:cubicBezTo>
                    <a:close/>
                    <a:moveTo>
                      <a:pt x="267469" y="0"/>
                    </a:moveTo>
                    <a:cubicBezTo>
                      <a:pt x="397514" y="0"/>
                      <a:pt x="507268" y="93931"/>
                      <a:pt x="529404" y="218252"/>
                    </a:cubicBezTo>
                    <a:lnTo>
                      <a:pt x="566296" y="218252"/>
                    </a:lnTo>
                    <a:cubicBezTo>
                      <a:pt x="570907" y="218252"/>
                      <a:pt x="574597" y="221014"/>
                      <a:pt x="576441" y="224698"/>
                    </a:cubicBezTo>
                    <a:cubicBezTo>
                      <a:pt x="579208" y="229302"/>
                      <a:pt x="578286" y="233907"/>
                      <a:pt x="575519" y="237590"/>
                    </a:cubicBezTo>
                    <a:lnTo>
                      <a:pt x="514647" y="310341"/>
                    </a:lnTo>
                    <a:cubicBezTo>
                      <a:pt x="511880" y="313104"/>
                      <a:pt x="509113" y="314945"/>
                      <a:pt x="505424" y="314945"/>
                    </a:cubicBezTo>
                    <a:cubicBezTo>
                      <a:pt x="501734" y="314945"/>
                      <a:pt x="498045" y="313104"/>
                      <a:pt x="496201" y="310341"/>
                    </a:cubicBezTo>
                    <a:lnTo>
                      <a:pt x="435328" y="237590"/>
                    </a:lnTo>
                    <a:cubicBezTo>
                      <a:pt x="431639" y="233907"/>
                      <a:pt x="431639" y="229302"/>
                      <a:pt x="433484" y="224698"/>
                    </a:cubicBezTo>
                    <a:cubicBezTo>
                      <a:pt x="435328" y="221014"/>
                      <a:pt x="439940" y="218252"/>
                      <a:pt x="444551" y="218252"/>
                    </a:cubicBezTo>
                    <a:lnTo>
                      <a:pt x="480521" y="218252"/>
                    </a:lnTo>
                    <a:cubicBezTo>
                      <a:pt x="458386" y="120637"/>
                      <a:pt x="370767" y="47886"/>
                      <a:pt x="267469" y="47886"/>
                    </a:cubicBezTo>
                    <a:cubicBezTo>
                      <a:pt x="146647" y="47886"/>
                      <a:pt x="48882" y="146422"/>
                      <a:pt x="48882" y="266138"/>
                    </a:cubicBezTo>
                    <a:cubicBezTo>
                      <a:pt x="48882" y="386775"/>
                      <a:pt x="146647" y="484390"/>
                      <a:pt x="267469" y="484390"/>
                    </a:cubicBezTo>
                    <a:cubicBezTo>
                      <a:pt x="344942" y="484390"/>
                      <a:pt x="417805" y="442949"/>
                      <a:pt x="456541" y="375724"/>
                    </a:cubicBezTo>
                    <a:cubicBezTo>
                      <a:pt x="462998" y="363753"/>
                      <a:pt x="477754" y="360069"/>
                      <a:pt x="489744" y="366515"/>
                    </a:cubicBezTo>
                    <a:cubicBezTo>
                      <a:pt x="501734" y="373883"/>
                      <a:pt x="505424" y="388617"/>
                      <a:pt x="498967" y="399668"/>
                    </a:cubicBezTo>
                    <a:cubicBezTo>
                      <a:pt x="451008" y="482548"/>
                      <a:pt x="362466" y="533197"/>
                      <a:pt x="267469" y="533197"/>
                    </a:cubicBezTo>
                    <a:cubicBezTo>
                      <a:pt x="119900" y="533197"/>
                      <a:pt x="0" y="413481"/>
                      <a:pt x="0" y="266138"/>
                    </a:cubicBezTo>
                    <a:cubicBezTo>
                      <a:pt x="0" y="119716"/>
                      <a:pt x="119900" y="0"/>
                      <a:pt x="267469" y="0"/>
                    </a:cubicBezTo>
                    <a:close/>
                  </a:path>
                </a:pathLst>
              </a:custGeom>
              <a:solidFill>
                <a:srgbClr val="B82B2A"/>
              </a:solidFill>
              <a:ln w="7600" cap="flat">
                <a:noFill/>
                <a:bevel/>
              </a:ln>
            </p:spPr>
            <p:txBody>
              <a:bodyPr/>
              <a:lstStyle/>
              <a:p>
                <a:endParaRPr lang="zh-CN" altLang="en-US" sz="2000">
                  <a:latin typeface="字魂59号-创粗黑" panose="00000500000000000000" pitchFamily="2" charset="-122"/>
                  <a:ea typeface="字魂59号-创粗黑" panose="00000500000000000000" pitchFamily="2" charset="-122"/>
                </a:endParaRPr>
              </a:p>
            </p:txBody>
          </p:sp>
          <p:sp>
            <p:nvSpPr>
              <p:cNvPr id="29" name="任意多边形 29">
                <a:extLst>
                  <a:ext uri="{FF2B5EF4-FFF2-40B4-BE49-F238E27FC236}">
                    <a16:creationId xmlns:a16="http://schemas.microsoft.com/office/drawing/2014/main" xmlns="" id="{19B00457-38A6-4F5D-84C6-9126D9F77718}"/>
                  </a:ext>
                </a:extLst>
              </p:cNvPr>
              <p:cNvSpPr/>
              <p:nvPr/>
            </p:nvSpPr>
            <p:spPr>
              <a:xfrm>
                <a:off x="9734417" y="6367231"/>
                <a:ext cx="241993" cy="290744"/>
              </a:xfrm>
              <a:custGeom>
                <a:avLst/>
                <a:gdLst>
                  <a:gd name="connsiteX0" fmla="*/ 166861 w 505460"/>
                  <a:gd name="connsiteY0" fmla="*/ 355015 h 607286"/>
                  <a:gd name="connsiteX1" fmla="*/ 421301 w 505460"/>
                  <a:gd name="connsiteY1" fmla="*/ 355015 h 607286"/>
                  <a:gd name="connsiteX2" fmla="*/ 438634 w 505460"/>
                  <a:gd name="connsiteY2" fmla="*/ 372303 h 607286"/>
                  <a:gd name="connsiteX3" fmla="*/ 421301 w 505460"/>
                  <a:gd name="connsiteY3" fmla="*/ 389592 h 607286"/>
                  <a:gd name="connsiteX4" fmla="*/ 166861 w 505460"/>
                  <a:gd name="connsiteY4" fmla="*/ 389592 h 607286"/>
                  <a:gd name="connsiteX5" fmla="*/ 149528 w 505460"/>
                  <a:gd name="connsiteY5" fmla="*/ 372303 h 607286"/>
                  <a:gd name="connsiteX6" fmla="*/ 166861 w 505460"/>
                  <a:gd name="connsiteY6" fmla="*/ 355015 h 607286"/>
                  <a:gd name="connsiteX7" fmla="*/ 166861 w 505460"/>
                  <a:gd name="connsiteY7" fmla="*/ 272524 h 607286"/>
                  <a:gd name="connsiteX8" fmla="*/ 421301 w 505460"/>
                  <a:gd name="connsiteY8" fmla="*/ 272524 h 607286"/>
                  <a:gd name="connsiteX9" fmla="*/ 438634 w 505460"/>
                  <a:gd name="connsiteY9" fmla="*/ 289813 h 607286"/>
                  <a:gd name="connsiteX10" fmla="*/ 421301 w 505460"/>
                  <a:gd name="connsiteY10" fmla="*/ 307101 h 607286"/>
                  <a:gd name="connsiteX11" fmla="*/ 166861 w 505460"/>
                  <a:gd name="connsiteY11" fmla="*/ 307101 h 607286"/>
                  <a:gd name="connsiteX12" fmla="*/ 149528 w 505460"/>
                  <a:gd name="connsiteY12" fmla="*/ 289813 h 607286"/>
                  <a:gd name="connsiteX13" fmla="*/ 166861 w 505460"/>
                  <a:gd name="connsiteY13" fmla="*/ 272524 h 607286"/>
                  <a:gd name="connsiteX14" fmla="*/ 166861 w 505460"/>
                  <a:gd name="connsiteY14" fmla="*/ 190033 h 607286"/>
                  <a:gd name="connsiteX15" fmla="*/ 421301 w 505460"/>
                  <a:gd name="connsiteY15" fmla="*/ 190033 h 607286"/>
                  <a:gd name="connsiteX16" fmla="*/ 438634 w 505460"/>
                  <a:gd name="connsiteY16" fmla="*/ 207439 h 607286"/>
                  <a:gd name="connsiteX17" fmla="*/ 421301 w 505460"/>
                  <a:gd name="connsiteY17" fmla="*/ 224751 h 607286"/>
                  <a:gd name="connsiteX18" fmla="*/ 166861 w 505460"/>
                  <a:gd name="connsiteY18" fmla="*/ 224751 h 607286"/>
                  <a:gd name="connsiteX19" fmla="*/ 149528 w 505460"/>
                  <a:gd name="connsiteY19" fmla="*/ 207439 h 607286"/>
                  <a:gd name="connsiteX20" fmla="*/ 166861 w 505460"/>
                  <a:gd name="connsiteY20" fmla="*/ 190033 h 607286"/>
                  <a:gd name="connsiteX21" fmla="*/ 166861 w 505460"/>
                  <a:gd name="connsiteY21" fmla="*/ 107612 h 607286"/>
                  <a:gd name="connsiteX22" fmla="*/ 421301 w 505460"/>
                  <a:gd name="connsiteY22" fmla="*/ 107612 h 607286"/>
                  <a:gd name="connsiteX23" fmla="*/ 438634 w 505460"/>
                  <a:gd name="connsiteY23" fmla="*/ 124901 h 607286"/>
                  <a:gd name="connsiteX24" fmla="*/ 421301 w 505460"/>
                  <a:gd name="connsiteY24" fmla="*/ 142189 h 607286"/>
                  <a:gd name="connsiteX25" fmla="*/ 166861 w 505460"/>
                  <a:gd name="connsiteY25" fmla="*/ 142189 h 607286"/>
                  <a:gd name="connsiteX26" fmla="*/ 149528 w 505460"/>
                  <a:gd name="connsiteY26" fmla="*/ 124901 h 607286"/>
                  <a:gd name="connsiteX27" fmla="*/ 166861 w 505460"/>
                  <a:gd name="connsiteY27" fmla="*/ 107612 h 607286"/>
                  <a:gd name="connsiteX28" fmla="*/ 43330 w 505460"/>
                  <a:gd name="connsiteY28" fmla="*/ 105635 h 607286"/>
                  <a:gd name="connsiteX29" fmla="*/ 34664 w 505460"/>
                  <a:gd name="connsiteY29" fmla="*/ 114289 h 607286"/>
                  <a:gd name="connsiteX30" fmla="*/ 34664 w 505460"/>
                  <a:gd name="connsiteY30" fmla="*/ 563922 h 607286"/>
                  <a:gd name="connsiteX31" fmla="*/ 43330 w 505460"/>
                  <a:gd name="connsiteY31" fmla="*/ 572576 h 607286"/>
                  <a:gd name="connsiteX32" fmla="*/ 379237 w 505460"/>
                  <a:gd name="connsiteY32" fmla="*/ 572576 h 607286"/>
                  <a:gd name="connsiteX33" fmla="*/ 387903 w 505460"/>
                  <a:gd name="connsiteY33" fmla="*/ 563922 h 607286"/>
                  <a:gd name="connsiteX34" fmla="*/ 387903 w 505460"/>
                  <a:gd name="connsiteY34" fmla="*/ 536267 h 607286"/>
                  <a:gd name="connsiteX35" fmla="*/ 126223 w 505460"/>
                  <a:gd name="connsiteY35" fmla="*/ 536267 h 607286"/>
                  <a:gd name="connsiteX36" fmla="*/ 82799 w 505460"/>
                  <a:gd name="connsiteY36" fmla="*/ 492997 h 607286"/>
                  <a:gd name="connsiteX37" fmla="*/ 82799 w 505460"/>
                  <a:gd name="connsiteY37" fmla="*/ 105635 h 607286"/>
                  <a:gd name="connsiteX38" fmla="*/ 126223 w 505460"/>
                  <a:gd name="connsiteY38" fmla="*/ 34616 h 607286"/>
                  <a:gd name="connsiteX39" fmla="*/ 117557 w 505460"/>
                  <a:gd name="connsiteY39" fmla="*/ 43270 h 607286"/>
                  <a:gd name="connsiteX40" fmla="*/ 117557 w 505460"/>
                  <a:gd name="connsiteY40" fmla="*/ 492997 h 607286"/>
                  <a:gd name="connsiteX41" fmla="*/ 126223 w 505460"/>
                  <a:gd name="connsiteY41" fmla="*/ 501651 h 607286"/>
                  <a:gd name="connsiteX42" fmla="*/ 462130 w 505460"/>
                  <a:gd name="connsiteY42" fmla="*/ 501651 h 607286"/>
                  <a:gd name="connsiteX43" fmla="*/ 470796 w 505460"/>
                  <a:gd name="connsiteY43" fmla="*/ 492997 h 607286"/>
                  <a:gd name="connsiteX44" fmla="*/ 470796 w 505460"/>
                  <a:gd name="connsiteY44" fmla="*/ 43270 h 607286"/>
                  <a:gd name="connsiteX45" fmla="*/ 462130 w 505460"/>
                  <a:gd name="connsiteY45" fmla="*/ 34616 h 607286"/>
                  <a:gd name="connsiteX46" fmla="*/ 126223 w 505460"/>
                  <a:gd name="connsiteY46" fmla="*/ 0 h 607286"/>
                  <a:gd name="connsiteX47" fmla="*/ 462130 w 505460"/>
                  <a:gd name="connsiteY47" fmla="*/ 0 h 607286"/>
                  <a:gd name="connsiteX48" fmla="*/ 505460 w 505460"/>
                  <a:gd name="connsiteY48" fmla="*/ 43270 h 607286"/>
                  <a:gd name="connsiteX49" fmla="*/ 505460 w 505460"/>
                  <a:gd name="connsiteY49" fmla="*/ 492997 h 607286"/>
                  <a:gd name="connsiteX50" fmla="*/ 462130 w 505460"/>
                  <a:gd name="connsiteY50" fmla="*/ 536267 h 607286"/>
                  <a:gd name="connsiteX51" fmla="*/ 422661 w 505460"/>
                  <a:gd name="connsiteY51" fmla="*/ 536267 h 607286"/>
                  <a:gd name="connsiteX52" fmla="*/ 422661 w 505460"/>
                  <a:gd name="connsiteY52" fmla="*/ 563922 h 607286"/>
                  <a:gd name="connsiteX53" fmla="*/ 379237 w 505460"/>
                  <a:gd name="connsiteY53" fmla="*/ 607286 h 607286"/>
                  <a:gd name="connsiteX54" fmla="*/ 43330 w 505460"/>
                  <a:gd name="connsiteY54" fmla="*/ 607286 h 607286"/>
                  <a:gd name="connsiteX55" fmla="*/ 0 w 505460"/>
                  <a:gd name="connsiteY55" fmla="*/ 563922 h 607286"/>
                  <a:gd name="connsiteX56" fmla="*/ 0 w 505460"/>
                  <a:gd name="connsiteY56" fmla="*/ 114289 h 607286"/>
                  <a:gd name="connsiteX57" fmla="*/ 43330 w 505460"/>
                  <a:gd name="connsiteY57" fmla="*/ 70925 h 607286"/>
                  <a:gd name="connsiteX58" fmla="*/ 82799 w 505460"/>
                  <a:gd name="connsiteY58" fmla="*/ 70925 h 607286"/>
                  <a:gd name="connsiteX59" fmla="*/ 82799 w 505460"/>
                  <a:gd name="connsiteY59" fmla="*/ 43270 h 607286"/>
                  <a:gd name="connsiteX60" fmla="*/ 126223 w 505460"/>
                  <a:gd name="connsiteY60" fmla="*/ 0 h 60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05460" h="607286">
                    <a:moveTo>
                      <a:pt x="166861" y="355015"/>
                    </a:moveTo>
                    <a:lnTo>
                      <a:pt x="421301" y="355015"/>
                    </a:lnTo>
                    <a:cubicBezTo>
                      <a:pt x="430910" y="355015"/>
                      <a:pt x="438634" y="362720"/>
                      <a:pt x="438634" y="372303"/>
                    </a:cubicBezTo>
                    <a:cubicBezTo>
                      <a:pt x="438634" y="381793"/>
                      <a:pt x="430910" y="389592"/>
                      <a:pt x="421301" y="389592"/>
                    </a:cubicBezTo>
                    <a:lnTo>
                      <a:pt x="166861" y="389592"/>
                    </a:lnTo>
                    <a:cubicBezTo>
                      <a:pt x="157253" y="389592"/>
                      <a:pt x="149528" y="381887"/>
                      <a:pt x="149528" y="372303"/>
                    </a:cubicBezTo>
                    <a:cubicBezTo>
                      <a:pt x="149528" y="362720"/>
                      <a:pt x="157253" y="355015"/>
                      <a:pt x="166861" y="355015"/>
                    </a:cubicBezTo>
                    <a:close/>
                    <a:moveTo>
                      <a:pt x="166861" y="272524"/>
                    </a:moveTo>
                    <a:lnTo>
                      <a:pt x="421301" y="272524"/>
                    </a:lnTo>
                    <a:cubicBezTo>
                      <a:pt x="430910" y="272524"/>
                      <a:pt x="438634" y="280229"/>
                      <a:pt x="438634" y="289813"/>
                    </a:cubicBezTo>
                    <a:cubicBezTo>
                      <a:pt x="438634" y="299396"/>
                      <a:pt x="430910" y="307101"/>
                      <a:pt x="421301" y="307101"/>
                    </a:cubicBezTo>
                    <a:lnTo>
                      <a:pt x="166861" y="307101"/>
                    </a:lnTo>
                    <a:cubicBezTo>
                      <a:pt x="157253" y="307101"/>
                      <a:pt x="149528" y="299396"/>
                      <a:pt x="149528" y="289813"/>
                    </a:cubicBezTo>
                    <a:cubicBezTo>
                      <a:pt x="149528" y="280229"/>
                      <a:pt x="157253" y="272524"/>
                      <a:pt x="166861" y="272524"/>
                    </a:cubicBezTo>
                    <a:close/>
                    <a:moveTo>
                      <a:pt x="166861" y="190033"/>
                    </a:moveTo>
                    <a:lnTo>
                      <a:pt x="421301" y="190033"/>
                    </a:lnTo>
                    <a:cubicBezTo>
                      <a:pt x="430910" y="190033"/>
                      <a:pt x="438634" y="197842"/>
                      <a:pt x="438634" y="207439"/>
                    </a:cubicBezTo>
                    <a:cubicBezTo>
                      <a:pt x="438634" y="216942"/>
                      <a:pt x="430910" y="224751"/>
                      <a:pt x="421301" y="224751"/>
                    </a:cubicBezTo>
                    <a:lnTo>
                      <a:pt x="166861" y="224751"/>
                    </a:lnTo>
                    <a:cubicBezTo>
                      <a:pt x="157253" y="224751"/>
                      <a:pt x="149528" y="216942"/>
                      <a:pt x="149528" y="207439"/>
                    </a:cubicBezTo>
                    <a:cubicBezTo>
                      <a:pt x="149528" y="197842"/>
                      <a:pt x="157253" y="190033"/>
                      <a:pt x="166861" y="190033"/>
                    </a:cubicBezTo>
                    <a:close/>
                    <a:moveTo>
                      <a:pt x="166861" y="107612"/>
                    </a:moveTo>
                    <a:lnTo>
                      <a:pt x="421301" y="107612"/>
                    </a:lnTo>
                    <a:cubicBezTo>
                      <a:pt x="430910" y="107612"/>
                      <a:pt x="438634" y="115317"/>
                      <a:pt x="438634" y="124901"/>
                    </a:cubicBezTo>
                    <a:cubicBezTo>
                      <a:pt x="438634" y="134484"/>
                      <a:pt x="430910" y="142189"/>
                      <a:pt x="421301" y="142189"/>
                    </a:cubicBezTo>
                    <a:lnTo>
                      <a:pt x="166861" y="142189"/>
                    </a:lnTo>
                    <a:cubicBezTo>
                      <a:pt x="157253" y="142189"/>
                      <a:pt x="149528" y="134484"/>
                      <a:pt x="149528" y="124901"/>
                    </a:cubicBezTo>
                    <a:cubicBezTo>
                      <a:pt x="149528" y="115317"/>
                      <a:pt x="157253" y="107612"/>
                      <a:pt x="166861" y="107612"/>
                    </a:cubicBezTo>
                    <a:close/>
                    <a:moveTo>
                      <a:pt x="43330" y="105635"/>
                    </a:moveTo>
                    <a:cubicBezTo>
                      <a:pt x="38526" y="105635"/>
                      <a:pt x="34664" y="109492"/>
                      <a:pt x="34664" y="114289"/>
                    </a:cubicBezTo>
                    <a:lnTo>
                      <a:pt x="34664" y="563922"/>
                    </a:lnTo>
                    <a:cubicBezTo>
                      <a:pt x="34664" y="568719"/>
                      <a:pt x="38526" y="572576"/>
                      <a:pt x="43330" y="572576"/>
                    </a:cubicBezTo>
                    <a:lnTo>
                      <a:pt x="379237" y="572576"/>
                    </a:lnTo>
                    <a:cubicBezTo>
                      <a:pt x="384041" y="572576"/>
                      <a:pt x="387903" y="568719"/>
                      <a:pt x="387903" y="563922"/>
                    </a:cubicBezTo>
                    <a:lnTo>
                      <a:pt x="387903" y="536267"/>
                    </a:lnTo>
                    <a:lnTo>
                      <a:pt x="126223" y="536267"/>
                    </a:lnTo>
                    <a:cubicBezTo>
                      <a:pt x="102297" y="536267"/>
                      <a:pt x="82799" y="516889"/>
                      <a:pt x="82799" y="492997"/>
                    </a:cubicBezTo>
                    <a:lnTo>
                      <a:pt x="82799" y="105635"/>
                    </a:lnTo>
                    <a:close/>
                    <a:moveTo>
                      <a:pt x="126223" y="34616"/>
                    </a:moveTo>
                    <a:cubicBezTo>
                      <a:pt x="121419" y="34616"/>
                      <a:pt x="117557" y="38567"/>
                      <a:pt x="117557" y="43270"/>
                    </a:cubicBezTo>
                    <a:lnTo>
                      <a:pt x="117557" y="492997"/>
                    </a:lnTo>
                    <a:cubicBezTo>
                      <a:pt x="117557" y="497794"/>
                      <a:pt x="121419" y="501651"/>
                      <a:pt x="126223" y="501651"/>
                    </a:cubicBezTo>
                    <a:lnTo>
                      <a:pt x="462130" y="501651"/>
                    </a:lnTo>
                    <a:cubicBezTo>
                      <a:pt x="466840" y="501651"/>
                      <a:pt x="470796" y="497794"/>
                      <a:pt x="470796" y="492997"/>
                    </a:cubicBezTo>
                    <a:lnTo>
                      <a:pt x="470796" y="43270"/>
                    </a:lnTo>
                    <a:cubicBezTo>
                      <a:pt x="470796" y="38567"/>
                      <a:pt x="466840" y="34616"/>
                      <a:pt x="462130" y="34616"/>
                    </a:cubicBezTo>
                    <a:close/>
                    <a:moveTo>
                      <a:pt x="126223" y="0"/>
                    </a:moveTo>
                    <a:lnTo>
                      <a:pt x="462130" y="0"/>
                    </a:lnTo>
                    <a:cubicBezTo>
                      <a:pt x="485961" y="0"/>
                      <a:pt x="505460" y="19472"/>
                      <a:pt x="505460" y="43270"/>
                    </a:cubicBezTo>
                    <a:lnTo>
                      <a:pt x="505460" y="492997"/>
                    </a:lnTo>
                    <a:cubicBezTo>
                      <a:pt x="505460" y="516889"/>
                      <a:pt x="485961" y="536267"/>
                      <a:pt x="462130" y="536267"/>
                    </a:cubicBezTo>
                    <a:lnTo>
                      <a:pt x="422661" y="536267"/>
                    </a:lnTo>
                    <a:lnTo>
                      <a:pt x="422661" y="563922"/>
                    </a:lnTo>
                    <a:cubicBezTo>
                      <a:pt x="422661" y="587815"/>
                      <a:pt x="403163" y="607286"/>
                      <a:pt x="379237" y="607286"/>
                    </a:cubicBezTo>
                    <a:lnTo>
                      <a:pt x="43330" y="607286"/>
                    </a:lnTo>
                    <a:cubicBezTo>
                      <a:pt x="19404" y="607286"/>
                      <a:pt x="0" y="587815"/>
                      <a:pt x="0" y="563922"/>
                    </a:cubicBezTo>
                    <a:lnTo>
                      <a:pt x="0" y="114289"/>
                    </a:lnTo>
                    <a:cubicBezTo>
                      <a:pt x="0" y="90397"/>
                      <a:pt x="19404" y="70925"/>
                      <a:pt x="43330" y="70925"/>
                    </a:cubicBezTo>
                    <a:lnTo>
                      <a:pt x="82799" y="70925"/>
                    </a:lnTo>
                    <a:lnTo>
                      <a:pt x="82799" y="43270"/>
                    </a:lnTo>
                    <a:cubicBezTo>
                      <a:pt x="82799" y="19472"/>
                      <a:pt x="102297" y="0"/>
                      <a:pt x="126223" y="0"/>
                    </a:cubicBezTo>
                    <a:close/>
                  </a:path>
                </a:pathLst>
              </a:custGeom>
              <a:solidFill>
                <a:srgbClr val="B82B2A"/>
              </a:solidFill>
              <a:ln w="7600" cap="flat">
                <a:noFill/>
                <a:bevel/>
              </a:ln>
            </p:spPr>
            <p:txBody>
              <a:bodyPr/>
              <a:lstStyle/>
              <a:p>
                <a:endParaRPr lang="zh-CN" altLang="en-US" sz="2000" dirty="0">
                  <a:latin typeface="字魂59号-创粗黑" panose="00000500000000000000" pitchFamily="2" charset="-122"/>
                  <a:ea typeface="字魂59号-创粗黑" panose="00000500000000000000" pitchFamily="2" charset="-122"/>
                </a:endParaRPr>
              </a:p>
            </p:txBody>
          </p:sp>
        </p:grpSp>
        <p:cxnSp>
          <p:nvCxnSpPr>
            <p:cNvPr id="32" name="直接连接符 31">
              <a:extLst>
                <a:ext uri="{FF2B5EF4-FFF2-40B4-BE49-F238E27FC236}">
                  <a16:creationId xmlns:a16="http://schemas.microsoft.com/office/drawing/2014/main" xmlns="" id="{9784923F-ABD6-4890-8744-9587A066A3CE}"/>
                </a:ext>
              </a:extLst>
            </p:cNvPr>
            <p:cNvCxnSpPr/>
            <p:nvPr/>
          </p:nvCxnSpPr>
          <p:spPr>
            <a:xfrm>
              <a:off x="10217944" y="6600825"/>
              <a:ext cx="1464972" cy="0"/>
            </a:xfrm>
            <a:prstGeom prst="line">
              <a:avLst/>
            </a:prstGeom>
            <a:ln>
              <a:solidFill>
                <a:srgbClr val="B82B2A"/>
              </a:solidFill>
            </a:ln>
          </p:spPr>
          <p:style>
            <a:lnRef idx="1">
              <a:schemeClr val="accent1"/>
            </a:lnRef>
            <a:fillRef idx="0">
              <a:schemeClr val="accent1"/>
            </a:fillRef>
            <a:effectRef idx="0">
              <a:schemeClr val="accent1"/>
            </a:effectRef>
            <a:fontRef idx="minor">
              <a:schemeClr val="tx1"/>
            </a:fontRef>
          </p:style>
        </p:cxnSp>
      </p:grpSp>
      <p:pic>
        <p:nvPicPr>
          <p:cNvPr id="38" name="pd-5b7680a799bec410">
            <a:hlinkClick r:id="" action="ppaction://media"/>
            <a:extLst>
              <a:ext uri="{FF2B5EF4-FFF2-40B4-BE49-F238E27FC236}">
                <a16:creationId xmlns:a16="http://schemas.microsoft.com/office/drawing/2014/main" xmlns="" id="{E2DB5C08-9640-49D2-AA3C-61EC7CF8D41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11225" y="15875"/>
            <a:ext cx="609600" cy="609600"/>
          </a:xfrm>
          <a:prstGeom prst="rect">
            <a:avLst/>
          </a:prstGeom>
        </p:spPr>
      </p:pic>
      <p:grpSp>
        <p:nvGrpSpPr>
          <p:cNvPr id="2" name="组合 1">
            <a:extLst>
              <a:ext uri="{FF2B5EF4-FFF2-40B4-BE49-F238E27FC236}">
                <a16:creationId xmlns:a16="http://schemas.microsoft.com/office/drawing/2014/main" xmlns="" id="{FB356BE6-4BCE-4E27-9F3A-121822734456}"/>
              </a:ext>
            </a:extLst>
          </p:cNvPr>
          <p:cNvGrpSpPr/>
          <p:nvPr/>
        </p:nvGrpSpPr>
        <p:grpSpPr>
          <a:xfrm>
            <a:off x="3049764" y="460811"/>
            <a:ext cx="6092472" cy="1693379"/>
            <a:chOff x="3149613" y="460811"/>
            <a:chExt cx="6092472" cy="1693379"/>
          </a:xfrm>
        </p:grpSpPr>
        <p:pic>
          <p:nvPicPr>
            <p:cNvPr id="12" name="图片 11">
              <a:extLst>
                <a:ext uri="{FF2B5EF4-FFF2-40B4-BE49-F238E27FC236}">
                  <a16:creationId xmlns:a16="http://schemas.microsoft.com/office/drawing/2014/main" xmlns="" id="{C9A570D0-AF9F-4656-AB5C-53D5B858B5C9}"/>
                </a:ext>
              </a:extLst>
            </p:cNvPr>
            <p:cNvPicPr>
              <a:picLocks noChangeAspect="1"/>
            </p:cNvPicPr>
            <p:nvPr/>
          </p:nvPicPr>
          <p:blipFill rotWithShape="1">
            <a:blip r:embed="rId5">
              <a:extLst>
                <a:ext uri="{28A0092B-C50C-407E-A947-70E740481C1C}">
                  <a14:useLocalDpi xmlns:a14="http://schemas.microsoft.com/office/drawing/2010/main" val="0"/>
                </a:ext>
              </a:extLst>
            </a:blip>
            <a:srcRect l="25521" t="22404" r="38667" b="53994"/>
            <a:stretch/>
          </p:blipFill>
          <p:spPr>
            <a:xfrm>
              <a:off x="3149613" y="460811"/>
              <a:ext cx="4506781" cy="1670546"/>
            </a:xfrm>
            <a:prstGeom prst="rect">
              <a:avLst/>
            </a:prstGeom>
          </p:spPr>
        </p:pic>
        <p:pic>
          <p:nvPicPr>
            <p:cNvPr id="22" name="图片 21">
              <a:extLst>
                <a:ext uri="{FF2B5EF4-FFF2-40B4-BE49-F238E27FC236}">
                  <a16:creationId xmlns:a16="http://schemas.microsoft.com/office/drawing/2014/main" xmlns="" id="{34864920-EC2F-4F9A-B85D-3724E3D1AB5D}"/>
                </a:ext>
              </a:extLst>
            </p:cNvPr>
            <p:cNvPicPr>
              <a:picLocks noChangeAspect="1"/>
            </p:cNvPicPr>
            <p:nvPr/>
          </p:nvPicPr>
          <p:blipFill rotWithShape="1">
            <a:blip r:embed="rId5">
              <a:extLst>
                <a:ext uri="{28A0092B-C50C-407E-A947-70E740481C1C}">
                  <a14:useLocalDpi xmlns:a14="http://schemas.microsoft.com/office/drawing/2010/main" val="0"/>
                </a:ext>
              </a:extLst>
            </a:blip>
            <a:srcRect l="25521" t="22404" r="61834" b="53994"/>
            <a:stretch/>
          </p:blipFill>
          <p:spPr>
            <a:xfrm>
              <a:off x="7650816" y="483644"/>
              <a:ext cx="1591269" cy="1670546"/>
            </a:xfrm>
            <a:prstGeom prst="rect">
              <a:avLst/>
            </a:prstGeom>
          </p:spPr>
        </p:pic>
      </p:grpSp>
    </p:spTree>
    <p:extLst>
      <p:ext uri="{BB962C8B-B14F-4D97-AF65-F5344CB8AC3E}">
        <p14:creationId xmlns:p14="http://schemas.microsoft.com/office/powerpoint/2010/main" val="383295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par>
                          <p:cTn id="7" fill="hold">
                            <p:stCondLst>
                              <p:cond delay="0"/>
                            </p:stCondLst>
                            <p:childTnLst>
                              <p:par>
                                <p:cTn id="8" presetID="16" presetClass="entr" presetSubtype="37" fill="hold" nodeType="after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barn(outVertical)">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par>
                          <p:cTn id="16" fill="hold">
                            <p:stCondLst>
                              <p:cond delay="500"/>
                            </p:stCondLst>
                            <p:childTnLst>
                              <p:par>
                                <p:cTn id="17" presetID="47"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1000"/>
                                        <p:tgtEl>
                                          <p:spTgt spid="25"/>
                                        </p:tgtEl>
                                      </p:cBhvr>
                                    </p:animEffect>
                                    <p:anim calcmode="lin" valueType="num">
                                      <p:cBhvr>
                                        <p:cTn id="25" dur="1000" fill="hold"/>
                                        <p:tgtEl>
                                          <p:spTgt spid="25"/>
                                        </p:tgtEl>
                                        <p:attrNameLst>
                                          <p:attrName>ppt_x</p:attrName>
                                        </p:attrNameLst>
                                      </p:cBhvr>
                                      <p:tavLst>
                                        <p:tav tm="0">
                                          <p:val>
                                            <p:strVal val="#ppt_x"/>
                                          </p:val>
                                        </p:tav>
                                        <p:tav tm="100000">
                                          <p:val>
                                            <p:strVal val="#ppt_x"/>
                                          </p:val>
                                        </p:tav>
                                      </p:tavLst>
                                    </p:anim>
                                    <p:anim calcmode="lin" valueType="num">
                                      <p:cBhvr>
                                        <p:cTn id="26" dur="1000" fill="hold"/>
                                        <p:tgtEl>
                                          <p:spTgt spid="25"/>
                                        </p:tgtEl>
                                        <p:attrNameLst>
                                          <p:attrName>ppt_y</p:attrName>
                                        </p:attrNameLst>
                                      </p:cBhvr>
                                      <p:tavLst>
                                        <p:tav tm="0">
                                          <p:val>
                                            <p:strVal val="#ppt_y+.1"/>
                                          </p:val>
                                        </p:tav>
                                        <p:tav tm="100000">
                                          <p:val>
                                            <p:strVal val="#ppt_y"/>
                                          </p:val>
                                        </p:tav>
                                      </p:tavLst>
                                    </p:anim>
                                  </p:childTnLst>
                                </p:cTn>
                              </p:par>
                            </p:childTnLst>
                          </p:cTn>
                        </p:par>
                        <p:par>
                          <p:cTn id="27" fill="hold">
                            <p:stCondLst>
                              <p:cond delay="1500"/>
                            </p:stCondLst>
                            <p:childTnLst>
                              <p:par>
                                <p:cTn id="28" presetID="16" presetClass="entr" presetSubtype="21"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arn(inVertical)">
                                      <p:cBhvr>
                                        <p:cTn id="30" dur="500"/>
                                        <p:tgtEl>
                                          <p:spTgt spid="13"/>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par>
                          <p:cTn id="35" fill="hold">
                            <p:stCondLst>
                              <p:cond delay="2500"/>
                            </p:stCondLst>
                            <p:childTnLst>
                              <p:par>
                                <p:cTn id="36" presetID="16" presetClass="entr" presetSubtype="21"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barn(inVertical)">
                                      <p:cBhvr>
                                        <p:cTn id="38" dur="500"/>
                                        <p:tgtEl>
                                          <p:spTgt spid="16"/>
                                        </p:tgtEl>
                                      </p:cBhvr>
                                    </p:animEffect>
                                  </p:childTnLst>
                                </p:cTn>
                              </p:par>
                            </p:childTnLst>
                          </p:cTn>
                        </p:par>
                        <p:par>
                          <p:cTn id="39" fill="hold">
                            <p:stCondLst>
                              <p:cond delay="3000"/>
                            </p:stCondLst>
                            <p:childTnLst>
                              <p:par>
                                <p:cTn id="40" presetID="16" presetClass="entr" presetSubtype="21" fill="hold" nodeType="after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barn(inVertical)">
                                      <p:cBhvr>
                                        <p:cTn id="4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3" repeatCount="indefinite" fill="remove" display="0">
                  <p:stCondLst>
                    <p:cond delay="indefinite"/>
                  </p:stCondLst>
                  <p:endCondLst>
                    <p:cond evt="onStopAudio" delay="0">
                      <p:tgtEl>
                        <p:sldTgt/>
                      </p:tgtEl>
                    </p:cond>
                  </p:endCondLst>
                </p:cTn>
                <p:tgtEl>
                  <p:spTgt spid="38"/>
                </p:tgtEl>
              </p:cMediaNode>
            </p:audio>
          </p:childTnLst>
        </p:cTn>
      </p:par>
    </p:tnLst>
    <p:bldLst>
      <p:bldP spid="13" grpId="0"/>
      <p:bldP spid="14" grpId="0" animBg="1"/>
      <p:bldP spid="16" grpId="0"/>
      <p:bldP spid="21" grpId="0"/>
      <p:bldP spid="2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BFD343B3-8E3D-48F1-83D4-A8221D74C56C}"/>
              </a:ext>
            </a:extLst>
          </p:cNvPr>
          <p:cNvSpPr/>
          <p:nvPr/>
        </p:nvSpPr>
        <p:spPr>
          <a:xfrm>
            <a:off x="0" y="0"/>
            <a:ext cx="3150549" cy="6858000"/>
          </a:xfrm>
          <a:prstGeom prst="rect">
            <a:avLst/>
          </a:prstGeom>
          <a:solidFill>
            <a:srgbClr val="B82B2A"/>
          </a:solidFill>
          <a:ln>
            <a:noFill/>
          </a:ln>
          <a:effectLst>
            <a:outerShdw blurRad="50800" dist="63500" dir="2700000" algn="tl" rotWithShape="0">
              <a:srgbClr val="C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xmlns="" id="{25C0691F-5F20-46CF-B9D0-026B2BDF7745}"/>
              </a:ext>
            </a:extLst>
          </p:cNvPr>
          <p:cNvSpPr txBox="1"/>
          <p:nvPr/>
        </p:nvSpPr>
        <p:spPr>
          <a:xfrm>
            <a:off x="691874" y="1495691"/>
            <a:ext cx="961707" cy="2554545"/>
          </a:xfrm>
          <a:prstGeom prst="rect">
            <a:avLst/>
          </a:prstGeom>
          <a:noFill/>
        </p:spPr>
        <p:txBody>
          <a:bodyPr wrap="square" rtlCol="0">
            <a:spAutoFit/>
          </a:bodyPr>
          <a:lstStyle/>
          <a:p>
            <a:pPr algn="dist"/>
            <a:r>
              <a:rPr lang="zh-CN" altLang="en-US" sz="8000" dirty="0">
                <a:solidFill>
                  <a:schemeClr val="bg1"/>
                </a:solidFill>
                <a:latin typeface="思源黑体 CN Bold" panose="020B0800000000000000" pitchFamily="34" charset="-122"/>
                <a:ea typeface="思源黑体 CN Bold" panose="020B0800000000000000" pitchFamily="34" charset="-122"/>
              </a:rPr>
              <a:t>目</a:t>
            </a:r>
            <a:endParaRPr lang="en-US" altLang="zh-CN" sz="8000" dirty="0">
              <a:solidFill>
                <a:schemeClr val="bg1"/>
              </a:solidFill>
              <a:latin typeface="思源黑体 CN Bold" panose="020B0800000000000000" pitchFamily="34" charset="-122"/>
              <a:ea typeface="思源黑体 CN Bold" panose="020B0800000000000000" pitchFamily="34" charset="-122"/>
            </a:endParaRPr>
          </a:p>
          <a:p>
            <a:pPr algn="dist"/>
            <a:r>
              <a:rPr lang="zh-CN" altLang="en-US" sz="8000" dirty="0">
                <a:solidFill>
                  <a:schemeClr val="bg1"/>
                </a:solidFill>
                <a:latin typeface="思源黑体 CN Bold" panose="020B0800000000000000" pitchFamily="34" charset="-122"/>
                <a:ea typeface="思源黑体 CN Bold" panose="020B0800000000000000" pitchFamily="34" charset="-122"/>
              </a:rPr>
              <a:t>录</a:t>
            </a:r>
          </a:p>
        </p:txBody>
      </p:sp>
      <p:sp>
        <p:nvSpPr>
          <p:cNvPr id="2" name="文本框 1">
            <a:extLst>
              <a:ext uri="{FF2B5EF4-FFF2-40B4-BE49-F238E27FC236}">
                <a16:creationId xmlns:a16="http://schemas.microsoft.com/office/drawing/2014/main" xmlns="" id="{0237C94F-4850-464A-BC06-E2AA0A9C7196}"/>
              </a:ext>
            </a:extLst>
          </p:cNvPr>
          <p:cNvSpPr txBox="1"/>
          <p:nvPr/>
        </p:nvSpPr>
        <p:spPr>
          <a:xfrm>
            <a:off x="1748853" y="2772963"/>
            <a:ext cx="615553" cy="2126182"/>
          </a:xfrm>
          <a:prstGeom prst="rect">
            <a:avLst/>
          </a:prstGeom>
          <a:noFill/>
        </p:spPr>
        <p:txBody>
          <a:bodyPr vert="eaVert" wrap="square" rtlCol="0">
            <a:spAutoFit/>
          </a:bodyPr>
          <a:lstStyle/>
          <a:p>
            <a:pPr algn="dist"/>
            <a:r>
              <a:rPr lang="en-US" altLang="zh-CN" sz="2800" dirty="0">
                <a:solidFill>
                  <a:schemeClr val="bg1"/>
                </a:solidFill>
                <a:latin typeface="思源黑体 CN Bold" panose="020B0800000000000000" pitchFamily="34" charset="-122"/>
                <a:ea typeface="思源黑体 CN Bold" panose="020B0800000000000000" pitchFamily="34" charset="-122"/>
              </a:rPr>
              <a:t>CONTENT</a:t>
            </a:r>
            <a:endParaRPr lang="zh-CN" altLang="en-US" sz="2800" dirty="0">
              <a:solidFill>
                <a:schemeClr val="bg1"/>
              </a:solidFill>
              <a:latin typeface="思源黑体 CN Bold" panose="020B0800000000000000" pitchFamily="34" charset="-122"/>
              <a:ea typeface="思源黑体 CN Bold" panose="020B0800000000000000" pitchFamily="34" charset="-122"/>
            </a:endParaRPr>
          </a:p>
        </p:txBody>
      </p:sp>
      <p:sp>
        <p:nvSpPr>
          <p:cNvPr id="22" name="矩形 20">
            <a:extLst>
              <a:ext uri="{FF2B5EF4-FFF2-40B4-BE49-F238E27FC236}">
                <a16:creationId xmlns:a16="http://schemas.microsoft.com/office/drawing/2014/main" xmlns="" id="{463BC069-254B-4F32-A19D-F5FBC4F77C56}"/>
              </a:ext>
            </a:extLst>
          </p:cNvPr>
          <p:cNvSpPr/>
          <p:nvPr/>
        </p:nvSpPr>
        <p:spPr>
          <a:xfrm flipH="1">
            <a:off x="5772864" y="1427763"/>
            <a:ext cx="5213012" cy="742276"/>
          </a:xfrm>
          <a:prstGeom prst="rect">
            <a:avLst/>
          </a:prstGeom>
          <a:noFill/>
          <a:ln>
            <a:solidFill>
              <a:srgbClr val="B82B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rgbClr val="B82B2A"/>
                </a:solidFill>
                <a:latin typeface="思源黑体 CN Bold" panose="020B0800000000000000" pitchFamily="34" charset="-122"/>
                <a:ea typeface="思源黑体 CN Bold" panose="020B0800000000000000" pitchFamily="34" charset="-122"/>
              </a:rPr>
              <a:t>年度工作总结</a:t>
            </a:r>
          </a:p>
        </p:txBody>
      </p:sp>
      <p:sp>
        <p:nvSpPr>
          <p:cNvPr id="23" name="矩形 20">
            <a:extLst>
              <a:ext uri="{FF2B5EF4-FFF2-40B4-BE49-F238E27FC236}">
                <a16:creationId xmlns:a16="http://schemas.microsoft.com/office/drawing/2014/main" xmlns="" id="{61C43738-C6A6-483D-B093-B9DCCB5F807D}"/>
              </a:ext>
            </a:extLst>
          </p:cNvPr>
          <p:cNvSpPr/>
          <p:nvPr/>
        </p:nvSpPr>
        <p:spPr>
          <a:xfrm flipH="1">
            <a:off x="5772864" y="2561080"/>
            <a:ext cx="5213012" cy="742276"/>
          </a:xfrm>
          <a:prstGeom prst="rect">
            <a:avLst/>
          </a:prstGeom>
          <a:noFill/>
          <a:ln>
            <a:solidFill>
              <a:srgbClr val="B82B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rgbClr val="B82B2A"/>
                </a:solidFill>
                <a:latin typeface="思源黑体 CN Bold" panose="020B0800000000000000" pitchFamily="34" charset="-122"/>
                <a:ea typeface="思源黑体 CN Bold" panose="020B0800000000000000" pitchFamily="34" charset="-122"/>
              </a:rPr>
              <a:t>工作完成情况</a:t>
            </a:r>
          </a:p>
        </p:txBody>
      </p:sp>
      <p:sp>
        <p:nvSpPr>
          <p:cNvPr id="24" name="矩形 20">
            <a:extLst>
              <a:ext uri="{FF2B5EF4-FFF2-40B4-BE49-F238E27FC236}">
                <a16:creationId xmlns:a16="http://schemas.microsoft.com/office/drawing/2014/main" xmlns="" id="{AF4887E2-D44D-4E35-9010-4745D005F62A}"/>
              </a:ext>
            </a:extLst>
          </p:cNvPr>
          <p:cNvSpPr/>
          <p:nvPr/>
        </p:nvSpPr>
        <p:spPr>
          <a:xfrm flipH="1">
            <a:off x="5772864" y="3694395"/>
            <a:ext cx="5213012" cy="742276"/>
          </a:xfrm>
          <a:prstGeom prst="rect">
            <a:avLst/>
          </a:prstGeom>
          <a:noFill/>
          <a:ln>
            <a:solidFill>
              <a:srgbClr val="B82B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rgbClr val="B82B2A"/>
                </a:solidFill>
                <a:latin typeface="思源黑体 CN Bold" panose="020B0800000000000000" pitchFamily="34" charset="-122"/>
                <a:ea typeface="思源黑体 CN Bold" panose="020B0800000000000000" pitchFamily="34" charset="-122"/>
              </a:rPr>
              <a:t>工作存在不足</a:t>
            </a:r>
          </a:p>
        </p:txBody>
      </p:sp>
      <p:sp>
        <p:nvSpPr>
          <p:cNvPr id="30" name="矩形 20">
            <a:extLst>
              <a:ext uri="{FF2B5EF4-FFF2-40B4-BE49-F238E27FC236}">
                <a16:creationId xmlns:a16="http://schemas.microsoft.com/office/drawing/2014/main" xmlns="" id="{70C91C19-33A4-4994-9351-720DD9F69497}"/>
              </a:ext>
            </a:extLst>
          </p:cNvPr>
          <p:cNvSpPr/>
          <p:nvPr/>
        </p:nvSpPr>
        <p:spPr>
          <a:xfrm flipH="1">
            <a:off x="5772864" y="4902559"/>
            <a:ext cx="5213012" cy="742276"/>
          </a:xfrm>
          <a:prstGeom prst="rect">
            <a:avLst/>
          </a:prstGeom>
          <a:noFill/>
          <a:ln>
            <a:solidFill>
              <a:srgbClr val="B82B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rgbClr val="B82B2A"/>
                </a:solidFill>
                <a:latin typeface="思源黑体 CN Bold" panose="020B0800000000000000" pitchFamily="34" charset="-122"/>
                <a:ea typeface="思源黑体 CN Bold" panose="020B0800000000000000" pitchFamily="34" charset="-122"/>
              </a:rPr>
              <a:t>明年工作规划</a:t>
            </a:r>
          </a:p>
        </p:txBody>
      </p:sp>
      <p:sp>
        <p:nvSpPr>
          <p:cNvPr id="31" name="矩形标注 9">
            <a:extLst>
              <a:ext uri="{FF2B5EF4-FFF2-40B4-BE49-F238E27FC236}">
                <a16:creationId xmlns:a16="http://schemas.microsoft.com/office/drawing/2014/main" xmlns="" id="{C8AD53A6-5013-4E61-9AFE-409B7D604BE5}"/>
              </a:ext>
            </a:extLst>
          </p:cNvPr>
          <p:cNvSpPr/>
          <p:nvPr/>
        </p:nvSpPr>
        <p:spPr>
          <a:xfrm rot="16200000" flipH="1">
            <a:off x="5046096" y="2581347"/>
            <a:ext cx="751793" cy="701751"/>
          </a:xfrm>
          <a:prstGeom prst="wedgeRectCallou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5" name="TextBox 8">
            <a:extLst>
              <a:ext uri="{FF2B5EF4-FFF2-40B4-BE49-F238E27FC236}">
                <a16:creationId xmlns:a16="http://schemas.microsoft.com/office/drawing/2014/main" xmlns="" id="{611416C1-4BA6-468C-ACF2-E9E618C2B760}"/>
              </a:ext>
            </a:extLst>
          </p:cNvPr>
          <p:cNvSpPr txBox="1"/>
          <p:nvPr/>
        </p:nvSpPr>
        <p:spPr>
          <a:xfrm>
            <a:off x="5171423" y="2603943"/>
            <a:ext cx="501195" cy="646331"/>
          </a:xfrm>
          <a:prstGeom prst="rect">
            <a:avLst/>
          </a:prstGeom>
          <a:noFill/>
        </p:spPr>
        <p:txBody>
          <a:bodyPr wrap="square" rtlCol="0">
            <a:spAutoFit/>
          </a:bodyPr>
          <a:lstStyle/>
          <a:p>
            <a:pPr algn="r"/>
            <a:r>
              <a:rPr lang="en-US" altLang="zh-CN" sz="3600" b="1" dirty="0">
                <a:solidFill>
                  <a:schemeClr val="bg1"/>
                </a:solidFill>
                <a:latin typeface="微软雅黑" panose="020B0503020204020204" pitchFamily="34" charset="-122"/>
                <a:ea typeface="微软雅黑" panose="020B0503020204020204" pitchFamily="34" charset="-122"/>
              </a:rPr>
              <a:t>2</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6" name="矩形标注 73">
            <a:extLst>
              <a:ext uri="{FF2B5EF4-FFF2-40B4-BE49-F238E27FC236}">
                <a16:creationId xmlns:a16="http://schemas.microsoft.com/office/drawing/2014/main" xmlns="" id="{06F03106-EF08-4D01-86FD-2EB5728E854C}"/>
              </a:ext>
            </a:extLst>
          </p:cNvPr>
          <p:cNvSpPr/>
          <p:nvPr/>
        </p:nvSpPr>
        <p:spPr>
          <a:xfrm rot="16200000" flipH="1">
            <a:off x="5046096" y="3714662"/>
            <a:ext cx="751793" cy="701751"/>
          </a:xfrm>
          <a:prstGeom prst="wedgeRectCallou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7" name="TextBox 74">
            <a:extLst>
              <a:ext uri="{FF2B5EF4-FFF2-40B4-BE49-F238E27FC236}">
                <a16:creationId xmlns:a16="http://schemas.microsoft.com/office/drawing/2014/main" xmlns="" id="{AF7BF667-B429-496D-89A7-0F63333C5D52}"/>
              </a:ext>
            </a:extLst>
          </p:cNvPr>
          <p:cNvSpPr txBox="1"/>
          <p:nvPr/>
        </p:nvSpPr>
        <p:spPr>
          <a:xfrm>
            <a:off x="5171423" y="3737259"/>
            <a:ext cx="501195" cy="646331"/>
          </a:xfrm>
          <a:prstGeom prst="rect">
            <a:avLst/>
          </a:prstGeom>
          <a:noFill/>
        </p:spPr>
        <p:txBody>
          <a:bodyPr wrap="square" rtlCol="0">
            <a:spAutoFit/>
          </a:bodyPr>
          <a:lstStyle/>
          <a:p>
            <a:pPr algn="r"/>
            <a:r>
              <a:rPr lang="en-US" altLang="zh-CN" sz="3600" b="1" dirty="0">
                <a:solidFill>
                  <a:schemeClr val="bg1"/>
                </a:solidFill>
                <a:latin typeface="微软雅黑" panose="020B0503020204020204" pitchFamily="34" charset="-122"/>
                <a:ea typeface="微软雅黑" panose="020B0503020204020204" pitchFamily="34" charset="-122"/>
              </a:rPr>
              <a:t>3</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8" name="矩形标注 75">
            <a:extLst>
              <a:ext uri="{FF2B5EF4-FFF2-40B4-BE49-F238E27FC236}">
                <a16:creationId xmlns:a16="http://schemas.microsoft.com/office/drawing/2014/main" xmlns="" id="{1B6F0556-3C34-43A9-912A-CC37520E0D6C}"/>
              </a:ext>
            </a:extLst>
          </p:cNvPr>
          <p:cNvSpPr/>
          <p:nvPr/>
        </p:nvSpPr>
        <p:spPr>
          <a:xfrm rot="16200000" flipH="1">
            <a:off x="5046096" y="4922826"/>
            <a:ext cx="751793" cy="701751"/>
          </a:xfrm>
          <a:prstGeom prst="wedgeRectCallou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9" name="TextBox 8">
            <a:extLst>
              <a:ext uri="{FF2B5EF4-FFF2-40B4-BE49-F238E27FC236}">
                <a16:creationId xmlns:a16="http://schemas.microsoft.com/office/drawing/2014/main" xmlns="" id="{BBEB90DD-BBC5-4F4E-8D51-9194B51AFBCF}"/>
              </a:ext>
            </a:extLst>
          </p:cNvPr>
          <p:cNvSpPr txBox="1"/>
          <p:nvPr/>
        </p:nvSpPr>
        <p:spPr>
          <a:xfrm>
            <a:off x="5171423" y="4952335"/>
            <a:ext cx="501195" cy="646331"/>
          </a:xfrm>
          <a:prstGeom prst="rect">
            <a:avLst/>
          </a:prstGeom>
          <a:noFill/>
        </p:spPr>
        <p:txBody>
          <a:bodyPr wrap="square" rtlCol="0">
            <a:spAutoFit/>
          </a:bodyPr>
          <a:lstStyle/>
          <a:p>
            <a:pPr algn="r"/>
            <a:r>
              <a:rPr lang="en-US" altLang="zh-CN" sz="3600" b="1" dirty="0">
                <a:solidFill>
                  <a:schemeClr val="bg1"/>
                </a:solidFill>
                <a:latin typeface="微软雅黑" panose="020B0503020204020204" pitchFamily="34" charset="-122"/>
                <a:ea typeface="微软雅黑" panose="020B0503020204020204" pitchFamily="34" charset="-122"/>
              </a:rPr>
              <a:t>4</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40" name="矩形标注 77">
            <a:extLst>
              <a:ext uri="{FF2B5EF4-FFF2-40B4-BE49-F238E27FC236}">
                <a16:creationId xmlns:a16="http://schemas.microsoft.com/office/drawing/2014/main" xmlns="" id="{BF28B5B0-A62B-441E-9411-2985D283955F}"/>
              </a:ext>
            </a:extLst>
          </p:cNvPr>
          <p:cNvSpPr/>
          <p:nvPr/>
        </p:nvSpPr>
        <p:spPr>
          <a:xfrm rot="16200000" flipH="1">
            <a:off x="5046096" y="1448031"/>
            <a:ext cx="751793" cy="701751"/>
          </a:xfrm>
          <a:prstGeom prst="wedgeRectCallou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1" name="TextBox 8">
            <a:extLst>
              <a:ext uri="{FF2B5EF4-FFF2-40B4-BE49-F238E27FC236}">
                <a16:creationId xmlns:a16="http://schemas.microsoft.com/office/drawing/2014/main" xmlns="" id="{86161BDC-7C85-4C01-A66B-4FD65DC9401E}"/>
              </a:ext>
            </a:extLst>
          </p:cNvPr>
          <p:cNvSpPr txBox="1"/>
          <p:nvPr/>
        </p:nvSpPr>
        <p:spPr>
          <a:xfrm>
            <a:off x="5171423" y="1495691"/>
            <a:ext cx="501195" cy="646331"/>
          </a:xfrm>
          <a:prstGeom prst="rect">
            <a:avLst/>
          </a:prstGeom>
          <a:noFill/>
        </p:spPr>
        <p:txBody>
          <a:bodyPr wrap="square" rtlCol="0">
            <a:spAutoFit/>
          </a:bodyPr>
          <a:lstStyle/>
          <a:p>
            <a:pPr algn="r"/>
            <a:r>
              <a:rPr lang="en-US" altLang="zh-CN" sz="3600" b="1" dirty="0">
                <a:solidFill>
                  <a:schemeClr val="bg1"/>
                </a:solidFill>
                <a:latin typeface="微软雅黑" panose="020B0503020204020204" pitchFamily="34" charset="-122"/>
                <a:ea typeface="微软雅黑" panose="020B0503020204020204" pitchFamily="34" charset="-122"/>
              </a:rPr>
              <a:t>1</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82763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BFD343B3-8E3D-48F1-83D4-A8221D74C56C}"/>
              </a:ext>
            </a:extLst>
          </p:cNvPr>
          <p:cNvSpPr/>
          <p:nvPr/>
        </p:nvSpPr>
        <p:spPr>
          <a:xfrm>
            <a:off x="9042856" y="0"/>
            <a:ext cx="3150549" cy="6858000"/>
          </a:xfrm>
          <a:prstGeom prst="rect">
            <a:avLst/>
          </a:prstGeom>
          <a:solidFill>
            <a:srgbClr val="B82B2A"/>
          </a:solidFill>
          <a:ln>
            <a:noFill/>
          </a:ln>
          <a:effectLst>
            <a:outerShdw blurRad="50800" dist="63500" dir="2700000" algn="tl" rotWithShape="0">
              <a:srgbClr val="C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xmlns="" id="{F2EDE50C-7C4D-4F1E-8895-B5EBDACC7EDD}"/>
              </a:ext>
            </a:extLst>
          </p:cNvPr>
          <p:cNvSpPr txBox="1"/>
          <p:nvPr/>
        </p:nvSpPr>
        <p:spPr>
          <a:xfrm>
            <a:off x="10256902" y="1864489"/>
            <a:ext cx="1292662" cy="2862322"/>
          </a:xfrm>
          <a:prstGeom prst="rect">
            <a:avLst/>
          </a:prstGeom>
          <a:noFill/>
        </p:spPr>
        <p:txBody>
          <a:bodyPr vert="eaVert" wrap="none" rtlCol="0">
            <a:spAutoFit/>
          </a:bodyPr>
          <a:lstStyle/>
          <a:p>
            <a:r>
              <a:rPr lang="zh-CN" altLang="en-US" sz="7200" dirty="0">
                <a:solidFill>
                  <a:schemeClr val="bg1"/>
                </a:solidFill>
                <a:latin typeface="思源黑体 CN Bold" panose="020B0800000000000000" pitchFamily="34" charset="-122"/>
                <a:ea typeface="思源黑体 CN Bold" panose="020B0800000000000000" pitchFamily="34" charset="-122"/>
              </a:rPr>
              <a:t>第一章</a:t>
            </a:r>
          </a:p>
        </p:txBody>
      </p:sp>
      <p:sp>
        <p:nvSpPr>
          <p:cNvPr id="4" name="文本框 3">
            <a:extLst>
              <a:ext uri="{FF2B5EF4-FFF2-40B4-BE49-F238E27FC236}">
                <a16:creationId xmlns:a16="http://schemas.microsoft.com/office/drawing/2014/main" xmlns="" id="{04C34C66-0A1D-4294-B528-A49096F80C81}"/>
              </a:ext>
            </a:extLst>
          </p:cNvPr>
          <p:cNvSpPr txBox="1"/>
          <p:nvPr/>
        </p:nvSpPr>
        <p:spPr>
          <a:xfrm>
            <a:off x="1850931" y="2565737"/>
            <a:ext cx="4801314" cy="1015663"/>
          </a:xfrm>
          <a:prstGeom prst="rect">
            <a:avLst/>
          </a:prstGeom>
          <a:noFill/>
        </p:spPr>
        <p:txBody>
          <a:bodyPr wrap="none" rtlCol="0">
            <a:spAutoFit/>
          </a:bodyPr>
          <a:lstStyle/>
          <a:p>
            <a:r>
              <a:rPr lang="zh-CN" altLang="en-US" sz="6000" dirty="0">
                <a:solidFill>
                  <a:srgbClr val="B82B2A"/>
                </a:solidFill>
                <a:latin typeface="思源黑体 CN Bold" panose="020B0800000000000000" pitchFamily="34" charset="-122"/>
                <a:ea typeface="思源黑体 CN Bold" panose="020B0800000000000000" pitchFamily="34" charset="-122"/>
              </a:rPr>
              <a:t>年度工作总结</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2732739" y="3581400"/>
            <a:ext cx="3037697" cy="45719"/>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xmlns="" id="{9C656502-761A-420B-9CD2-B5FC09D72769}"/>
              </a:ext>
            </a:extLst>
          </p:cNvPr>
          <p:cNvSpPr txBox="1"/>
          <p:nvPr/>
        </p:nvSpPr>
        <p:spPr>
          <a:xfrm>
            <a:off x="883517" y="3776114"/>
            <a:ext cx="6736139" cy="523220"/>
          </a:xfrm>
          <a:prstGeom prst="rect">
            <a:avLst/>
          </a:prstGeom>
          <a:noFill/>
        </p:spPr>
        <p:txBody>
          <a:bodyPr wrap="square" rtlCol="0">
            <a:spAutoFit/>
          </a:bodyPr>
          <a:lstStyle/>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标题数字等都可以通过点击和重新输入进行更改，顶部“开始”</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面板中可以对字体、字号、颜色、行距等进行修改。建议正文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号字，</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1.3</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倍字间距</a:t>
            </a:r>
            <a:endParaRPr lang="zh-CN" altLang="en-US" sz="1400" dirty="0">
              <a:solidFill>
                <a:srgbClr val="B82B2A"/>
              </a:solidFill>
              <a:latin typeface="思源黑体 CN Bold" panose="020B0800000000000000" pitchFamily="34" charset="-122"/>
              <a:ea typeface="思源黑体 CN Bold" panose="020B0800000000000000" pitchFamily="34" charset="-122"/>
            </a:endParaRPr>
          </a:p>
        </p:txBody>
      </p:sp>
      <p:sp>
        <p:nvSpPr>
          <p:cNvPr id="28" name="矩形 27">
            <a:extLst>
              <a:ext uri="{FF2B5EF4-FFF2-40B4-BE49-F238E27FC236}">
                <a16:creationId xmlns:a16="http://schemas.microsoft.com/office/drawing/2014/main" xmlns="" id="{C65A3428-E99E-44BA-B0C2-DE956193A647}"/>
              </a:ext>
            </a:extLst>
          </p:cNvPr>
          <p:cNvSpPr/>
          <p:nvPr/>
        </p:nvSpPr>
        <p:spPr>
          <a:xfrm>
            <a:off x="-23761" y="1466850"/>
            <a:ext cx="271793" cy="392430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xmlns="" id="{ADCBF1A1-24AF-44C0-B234-0307CE3E728C}"/>
              </a:ext>
            </a:extLst>
          </p:cNvPr>
          <p:cNvGrpSpPr/>
          <p:nvPr/>
        </p:nvGrpSpPr>
        <p:grpSpPr>
          <a:xfrm rot="16200000">
            <a:off x="5945089" y="2582311"/>
            <a:ext cx="6092472" cy="1693379"/>
            <a:chOff x="3149613" y="460811"/>
            <a:chExt cx="6092472" cy="1693379"/>
          </a:xfrm>
        </p:grpSpPr>
        <p:pic>
          <p:nvPicPr>
            <p:cNvPr id="10" name="图片 9">
              <a:extLst>
                <a:ext uri="{FF2B5EF4-FFF2-40B4-BE49-F238E27FC236}">
                  <a16:creationId xmlns:a16="http://schemas.microsoft.com/office/drawing/2014/main" xmlns="" id="{0CC3EAB6-24B0-4641-83EF-E0F3C2FCB517}"/>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38667" b="53994"/>
            <a:stretch/>
          </p:blipFill>
          <p:spPr>
            <a:xfrm>
              <a:off x="3149613" y="460811"/>
              <a:ext cx="4506781" cy="1670546"/>
            </a:xfrm>
            <a:prstGeom prst="rect">
              <a:avLst/>
            </a:prstGeom>
          </p:spPr>
        </p:pic>
        <p:pic>
          <p:nvPicPr>
            <p:cNvPr id="11" name="图片 10">
              <a:extLst>
                <a:ext uri="{FF2B5EF4-FFF2-40B4-BE49-F238E27FC236}">
                  <a16:creationId xmlns:a16="http://schemas.microsoft.com/office/drawing/2014/main" xmlns="" id="{0B8DA4FD-F257-42A2-9576-4FEEC92FA1C4}"/>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61834" b="53994"/>
            <a:stretch/>
          </p:blipFill>
          <p:spPr>
            <a:xfrm>
              <a:off x="7650816" y="483644"/>
              <a:ext cx="1591269" cy="1670546"/>
            </a:xfrm>
            <a:prstGeom prst="rect">
              <a:avLst/>
            </a:prstGeom>
          </p:spPr>
        </p:pic>
      </p:grpSp>
    </p:spTree>
    <p:extLst>
      <p:ext uri="{BB962C8B-B14F-4D97-AF65-F5344CB8AC3E}">
        <p14:creationId xmlns:p14="http://schemas.microsoft.com/office/powerpoint/2010/main" val="30434866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par>
                          <p:cTn id="25" fill="hold">
                            <p:stCondLst>
                              <p:cond delay="1000"/>
                            </p:stCondLst>
                            <p:childTnLst>
                              <p:par>
                                <p:cTn id="26" presetID="16" presetClass="entr" presetSubtype="21"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arn(inVertical)">
                                      <p:cBhvr>
                                        <p:cTn id="28" dur="500"/>
                                        <p:tgtEl>
                                          <p:spTgt spid="4"/>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par>
                          <p:cTn id="33" fill="hold">
                            <p:stCondLst>
                              <p:cond delay="2000"/>
                            </p:stCondLst>
                            <p:childTnLst>
                              <p:par>
                                <p:cTn id="34" presetID="16" presetClass="entr" presetSubtype="21"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barn(inVertical)">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4" grpId="0"/>
      <p:bldP spid="25" grpId="0" animBg="1"/>
      <p:bldP spid="26" grpId="0"/>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1.</a:t>
            </a:r>
            <a:r>
              <a:rPr lang="zh-CN" altLang="en-US" sz="3200" dirty="0">
                <a:solidFill>
                  <a:srgbClr val="B82B2A"/>
                </a:solidFill>
                <a:latin typeface="思源黑体 CN Bold" panose="020B0800000000000000" pitchFamily="34" charset="-122"/>
                <a:ea typeface="思源黑体 CN Bold" panose="020B0800000000000000" pitchFamily="34" charset="-122"/>
              </a:rPr>
              <a:t>年度工作总结</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MH_Other_1">
            <a:extLst>
              <a:ext uri="{FF2B5EF4-FFF2-40B4-BE49-F238E27FC236}">
                <a16:creationId xmlns:a16="http://schemas.microsoft.com/office/drawing/2014/main" xmlns="" id="{566070AB-7650-4A74-B239-ABE8642E3240}"/>
              </a:ext>
            </a:extLst>
          </p:cNvPr>
          <p:cNvSpPr/>
          <p:nvPr>
            <p:custDataLst>
              <p:tags r:id="rId1"/>
            </p:custDataLst>
          </p:nvPr>
        </p:nvSpPr>
        <p:spPr>
          <a:xfrm>
            <a:off x="1076343" y="3064448"/>
            <a:ext cx="10227768" cy="814434"/>
          </a:xfrm>
          <a:prstGeom prst="rightArrow">
            <a:avLst>
              <a:gd name="adj1" fmla="val 53492"/>
              <a:gd name="adj2" fmla="val 8253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3600">
              <a:latin typeface="微软雅黑" panose="020B0503020204020204" pitchFamily="34" charset="-122"/>
              <a:ea typeface="微软雅黑" panose="020B0503020204020204" pitchFamily="34" charset="-122"/>
              <a:cs typeface="+mn-ea"/>
              <a:sym typeface="+mn-lt"/>
            </a:endParaRPr>
          </a:p>
        </p:txBody>
      </p:sp>
      <p:grpSp>
        <p:nvGrpSpPr>
          <p:cNvPr id="6" name="组合 5">
            <a:extLst>
              <a:ext uri="{FF2B5EF4-FFF2-40B4-BE49-F238E27FC236}">
                <a16:creationId xmlns:a16="http://schemas.microsoft.com/office/drawing/2014/main" xmlns="" id="{DFE4A8C0-DCAA-4DF1-BB80-67559CA88026}"/>
              </a:ext>
            </a:extLst>
          </p:cNvPr>
          <p:cNvGrpSpPr/>
          <p:nvPr/>
        </p:nvGrpSpPr>
        <p:grpSpPr>
          <a:xfrm>
            <a:off x="887889" y="1206349"/>
            <a:ext cx="3104388" cy="1856149"/>
            <a:chOff x="887889" y="1206349"/>
            <a:chExt cx="3104388" cy="1856149"/>
          </a:xfrm>
        </p:grpSpPr>
        <p:sp>
          <p:nvSpPr>
            <p:cNvPr id="15" name="MH_Other_5">
              <a:extLst>
                <a:ext uri="{FF2B5EF4-FFF2-40B4-BE49-F238E27FC236}">
                  <a16:creationId xmlns:a16="http://schemas.microsoft.com/office/drawing/2014/main" xmlns="" id="{B3515282-296F-4A4E-B47C-90475AEB304C}"/>
                </a:ext>
              </a:extLst>
            </p:cNvPr>
            <p:cNvSpPr/>
            <p:nvPr>
              <p:custDataLst>
                <p:tags r:id="rId17"/>
              </p:custDataLst>
            </p:nvPr>
          </p:nvSpPr>
          <p:spPr>
            <a:xfrm rot="16200000" flipV="1">
              <a:off x="1876724" y="946946"/>
              <a:ext cx="1315173" cy="2915932"/>
            </a:xfrm>
            <a:prstGeom prst="bentArrow">
              <a:avLst>
                <a:gd name="adj1" fmla="val 9441"/>
                <a:gd name="adj2" fmla="val 12901"/>
                <a:gd name="adj3" fmla="val 16613"/>
                <a:gd name="adj4" fmla="val 401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3600">
                <a:latin typeface="微软雅黑" panose="020B0503020204020204" pitchFamily="34" charset="-122"/>
                <a:ea typeface="微软雅黑" panose="020B0503020204020204" pitchFamily="34" charset="-122"/>
                <a:cs typeface="+mn-ea"/>
                <a:sym typeface="+mn-lt"/>
              </a:endParaRPr>
            </a:p>
          </p:txBody>
        </p:sp>
        <p:sp>
          <p:nvSpPr>
            <p:cNvPr id="18" name="MH_Other_8">
              <a:extLst>
                <a:ext uri="{FF2B5EF4-FFF2-40B4-BE49-F238E27FC236}">
                  <a16:creationId xmlns:a16="http://schemas.microsoft.com/office/drawing/2014/main" xmlns="" id="{3736054B-DDA8-4296-9982-A6E1CE836090}"/>
                </a:ext>
              </a:extLst>
            </p:cNvPr>
            <p:cNvSpPr>
              <a:spLocks/>
            </p:cNvSpPr>
            <p:nvPr>
              <p:custDataLst>
                <p:tags r:id="rId18"/>
              </p:custDataLst>
            </p:nvPr>
          </p:nvSpPr>
          <p:spPr bwMode="auto">
            <a:xfrm>
              <a:off x="3617072" y="1206349"/>
              <a:ext cx="335831" cy="346137"/>
            </a:xfrm>
            <a:custGeom>
              <a:avLst/>
              <a:gdLst>
                <a:gd name="T0" fmla="*/ 883582 w 2298700"/>
                <a:gd name="T1" fmla="*/ 1295872 h 2298700"/>
                <a:gd name="T2" fmla="*/ 899660 w 2298700"/>
                <a:gd name="T3" fmla="*/ 1824434 h 2298700"/>
                <a:gd name="T4" fmla="*/ 870674 w 2298700"/>
                <a:gd name="T5" fmla="*/ 1867800 h 2298700"/>
                <a:gd name="T6" fmla="*/ 472571 w 2298700"/>
                <a:gd name="T7" fmla="*/ 1870524 h 2298700"/>
                <a:gd name="T8" fmla="*/ 439282 w 2298700"/>
                <a:gd name="T9" fmla="*/ 1829883 h 2298700"/>
                <a:gd name="T10" fmla="*/ 450831 w 2298700"/>
                <a:gd name="T11" fmla="*/ 1299959 h 2298700"/>
                <a:gd name="T12" fmla="*/ 1168971 w 2298700"/>
                <a:gd name="T13" fmla="*/ 903287 h 2298700"/>
                <a:gd name="T14" fmla="*/ 1561900 w 2298700"/>
                <a:gd name="T15" fmla="*/ 923717 h 2298700"/>
                <a:gd name="T16" fmla="*/ 1573443 w 2298700"/>
                <a:gd name="T17" fmla="*/ 1829892 h 2298700"/>
                <a:gd name="T18" fmla="*/ 1540624 w 2298700"/>
                <a:gd name="T19" fmla="*/ 1870524 h 2298700"/>
                <a:gd name="T20" fmla="*/ 1142262 w 2298700"/>
                <a:gd name="T21" fmla="*/ 1867800 h 2298700"/>
                <a:gd name="T22" fmla="*/ 1113291 w 2298700"/>
                <a:gd name="T23" fmla="*/ 1824444 h 2298700"/>
                <a:gd name="T24" fmla="*/ 1129361 w 2298700"/>
                <a:gd name="T25" fmla="*/ 919404 h 2298700"/>
                <a:gd name="T26" fmla="*/ 2191940 w 2298700"/>
                <a:gd name="T27" fmla="*/ 450850 h 2298700"/>
                <a:gd name="T28" fmla="*/ 2238385 w 2298700"/>
                <a:gd name="T29" fmla="*/ 475582 h 2298700"/>
                <a:gd name="T30" fmla="*/ 2245636 w 2298700"/>
                <a:gd name="T31" fmla="*/ 1835358 h 2298700"/>
                <a:gd name="T32" fmla="*/ 2208706 w 2298700"/>
                <a:gd name="T33" fmla="*/ 1872115 h 2298700"/>
                <a:gd name="T34" fmla="*/ 1810633 w 2298700"/>
                <a:gd name="T35" fmla="*/ 1865309 h 2298700"/>
                <a:gd name="T36" fmla="*/ 1785938 w 2298700"/>
                <a:gd name="T37" fmla="*/ 1818568 h 2298700"/>
                <a:gd name="T38" fmla="*/ 1806329 w 2298700"/>
                <a:gd name="T39" fmla="*/ 463556 h 2298700"/>
                <a:gd name="T40" fmla="*/ 1464870 w 2298700"/>
                <a:gd name="T41" fmla="*/ 38100 h 2298700"/>
                <a:gd name="T42" fmla="*/ 1493876 w 2298700"/>
                <a:gd name="T43" fmla="*/ 48317 h 2298700"/>
                <a:gd name="T44" fmla="*/ 1512005 w 2298700"/>
                <a:gd name="T45" fmla="*/ 72609 h 2298700"/>
                <a:gd name="T46" fmla="*/ 1540105 w 2298700"/>
                <a:gd name="T47" fmla="*/ 509198 h 2298700"/>
                <a:gd name="T48" fmla="*/ 1503847 w 2298700"/>
                <a:gd name="T49" fmla="*/ 543253 h 2298700"/>
                <a:gd name="T50" fmla="*/ 1459205 w 2298700"/>
                <a:gd name="T51" fmla="*/ 535761 h 2298700"/>
                <a:gd name="T52" fmla="*/ 1437677 w 2298700"/>
                <a:gd name="T53" fmla="*/ 503749 h 2298700"/>
                <a:gd name="T54" fmla="*/ 1348845 w 2298700"/>
                <a:gd name="T55" fmla="*/ 357311 h 2298700"/>
                <a:gd name="T56" fmla="*/ 1214465 w 2298700"/>
                <a:gd name="T57" fmla="*/ 507608 h 2298700"/>
                <a:gd name="T58" fmla="*/ 1010062 w 2298700"/>
                <a:gd name="T59" fmla="*/ 669711 h 2298700"/>
                <a:gd name="T60" fmla="*/ 834212 w 2298700"/>
                <a:gd name="T61" fmla="*/ 763477 h 2298700"/>
                <a:gd name="T62" fmla="*/ 682609 w 2298700"/>
                <a:gd name="T63" fmla="*/ 817965 h 2298700"/>
                <a:gd name="T64" fmla="*/ 523528 w 2298700"/>
                <a:gd name="T65" fmla="*/ 852928 h 2298700"/>
                <a:gd name="T66" fmla="*/ 404104 w 2298700"/>
                <a:gd name="T67" fmla="*/ 862464 h 2298700"/>
                <a:gd name="T68" fmla="*/ 374191 w 2298700"/>
                <a:gd name="T69" fmla="*/ 838852 h 2298700"/>
                <a:gd name="T70" fmla="*/ 369206 w 2298700"/>
                <a:gd name="T71" fmla="*/ 795034 h 2298700"/>
                <a:gd name="T72" fmla="*/ 405237 w 2298700"/>
                <a:gd name="T73" fmla="*/ 760071 h 2298700"/>
                <a:gd name="T74" fmla="*/ 535765 w 2298700"/>
                <a:gd name="T75" fmla="*/ 742589 h 2298700"/>
                <a:gd name="T76" fmla="*/ 679890 w 2298700"/>
                <a:gd name="T77" fmla="*/ 706945 h 2298700"/>
                <a:gd name="T78" fmla="*/ 816536 w 2298700"/>
                <a:gd name="T79" fmla="*/ 654273 h 2298700"/>
                <a:gd name="T80" fmla="*/ 989667 w 2298700"/>
                <a:gd name="T81" fmla="*/ 554832 h 2298700"/>
                <a:gd name="T82" fmla="*/ 1171862 w 2298700"/>
                <a:gd name="T83" fmla="*/ 398859 h 2298700"/>
                <a:gd name="T84" fmla="*/ 1282675 w 2298700"/>
                <a:gd name="T85" fmla="*/ 267178 h 2298700"/>
                <a:gd name="T86" fmla="*/ 1087110 w 2298700"/>
                <a:gd name="T87" fmla="*/ 283979 h 2298700"/>
                <a:gd name="T88" fmla="*/ 1044054 w 2298700"/>
                <a:gd name="T89" fmla="*/ 259005 h 2298700"/>
                <a:gd name="T90" fmla="*/ 1040654 w 2298700"/>
                <a:gd name="T91" fmla="*/ 208376 h 2298700"/>
                <a:gd name="T92" fmla="*/ 1446288 w 2298700"/>
                <a:gd name="T93" fmla="*/ 40370 h 2298700"/>
                <a:gd name="T94" fmla="*/ 128386 w 2298700"/>
                <a:gd name="T95" fmla="*/ 3403 h 2298700"/>
                <a:gd name="T96" fmla="*/ 171711 w 2298700"/>
                <a:gd name="T97" fmla="*/ 26993 h 2298700"/>
                <a:gd name="T98" fmla="*/ 199157 w 2298700"/>
                <a:gd name="T99" fmla="*/ 67596 h 2298700"/>
                <a:gd name="T100" fmla="*/ 2201163 w 2298700"/>
                <a:gd name="T101" fmla="*/ 2093192 h 2298700"/>
                <a:gd name="T102" fmla="*/ 2249251 w 2298700"/>
                <a:gd name="T103" fmla="*/ 2107936 h 2298700"/>
                <a:gd name="T104" fmla="*/ 2283729 w 2298700"/>
                <a:gd name="T105" fmla="*/ 2142414 h 2298700"/>
                <a:gd name="T106" fmla="*/ 2298473 w 2298700"/>
                <a:gd name="T107" fmla="*/ 2190729 h 2298700"/>
                <a:gd name="T108" fmla="*/ 2288720 w 2298700"/>
                <a:gd name="T109" fmla="*/ 2240405 h 2298700"/>
                <a:gd name="T110" fmla="*/ 2257417 w 2298700"/>
                <a:gd name="T111" fmla="*/ 2278059 h 2298700"/>
                <a:gd name="T112" fmla="*/ 2211597 w 2298700"/>
                <a:gd name="T113" fmla="*/ 2297566 h 2298700"/>
                <a:gd name="T114" fmla="*/ 72132 w 2298700"/>
                <a:gd name="T115" fmla="*/ 2294164 h 2298700"/>
                <a:gd name="T116" fmla="*/ 29715 w 2298700"/>
                <a:gd name="T117" fmla="*/ 2268532 h 2298700"/>
                <a:gd name="T118" fmla="*/ 4537 w 2298700"/>
                <a:gd name="T119" fmla="*/ 2226568 h 2298700"/>
                <a:gd name="T120" fmla="*/ 907 w 2298700"/>
                <a:gd name="T121" fmla="*/ 87330 h 2298700"/>
                <a:gd name="T122" fmla="*/ 20188 w 2298700"/>
                <a:gd name="T123" fmla="*/ 41510 h 2298700"/>
                <a:gd name="T124" fmla="*/ 57842 w 2298700"/>
                <a:gd name="T125" fmla="*/ 10434 h 2298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98700" h="2298700">
                  <a:moveTo>
                    <a:pt x="494084" y="1279525"/>
                  </a:moveTo>
                  <a:lnTo>
                    <a:pt x="844179" y="1279525"/>
                  </a:lnTo>
                  <a:lnTo>
                    <a:pt x="849841" y="1279752"/>
                  </a:lnTo>
                  <a:lnTo>
                    <a:pt x="855502" y="1280660"/>
                  </a:lnTo>
                  <a:lnTo>
                    <a:pt x="860710" y="1282023"/>
                  </a:lnTo>
                  <a:lnTo>
                    <a:pt x="865692" y="1283839"/>
                  </a:lnTo>
                  <a:lnTo>
                    <a:pt x="870674" y="1286109"/>
                  </a:lnTo>
                  <a:lnTo>
                    <a:pt x="875203" y="1289061"/>
                  </a:lnTo>
                  <a:lnTo>
                    <a:pt x="879732" y="1292467"/>
                  </a:lnTo>
                  <a:lnTo>
                    <a:pt x="883582" y="1295872"/>
                  </a:lnTo>
                  <a:lnTo>
                    <a:pt x="887205" y="1299959"/>
                  </a:lnTo>
                  <a:lnTo>
                    <a:pt x="890602" y="1304273"/>
                  </a:lnTo>
                  <a:lnTo>
                    <a:pt x="893320" y="1308814"/>
                  </a:lnTo>
                  <a:lnTo>
                    <a:pt x="895584" y="1313809"/>
                  </a:lnTo>
                  <a:lnTo>
                    <a:pt x="897396" y="1319031"/>
                  </a:lnTo>
                  <a:lnTo>
                    <a:pt x="898981" y="1324480"/>
                  </a:lnTo>
                  <a:lnTo>
                    <a:pt x="899660" y="1329702"/>
                  </a:lnTo>
                  <a:lnTo>
                    <a:pt x="900113" y="1335378"/>
                  </a:lnTo>
                  <a:lnTo>
                    <a:pt x="900113" y="1818531"/>
                  </a:lnTo>
                  <a:lnTo>
                    <a:pt x="899660" y="1824434"/>
                  </a:lnTo>
                  <a:lnTo>
                    <a:pt x="898981" y="1829883"/>
                  </a:lnTo>
                  <a:lnTo>
                    <a:pt x="897396" y="1835332"/>
                  </a:lnTo>
                  <a:lnTo>
                    <a:pt x="895584" y="1840554"/>
                  </a:lnTo>
                  <a:lnTo>
                    <a:pt x="893320" y="1845322"/>
                  </a:lnTo>
                  <a:lnTo>
                    <a:pt x="890602" y="1850090"/>
                  </a:lnTo>
                  <a:lnTo>
                    <a:pt x="887205" y="1854404"/>
                  </a:lnTo>
                  <a:lnTo>
                    <a:pt x="883582" y="1858264"/>
                  </a:lnTo>
                  <a:lnTo>
                    <a:pt x="879732" y="1861897"/>
                  </a:lnTo>
                  <a:lnTo>
                    <a:pt x="875203" y="1865302"/>
                  </a:lnTo>
                  <a:lnTo>
                    <a:pt x="870674" y="1867800"/>
                  </a:lnTo>
                  <a:lnTo>
                    <a:pt x="865692" y="1870524"/>
                  </a:lnTo>
                  <a:lnTo>
                    <a:pt x="860710" y="1872114"/>
                  </a:lnTo>
                  <a:lnTo>
                    <a:pt x="855502" y="1873476"/>
                  </a:lnTo>
                  <a:lnTo>
                    <a:pt x="849841" y="1874611"/>
                  </a:lnTo>
                  <a:lnTo>
                    <a:pt x="844179" y="1874838"/>
                  </a:lnTo>
                  <a:lnTo>
                    <a:pt x="494084" y="1874838"/>
                  </a:lnTo>
                  <a:lnTo>
                    <a:pt x="488423" y="1874611"/>
                  </a:lnTo>
                  <a:lnTo>
                    <a:pt x="482761" y="1873476"/>
                  </a:lnTo>
                  <a:lnTo>
                    <a:pt x="477326" y="1872114"/>
                  </a:lnTo>
                  <a:lnTo>
                    <a:pt x="472571" y="1870524"/>
                  </a:lnTo>
                  <a:lnTo>
                    <a:pt x="467589" y="1867800"/>
                  </a:lnTo>
                  <a:lnTo>
                    <a:pt x="463060" y="1865302"/>
                  </a:lnTo>
                  <a:lnTo>
                    <a:pt x="458531" y="1861897"/>
                  </a:lnTo>
                  <a:lnTo>
                    <a:pt x="454455" y="1858264"/>
                  </a:lnTo>
                  <a:lnTo>
                    <a:pt x="450831" y="1854404"/>
                  </a:lnTo>
                  <a:lnTo>
                    <a:pt x="447661" y="1850090"/>
                  </a:lnTo>
                  <a:lnTo>
                    <a:pt x="444944" y="1845322"/>
                  </a:lnTo>
                  <a:lnTo>
                    <a:pt x="442679" y="1840554"/>
                  </a:lnTo>
                  <a:lnTo>
                    <a:pt x="440868" y="1835332"/>
                  </a:lnTo>
                  <a:lnTo>
                    <a:pt x="439282" y="1829883"/>
                  </a:lnTo>
                  <a:lnTo>
                    <a:pt x="438603" y="1824434"/>
                  </a:lnTo>
                  <a:lnTo>
                    <a:pt x="438150" y="1818531"/>
                  </a:lnTo>
                  <a:lnTo>
                    <a:pt x="438150" y="1335378"/>
                  </a:lnTo>
                  <a:lnTo>
                    <a:pt x="438603" y="1329702"/>
                  </a:lnTo>
                  <a:lnTo>
                    <a:pt x="439282" y="1324480"/>
                  </a:lnTo>
                  <a:lnTo>
                    <a:pt x="440868" y="1319031"/>
                  </a:lnTo>
                  <a:lnTo>
                    <a:pt x="442679" y="1313809"/>
                  </a:lnTo>
                  <a:lnTo>
                    <a:pt x="444944" y="1308814"/>
                  </a:lnTo>
                  <a:lnTo>
                    <a:pt x="447661" y="1304273"/>
                  </a:lnTo>
                  <a:lnTo>
                    <a:pt x="450831" y="1299959"/>
                  </a:lnTo>
                  <a:lnTo>
                    <a:pt x="454455" y="1295872"/>
                  </a:lnTo>
                  <a:lnTo>
                    <a:pt x="458531" y="1292467"/>
                  </a:lnTo>
                  <a:lnTo>
                    <a:pt x="463060" y="1289061"/>
                  </a:lnTo>
                  <a:lnTo>
                    <a:pt x="467589" y="1286109"/>
                  </a:lnTo>
                  <a:lnTo>
                    <a:pt x="472571" y="1283839"/>
                  </a:lnTo>
                  <a:lnTo>
                    <a:pt x="477326" y="1282023"/>
                  </a:lnTo>
                  <a:lnTo>
                    <a:pt x="482761" y="1280660"/>
                  </a:lnTo>
                  <a:lnTo>
                    <a:pt x="488423" y="1279752"/>
                  </a:lnTo>
                  <a:lnTo>
                    <a:pt x="494084" y="1279525"/>
                  </a:lnTo>
                  <a:close/>
                  <a:moveTo>
                    <a:pt x="1168971" y="903287"/>
                  </a:moveTo>
                  <a:lnTo>
                    <a:pt x="1518668" y="903287"/>
                  </a:lnTo>
                  <a:lnTo>
                    <a:pt x="1524553" y="903514"/>
                  </a:lnTo>
                  <a:lnTo>
                    <a:pt x="1529985" y="904195"/>
                  </a:lnTo>
                  <a:lnTo>
                    <a:pt x="1535418" y="905557"/>
                  </a:lnTo>
                  <a:lnTo>
                    <a:pt x="1540624" y="907600"/>
                  </a:lnTo>
                  <a:lnTo>
                    <a:pt x="1545377" y="909870"/>
                  </a:lnTo>
                  <a:lnTo>
                    <a:pt x="1550130" y="912821"/>
                  </a:lnTo>
                  <a:lnTo>
                    <a:pt x="1554430" y="915999"/>
                  </a:lnTo>
                  <a:lnTo>
                    <a:pt x="1558278" y="919404"/>
                  </a:lnTo>
                  <a:lnTo>
                    <a:pt x="1561900" y="923717"/>
                  </a:lnTo>
                  <a:lnTo>
                    <a:pt x="1565295" y="927803"/>
                  </a:lnTo>
                  <a:lnTo>
                    <a:pt x="1567784" y="932343"/>
                  </a:lnTo>
                  <a:lnTo>
                    <a:pt x="1570274" y="937337"/>
                  </a:lnTo>
                  <a:lnTo>
                    <a:pt x="1572085" y="942558"/>
                  </a:lnTo>
                  <a:lnTo>
                    <a:pt x="1573443" y="948006"/>
                  </a:lnTo>
                  <a:lnTo>
                    <a:pt x="1574575" y="953681"/>
                  </a:lnTo>
                  <a:lnTo>
                    <a:pt x="1574801" y="959355"/>
                  </a:lnTo>
                  <a:lnTo>
                    <a:pt x="1574801" y="1818542"/>
                  </a:lnTo>
                  <a:lnTo>
                    <a:pt x="1574575" y="1824444"/>
                  </a:lnTo>
                  <a:lnTo>
                    <a:pt x="1573443" y="1829892"/>
                  </a:lnTo>
                  <a:lnTo>
                    <a:pt x="1572085" y="1835340"/>
                  </a:lnTo>
                  <a:lnTo>
                    <a:pt x="1570274" y="1840560"/>
                  </a:lnTo>
                  <a:lnTo>
                    <a:pt x="1567784" y="1845327"/>
                  </a:lnTo>
                  <a:lnTo>
                    <a:pt x="1565295" y="1850094"/>
                  </a:lnTo>
                  <a:lnTo>
                    <a:pt x="1561900" y="1854407"/>
                  </a:lnTo>
                  <a:lnTo>
                    <a:pt x="1558278" y="1858266"/>
                  </a:lnTo>
                  <a:lnTo>
                    <a:pt x="1554430" y="1861898"/>
                  </a:lnTo>
                  <a:lnTo>
                    <a:pt x="1550130" y="1865303"/>
                  </a:lnTo>
                  <a:lnTo>
                    <a:pt x="1545377" y="1867800"/>
                  </a:lnTo>
                  <a:lnTo>
                    <a:pt x="1540624" y="1870524"/>
                  </a:lnTo>
                  <a:lnTo>
                    <a:pt x="1535418" y="1872113"/>
                  </a:lnTo>
                  <a:lnTo>
                    <a:pt x="1529985" y="1873475"/>
                  </a:lnTo>
                  <a:lnTo>
                    <a:pt x="1524553" y="1874610"/>
                  </a:lnTo>
                  <a:lnTo>
                    <a:pt x="1518668" y="1874837"/>
                  </a:lnTo>
                  <a:lnTo>
                    <a:pt x="1168971" y="1874837"/>
                  </a:lnTo>
                  <a:lnTo>
                    <a:pt x="1163312" y="1874610"/>
                  </a:lnTo>
                  <a:lnTo>
                    <a:pt x="1157654" y="1873475"/>
                  </a:lnTo>
                  <a:lnTo>
                    <a:pt x="1152221" y="1872113"/>
                  </a:lnTo>
                  <a:lnTo>
                    <a:pt x="1147242" y="1870524"/>
                  </a:lnTo>
                  <a:lnTo>
                    <a:pt x="1142262" y="1867800"/>
                  </a:lnTo>
                  <a:lnTo>
                    <a:pt x="1137736" y="1865303"/>
                  </a:lnTo>
                  <a:lnTo>
                    <a:pt x="1133435" y="1861898"/>
                  </a:lnTo>
                  <a:lnTo>
                    <a:pt x="1129361" y="1858266"/>
                  </a:lnTo>
                  <a:lnTo>
                    <a:pt x="1125740" y="1854407"/>
                  </a:lnTo>
                  <a:lnTo>
                    <a:pt x="1122797" y="1850094"/>
                  </a:lnTo>
                  <a:lnTo>
                    <a:pt x="1119855" y="1845327"/>
                  </a:lnTo>
                  <a:lnTo>
                    <a:pt x="1117365" y="1840560"/>
                  </a:lnTo>
                  <a:lnTo>
                    <a:pt x="1115554" y="1835340"/>
                  </a:lnTo>
                  <a:lnTo>
                    <a:pt x="1114196" y="1829892"/>
                  </a:lnTo>
                  <a:lnTo>
                    <a:pt x="1113291" y="1824444"/>
                  </a:lnTo>
                  <a:lnTo>
                    <a:pt x="1112838" y="1818542"/>
                  </a:lnTo>
                  <a:lnTo>
                    <a:pt x="1112838" y="959355"/>
                  </a:lnTo>
                  <a:lnTo>
                    <a:pt x="1113291" y="953681"/>
                  </a:lnTo>
                  <a:lnTo>
                    <a:pt x="1114196" y="948006"/>
                  </a:lnTo>
                  <a:lnTo>
                    <a:pt x="1115554" y="942558"/>
                  </a:lnTo>
                  <a:lnTo>
                    <a:pt x="1117365" y="937337"/>
                  </a:lnTo>
                  <a:lnTo>
                    <a:pt x="1119855" y="932343"/>
                  </a:lnTo>
                  <a:lnTo>
                    <a:pt x="1122797" y="927803"/>
                  </a:lnTo>
                  <a:lnTo>
                    <a:pt x="1125740" y="923717"/>
                  </a:lnTo>
                  <a:lnTo>
                    <a:pt x="1129361" y="919404"/>
                  </a:lnTo>
                  <a:lnTo>
                    <a:pt x="1133435" y="915999"/>
                  </a:lnTo>
                  <a:lnTo>
                    <a:pt x="1137736" y="912821"/>
                  </a:lnTo>
                  <a:lnTo>
                    <a:pt x="1142262" y="909870"/>
                  </a:lnTo>
                  <a:lnTo>
                    <a:pt x="1147242" y="907600"/>
                  </a:lnTo>
                  <a:lnTo>
                    <a:pt x="1152221" y="905557"/>
                  </a:lnTo>
                  <a:lnTo>
                    <a:pt x="1157654" y="904195"/>
                  </a:lnTo>
                  <a:lnTo>
                    <a:pt x="1163312" y="903514"/>
                  </a:lnTo>
                  <a:lnTo>
                    <a:pt x="1168971" y="903287"/>
                  </a:lnTo>
                  <a:close/>
                  <a:moveTo>
                    <a:pt x="1841899" y="450850"/>
                  </a:moveTo>
                  <a:lnTo>
                    <a:pt x="2191940" y="450850"/>
                  </a:lnTo>
                  <a:lnTo>
                    <a:pt x="2197604" y="451077"/>
                  </a:lnTo>
                  <a:lnTo>
                    <a:pt x="2203268" y="451985"/>
                  </a:lnTo>
                  <a:lnTo>
                    <a:pt x="2208706" y="453573"/>
                  </a:lnTo>
                  <a:lnTo>
                    <a:pt x="2213917" y="455388"/>
                  </a:lnTo>
                  <a:lnTo>
                    <a:pt x="2218674" y="457657"/>
                  </a:lnTo>
                  <a:lnTo>
                    <a:pt x="2223206" y="460380"/>
                  </a:lnTo>
                  <a:lnTo>
                    <a:pt x="2227510" y="463556"/>
                  </a:lnTo>
                  <a:lnTo>
                    <a:pt x="2231589" y="467186"/>
                  </a:lnTo>
                  <a:lnTo>
                    <a:pt x="2235214" y="471271"/>
                  </a:lnTo>
                  <a:lnTo>
                    <a:pt x="2238385" y="475582"/>
                  </a:lnTo>
                  <a:lnTo>
                    <a:pt x="2241104" y="480119"/>
                  </a:lnTo>
                  <a:lnTo>
                    <a:pt x="2243596" y="484884"/>
                  </a:lnTo>
                  <a:lnTo>
                    <a:pt x="2245636" y="490103"/>
                  </a:lnTo>
                  <a:lnTo>
                    <a:pt x="2246768" y="495548"/>
                  </a:lnTo>
                  <a:lnTo>
                    <a:pt x="2247675" y="501221"/>
                  </a:lnTo>
                  <a:lnTo>
                    <a:pt x="2247901" y="506893"/>
                  </a:lnTo>
                  <a:lnTo>
                    <a:pt x="2247901" y="1818568"/>
                  </a:lnTo>
                  <a:lnTo>
                    <a:pt x="2247675" y="1824468"/>
                  </a:lnTo>
                  <a:lnTo>
                    <a:pt x="2246768" y="1829913"/>
                  </a:lnTo>
                  <a:lnTo>
                    <a:pt x="2245636" y="1835358"/>
                  </a:lnTo>
                  <a:lnTo>
                    <a:pt x="2243596" y="1840577"/>
                  </a:lnTo>
                  <a:lnTo>
                    <a:pt x="2241104" y="1845342"/>
                  </a:lnTo>
                  <a:lnTo>
                    <a:pt x="2238385" y="1850107"/>
                  </a:lnTo>
                  <a:lnTo>
                    <a:pt x="2235214" y="1854418"/>
                  </a:lnTo>
                  <a:lnTo>
                    <a:pt x="2231589" y="1858275"/>
                  </a:lnTo>
                  <a:lnTo>
                    <a:pt x="2227510" y="1861905"/>
                  </a:lnTo>
                  <a:lnTo>
                    <a:pt x="2223206" y="1865309"/>
                  </a:lnTo>
                  <a:lnTo>
                    <a:pt x="2218674" y="1867804"/>
                  </a:lnTo>
                  <a:lnTo>
                    <a:pt x="2213917" y="1870527"/>
                  </a:lnTo>
                  <a:lnTo>
                    <a:pt x="2208706" y="1872115"/>
                  </a:lnTo>
                  <a:lnTo>
                    <a:pt x="2203268" y="1873477"/>
                  </a:lnTo>
                  <a:lnTo>
                    <a:pt x="2197604" y="1874611"/>
                  </a:lnTo>
                  <a:lnTo>
                    <a:pt x="2191940" y="1874838"/>
                  </a:lnTo>
                  <a:lnTo>
                    <a:pt x="1841899" y="1874838"/>
                  </a:lnTo>
                  <a:lnTo>
                    <a:pt x="1836235" y="1874611"/>
                  </a:lnTo>
                  <a:lnTo>
                    <a:pt x="1830798" y="1873477"/>
                  </a:lnTo>
                  <a:lnTo>
                    <a:pt x="1825360" y="1872115"/>
                  </a:lnTo>
                  <a:lnTo>
                    <a:pt x="1820149" y="1870527"/>
                  </a:lnTo>
                  <a:lnTo>
                    <a:pt x="1815165" y="1867804"/>
                  </a:lnTo>
                  <a:lnTo>
                    <a:pt x="1810633" y="1865309"/>
                  </a:lnTo>
                  <a:lnTo>
                    <a:pt x="1806329" y="1861905"/>
                  </a:lnTo>
                  <a:lnTo>
                    <a:pt x="1802477" y="1858275"/>
                  </a:lnTo>
                  <a:lnTo>
                    <a:pt x="1798852" y="1854418"/>
                  </a:lnTo>
                  <a:lnTo>
                    <a:pt x="1795454" y="1850107"/>
                  </a:lnTo>
                  <a:lnTo>
                    <a:pt x="1792508" y="1845342"/>
                  </a:lnTo>
                  <a:lnTo>
                    <a:pt x="1790243" y="1840577"/>
                  </a:lnTo>
                  <a:lnTo>
                    <a:pt x="1788430" y="1835358"/>
                  </a:lnTo>
                  <a:lnTo>
                    <a:pt x="1786844" y="1829913"/>
                  </a:lnTo>
                  <a:lnTo>
                    <a:pt x="1786165" y="1824468"/>
                  </a:lnTo>
                  <a:lnTo>
                    <a:pt x="1785938" y="1818568"/>
                  </a:lnTo>
                  <a:lnTo>
                    <a:pt x="1785938" y="506893"/>
                  </a:lnTo>
                  <a:lnTo>
                    <a:pt x="1786165" y="501221"/>
                  </a:lnTo>
                  <a:lnTo>
                    <a:pt x="1786844" y="495548"/>
                  </a:lnTo>
                  <a:lnTo>
                    <a:pt x="1788430" y="490103"/>
                  </a:lnTo>
                  <a:lnTo>
                    <a:pt x="1790243" y="484884"/>
                  </a:lnTo>
                  <a:lnTo>
                    <a:pt x="1792508" y="480119"/>
                  </a:lnTo>
                  <a:lnTo>
                    <a:pt x="1795454" y="475582"/>
                  </a:lnTo>
                  <a:lnTo>
                    <a:pt x="1798852" y="471271"/>
                  </a:lnTo>
                  <a:lnTo>
                    <a:pt x="1802477" y="467186"/>
                  </a:lnTo>
                  <a:lnTo>
                    <a:pt x="1806329" y="463556"/>
                  </a:lnTo>
                  <a:lnTo>
                    <a:pt x="1810633" y="460380"/>
                  </a:lnTo>
                  <a:lnTo>
                    <a:pt x="1815165" y="457657"/>
                  </a:lnTo>
                  <a:lnTo>
                    <a:pt x="1820149" y="455388"/>
                  </a:lnTo>
                  <a:lnTo>
                    <a:pt x="1825360" y="453573"/>
                  </a:lnTo>
                  <a:lnTo>
                    <a:pt x="1830798" y="451985"/>
                  </a:lnTo>
                  <a:lnTo>
                    <a:pt x="1836235" y="451077"/>
                  </a:lnTo>
                  <a:lnTo>
                    <a:pt x="1841899" y="450850"/>
                  </a:lnTo>
                  <a:close/>
                  <a:moveTo>
                    <a:pt x="1458752" y="38100"/>
                  </a:moveTo>
                  <a:lnTo>
                    <a:pt x="1461698" y="38100"/>
                  </a:lnTo>
                  <a:lnTo>
                    <a:pt x="1464870" y="38100"/>
                  </a:lnTo>
                  <a:lnTo>
                    <a:pt x="1468043" y="38327"/>
                  </a:lnTo>
                  <a:lnTo>
                    <a:pt x="1470989" y="38554"/>
                  </a:lnTo>
                  <a:lnTo>
                    <a:pt x="1473935" y="39235"/>
                  </a:lnTo>
                  <a:lnTo>
                    <a:pt x="1477107" y="40143"/>
                  </a:lnTo>
                  <a:lnTo>
                    <a:pt x="1479827" y="40825"/>
                  </a:lnTo>
                  <a:lnTo>
                    <a:pt x="1482773" y="42187"/>
                  </a:lnTo>
                  <a:lnTo>
                    <a:pt x="1485718" y="43322"/>
                  </a:lnTo>
                  <a:lnTo>
                    <a:pt x="1488438" y="44684"/>
                  </a:lnTo>
                  <a:lnTo>
                    <a:pt x="1491157" y="46500"/>
                  </a:lnTo>
                  <a:lnTo>
                    <a:pt x="1493876" y="48317"/>
                  </a:lnTo>
                  <a:lnTo>
                    <a:pt x="1496143" y="50133"/>
                  </a:lnTo>
                  <a:lnTo>
                    <a:pt x="1498409" y="52176"/>
                  </a:lnTo>
                  <a:lnTo>
                    <a:pt x="1500675" y="54447"/>
                  </a:lnTo>
                  <a:lnTo>
                    <a:pt x="1502714" y="56490"/>
                  </a:lnTo>
                  <a:lnTo>
                    <a:pt x="1504754" y="59214"/>
                  </a:lnTo>
                  <a:lnTo>
                    <a:pt x="1506567" y="61485"/>
                  </a:lnTo>
                  <a:lnTo>
                    <a:pt x="1508153" y="64436"/>
                  </a:lnTo>
                  <a:lnTo>
                    <a:pt x="1509739" y="66934"/>
                  </a:lnTo>
                  <a:lnTo>
                    <a:pt x="1511099" y="69658"/>
                  </a:lnTo>
                  <a:lnTo>
                    <a:pt x="1512005" y="72609"/>
                  </a:lnTo>
                  <a:lnTo>
                    <a:pt x="1513138" y="75334"/>
                  </a:lnTo>
                  <a:lnTo>
                    <a:pt x="1514045" y="78512"/>
                  </a:lnTo>
                  <a:lnTo>
                    <a:pt x="1514725" y="81691"/>
                  </a:lnTo>
                  <a:lnTo>
                    <a:pt x="1515178" y="84642"/>
                  </a:lnTo>
                  <a:lnTo>
                    <a:pt x="1515405" y="87821"/>
                  </a:lnTo>
                  <a:lnTo>
                    <a:pt x="1543051" y="488083"/>
                  </a:lnTo>
                  <a:lnTo>
                    <a:pt x="1543051" y="493305"/>
                  </a:lnTo>
                  <a:lnTo>
                    <a:pt x="1542371" y="498754"/>
                  </a:lnTo>
                  <a:lnTo>
                    <a:pt x="1541691" y="503976"/>
                  </a:lnTo>
                  <a:lnTo>
                    <a:pt x="1540105" y="509198"/>
                  </a:lnTo>
                  <a:lnTo>
                    <a:pt x="1538066" y="513965"/>
                  </a:lnTo>
                  <a:lnTo>
                    <a:pt x="1535800" y="518506"/>
                  </a:lnTo>
                  <a:lnTo>
                    <a:pt x="1532854" y="522820"/>
                  </a:lnTo>
                  <a:lnTo>
                    <a:pt x="1529908" y="526906"/>
                  </a:lnTo>
                  <a:lnTo>
                    <a:pt x="1526282" y="530539"/>
                  </a:lnTo>
                  <a:lnTo>
                    <a:pt x="1522429" y="533944"/>
                  </a:lnTo>
                  <a:lnTo>
                    <a:pt x="1518350" y="537123"/>
                  </a:lnTo>
                  <a:lnTo>
                    <a:pt x="1513592" y="539620"/>
                  </a:lnTo>
                  <a:lnTo>
                    <a:pt x="1509059" y="541663"/>
                  </a:lnTo>
                  <a:lnTo>
                    <a:pt x="1503847" y="543253"/>
                  </a:lnTo>
                  <a:lnTo>
                    <a:pt x="1498635" y="544615"/>
                  </a:lnTo>
                  <a:lnTo>
                    <a:pt x="1493197" y="545069"/>
                  </a:lnTo>
                  <a:lnTo>
                    <a:pt x="1488211" y="545296"/>
                  </a:lnTo>
                  <a:lnTo>
                    <a:pt x="1482999" y="544842"/>
                  </a:lnTo>
                  <a:lnTo>
                    <a:pt x="1478014" y="543934"/>
                  </a:lnTo>
                  <a:lnTo>
                    <a:pt x="1473481" y="542799"/>
                  </a:lnTo>
                  <a:lnTo>
                    <a:pt x="1469629" y="541437"/>
                  </a:lnTo>
                  <a:lnTo>
                    <a:pt x="1466003" y="539847"/>
                  </a:lnTo>
                  <a:lnTo>
                    <a:pt x="1462604" y="537804"/>
                  </a:lnTo>
                  <a:lnTo>
                    <a:pt x="1459205" y="535761"/>
                  </a:lnTo>
                  <a:lnTo>
                    <a:pt x="1456032" y="533490"/>
                  </a:lnTo>
                  <a:lnTo>
                    <a:pt x="1453086" y="530766"/>
                  </a:lnTo>
                  <a:lnTo>
                    <a:pt x="1450367" y="528041"/>
                  </a:lnTo>
                  <a:lnTo>
                    <a:pt x="1447874" y="525090"/>
                  </a:lnTo>
                  <a:lnTo>
                    <a:pt x="1445382" y="522139"/>
                  </a:lnTo>
                  <a:lnTo>
                    <a:pt x="1443342" y="518733"/>
                  </a:lnTo>
                  <a:lnTo>
                    <a:pt x="1441529" y="515100"/>
                  </a:lnTo>
                  <a:lnTo>
                    <a:pt x="1439943" y="511468"/>
                  </a:lnTo>
                  <a:lnTo>
                    <a:pt x="1438583" y="507608"/>
                  </a:lnTo>
                  <a:lnTo>
                    <a:pt x="1437677" y="503749"/>
                  </a:lnTo>
                  <a:lnTo>
                    <a:pt x="1436770" y="499662"/>
                  </a:lnTo>
                  <a:lnTo>
                    <a:pt x="1436317" y="495348"/>
                  </a:lnTo>
                  <a:lnTo>
                    <a:pt x="1419775" y="256735"/>
                  </a:lnTo>
                  <a:lnTo>
                    <a:pt x="1404592" y="280119"/>
                  </a:lnTo>
                  <a:lnTo>
                    <a:pt x="1396434" y="292606"/>
                  </a:lnTo>
                  <a:lnTo>
                    <a:pt x="1387596" y="304866"/>
                  </a:lnTo>
                  <a:lnTo>
                    <a:pt x="1378531" y="317580"/>
                  </a:lnTo>
                  <a:lnTo>
                    <a:pt x="1369014" y="330748"/>
                  </a:lnTo>
                  <a:lnTo>
                    <a:pt x="1359270" y="343916"/>
                  </a:lnTo>
                  <a:lnTo>
                    <a:pt x="1348845" y="357311"/>
                  </a:lnTo>
                  <a:lnTo>
                    <a:pt x="1338421" y="370933"/>
                  </a:lnTo>
                  <a:lnTo>
                    <a:pt x="1327317" y="384782"/>
                  </a:lnTo>
                  <a:lnTo>
                    <a:pt x="1315760" y="398632"/>
                  </a:lnTo>
                  <a:lnTo>
                    <a:pt x="1303750" y="412935"/>
                  </a:lnTo>
                  <a:lnTo>
                    <a:pt x="1291513" y="426784"/>
                  </a:lnTo>
                  <a:lnTo>
                    <a:pt x="1278823" y="441314"/>
                  </a:lnTo>
                  <a:lnTo>
                    <a:pt x="1265679" y="455390"/>
                  </a:lnTo>
                  <a:lnTo>
                    <a:pt x="1252082" y="469920"/>
                  </a:lnTo>
                  <a:lnTo>
                    <a:pt x="1233500" y="488991"/>
                  </a:lnTo>
                  <a:lnTo>
                    <a:pt x="1214465" y="507608"/>
                  </a:lnTo>
                  <a:lnTo>
                    <a:pt x="1195430" y="525998"/>
                  </a:lnTo>
                  <a:lnTo>
                    <a:pt x="1175715" y="543707"/>
                  </a:lnTo>
                  <a:lnTo>
                    <a:pt x="1156226" y="560961"/>
                  </a:lnTo>
                  <a:lnTo>
                    <a:pt x="1136058" y="577762"/>
                  </a:lnTo>
                  <a:lnTo>
                    <a:pt x="1115663" y="594336"/>
                  </a:lnTo>
                  <a:lnTo>
                    <a:pt x="1095041" y="610455"/>
                  </a:lnTo>
                  <a:lnTo>
                    <a:pt x="1074193" y="625893"/>
                  </a:lnTo>
                  <a:lnTo>
                    <a:pt x="1053118" y="641105"/>
                  </a:lnTo>
                  <a:lnTo>
                    <a:pt x="1031590" y="655408"/>
                  </a:lnTo>
                  <a:lnTo>
                    <a:pt x="1010062" y="669711"/>
                  </a:lnTo>
                  <a:lnTo>
                    <a:pt x="988081" y="683333"/>
                  </a:lnTo>
                  <a:lnTo>
                    <a:pt x="966099" y="696501"/>
                  </a:lnTo>
                  <a:lnTo>
                    <a:pt x="943891" y="709442"/>
                  </a:lnTo>
                  <a:lnTo>
                    <a:pt x="921004" y="721702"/>
                  </a:lnTo>
                  <a:lnTo>
                    <a:pt x="906954" y="729194"/>
                  </a:lnTo>
                  <a:lnTo>
                    <a:pt x="892451" y="736232"/>
                  </a:lnTo>
                  <a:lnTo>
                    <a:pt x="878174" y="743497"/>
                  </a:lnTo>
                  <a:lnTo>
                    <a:pt x="863671" y="750309"/>
                  </a:lnTo>
                  <a:lnTo>
                    <a:pt x="848941" y="756893"/>
                  </a:lnTo>
                  <a:lnTo>
                    <a:pt x="834212" y="763477"/>
                  </a:lnTo>
                  <a:lnTo>
                    <a:pt x="819482" y="769834"/>
                  </a:lnTo>
                  <a:lnTo>
                    <a:pt x="804526" y="775736"/>
                  </a:lnTo>
                  <a:lnTo>
                    <a:pt x="789569" y="781866"/>
                  </a:lnTo>
                  <a:lnTo>
                    <a:pt x="774613" y="787542"/>
                  </a:lnTo>
                  <a:lnTo>
                    <a:pt x="759430" y="793218"/>
                  </a:lnTo>
                  <a:lnTo>
                    <a:pt x="744247" y="798440"/>
                  </a:lnTo>
                  <a:lnTo>
                    <a:pt x="729064" y="803435"/>
                  </a:lnTo>
                  <a:lnTo>
                    <a:pt x="713655" y="808657"/>
                  </a:lnTo>
                  <a:lnTo>
                    <a:pt x="698472" y="813197"/>
                  </a:lnTo>
                  <a:lnTo>
                    <a:pt x="682609" y="817965"/>
                  </a:lnTo>
                  <a:lnTo>
                    <a:pt x="667199" y="822279"/>
                  </a:lnTo>
                  <a:lnTo>
                    <a:pt x="651563" y="826365"/>
                  </a:lnTo>
                  <a:lnTo>
                    <a:pt x="635701" y="830452"/>
                  </a:lnTo>
                  <a:lnTo>
                    <a:pt x="620064" y="834084"/>
                  </a:lnTo>
                  <a:lnTo>
                    <a:pt x="604202" y="837717"/>
                  </a:lnTo>
                  <a:lnTo>
                    <a:pt x="588112" y="841350"/>
                  </a:lnTo>
                  <a:lnTo>
                    <a:pt x="572249" y="844528"/>
                  </a:lnTo>
                  <a:lnTo>
                    <a:pt x="555933" y="847479"/>
                  </a:lnTo>
                  <a:lnTo>
                    <a:pt x="539618" y="850431"/>
                  </a:lnTo>
                  <a:lnTo>
                    <a:pt x="523528" y="852928"/>
                  </a:lnTo>
                  <a:lnTo>
                    <a:pt x="507212" y="855653"/>
                  </a:lnTo>
                  <a:lnTo>
                    <a:pt x="490896" y="857923"/>
                  </a:lnTo>
                  <a:lnTo>
                    <a:pt x="474353" y="859966"/>
                  </a:lnTo>
                  <a:lnTo>
                    <a:pt x="458037" y="861783"/>
                  </a:lnTo>
                  <a:lnTo>
                    <a:pt x="441268" y="863372"/>
                  </a:lnTo>
                  <a:lnTo>
                    <a:pt x="424726" y="864961"/>
                  </a:lnTo>
                  <a:lnTo>
                    <a:pt x="419287" y="865188"/>
                  </a:lnTo>
                  <a:lnTo>
                    <a:pt x="414075" y="864734"/>
                  </a:lnTo>
                  <a:lnTo>
                    <a:pt x="409089" y="863826"/>
                  </a:lnTo>
                  <a:lnTo>
                    <a:pt x="404104" y="862464"/>
                  </a:lnTo>
                  <a:lnTo>
                    <a:pt x="400252" y="861329"/>
                  </a:lnTo>
                  <a:lnTo>
                    <a:pt x="396626" y="859739"/>
                  </a:lnTo>
                  <a:lnTo>
                    <a:pt x="393227" y="857923"/>
                  </a:lnTo>
                  <a:lnTo>
                    <a:pt x="389827" y="855880"/>
                  </a:lnTo>
                  <a:lnTo>
                    <a:pt x="386882" y="853609"/>
                  </a:lnTo>
                  <a:lnTo>
                    <a:pt x="383936" y="850885"/>
                  </a:lnTo>
                  <a:lnTo>
                    <a:pt x="381216" y="848161"/>
                  </a:lnTo>
                  <a:lnTo>
                    <a:pt x="378497" y="845209"/>
                  </a:lnTo>
                  <a:lnTo>
                    <a:pt x="376231" y="842258"/>
                  </a:lnTo>
                  <a:lnTo>
                    <a:pt x="374191" y="838852"/>
                  </a:lnTo>
                  <a:lnTo>
                    <a:pt x="372378" y="835447"/>
                  </a:lnTo>
                  <a:lnTo>
                    <a:pt x="370566" y="831814"/>
                  </a:lnTo>
                  <a:lnTo>
                    <a:pt x="369206" y="827955"/>
                  </a:lnTo>
                  <a:lnTo>
                    <a:pt x="368299" y="824095"/>
                  </a:lnTo>
                  <a:lnTo>
                    <a:pt x="367620" y="820008"/>
                  </a:lnTo>
                  <a:lnTo>
                    <a:pt x="366940" y="815922"/>
                  </a:lnTo>
                  <a:lnTo>
                    <a:pt x="366713" y="810473"/>
                  </a:lnTo>
                  <a:lnTo>
                    <a:pt x="367167" y="805024"/>
                  </a:lnTo>
                  <a:lnTo>
                    <a:pt x="368073" y="799802"/>
                  </a:lnTo>
                  <a:lnTo>
                    <a:pt x="369206" y="795034"/>
                  </a:lnTo>
                  <a:lnTo>
                    <a:pt x="371472" y="790040"/>
                  </a:lnTo>
                  <a:lnTo>
                    <a:pt x="373738" y="785272"/>
                  </a:lnTo>
                  <a:lnTo>
                    <a:pt x="376231" y="780958"/>
                  </a:lnTo>
                  <a:lnTo>
                    <a:pt x="379403" y="776872"/>
                  </a:lnTo>
                  <a:lnTo>
                    <a:pt x="383029" y="773239"/>
                  </a:lnTo>
                  <a:lnTo>
                    <a:pt x="386882" y="769607"/>
                  </a:lnTo>
                  <a:lnTo>
                    <a:pt x="390961" y="766882"/>
                  </a:lnTo>
                  <a:lnTo>
                    <a:pt x="395266" y="763931"/>
                  </a:lnTo>
                  <a:lnTo>
                    <a:pt x="400252" y="761887"/>
                  </a:lnTo>
                  <a:lnTo>
                    <a:pt x="405237" y="760071"/>
                  </a:lnTo>
                  <a:lnTo>
                    <a:pt x="410222" y="758709"/>
                  </a:lnTo>
                  <a:lnTo>
                    <a:pt x="415661" y="758255"/>
                  </a:lnTo>
                  <a:lnTo>
                    <a:pt x="431071" y="756666"/>
                  </a:lnTo>
                  <a:lnTo>
                    <a:pt x="446027" y="755076"/>
                  </a:lnTo>
                  <a:lnTo>
                    <a:pt x="461210" y="753714"/>
                  </a:lnTo>
                  <a:lnTo>
                    <a:pt x="476166" y="751898"/>
                  </a:lnTo>
                  <a:lnTo>
                    <a:pt x="491123" y="749854"/>
                  </a:lnTo>
                  <a:lnTo>
                    <a:pt x="506079" y="747357"/>
                  </a:lnTo>
                  <a:lnTo>
                    <a:pt x="521035" y="745087"/>
                  </a:lnTo>
                  <a:lnTo>
                    <a:pt x="535765" y="742589"/>
                  </a:lnTo>
                  <a:lnTo>
                    <a:pt x="550495" y="739638"/>
                  </a:lnTo>
                  <a:lnTo>
                    <a:pt x="565224" y="736913"/>
                  </a:lnTo>
                  <a:lnTo>
                    <a:pt x="579728" y="733735"/>
                  </a:lnTo>
                  <a:lnTo>
                    <a:pt x="594231" y="730329"/>
                  </a:lnTo>
                  <a:lnTo>
                    <a:pt x="608734" y="726697"/>
                  </a:lnTo>
                  <a:lnTo>
                    <a:pt x="623010" y="723064"/>
                  </a:lnTo>
                  <a:lnTo>
                    <a:pt x="637287" y="719432"/>
                  </a:lnTo>
                  <a:lnTo>
                    <a:pt x="651563" y="715345"/>
                  </a:lnTo>
                  <a:lnTo>
                    <a:pt x="665613" y="711259"/>
                  </a:lnTo>
                  <a:lnTo>
                    <a:pt x="679890" y="706945"/>
                  </a:lnTo>
                  <a:lnTo>
                    <a:pt x="693713" y="702404"/>
                  </a:lnTo>
                  <a:lnTo>
                    <a:pt x="707763" y="697864"/>
                  </a:lnTo>
                  <a:lnTo>
                    <a:pt x="721586" y="692869"/>
                  </a:lnTo>
                  <a:lnTo>
                    <a:pt x="735183" y="687874"/>
                  </a:lnTo>
                  <a:lnTo>
                    <a:pt x="749233" y="682652"/>
                  </a:lnTo>
                  <a:lnTo>
                    <a:pt x="762603" y="677430"/>
                  </a:lnTo>
                  <a:lnTo>
                    <a:pt x="776199" y="671755"/>
                  </a:lnTo>
                  <a:lnTo>
                    <a:pt x="789569" y="666079"/>
                  </a:lnTo>
                  <a:lnTo>
                    <a:pt x="803166" y="660176"/>
                  </a:lnTo>
                  <a:lnTo>
                    <a:pt x="816536" y="654273"/>
                  </a:lnTo>
                  <a:lnTo>
                    <a:pt x="829679" y="648143"/>
                  </a:lnTo>
                  <a:lnTo>
                    <a:pt x="842823" y="641559"/>
                  </a:lnTo>
                  <a:lnTo>
                    <a:pt x="855966" y="634975"/>
                  </a:lnTo>
                  <a:lnTo>
                    <a:pt x="868883" y="628164"/>
                  </a:lnTo>
                  <a:lnTo>
                    <a:pt x="889505" y="617039"/>
                  </a:lnTo>
                  <a:lnTo>
                    <a:pt x="910126" y="605460"/>
                  </a:lnTo>
                  <a:lnTo>
                    <a:pt x="930068" y="593655"/>
                  </a:lnTo>
                  <a:lnTo>
                    <a:pt x="950237" y="580941"/>
                  </a:lnTo>
                  <a:lnTo>
                    <a:pt x="970178" y="568000"/>
                  </a:lnTo>
                  <a:lnTo>
                    <a:pt x="989667" y="554832"/>
                  </a:lnTo>
                  <a:lnTo>
                    <a:pt x="1008929" y="540982"/>
                  </a:lnTo>
                  <a:lnTo>
                    <a:pt x="1027964" y="526906"/>
                  </a:lnTo>
                  <a:lnTo>
                    <a:pt x="1046773" y="512149"/>
                  </a:lnTo>
                  <a:lnTo>
                    <a:pt x="1065355" y="497165"/>
                  </a:lnTo>
                  <a:lnTo>
                    <a:pt x="1083937" y="481726"/>
                  </a:lnTo>
                  <a:lnTo>
                    <a:pt x="1102066" y="466061"/>
                  </a:lnTo>
                  <a:lnTo>
                    <a:pt x="1119742" y="449714"/>
                  </a:lnTo>
                  <a:lnTo>
                    <a:pt x="1137644" y="433141"/>
                  </a:lnTo>
                  <a:lnTo>
                    <a:pt x="1154866" y="416113"/>
                  </a:lnTo>
                  <a:lnTo>
                    <a:pt x="1171862" y="398859"/>
                  </a:lnTo>
                  <a:lnTo>
                    <a:pt x="1184779" y="385236"/>
                  </a:lnTo>
                  <a:lnTo>
                    <a:pt x="1197469" y="371841"/>
                  </a:lnTo>
                  <a:lnTo>
                    <a:pt x="1209480" y="358219"/>
                  </a:lnTo>
                  <a:lnTo>
                    <a:pt x="1221037" y="344597"/>
                  </a:lnTo>
                  <a:lnTo>
                    <a:pt x="1232367" y="331429"/>
                  </a:lnTo>
                  <a:lnTo>
                    <a:pt x="1243245" y="318261"/>
                  </a:lnTo>
                  <a:lnTo>
                    <a:pt x="1253895" y="305093"/>
                  </a:lnTo>
                  <a:lnTo>
                    <a:pt x="1263866" y="292606"/>
                  </a:lnTo>
                  <a:lnTo>
                    <a:pt x="1273384" y="279665"/>
                  </a:lnTo>
                  <a:lnTo>
                    <a:pt x="1282675" y="267178"/>
                  </a:lnTo>
                  <a:lnTo>
                    <a:pt x="1291739" y="255145"/>
                  </a:lnTo>
                  <a:lnTo>
                    <a:pt x="1300124" y="242886"/>
                  </a:lnTo>
                  <a:lnTo>
                    <a:pt x="1308282" y="231307"/>
                  </a:lnTo>
                  <a:lnTo>
                    <a:pt x="1316213" y="219728"/>
                  </a:lnTo>
                  <a:lnTo>
                    <a:pt x="1330263" y="197706"/>
                  </a:lnTo>
                  <a:lnTo>
                    <a:pt x="1107958" y="281027"/>
                  </a:lnTo>
                  <a:lnTo>
                    <a:pt x="1102746" y="282390"/>
                  </a:lnTo>
                  <a:lnTo>
                    <a:pt x="1097534" y="283525"/>
                  </a:lnTo>
                  <a:lnTo>
                    <a:pt x="1092322" y="283979"/>
                  </a:lnTo>
                  <a:lnTo>
                    <a:pt x="1087110" y="283979"/>
                  </a:lnTo>
                  <a:lnTo>
                    <a:pt x="1081898" y="283752"/>
                  </a:lnTo>
                  <a:lnTo>
                    <a:pt x="1076686" y="282844"/>
                  </a:lnTo>
                  <a:lnTo>
                    <a:pt x="1071927" y="281255"/>
                  </a:lnTo>
                  <a:lnTo>
                    <a:pt x="1067168" y="279438"/>
                  </a:lnTo>
                  <a:lnTo>
                    <a:pt x="1062636" y="277168"/>
                  </a:lnTo>
                  <a:lnTo>
                    <a:pt x="1058103" y="274216"/>
                  </a:lnTo>
                  <a:lnTo>
                    <a:pt x="1054251" y="270811"/>
                  </a:lnTo>
                  <a:lnTo>
                    <a:pt x="1050399" y="267178"/>
                  </a:lnTo>
                  <a:lnTo>
                    <a:pt x="1047226" y="263319"/>
                  </a:lnTo>
                  <a:lnTo>
                    <a:pt x="1044054" y="259005"/>
                  </a:lnTo>
                  <a:lnTo>
                    <a:pt x="1041561" y="254237"/>
                  </a:lnTo>
                  <a:lnTo>
                    <a:pt x="1039295" y="249470"/>
                  </a:lnTo>
                  <a:lnTo>
                    <a:pt x="1037482" y="244021"/>
                  </a:lnTo>
                  <a:lnTo>
                    <a:pt x="1036575" y="238799"/>
                  </a:lnTo>
                  <a:lnTo>
                    <a:pt x="1036122" y="233350"/>
                  </a:lnTo>
                  <a:lnTo>
                    <a:pt x="1036122" y="228355"/>
                  </a:lnTo>
                  <a:lnTo>
                    <a:pt x="1036349" y="223134"/>
                  </a:lnTo>
                  <a:lnTo>
                    <a:pt x="1037255" y="218139"/>
                  </a:lnTo>
                  <a:lnTo>
                    <a:pt x="1038841" y="213144"/>
                  </a:lnTo>
                  <a:lnTo>
                    <a:pt x="1040654" y="208376"/>
                  </a:lnTo>
                  <a:lnTo>
                    <a:pt x="1042920" y="203836"/>
                  </a:lnTo>
                  <a:lnTo>
                    <a:pt x="1045866" y="199295"/>
                  </a:lnTo>
                  <a:lnTo>
                    <a:pt x="1049266" y="195435"/>
                  </a:lnTo>
                  <a:lnTo>
                    <a:pt x="1052891" y="191576"/>
                  </a:lnTo>
                  <a:lnTo>
                    <a:pt x="1056744" y="188170"/>
                  </a:lnTo>
                  <a:lnTo>
                    <a:pt x="1061049" y="185219"/>
                  </a:lnTo>
                  <a:lnTo>
                    <a:pt x="1065582" y="182494"/>
                  </a:lnTo>
                  <a:lnTo>
                    <a:pt x="1070567" y="180451"/>
                  </a:lnTo>
                  <a:lnTo>
                    <a:pt x="1443569" y="41279"/>
                  </a:lnTo>
                  <a:lnTo>
                    <a:pt x="1446288" y="40370"/>
                  </a:lnTo>
                  <a:lnTo>
                    <a:pt x="1449461" y="39462"/>
                  </a:lnTo>
                  <a:lnTo>
                    <a:pt x="1452633" y="38781"/>
                  </a:lnTo>
                  <a:lnTo>
                    <a:pt x="1455579" y="38327"/>
                  </a:lnTo>
                  <a:lnTo>
                    <a:pt x="1458752" y="38100"/>
                  </a:lnTo>
                  <a:close/>
                  <a:moveTo>
                    <a:pt x="102528" y="0"/>
                  </a:moveTo>
                  <a:lnTo>
                    <a:pt x="107971" y="454"/>
                  </a:lnTo>
                  <a:lnTo>
                    <a:pt x="113189" y="681"/>
                  </a:lnTo>
                  <a:lnTo>
                    <a:pt x="118406" y="1361"/>
                  </a:lnTo>
                  <a:lnTo>
                    <a:pt x="123169" y="2268"/>
                  </a:lnTo>
                  <a:lnTo>
                    <a:pt x="128386" y="3403"/>
                  </a:lnTo>
                  <a:lnTo>
                    <a:pt x="133376" y="4764"/>
                  </a:lnTo>
                  <a:lnTo>
                    <a:pt x="137913" y="6578"/>
                  </a:lnTo>
                  <a:lnTo>
                    <a:pt x="142450" y="8393"/>
                  </a:lnTo>
                  <a:lnTo>
                    <a:pt x="147213" y="10434"/>
                  </a:lnTo>
                  <a:lnTo>
                    <a:pt x="151523" y="12476"/>
                  </a:lnTo>
                  <a:lnTo>
                    <a:pt x="156059" y="14971"/>
                  </a:lnTo>
                  <a:lnTo>
                    <a:pt x="160143" y="17693"/>
                  </a:lnTo>
                  <a:lnTo>
                    <a:pt x="164225" y="20642"/>
                  </a:lnTo>
                  <a:lnTo>
                    <a:pt x="168082" y="23590"/>
                  </a:lnTo>
                  <a:lnTo>
                    <a:pt x="171711" y="26993"/>
                  </a:lnTo>
                  <a:lnTo>
                    <a:pt x="175340" y="30169"/>
                  </a:lnTo>
                  <a:lnTo>
                    <a:pt x="178743" y="33798"/>
                  </a:lnTo>
                  <a:lnTo>
                    <a:pt x="181918" y="37427"/>
                  </a:lnTo>
                  <a:lnTo>
                    <a:pt x="185094" y="41510"/>
                  </a:lnTo>
                  <a:lnTo>
                    <a:pt x="188043" y="45593"/>
                  </a:lnTo>
                  <a:lnTo>
                    <a:pt x="190538" y="49676"/>
                  </a:lnTo>
                  <a:lnTo>
                    <a:pt x="193033" y="53986"/>
                  </a:lnTo>
                  <a:lnTo>
                    <a:pt x="195074" y="58296"/>
                  </a:lnTo>
                  <a:lnTo>
                    <a:pt x="197343" y="63059"/>
                  </a:lnTo>
                  <a:lnTo>
                    <a:pt x="199157" y="67596"/>
                  </a:lnTo>
                  <a:lnTo>
                    <a:pt x="200745" y="72359"/>
                  </a:lnTo>
                  <a:lnTo>
                    <a:pt x="202106" y="77122"/>
                  </a:lnTo>
                  <a:lnTo>
                    <a:pt x="203467" y="82340"/>
                  </a:lnTo>
                  <a:lnTo>
                    <a:pt x="204148" y="87330"/>
                  </a:lnTo>
                  <a:lnTo>
                    <a:pt x="205055" y="92320"/>
                  </a:lnTo>
                  <a:lnTo>
                    <a:pt x="205282" y="97537"/>
                  </a:lnTo>
                  <a:lnTo>
                    <a:pt x="205509" y="102981"/>
                  </a:lnTo>
                  <a:lnTo>
                    <a:pt x="205509" y="2092965"/>
                  </a:lnTo>
                  <a:lnTo>
                    <a:pt x="2195719" y="2092965"/>
                  </a:lnTo>
                  <a:lnTo>
                    <a:pt x="2201163" y="2093192"/>
                  </a:lnTo>
                  <a:lnTo>
                    <a:pt x="2206380" y="2093419"/>
                  </a:lnTo>
                  <a:lnTo>
                    <a:pt x="2211597" y="2094326"/>
                  </a:lnTo>
                  <a:lnTo>
                    <a:pt x="2216587" y="2095233"/>
                  </a:lnTo>
                  <a:lnTo>
                    <a:pt x="2221578" y="2096367"/>
                  </a:lnTo>
                  <a:lnTo>
                    <a:pt x="2226568" y="2097501"/>
                  </a:lnTo>
                  <a:lnTo>
                    <a:pt x="2231105" y="2099316"/>
                  </a:lnTo>
                  <a:lnTo>
                    <a:pt x="2235868" y="2101131"/>
                  </a:lnTo>
                  <a:lnTo>
                    <a:pt x="2240405" y="2103172"/>
                  </a:lnTo>
                  <a:lnTo>
                    <a:pt x="2244714" y="2105667"/>
                  </a:lnTo>
                  <a:lnTo>
                    <a:pt x="2249251" y="2107936"/>
                  </a:lnTo>
                  <a:lnTo>
                    <a:pt x="2253334" y="2110658"/>
                  </a:lnTo>
                  <a:lnTo>
                    <a:pt x="2257417" y="2113606"/>
                  </a:lnTo>
                  <a:lnTo>
                    <a:pt x="2261273" y="2116328"/>
                  </a:lnTo>
                  <a:lnTo>
                    <a:pt x="2264902" y="2119731"/>
                  </a:lnTo>
                  <a:lnTo>
                    <a:pt x="2268532" y="2123133"/>
                  </a:lnTo>
                  <a:lnTo>
                    <a:pt x="2271934" y="2126763"/>
                  </a:lnTo>
                  <a:lnTo>
                    <a:pt x="2275337" y="2130619"/>
                  </a:lnTo>
                  <a:lnTo>
                    <a:pt x="2278285" y="2134475"/>
                  </a:lnTo>
                  <a:lnTo>
                    <a:pt x="2281234" y="2138331"/>
                  </a:lnTo>
                  <a:lnTo>
                    <a:pt x="2283729" y="2142414"/>
                  </a:lnTo>
                  <a:lnTo>
                    <a:pt x="2286224" y="2146724"/>
                  </a:lnTo>
                  <a:lnTo>
                    <a:pt x="2288720" y="2151260"/>
                  </a:lnTo>
                  <a:lnTo>
                    <a:pt x="2290761" y="2155797"/>
                  </a:lnTo>
                  <a:lnTo>
                    <a:pt x="2292576" y="2160560"/>
                  </a:lnTo>
                  <a:lnTo>
                    <a:pt x="2294164" y="2165324"/>
                  </a:lnTo>
                  <a:lnTo>
                    <a:pt x="2295298" y="2170087"/>
                  </a:lnTo>
                  <a:lnTo>
                    <a:pt x="2296659" y="2175304"/>
                  </a:lnTo>
                  <a:lnTo>
                    <a:pt x="2297339" y="2180068"/>
                  </a:lnTo>
                  <a:lnTo>
                    <a:pt x="2298246" y="2185285"/>
                  </a:lnTo>
                  <a:lnTo>
                    <a:pt x="2298473" y="2190729"/>
                  </a:lnTo>
                  <a:lnTo>
                    <a:pt x="2298700" y="2195946"/>
                  </a:lnTo>
                  <a:lnTo>
                    <a:pt x="2298473" y="2201163"/>
                  </a:lnTo>
                  <a:lnTo>
                    <a:pt x="2298246" y="2206380"/>
                  </a:lnTo>
                  <a:lnTo>
                    <a:pt x="2297339" y="2211597"/>
                  </a:lnTo>
                  <a:lnTo>
                    <a:pt x="2296659" y="2216361"/>
                  </a:lnTo>
                  <a:lnTo>
                    <a:pt x="2295298" y="2221578"/>
                  </a:lnTo>
                  <a:lnTo>
                    <a:pt x="2294164" y="2226568"/>
                  </a:lnTo>
                  <a:lnTo>
                    <a:pt x="2292576" y="2231105"/>
                  </a:lnTo>
                  <a:lnTo>
                    <a:pt x="2290761" y="2235868"/>
                  </a:lnTo>
                  <a:lnTo>
                    <a:pt x="2288720" y="2240405"/>
                  </a:lnTo>
                  <a:lnTo>
                    <a:pt x="2286224" y="2244941"/>
                  </a:lnTo>
                  <a:lnTo>
                    <a:pt x="2283729" y="2249251"/>
                  </a:lnTo>
                  <a:lnTo>
                    <a:pt x="2281234" y="2253334"/>
                  </a:lnTo>
                  <a:lnTo>
                    <a:pt x="2278285" y="2257417"/>
                  </a:lnTo>
                  <a:lnTo>
                    <a:pt x="2275337" y="2261273"/>
                  </a:lnTo>
                  <a:lnTo>
                    <a:pt x="2271934" y="2264902"/>
                  </a:lnTo>
                  <a:lnTo>
                    <a:pt x="2268532" y="2268532"/>
                  </a:lnTo>
                  <a:lnTo>
                    <a:pt x="2264902" y="2271934"/>
                  </a:lnTo>
                  <a:lnTo>
                    <a:pt x="2261273" y="2275337"/>
                  </a:lnTo>
                  <a:lnTo>
                    <a:pt x="2257417" y="2278059"/>
                  </a:lnTo>
                  <a:lnTo>
                    <a:pt x="2253334" y="2281234"/>
                  </a:lnTo>
                  <a:lnTo>
                    <a:pt x="2249251" y="2283729"/>
                  </a:lnTo>
                  <a:lnTo>
                    <a:pt x="2244714" y="2286451"/>
                  </a:lnTo>
                  <a:lnTo>
                    <a:pt x="2240405" y="2288493"/>
                  </a:lnTo>
                  <a:lnTo>
                    <a:pt x="2235868" y="2290534"/>
                  </a:lnTo>
                  <a:lnTo>
                    <a:pt x="2231105" y="2292349"/>
                  </a:lnTo>
                  <a:lnTo>
                    <a:pt x="2226568" y="2294164"/>
                  </a:lnTo>
                  <a:lnTo>
                    <a:pt x="2221578" y="2295298"/>
                  </a:lnTo>
                  <a:lnTo>
                    <a:pt x="2216587" y="2296659"/>
                  </a:lnTo>
                  <a:lnTo>
                    <a:pt x="2211597" y="2297566"/>
                  </a:lnTo>
                  <a:lnTo>
                    <a:pt x="2206380" y="2298246"/>
                  </a:lnTo>
                  <a:lnTo>
                    <a:pt x="2201163" y="2298473"/>
                  </a:lnTo>
                  <a:lnTo>
                    <a:pt x="2195719" y="2298700"/>
                  </a:lnTo>
                  <a:lnTo>
                    <a:pt x="102528" y="2298700"/>
                  </a:lnTo>
                  <a:lnTo>
                    <a:pt x="97310" y="2298473"/>
                  </a:lnTo>
                  <a:lnTo>
                    <a:pt x="92093" y="2298246"/>
                  </a:lnTo>
                  <a:lnTo>
                    <a:pt x="86876" y="2297566"/>
                  </a:lnTo>
                  <a:lnTo>
                    <a:pt x="81886" y="2296659"/>
                  </a:lnTo>
                  <a:lnTo>
                    <a:pt x="77122" y="2295298"/>
                  </a:lnTo>
                  <a:lnTo>
                    <a:pt x="72132" y="2294164"/>
                  </a:lnTo>
                  <a:lnTo>
                    <a:pt x="67142" y="2292349"/>
                  </a:lnTo>
                  <a:lnTo>
                    <a:pt x="62605" y="2290534"/>
                  </a:lnTo>
                  <a:lnTo>
                    <a:pt x="57842" y="2288493"/>
                  </a:lnTo>
                  <a:lnTo>
                    <a:pt x="53532" y="2286451"/>
                  </a:lnTo>
                  <a:lnTo>
                    <a:pt x="49449" y="2283729"/>
                  </a:lnTo>
                  <a:lnTo>
                    <a:pt x="45139" y="2281234"/>
                  </a:lnTo>
                  <a:lnTo>
                    <a:pt x="41283" y="2278059"/>
                  </a:lnTo>
                  <a:lnTo>
                    <a:pt x="37200" y="2275337"/>
                  </a:lnTo>
                  <a:lnTo>
                    <a:pt x="33344" y="2271934"/>
                  </a:lnTo>
                  <a:lnTo>
                    <a:pt x="29715" y="2268532"/>
                  </a:lnTo>
                  <a:lnTo>
                    <a:pt x="26539" y="2264902"/>
                  </a:lnTo>
                  <a:lnTo>
                    <a:pt x="23364" y="2261273"/>
                  </a:lnTo>
                  <a:lnTo>
                    <a:pt x="20188" y="2257417"/>
                  </a:lnTo>
                  <a:lnTo>
                    <a:pt x="17466" y="2253334"/>
                  </a:lnTo>
                  <a:lnTo>
                    <a:pt x="14517" y="2249251"/>
                  </a:lnTo>
                  <a:lnTo>
                    <a:pt x="12249" y="2244941"/>
                  </a:lnTo>
                  <a:lnTo>
                    <a:pt x="9981" y="2240405"/>
                  </a:lnTo>
                  <a:lnTo>
                    <a:pt x="7939" y="2235868"/>
                  </a:lnTo>
                  <a:lnTo>
                    <a:pt x="6125" y="2231105"/>
                  </a:lnTo>
                  <a:lnTo>
                    <a:pt x="4537" y="2226568"/>
                  </a:lnTo>
                  <a:lnTo>
                    <a:pt x="2949" y="2221578"/>
                  </a:lnTo>
                  <a:lnTo>
                    <a:pt x="2042" y="2216361"/>
                  </a:lnTo>
                  <a:lnTo>
                    <a:pt x="907" y="2211597"/>
                  </a:lnTo>
                  <a:lnTo>
                    <a:pt x="454" y="2206380"/>
                  </a:lnTo>
                  <a:lnTo>
                    <a:pt x="0" y="2201163"/>
                  </a:lnTo>
                  <a:lnTo>
                    <a:pt x="0" y="2195946"/>
                  </a:lnTo>
                  <a:lnTo>
                    <a:pt x="0" y="102981"/>
                  </a:lnTo>
                  <a:lnTo>
                    <a:pt x="0" y="97537"/>
                  </a:lnTo>
                  <a:lnTo>
                    <a:pt x="454" y="92320"/>
                  </a:lnTo>
                  <a:lnTo>
                    <a:pt x="907" y="87330"/>
                  </a:lnTo>
                  <a:lnTo>
                    <a:pt x="2042" y="82340"/>
                  </a:lnTo>
                  <a:lnTo>
                    <a:pt x="2949" y="77122"/>
                  </a:lnTo>
                  <a:lnTo>
                    <a:pt x="4537" y="72359"/>
                  </a:lnTo>
                  <a:lnTo>
                    <a:pt x="6125" y="67596"/>
                  </a:lnTo>
                  <a:lnTo>
                    <a:pt x="7939" y="63059"/>
                  </a:lnTo>
                  <a:lnTo>
                    <a:pt x="9981" y="58296"/>
                  </a:lnTo>
                  <a:lnTo>
                    <a:pt x="12249" y="53986"/>
                  </a:lnTo>
                  <a:lnTo>
                    <a:pt x="14517" y="49676"/>
                  </a:lnTo>
                  <a:lnTo>
                    <a:pt x="17466" y="45593"/>
                  </a:lnTo>
                  <a:lnTo>
                    <a:pt x="20188" y="41510"/>
                  </a:lnTo>
                  <a:lnTo>
                    <a:pt x="23364" y="37427"/>
                  </a:lnTo>
                  <a:lnTo>
                    <a:pt x="26539" y="33798"/>
                  </a:lnTo>
                  <a:lnTo>
                    <a:pt x="29715" y="30169"/>
                  </a:lnTo>
                  <a:lnTo>
                    <a:pt x="33344" y="26993"/>
                  </a:lnTo>
                  <a:lnTo>
                    <a:pt x="37200" y="23590"/>
                  </a:lnTo>
                  <a:lnTo>
                    <a:pt x="41283" y="20642"/>
                  </a:lnTo>
                  <a:lnTo>
                    <a:pt x="45139" y="17693"/>
                  </a:lnTo>
                  <a:lnTo>
                    <a:pt x="49449" y="14971"/>
                  </a:lnTo>
                  <a:lnTo>
                    <a:pt x="53532" y="12476"/>
                  </a:lnTo>
                  <a:lnTo>
                    <a:pt x="57842" y="10434"/>
                  </a:lnTo>
                  <a:lnTo>
                    <a:pt x="62605" y="8393"/>
                  </a:lnTo>
                  <a:lnTo>
                    <a:pt x="67142" y="6578"/>
                  </a:lnTo>
                  <a:lnTo>
                    <a:pt x="72132" y="4764"/>
                  </a:lnTo>
                  <a:lnTo>
                    <a:pt x="77122" y="3403"/>
                  </a:lnTo>
                  <a:lnTo>
                    <a:pt x="81886" y="2268"/>
                  </a:lnTo>
                  <a:lnTo>
                    <a:pt x="86876" y="1361"/>
                  </a:lnTo>
                  <a:lnTo>
                    <a:pt x="92093" y="681"/>
                  </a:lnTo>
                  <a:lnTo>
                    <a:pt x="97310" y="454"/>
                  </a:lnTo>
                  <a:lnTo>
                    <a:pt x="102528" y="0"/>
                  </a:lnTo>
                  <a:close/>
                </a:path>
              </a:pathLst>
            </a:custGeom>
            <a:solidFill>
              <a:srgbClr val="C00000"/>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360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27" name="MH_SubTitle_2">
              <a:extLst>
                <a:ext uri="{FF2B5EF4-FFF2-40B4-BE49-F238E27FC236}">
                  <a16:creationId xmlns:a16="http://schemas.microsoft.com/office/drawing/2014/main" xmlns="" id="{DE9B8505-BC5A-4649-8E54-53C777C0E4B7}"/>
                </a:ext>
              </a:extLst>
            </p:cNvPr>
            <p:cNvSpPr>
              <a:spLocks noChangeArrowheads="1"/>
            </p:cNvSpPr>
            <p:nvPr>
              <p:custDataLst>
                <p:tags r:id="rId19"/>
              </p:custDataLst>
            </p:nvPr>
          </p:nvSpPr>
          <p:spPr bwMode="auto">
            <a:xfrm>
              <a:off x="1031819" y="2071097"/>
              <a:ext cx="2487328" cy="76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lvl="0">
                <a:defRPr sz="1800">
                  <a:solidFill>
                    <a:srgbClr val="000000"/>
                  </a:solidFill>
                  <a:uFillTx/>
                </a:defRPr>
              </a:pPr>
              <a:r>
                <a:rPr lang="zh-CN" altLang="en-US" sz="1200" dirty="0">
                  <a:solidFill>
                    <a:schemeClr val="tx1">
                      <a:lumMod val="75000"/>
                      <a:lumOff val="25000"/>
                    </a:schemeClr>
                  </a:solidFill>
                  <a:uFill>
                    <a:solidFill>
                      <a:srgbClr val="808080"/>
                    </a:solidFill>
                  </a:uFill>
                  <a:latin typeface="微软雅黑" pitchFamily="34" charset="-122"/>
                  <a:ea typeface="微软雅黑" pitchFamily="34" charset="-122"/>
                  <a:cs typeface="+mn-ea"/>
                  <a:sym typeface="+mn-lt"/>
                </a:rPr>
                <a:t>此处添加详细文本描述，建议与标题相关并符合整体语言风格，语言描述尽量简洁生动。 单击此处添加标题</a:t>
              </a:r>
            </a:p>
          </p:txBody>
        </p:sp>
        <p:sp>
          <p:nvSpPr>
            <p:cNvPr id="29" name="TextBox 53">
              <a:extLst>
                <a:ext uri="{FF2B5EF4-FFF2-40B4-BE49-F238E27FC236}">
                  <a16:creationId xmlns:a16="http://schemas.microsoft.com/office/drawing/2014/main" xmlns="" id="{119E7AF3-F300-4C49-8D03-20D14160ED06}"/>
                </a:ext>
              </a:extLst>
            </p:cNvPr>
            <p:cNvSpPr txBox="1">
              <a:spLocks noChangeArrowheads="1"/>
            </p:cNvSpPr>
            <p:nvPr/>
          </p:nvSpPr>
          <p:spPr bwMode="auto">
            <a:xfrm>
              <a:off x="887889" y="1591255"/>
              <a:ext cx="2611934" cy="52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p>
              <a:pPr defTabSz="932962"/>
              <a:r>
                <a:rPr lang="zh-CN" altLang="en-US" sz="2800" b="1" dirty="0">
                  <a:solidFill>
                    <a:srgbClr val="C00000"/>
                  </a:solidFill>
                  <a:latin typeface="微软雅黑" panose="020B0503020204020204" pitchFamily="34" charset="-122"/>
                  <a:ea typeface="微软雅黑" panose="020B0503020204020204" pitchFamily="34" charset="-122"/>
                  <a:cs typeface="+mn-ea"/>
                  <a:sym typeface="+mn-lt"/>
                </a:rPr>
                <a:t>重点工作一</a:t>
              </a:r>
            </a:p>
          </p:txBody>
        </p:sp>
      </p:grpSp>
      <p:grpSp>
        <p:nvGrpSpPr>
          <p:cNvPr id="8" name="组合 7">
            <a:extLst>
              <a:ext uri="{FF2B5EF4-FFF2-40B4-BE49-F238E27FC236}">
                <a16:creationId xmlns:a16="http://schemas.microsoft.com/office/drawing/2014/main" xmlns="" id="{8446A03C-A844-40F2-B49F-BD04CD0AC580}"/>
              </a:ext>
            </a:extLst>
          </p:cNvPr>
          <p:cNvGrpSpPr/>
          <p:nvPr/>
        </p:nvGrpSpPr>
        <p:grpSpPr>
          <a:xfrm>
            <a:off x="4177564" y="1206349"/>
            <a:ext cx="3219338" cy="1852253"/>
            <a:chOff x="4177564" y="1206349"/>
            <a:chExt cx="3219338" cy="1852253"/>
          </a:xfrm>
        </p:grpSpPr>
        <p:sp>
          <p:nvSpPr>
            <p:cNvPr id="16" name="MH_Other_6">
              <a:extLst>
                <a:ext uri="{FF2B5EF4-FFF2-40B4-BE49-F238E27FC236}">
                  <a16:creationId xmlns:a16="http://schemas.microsoft.com/office/drawing/2014/main" xmlns="" id="{CBE8753B-E976-4C14-8B28-6DA3A4A88C56}"/>
                </a:ext>
              </a:extLst>
            </p:cNvPr>
            <p:cNvSpPr/>
            <p:nvPr>
              <p:custDataLst>
                <p:tags r:id="rId14"/>
              </p:custDataLst>
            </p:nvPr>
          </p:nvSpPr>
          <p:spPr>
            <a:xfrm rot="16200000" flipV="1">
              <a:off x="5131594" y="793294"/>
              <a:ext cx="1311278" cy="3219338"/>
            </a:xfrm>
            <a:prstGeom prst="bentArrow">
              <a:avLst>
                <a:gd name="adj1" fmla="val 9441"/>
                <a:gd name="adj2" fmla="val 12901"/>
                <a:gd name="adj3" fmla="val 16613"/>
                <a:gd name="adj4" fmla="val 40158"/>
              </a:avLst>
            </a:prstGeom>
            <a:solidFill>
              <a:schemeClr val="bg1">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2400">
                <a:latin typeface="微软雅黑" panose="020B0503020204020204" pitchFamily="34" charset="-122"/>
                <a:ea typeface="微软雅黑" panose="020B0503020204020204" pitchFamily="34" charset="-122"/>
                <a:cs typeface="+mn-ea"/>
                <a:sym typeface="+mn-lt"/>
              </a:endParaRPr>
            </a:p>
          </p:txBody>
        </p:sp>
        <p:sp>
          <p:nvSpPr>
            <p:cNvPr id="19" name="MH_Other_9">
              <a:extLst>
                <a:ext uri="{FF2B5EF4-FFF2-40B4-BE49-F238E27FC236}">
                  <a16:creationId xmlns:a16="http://schemas.microsoft.com/office/drawing/2014/main" xmlns="" id="{17F879C5-1914-4D7B-A16E-7D622AF46E83}"/>
                </a:ext>
              </a:extLst>
            </p:cNvPr>
            <p:cNvSpPr>
              <a:spLocks noChangeAspect="1"/>
            </p:cNvSpPr>
            <p:nvPr>
              <p:custDataLst>
                <p:tags r:id="rId15"/>
              </p:custDataLst>
            </p:nvPr>
          </p:nvSpPr>
          <p:spPr bwMode="auto">
            <a:xfrm>
              <a:off x="7047176" y="1206349"/>
              <a:ext cx="301089" cy="346137"/>
            </a:xfrm>
            <a:custGeom>
              <a:avLst/>
              <a:gdLst>
                <a:gd name="T0" fmla="*/ 1709661 w 2424113"/>
                <a:gd name="T1" fmla="*/ 1178878 h 2703513"/>
                <a:gd name="T2" fmla="*/ 1794476 w 2424113"/>
                <a:gd name="T3" fmla="*/ 1247141 h 2703513"/>
                <a:gd name="T4" fmla="*/ 1864996 w 2424113"/>
                <a:gd name="T5" fmla="*/ 1438593 h 2703513"/>
                <a:gd name="T6" fmla="*/ 1803052 w 2424113"/>
                <a:gd name="T7" fmla="*/ 1682751 h 2703513"/>
                <a:gd name="T8" fmla="*/ 1566715 w 2424113"/>
                <a:gd name="T9" fmla="*/ 1968501 h 2703513"/>
                <a:gd name="T10" fmla="*/ 1225550 w 2424113"/>
                <a:gd name="T11" fmla="*/ 2254251 h 2703513"/>
                <a:gd name="T12" fmla="*/ 1275740 w 2424113"/>
                <a:gd name="T13" fmla="*/ 2068514 h 2703513"/>
                <a:gd name="T14" fmla="*/ 1422816 w 2424113"/>
                <a:gd name="T15" fmla="*/ 1857376 h 2703513"/>
                <a:gd name="T16" fmla="*/ 1644541 w 2424113"/>
                <a:gd name="T17" fmla="*/ 1598931 h 2703513"/>
                <a:gd name="T18" fmla="*/ 1681707 w 2424113"/>
                <a:gd name="T19" fmla="*/ 1485583 h 2703513"/>
                <a:gd name="T20" fmla="*/ 1663918 w 2424113"/>
                <a:gd name="T21" fmla="*/ 1382078 h 2703513"/>
                <a:gd name="T22" fmla="*/ 1598481 w 2424113"/>
                <a:gd name="T23" fmla="*/ 1328421 h 2703513"/>
                <a:gd name="T24" fmla="*/ 1507630 w 2424113"/>
                <a:gd name="T25" fmla="*/ 1333183 h 2703513"/>
                <a:gd name="T26" fmla="*/ 1446640 w 2424113"/>
                <a:gd name="T27" fmla="*/ 1400176 h 2703513"/>
                <a:gd name="T28" fmla="*/ 1255410 w 2424113"/>
                <a:gd name="T29" fmla="*/ 1412241 h 2703513"/>
                <a:gd name="T30" fmla="*/ 1314812 w 2424113"/>
                <a:gd name="T31" fmla="*/ 1261746 h 2703513"/>
                <a:gd name="T32" fmla="*/ 1432028 w 2424113"/>
                <a:gd name="T33" fmla="*/ 1171893 h 2703513"/>
                <a:gd name="T34" fmla="*/ 794166 w 2424113"/>
                <a:gd name="T35" fmla="*/ 1458278 h 2703513"/>
                <a:gd name="T36" fmla="*/ 592061 w 2424113"/>
                <a:gd name="T37" fmla="*/ 1604328 h 2703513"/>
                <a:gd name="T38" fmla="*/ 662703 w 2424113"/>
                <a:gd name="T39" fmla="*/ 1366521 h 2703513"/>
                <a:gd name="T40" fmla="*/ 791315 w 2424113"/>
                <a:gd name="T41" fmla="*/ 1231266 h 2703513"/>
                <a:gd name="T42" fmla="*/ 113045 w 2424113"/>
                <a:gd name="T43" fmla="*/ 555625 h 2703513"/>
                <a:gd name="T44" fmla="*/ 382320 w 2424113"/>
                <a:gd name="T45" fmla="*/ 782186 h 2703513"/>
                <a:gd name="T46" fmla="*/ 442653 w 2424113"/>
                <a:gd name="T47" fmla="*/ 836446 h 2703513"/>
                <a:gd name="T48" fmla="*/ 773531 w 2424113"/>
                <a:gd name="T49" fmla="*/ 834225 h 2703513"/>
                <a:gd name="T50" fmla="*/ 831324 w 2424113"/>
                <a:gd name="T51" fmla="*/ 776474 h 2703513"/>
                <a:gd name="T52" fmla="*/ 1591837 w 2424113"/>
                <a:gd name="T53" fmla="*/ 719993 h 2703513"/>
                <a:gd name="T54" fmla="*/ 1617557 w 2424113"/>
                <a:gd name="T55" fmla="*/ 806936 h 2703513"/>
                <a:gd name="T56" fmla="*/ 1682336 w 2424113"/>
                <a:gd name="T57" fmla="*/ 853899 h 2703513"/>
                <a:gd name="T58" fmla="*/ 2012262 w 2424113"/>
                <a:gd name="T59" fmla="*/ 843427 h 2703513"/>
                <a:gd name="T60" fmla="*/ 2065291 w 2424113"/>
                <a:gd name="T61" fmla="*/ 779013 h 2703513"/>
                <a:gd name="T62" fmla="*/ 2328216 w 2424113"/>
                <a:gd name="T63" fmla="*/ 557212 h 2703513"/>
                <a:gd name="T64" fmla="*/ 2394582 w 2424113"/>
                <a:gd name="T65" fmla="*/ 600366 h 2703513"/>
                <a:gd name="T66" fmla="*/ 2424113 w 2424113"/>
                <a:gd name="T67" fmla="*/ 685406 h 2703513"/>
                <a:gd name="T68" fmla="*/ 2405061 w 2424113"/>
                <a:gd name="T69" fmla="*/ 2643224 h 2703513"/>
                <a:gd name="T70" fmla="*/ 2344728 w 2424113"/>
                <a:gd name="T71" fmla="*/ 2697167 h 2703513"/>
                <a:gd name="T72" fmla="*/ 73987 w 2424113"/>
                <a:gd name="T73" fmla="*/ 2695263 h 2703513"/>
                <a:gd name="T74" fmla="*/ 16512 w 2424113"/>
                <a:gd name="T75" fmla="*/ 2637512 h 2703513"/>
                <a:gd name="T76" fmla="*/ 635 w 2424113"/>
                <a:gd name="T77" fmla="*/ 678425 h 2703513"/>
                <a:gd name="T78" fmla="*/ 33024 w 2424113"/>
                <a:gd name="T79" fmla="*/ 595607 h 2703513"/>
                <a:gd name="T80" fmla="*/ 101296 w 2424113"/>
                <a:gd name="T81" fmla="*/ 556260 h 2703513"/>
                <a:gd name="T82" fmla="*/ 745446 w 2424113"/>
                <a:gd name="T83" fmla="*/ 24766 h 2703513"/>
                <a:gd name="T84" fmla="*/ 793109 w 2424113"/>
                <a:gd name="T85" fmla="*/ 94933 h 2703513"/>
                <a:gd name="T86" fmla="*/ 795016 w 2424113"/>
                <a:gd name="T87" fmla="*/ 702311 h 2703513"/>
                <a:gd name="T88" fmla="*/ 750212 w 2424113"/>
                <a:gd name="T89" fmla="*/ 775018 h 2703513"/>
                <a:gd name="T90" fmla="*/ 513484 w 2424113"/>
                <a:gd name="T91" fmla="*/ 798513 h 2703513"/>
                <a:gd name="T92" fmla="*/ 443259 w 2424113"/>
                <a:gd name="T93" fmla="*/ 762953 h 2703513"/>
                <a:gd name="T94" fmla="*/ 407671 w 2424113"/>
                <a:gd name="T95" fmla="*/ 682308 h 2703513"/>
                <a:gd name="T96" fmla="*/ 420063 w 2424113"/>
                <a:gd name="T97" fmla="*/ 76518 h 2703513"/>
                <a:gd name="T98" fmla="*/ 475353 w 2424113"/>
                <a:gd name="T99" fmla="*/ 15876 h 2703513"/>
                <a:gd name="T100" fmla="*/ 1939853 w 2424113"/>
                <a:gd name="T101" fmla="*/ 2859 h 2703513"/>
                <a:gd name="T102" fmla="*/ 2004357 w 2424113"/>
                <a:gd name="T103" fmla="*/ 49867 h 2703513"/>
                <a:gd name="T104" fmla="*/ 2030413 w 2424113"/>
                <a:gd name="T105" fmla="*/ 136897 h 2703513"/>
                <a:gd name="T106" fmla="*/ 2007853 w 2424113"/>
                <a:gd name="T107" fmla="*/ 738801 h 2703513"/>
                <a:gd name="T108" fmla="*/ 1945255 w 2424113"/>
                <a:gd name="T109" fmla="*/ 789621 h 2703513"/>
                <a:gd name="T110" fmla="*/ 1705666 w 2424113"/>
                <a:gd name="T111" fmla="*/ 783268 h 2703513"/>
                <a:gd name="T112" fmla="*/ 1650059 w 2424113"/>
                <a:gd name="T113" fmla="*/ 722284 h 2703513"/>
                <a:gd name="T114" fmla="*/ 1637984 w 2424113"/>
                <a:gd name="T115" fmla="*/ 116252 h 2703513"/>
                <a:gd name="T116" fmla="*/ 1673891 w 2424113"/>
                <a:gd name="T117" fmla="*/ 35574 h 2703513"/>
                <a:gd name="T118" fmla="*/ 1744115 w 2424113"/>
                <a:gd name="T119" fmla="*/ 318 h 2703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24113" h="2703513">
                  <a:moveTo>
                    <a:pt x="1563221" y="1147763"/>
                  </a:moveTo>
                  <a:lnTo>
                    <a:pt x="1580692" y="1148081"/>
                  </a:lnTo>
                  <a:lnTo>
                    <a:pt x="1597528" y="1149351"/>
                  </a:lnTo>
                  <a:lnTo>
                    <a:pt x="1614046" y="1150938"/>
                  </a:lnTo>
                  <a:lnTo>
                    <a:pt x="1630246" y="1153478"/>
                  </a:lnTo>
                  <a:lnTo>
                    <a:pt x="1645494" y="1156336"/>
                  </a:lnTo>
                  <a:lnTo>
                    <a:pt x="1660424" y="1160146"/>
                  </a:lnTo>
                  <a:lnTo>
                    <a:pt x="1668048" y="1162368"/>
                  </a:lnTo>
                  <a:lnTo>
                    <a:pt x="1675354" y="1164591"/>
                  </a:lnTo>
                  <a:lnTo>
                    <a:pt x="1682342" y="1167448"/>
                  </a:lnTo>
                  <a:lnTo>
                    <a:pt x="1689013" y="1169988"/>
                  </a:lnTo>
                  <a:lnTo>
                    <a:pt x="1696002" y="1172528"/>
                  </a:lnTo>
                  <a:lnTo>
                    <a:pt x="1702990" y="1175703"/>
                  </a:lnTo>
                  <a:lnTo>
                    <a:pt x="1709661" y="1178878"/>
                  </a:lnTo>
                  <a:lnTo>
                    <a:pt x="1715696" y="1182053"/>
                  </a:lnTo>
                  <a:lnTo>
                    <a:pt x="1722367" y="1185863"/>
                  </a:lnTo>
                  <a:lnTo>
                    <a:pt x="1728720" y="1189356"/>
                  </a:lnTo>
                  <a:lnTo>
                    <a:pt x="1735073" y="1193483"/>
                  </a:lnTo>
                  <a:lnTo>
                    <a:pt x="1740791" y="1197293"/>
                  </a:lnTo>
                  <a:lnTo>
                    <a:pt x="1746827" y="1201738"/>
                  </a:lnTo>
                  <a:lnTo>
                    <a:pt x="1752862" y="1205866"/>
                  </a:lnTo>
                  <a:lnTo>
                    <a:pt x="1758263" y="1210628"/>
                  </a:lnTo>
                  <a:lnTo>
                    <a:pt x="1763980" y="1215073"/>
                  </a:lnTo>
                  <a:lnTo>
                    <a:pt x="1769063" y="1220173"/>
                  </a:lnTo>
                  <a:lnTo>
                    <a:pt x="1774463" y="1225233"/>
                  </a:lnTo>
                  <a:lnTo>
                    <a:pt x="1779863" y="1230313"/>
                  </a:lnTo>
                  <a:lnTo>
                    <a:pt x="1784946" y="1235711"/>
                  </a:lnTo>
                  <a:lnTo>
                    <a:pt x="1794476" y="1247141"/>
                  </a:lnTo>
                  <a:lnTo>
                    <a:pt x="1803688" y="1258571"/>
                  </a:lnTo>
                  <a:lnTo>
                    <a:pt x="1812264" y="1270318"/>
                  </a:lnTo>
                  <a:lnTo>
                    <a:pt x="1820206" y="1282383"/>
                  </a:lnTo>
                  <a:lnTo>
                    <a:pt x="1827512" y="1294766"/>
                  </a:lnTo>
                  <a:lnTo>
                    <a:pt x="1834183" y="1307783"/>
                  </a:lnTo>
                  <a:lnTo>
                    <a:pt x="1840218" y="1320801"/>
                  </a:lnTo>
                  <a:lnTo>
                    <a:pt x="1845301" y="1334453"/>
                  </a:lnTo>
                  <a:lnTo>
                    <a:pt x="1850066" y="1348106"/>
                  </a:lnTo>
                  <a:lnTo>
                    <a:pt x="1854195" y="1362393"/>
                  </a:lnTo>
                  <a:lnTo>
                    <a:pt x="1857372" y="1377316"/>
                  </a:lnTo>
                  <a:lnTo>
                    <a:pt x="1860548" y="1391921"/>
                  </a:lnTo>
                  <a:lnTo>
                    <a:pt x="1862772" y="1407161"/>
                  </a:lnTo>
                  <a:lnTo>
                    <a:pt x="1864043" y="1422718"/>
                  </a:lnTo>
                  <a:lnTo>
                    <a:pt x="1864996" y="1438593"/>
                  </a:lnTo>
                  <a:lnTo>
                    <a:pt x="1865313" y="1454468"/>
                  </a:lnTo>
                  <a:lnTo>
                    <a:pt x="1864996" y="1472883"/>
                  </a:lnTo>
                  <a:lnTo>
                    <a:pt x="1864043" y="1491616"/>
                  </a:lnTo>
                  <a:lnTo>
                    <a:pt x="1862137" y="1509396"/>
                  </a:lnTo>
                  <a:lnTo>
                    <a:pt x="1859913" y="1527493"/>
                  </a:lnTo>
                  <a:lnTo>
                    <a:pt x="1856419" y="1544956"/>
                  </a:lnTo>
                  <a:lnTo>
                    <a:pt x="1852607" y="1562418"/>
                  </a:lnTo>
                  <a:lnTo>
                    <a:pt x="1847842" y="1579563"/>
                  </a:lnTo>
                  <a:lnTo>
                    <a:pt x="1842442" y="1596073"/>
                  </a:lnTo>
                  <a:lnTo>
                    <a:pt x="1836089" y="1613218"/>
                  </a:lnTo>
                  <a:lnTo>
                    <a:pt x="1829100" y="1630046"/>
                  </a:lnTo>
                  <a:lnTo>
                    <a:pt x="1821159" y="1647508"/>
                  </a:lnTo>
                  <a:lnTo>
                    <a:pt x="1812582" y="1664971"/>
                  </a:lnTo>
                  <a:lnTo>
                    <a:pt x="1803052" y="1682751"/>
                  </a:lnTo>
                  <a:lnTo>
                    <a:pt x="1792570" y="1700531"/>
                  </a:lnTo>
                  <a:lnTo>
                    <a:pt x="1781452" y="1718628"/>
                  </a:lnTo>
                  <a:lnTo>
                    <a:pt x="1769063" y="1737361"/>
                  </a:lnTo>
                  <a:lnTo>
                    <a:pt x="1760168" y="1750061"/>
                  </a:lnTo>
                  <a:lnTo>
                    <a:pt x="1749368" y="1764348"/>
                  </a:lnTo>
                  <a:lnTo>
                    <a:pt x="1736979" y="1779906"/>
                  </a:lnTo>
                  <a:lnTo>
                    <a:pt x="1722685" y="1796733"/>
                  </a:lnTo>
                  <a:lnTo>
                    <a:pt x="1706802" y="1814831"/>
                  </a:lnTo>
                  <a:lnTo>
                    <a:pt x="1689648" y="1834833"/>
                  </a:lnTo>
                  <a:lnTo>
                    <a:pt x="1670589" y="1855471"/>
                  </a:lnTo>
                  <a:lnTo>
                    <a:pt x="1649624" y="1878013"/>
                  </a:lnTo>
                  <a:lnTo>
                    <a:pt x="1610234" y="1919606"/>
                  </a:lnTo>
                  <a:lnTo>
                    <a:pt x="1579103" y="1953896"/>
                  </a:lnTo>
                  <a:lnTo>
                    <a:pt x="1566715" y="1968501"/>
                  </a:lnTo>
                  <a:lnTo>
                    <a:pt x="1555597" y="1980566"/>
                  </a:lnTo>
                  <a:lnTo>
                    <a:pt x="1547020" y="1991044"/>
                  </a:lnTo>
                  <a:lnTo>
                    <a:pt x="1540349" y="1999616"/>
                  </a:lnTo>
                  <a:lnTo>
                    <a:pt x="1534631" y="2006919"/>
                  </a:lnTo>
                  <a:lnTo>
                    <a:pt x="1529231" y="2014539"/>
                  </a:lnTo>
                  <a:lnTo>
                    <a:pt x="1524466" y="2021841"/>
                  </a:lnTo>
                  <a:lnTo>
                    <a:pt x="1519384" y="2029461"/>
                  </a:lnTo>
                  <a:lnTo>
                    <a:pt x="1514937" y="2036764"/>
                  </a:lnTo>
                  <a:lnTo>
                    <a:pt x="1510489" y="2043749"/>
                  </a:lnTo>
                  <a:lnTo>
                    <a:pt x="1506677" y="2051051"/>
                  </a:lnTo>
                  <a:lnTo>
                    <a:pt x="1502866" y="2058036"/>
                  </a:lnTo>
                  <a:lnTo>
                    <a:pt x="1865313" y="2058036"/>
                  </a:lnTo>
                  <a:lnTo>
                    <a:pt x="1865313" y="2254251"/>
                  </a:lnTo>
                  <a:lnTo>
                    <a:pt x="1225550" y="2254251"/>
                  </a:lnTo>
                  <a:lnTo>
                    <a:pt x="1226821" y="2240599"/>
                  </a:lnTo>
                  <a:lnTo>
                    <a:pt x="1228727" y="2226629"/>
                  </a:lnTo>
                  <a:lnTo>
                    <a:pt x="1230633" y="2213294"/>
                  </a:lnTo>
                  <a:lnTo>
                    <a:pt x="1233492" y="2199641"/>
                  </a:lnTo>
                  <a:lnTo>
                    <a:pt x="1236033" y="2186306"/>
                  </a:lnTo>
                  <a:lnTo>
                    <a:pt x="1238892" y="2172654"/>
                  </a:lnTo>
                  <a:lnTo>
                    <a:pt x="1242704" y="2159319"/>
                  </a:lnTo>
                  <a:lnTo>
                    <a:pt x="1246198" y="2145984"/>
                  </a:lnTo>
                  <a:lnTo>
                    <a:pt x="1250328" y="2132966"/>
                  </a:lnTo>
                  <a:lnTo>
                    <a:pt x="1254775" y="2119949"/>
                  </a:lnTo>
                  <a:lnTo>
                    <a:pt x="1259540" y="2106931"/>
                  </a:lnTo>
                  <a:lnTo>
                    <a:pt x="1264305" y="2093914"/>
                  </a:lnTo>
                  <a:lnTo>
                    <a:pt x="1270022" y="2081531"/>
                  </a:lnTo>
                  <a:lnTo>
                    <a:pt x="1275740" y="2068514"/>
                  </a:lnTo>
                  <a:lnTo>
                    <a:pt x="1281458" y="2056131"/>
                  </a:lnTo>
                  <a:lnTo>
                    <a:pt x="1287811" y="2043431"/>
                  </a:lnTo>
                  <a:lnTo>
                    <a:pt x="1294800" y="2030731"/>
                  </a:lnTo>
                  <a:lnTo>
                    <a:pt x="1302741" y="2017396"/>
                  </a:lnTo>
                  <a:lnTo>
                    <a:pt x="1311000" y="2004061"/>
                  </a:lnTo>
                  <a:lnTo>
                    <a:pt x="1320212" y="1989456"/>
                  </a:lnTo>
                  <a:lnTo>
                    <a:pt x="1330377" y="1975169"/>
                  </a:lnTo>
                  <a:lnTo>
                    <a:pt x="1341178" y="1959611"/>
                  </a:lnTo>
                  <a:lnTo>
                    <a:pt x="1352613" y="1944054"/>
                  </a:lnTo>
                  <a:lnTo>
                    <a:pt x="1365320" y="1927544"/>
                  </a:lnTo>
                  <a:lnTo>
                    <a:pt x="1378344" y="1910716"/>
                  </a:lnTo>
                  <a:lnTo>
                    <a:pt x="1392638" y="1893571"/>
                  </a:lnTo>
                  <a:lnTo>
                    <a:pt x="1407251" y="1875791"/>
                  </a:lnTo>
                  <a:lnTo>
                    <a:pt x="1422816" y="1857376"/>
                  </a:lnTo>
                  <a:lnTo>
                    <a:pt x="1439334" y="1838643"/>
                  </a:lnTo>
                  <a:lnTo>
                    <a:pt x="1456488" y="1819593"/>
                  </a:lnTo>
                  <a:lnTo>
                    <a:pt x="1474276" y="1799908"/>
                  </a:lnTo>
                  <a:lnTo>
                    <a:pt x="1493018" y="1779271"/>
                  </a:lnTo>
                  <a:lnTo>
                    <a:pt x="1522560" y="1747521"/>
                  </a:lnTo>
                  <a:lnTo>
                    <a:pt x="1548926" y="1717993"/>
                  </a:lnTo>
                  <a:lnTo>
                    <a:pt x="1572433" y="1691641"/>
                  </a:lnTo>
                  <a:lnTo>
                    <a:pt x="1592445" y="1667828"/>
                  </a:lnTo>
                  <a:lnTo>
                    <a:pt x="1609916" y="1646556"/>
                  </a:lnTo>
                  <a:lnTo>
                    <a:pt x="1624529" y="1627823"/>
                  </a:lnTo>
                  <a:lnTo>
                    <a:pt x="1630882" y="1619568"/>
                  </a:lnTo>
                  <a:lnTo>
                    <a:pt x="1635964" y="1611948"/>
                  </a:lnTo>
                  <a:lnTo>
                    <a:pt x="1640729" y="1604963"/>
                  </a:lnTo>
                  <a:lnTo>
                    <a:pt x="1644541" y="1598931"/>
                  </a:lnTo>
                  <a:lnTo>
                    <a:pt x="1649306" y="1590676"/>
                  </a:lnTo>
                  <a:lnTo>
                    <a:pt x="1653435" y="1582738"/>
                  </a:lnTo>
                  <a:lnTo>
                    <a:pt x="1657565" y="1574483"/>
                  </a:lnTo>
                  <a:lnTo>
                    <a:pt x="1661059" y="1566228"/>
                  </a:lnTo>
                  <a:lnTo>
                    <a:pt x="1664553" y="1557973"/>
                  </a:lnTo>
                  <a:lnTo>
                    <a:pt x="1667412" y="1550036"/>
                  </a:lnTo>
                  <a:lnTo>
                    <a:pt x="1670271" y="1541781"/>
                  </a:lnTo>
                  <a:lnTo>
                    <a:pt x="1673130" y="1533843"/>
                  </a:lnTo>
                  <a:lnTo>
                    <a:pt x="1675036" y="1525588"/>
                  </a:lnTo>
                  <a:lnTo>
                    <a:pt x="1676942" y="1517968"/>
                  </a:lnTo>
                  <a:lnTo>
                    <a:pt x="1678530" y="1509713"/>
                  </a:lnTo>
                  <a:lnTo>
                    <a:pt x="1679801" y="1501776"/>
                  </a:lnTo>
                  <a:lnTo>
                    <a:pt x="1680754" y="1493838"/>
                  </a:lnTo>
                  <a:lnTo>
                    <a:pt x="1681707" y="1485583"/>
                  </a:lnTo>
                  <a:lnTo>
                    <a:pt x="1682342" y="1477646"/>
                  </a:lnTo>
                  <a:lnTo>
                    <a:pt x="1682342" y="1469708"/>
                  </a:lnTo>
                  <a:lnTo>
                    <a:pt x="1682342" y="1460818"/>
                  </a:lnTo>
                  <a:lnTo>
                    <a:pt x="1682025" y="1452563"/>
                  </a:lnTo>
                  <a:lnTo>
                    <a:pt x="1681389" y="1444308"/>
                  </a:lnTo>
                  <a:lnTo>
                    <a:pt x="1680119" y="1436371"/>
                  </a:lnTo>
                  <a:lnTo>
                    <a:pt x="1678848" y="1428433"/>
                  </a:lnTo>
                  <a:lnTo>
                    <a:pt x="1677577" y="1421448"/>
                  </a:lnTo>
                  <a:lnTo>
                    <a:pt x="1675989" y="1414146"/>
                  </a:lnTo>
                  <a:lnTo>
                    <a:pt x="1674083" y="1407161"/>
                  </a:lnTo>
                  <a:lnTo>
                    <a:pt x="1671860" y="1400493"/>
                  </a:lnTo>
                  <a:lnTo>
                    <a:pt x="1669318" y="1393826"/>
                  </a:lnTo>
                  <a:lnTo>
                    <a:pt x="1666777" y="1388111"/>
                  </a:lnTo>
                  <a:lnTo>
                    <a:pt x="1663918" y="1382078"/>
                  </a:lnTo>
                  <a:lnTo>
                    <a:pt x="1660424" y="1376363"/>
                  </a:lnTo>
                  <a:lnTo>
                    <a:pt x="1657247" y="1370966"/>
                  </a:lnTo>
                  <a:lnTo>
                    <a:pt x="1653435" y="1365886"/>
                  </a:lnTo>
                  <a:lnTo>
                    <a:pt x="1649624" y="1361123"/>
                  </a:lnTo>
                  <a:lnTo>
                    <a:pt x="1645176" y="1356361"/>
                  </a:lnTo>
                  <a:lnTo>
                    <a:pt x="1640729" y="1352233"/>
                  </a:lnTo>
                  <a:lnTo>
                    <a:pt x="1635964" y="1348106"/>
                  </a:lnTo>
                  <a:lnTo>
                    <a:pt x="1631517" y="1344296"/>
                  </a:lnTo>
                  <a:lnTo>
                    <a:pt x="1626434" y="1340803"/>
                  </a:lnTo>
                  <a:lnTo>
                    <a:pt x="1621352" y="1337946"/>
                  </a:lnTo>
                  <a:lnTo>
                    <a:pt x="1615952" y="1335088"/>
                  </a:lnTo>
                  <a:lnTo>
                    <a:pt x="1610234" y="1332231"/>
                  </a:lnTo>
                  <a:lnTo>
                    <a:pt x="1604516" y="1330326"/>
                  </a:lnTo>
                  <a:lnTo>
                    <a:pt x="1598481" y="1328421"/>
                  </a:lnTo>
                  <a:lnTo>
                    <a:pt x="1592445" y="1326833"/>
                  </a:lnTo>
                  <a:lnTo>
                    <a:pt x="1586092" y="1325563"/>
                  </a:lnTo>
                  <a:lnTo>
                    <a:pt x="1579739" y="1324611"/>
                  </a:lnTo>
                  <a:lnTo>
                    <a:pt x="1572750" y="1323341"/>
                  </a:lnTo>
                  <a:lnTo>
                    <a:pt x="1565762" y="1323023"/>
                  </a:lnTo>
                  <a:lnTo>
                    <a:pt x="1558773" y="1323023"/>
                  </a:lnTo>
                  <a:lnTo>
                    <a:pt x="1551785" y="1323023"/>
                  </a:lnTo>
                  <a:lnTo>
                    <a:pt x="1544796" y="1323658"/>
                  </a:lnTo>
                  <a:lnTo>
                    <a:pt x="1538126" y="1324611"/>
                  </a:lnTo>
                  <a:lnTo>
                    <a:pt x="1531772" y="1325563"/>
                  </a:lnTo>
                  <a:lnTo>
                    <a:pt x="1525419" y="1326833"/>
                  </a:lnTo>
                  <a:lnTo>
                    <a:pt x="1519066" y="1328738"/>
                  </a:lnTo>
                  <a:lnTo>
                    <a:pt x="1513031" y="1330643"/>
                  </a:lnTo>
                  <a:lnTo>
                    <a:pt x="1507630" y="1333183"/>
                  </a:lnTo>
                  <a:lnTo>
                    <a:pt x="1501913" y="1335723"/>
                  </a:lnTo>
                  <a:lnTo>
                    <a:pt x="1496512" y="1338581"/>
                  </a:lnTo>
                  <a:lnTo>
                    <a:pt x="1491112" y="1342073"/>
                  </a:lnTo>
                  <a:lnTo>
                    <a:pt x="1486030" y="1345566"/>
                  </a:lnTo>
                  <a:lnTo>
                    <a:pt x="1481265" y="1349058"/>
                  </a:lnTo>
                  <a:lnTo>
                    <a:pt x="1476500" y="1353503"/>
                  </a:lnTo>
                  <a:lnTo>
                    <a:pt x="1472370" y="1357948"/>
                  </a:lnTo>
                  <a:lnTo>
                    <a:pt x="1467606" y="1363028"/>
                  </a:lnTo>
                  <a:lnTo>
                    <a:pt x="1463794" y="1367791"/>
                  </a:lnTo>
                  <a:lnTo>
                    <a:pt x="1459664" y="1373506"/>
                  </a:lnTo>
                  <a:lnTo>
                    <a:pt x="1456170" y="1379538"/>
                  </a:lnTo>
                  <a:lnTo>
                    <a:pt x="1452993" y="1386206"/>
                  </a:lnTo>
                  <a:lnTo>
                    <a:pt x="1449499" y="1392873"/>
                  </a:lnTo>
                  <a:lnTo>
                    <a:pt x="1446640" y="1400176"/>
                  </a:lnTo>
                  <a:lnTo>
                    <a:pt x="1443781" y="1407796"/>
                  </a:lnTo>
                  <a:lnTo>
                    <a:pt x="1441240" y="1415733"/>
                  </a:lnTo>
                  <a:lnTo>
                    <a:pt x="1439016" y="1424306"/>
                  </a:lnTo>
                  <a:lnTo>
                    <a:pt x="1436793" y="1433196"/>
                  </a:lnTo>
                  <a:lnTo>
                    <a:pt x="1435204" y="1442403"/>
                  </a:lnTo>
                  <a:lnTo>
                    <a:pt x="1432981" y="1452246"/>
                  </a:lnTo>
                  <a:lnTo>
                    <a:pt x="1431710" y="1462406"/>
                  </a:lnTo>
                  <a:lnTo>
                    <a:pt x="1430440" y="1472883"/>
                  </a:lnTo>
                  <a:lnTo>
                    <a:pt x="1429487" y="1483996"/>
                  </a:lnTo>
                  <a:lnTo>
                    <a:pt x="1428851" y="1495108"/>
                  </a:lnTo>
                  <a:lnTo>
                    <a:pt x="1246833" y="1474153"/>
                  </a:lnTo>
                  <a:lnTo>
                    <a:pt x="1249375" y="1452563"/>
                  </a:lnTo>
                  <a:lnTo>
                    <a:pt x="1252234" y="1432243"/>
                  </a:lnTo>
                  <a:lnTo>
                    <a:pt x="1255410" y="1412241"/>
                  </a:lnTo>
                  <a:lnTo>
                    <a:pt x="1259540" y="1392873"/>
                  </a:lnTo>
                  <a:lnTo>
                    <a:pt x="1263669" y="1374776"/>
                  </a:lnTo>
                  <a:lnTo>
                    <a:pt x="1269069" y="1356996"/>
                  </a:lnTo>
                  <a:lnTo>
                    <a:pt x="1274470" y="1340168"/>
                  </a:lnTo>
                  <a:lnTo>
                    <a:pt x="1280505" y="1324611"/>
                  </a:lnTo>
                  <a:lnTo>
                    <a:pt x="1283682" y="1316673"/>
                  </a:lnTo>
                  <a:lnTo>
                    <a:pt x="1287176" y="1309053"/>
                  </a:lnTo>
                  <a:lnTo>
                    <a:pt x="1290670" y="1301751"/>
                  </a:lnTo>
                  <a:lnTo>
                    <a:pt x="1294482" y="1294448"/>
                  </a:lnTo>
                  <a:lnTo>
                    <a:pt x="1298294" y="1287463"/>
                  </a:lnTo>
                  <a:lnTo>
                    <a:pt x="1302423" y="1281113"/>
                  </a:lnTo>
                  <a:lnTo>
                    <a:pt x="1306235" y="1274446"/>
                  </a:lnTo>
                  <a:lnTo>
                    <a:pt x="1310683" y="1267778"/>
                  </a:lnTo>
                  <a:lnTo>
                    <a:pt x="1314812" y="1261746"/>
                  </a:lnTo>
                  <a:lnTo>
                    <a:pt x="1318942" y="1255713"/>
                  </a:lnTo>
                  <a:lnTo>
                    <a:pt x="1323707" y="1249998"/>
                  </a:lnTo>
                  <a:lnTo>
                    <a:pt x="1328789" y="1244283"/>
                  </a:lnTo>
                  <a:lnTo>
                    <a:pt x="1333554" y="1238886"/>
                  </a:lnTo>
                  <a:lnTo>
                    <a:pt x="1338636" y="1233806"/>
                  </a:lnTo>
                  <a:lnTo>
                    <a:pt x="1343719" y="1228726"/>
                  </a:lnTo>
                  <a:lnTo>
                    <a:pt x="1349119" y="1223963"/>
                  </a:lnTo>
                  <a:lnTo>
                    <a:pt x="1359920" y="1214756"/>
                  </a:lnTo>
                  <a:lnTo>
                    <a:pt x="1371038" y="1206183"/>
                  </a:lnTo>
                  <a:lnTo>
                    <a:pt x="1382791" y="1197928"/>
                  </a:lnTo>
                  <a:lnTo>
                    <a:pt x="1394544" y="1190626"/>
                  </a:lnTo>
                  <a:lnTo>
                    <a:pt x="1406615" y="1183958"/>
                  </a:lnTo>
                  <a:lnTo>
                    <a:pt x="1419322" y="1177608"/>
                  </a:lnTo>
                  <a:lnTo>
                    <a:pt x="1432028" y="1171893"/>
                  </a:lnTo>
                  <a:lnTo>
                    <a:pt x="1445370" y="1167131"/>
                  </a:lnTo>
                  <a:lnTo>
                    <a:pt x="1459029" y="1162368"/>
                  </a:lnTo>
                  <a:lnTo>
                    <a:pt x="1473006" y="1158558"/>
                  </a:lnTo>
                  <a:lnTo>
                    <a:pt x="1487300" y="1155066"/>
                  </a:lnTo>
                  <a:lnTo>
                    <a:pt x="1501595" y="1152526"/>
                  </a:lnTo>
                  <a:lnTo>
                    <a:pt x="1516525" y="1150621"/>
                  </a:lnTo>
                  <a:lnTo>
                    <a:pt x="1532090" y="1149351"/>
                  </a:lnTo>
                  <a:lnTo>
                    <a:pt x="1547338" y="1148081"/>
                  </a:lnTo>
                  <a:lnTo>
                    <a:pt x="1563221" y="1147763"/>
                  </a:lnTo>
                  <a:close/>
                  <a:moveTo>
                    <a:pt x="828378" y="1147763"/>
                  </a:moveTo>
                  <a:lnTo>
                    <a:pt x="976313" y="1147763"/>
                  </a:lnTo>
                  <a:lnTo>
                    <a:pt x="976313" y="2254251"/>
                  </a:lnTo>
                  <a:lnTo>
                    <a:pt x="794166" y="2254251"/>
                  </a:lnTo>
                  <a:lnTo>
                    <a:pt x="794166" y="1458278"/>
                  </a:lnTo>
                  <a:lnTo>
                    <a:pt x="781178" y="1471613"/>
                  </a:lnTo>
                  <a:lnTo>
                    <a:pt x="768507" y="1484631"/>
                  </a:lnTo>
                  <a:lnTo>
                    <a:pt x="755519" y="1497013"/>
                  </a:lnTo>
                  <a:lnTo>
                    <a:pt x="741897" y="1509078"/>
                  </a:lnTo>
                  <a:lnTo>
                    <a:pt x="727959" y="1520508"/>
                  </a:lnTo>
                  <a:lnTo>
                    <a:pt x="714338" y="1531621"/>
                  </a:lnTo>
                  <a:lnTo>
                    <a:pt x="699766" y="1542098"/>
                  </a:lnTo>
                  <a:lnTo>
                    <a:pt x="685511" y="1552258"/>
                  </a:lnTo>
                  <a:lnTo>
                    <a:pt x="670622" y="1562418"/>
                  </a:lnTo>
                  <a:lnTo>
                    <a:pt x="655417" y="1571626"/>
                  </a:lnTo>
                  <a:lnTo>
                    <a:pt x="639895" y="1580516"/>
                  </a:lnTo>
                  <a:lnTo>
                    <a:pt x="624373" y="1589088"/>
                  </a:lnTo>
                  <a:lnTo>
                    <a:pt x="608534" y="1597026"/>
                  </a:lnTo>
                  <a:lnTo>
                    <a:pt x="592061" y="1604328"/>
                  </a:lnTo>
                  <a:lnTo>
                    <a:pt x="575589" y="1611631"/>
                  </a:lnTo>
                  <a:lnTo>
                    <a:pt x="558800" y="1618298"/>
                  </a:lnTo>
                  <a:lnTo>
                    <a:pt x="558800" y="1426846"/>
                  </a:lnTo>
                  <a:lnTo>
                    <a:pt x="567670" y="1423353"/>
                  </a:lnTo>
                  <a:lnTo>
                    <a:pt x="576856" y="1419226"/>
                  </a:lnTo>
                  <a:lnTo>
                    <a:pt x="586043" y="1415098"/>
                  </a:lnTo>
                  <a:lnTo>
                    <a:pt x="595229" y="1410018"/>
                  </a:lnTo>
                  <a:lnTo>
                    <a:pt x="604416" y="1405256"/>
                  </a:lnTo>
                  <a:lnTo>
                    <a:pt x="613919" y="1399541"/>
                  </a:lnTo>
                  <a:lnTo>
                    <a:pt x="623739" y="1393508"/>
                  </a:lnTo>
                  <a:lnTo>
                    <a:pt x="633243" y="1387793"/>
                  </a:lnTo>
                  <a:lnTo>
                    <a:pt x="643063" y="1381126"/>
                  </a:lnTo>
                  <a:lnTo>
                    <a:pt x="652883" y="1373823"/>
                  </a:lnTo>
                  <a:lnTo>
                    <a:pt x="662703" y="1366521"/>
                  </a:lnTo>
                  <a:lnTo>
                    <a:pt x="672523" y="1358583"/>
                  </a:lnTo>
                  <a:lnTo>
                    <a:pt x="682660" y="1350963"/>
                  </a:lnTo>
                  <a:lnTo>
                    <a:pt x="692797" y="1342391"/>
                  </a:lnTo>
                  <a:lnTo>
                    <a:pt x="703567" y="1333501"/>
                  </a:lnTo>
                  <a:lnTo>
                    <a:pt x="713704" y="1323976"/>
                  </a:lnTo>
                  <a:lnTo>
                    <a:pt x="723841" y="1314451"/>
                  </a:lnTo>
                  <a:lnTo>
                    <a:pt x="733661" y="1304608"/>
                  </a:lnTo>
                  <a:lnTo>
                    <a:pt x="743164" y="1294766"/>
                  </a:lnTo>
                  <a:lnTo>
                    <a:pt x="752034" y="1284923"/>
                  </a:lnTo>
                  <a:lnTo>
                    <a:pt x="760904" y="1274446"/>
                  </a:lnTo>
                  <a:lnTo>
                    <a:pt x="769140" y="1263968"/>
                  </a:lnTo>
                  <a:lnTo>
                    <a:pt x="776743" y="1253173"/>
                  </a:lnTo>
                  <a:lnTo>
                    <a:pt x="784345" y="1242378"/>
                  </a:lnTo>
                  <a:lnTo>
                    <a:pt x="791315" y="1231266"/>
                  </a:lnTo>
                  <a:lnTo>
                    <a:pt x="797650" y="1219836"/>
                  </a:lnTo>
                  <a:lnTo>
                    <a:pt x="803669" y="1208406"/>
                  </a:lnTo>
                  <a:lnTo>
                    <a:pt x="809688" y="1196658"/>
                  </a:lnTo>
                  <a:lnTo>
                    <a:pt x="814756" y="1184911"/>
                  </a:lnTo>
                  <a:lnTo>
                    <a:pt x="819825" y="1172528"/>
                  </a:lnTo>
                  <a:lnTo>
                    <a:pt x="824259" y="1160463"/>
                  </a:lnTo>
                  <a:lnTo>
                    <a:pt x="828378" y="1147763"/>
                  </a:lnTo>
                  <a:close/>
                  <a:moveTo>
                    <a:pt x="181634" y="1037623"/>
                  </a:moveTo>
                  <a:lnTo>
                    <a:pt x="181634" y="2421740"/>
                  </a:lnTo>
                  <a:lnTo>
                    <a:pt x="2242479" y="2421740"/>
                  </a:lnTo>
                  <a:lnTo>
                    <a:pt x="2242479" y="1037623"/>
                  </a:lnTo>
                  <a:lnTo>
                    <a:pt x="181634" y="1037623"/>
                  </a:lnTo>
                  <a:close/>
                  <a:moveTo>
                    <a:pt x="107329" y="555625"/>
                  </a:moveTo>
                  <a:lnTo>
                    <a:pt x="113045" y="555625"/>
                  </a:lnTo>
                  <a:lnTo>
                    <a:pt x="362950" y="555625"/>
                  </a:lnTo>
                  <a:lnTo>
                    <a:pt x="362950" y="705714"/>
                  </a:lnTo>
                  <a:lnTo>
                    <a:pt x="363267" y="712695"/>
                  </a:lnTo>
                  <a:lnTo>
                    <a:pt x="363585" y="719676"/>
                  </a:lnTo>
                  <a:lnTo>
                    <a:pt x="364220" y="726339"/>
                  </a:lnTo>
                  <a:lnTo>
                    <a:pt x="365173" y="733003"/>
                  </a:lnTo>
                  <a:lnTo>
                    <a:pt x="366443" y="739666"/>
                  </a:lnTo>
                  <a:lnTo>
                    <a:pt x="368348" y="746330"/>
                  </a:lnTo>
                  <a:lnTo>
                    <a:pt x="369936" y="752676"/>
                  </a:lnTo>
                  <a:lnTo>
                    <a:pt x="371841" y="758705"/>
                  </a:lnTo>
                  <a:lnTo>
                    <a:pt x="374064" y="765051"/>
                  </a:lnTo>
                  <a:lnTo>
                    <a:pt x="376922" y="771080"/>
                  </a:lnTo>
                  <a:lnTo>
                    <a:pt x="379462" y="776474"/>
                  </a:lnTo>
                  <a:lnTo>
                    <a:pt x="382320" y="782186"/>
                  </a:lnTo>
                  <a:lnTo>
                    <a:pt x="385495" y="787263"/>
                  </a:lnTo>
                  <a:lnTo>
                    <a:pt x="388988" y="792657"/>
                  </a:lnTo>
                  <a:lnTo>
                    <a:pt x="392164" y="797734"/>
                  </a:lnTo>
                  <a:lnTo>
                    <a:pt x="396292" y="802494"/>
                  </a:lnTo>
                  <a:lnTo>
                    <a:pt x="400102" y="806936"/>
                  </a:lnTo>
                  <a:lnTo>
                    <a:pt x="404230" y="811061"/>
                  </a:lnTo>
                  <a:lnTo>
                    <a:pt x="408358" y="815504"/>
                  </a:lnTo>
                  <a:lnTo>
                    <a:pt x="413121" y="818994"/>
                  </a:lnTo>
                  <a:lnTo>
                    <a:pt x="417567" y="822485"/>
                  </a:lnTo>
                  <a:lnTo>
                    <a:pt x="422330" y="825975"/>
                  </a:lnTo>
                  <a:lnTo>
                    <a:pt x="427093" y="828831"/>
                  </a:lnTo>
                  <a:lnTo>
                    <a:pt x="432174" y="831687"/>
                  </a:lnTo>
                  <a:lnTo>
                    <a:pt x="437572" y="834225"/>
                  </a:lnTo>
                  <a:lnTo>
                    <a:pt x="442653" y="836446"/>
                  </a:lnTo>
                  <a:lnTo>
                    <a:pt x="448051" y="838033"/>
                  </a:lnTo>
                  <a:lnTo>
                    <a:pt x="453449" y="839620"/>
                  </a:lnTo>
                  <a:lnTo>
                    <a:pt x="458847" y="841206"/>
                  </a:lnTo>
                  <a:lnTo>
                    <a:pt x="464881" y="841841"/>
                  </a:lnTo>
                  <a:lnTo>
                    <a:pt x="470279" y="842475"/>
                  </a:lnTo>
                  <a:lnTo>
                    <a:pt x="476312" y="842475"/>
                  </a:lnTo>
                  <a:lnTo>
                    <a:pt x="734474" y="842475"/>
                  </a:lnTo>
                  <a:lnTo>
                    <a:pt x="740189" y="842475"/>
                  </a:lnTo>
                  <a:lnTo>
                    <a:pt x="745905" y="841841"/>
                  </a:lnTo>
                  <a:lnTo>
                    <a:pt x="751621" y="841206"/>
                  </a:lnTo>
                  <a:lnTo>
                    <a:pt x="757337" y="839620"/>
                  </a:lnTo>
                  <a:lnTo>
                    <a:pt x="762735" y="838033"/>
                  </a:lnTo>
                  <a:lnTo>
                    <a:pt x="768133" y="836446"/>
                  </a:lnTo>
                  <a:lnTo>
                    <a:pt x="773531" y="834225"/>
                  </a:lnTo>
                  <a:lnTo>
                    <a:pt x="778612" y="831687"/>
                  </a:lnTo>
                  <a:lnTo>
                    <a:pt x="783693" y="828831"/>
                  </a:lnTo>
                  <a:lnTo>
                    <a:pt x="788456" y="825975"/>
                  </a:lnTo>
                  <a:lnTo>
                    <a:pt x="793219" y="822485"/>
                  </a:lnTo>
                  <a:lnTo>
                    <a:pt x="797664" y="818994"/>
                  </a:lnTo>
                  <a:lnTo>
                    <a:pt x="802110" y="815504"/>
                  </a:lnTo>
                  <a:lnTo>
                    <a:pt x="806238" y="811061"/>
                  </a:lnTo>
                  <a:lnTo>
                    <a:pt x="810684" y="806936"/>
                  </a:lnTo>
                  <a:lnTo>
                    <a:pt x="814494" y="802494"/>
                  </a:lnTo>
                  <a:lnTo>
                    <a:pt x="818305" y="797734"/>
                  </a:lnTo>
                  <a:lnTo>
                    <a:pt x="821798" y="792657"/>
                  </a:lnTo>
                  <a:lnTo>
                    <a:pt x="824973" y="787263"/>
                  </a:lnTo>
                  <a:lnTo>
                    <a:pt x="828466" y="782186"/>
                  </a:lnTo>
                  <a:lnTo>
                    <a:pt x="831324" y="776474"/>
                  </a:lnTo>
                  <a:lnTo>
                    <a:pt x="833864" y="771080"/>
                  </a:lnTo>
                  <a:lnTo>
                    <a:pt x="836405" y="765051"/>
                  </a:lnTo>
                  <a:lnTo>
                    <a:pt x="838627" y="758705"/>
                  </a:lnTo>
                  <a:lnTo>
                    <a:pt x="840533" y="752676"/>
                  </a:lnTo>
                  <a:lnTo>
                    <a:pt x="842438" y="746330"/>
                  </a:lnTo>
                  <a:lnTo>
                    <a:pt x="844343" y="739666"/>
                  </a:lnTo>
                  <a:lnTo>
                    <a:pt x="845296" y="733003"/>
                  </a:lnTo>
                  <a:lnTo>
                    <a:pt x="846248" y="726339"/>
                  </a:lnTo>
                  <a:lnTo>
                    <a:pt x="847201" y="719676"/>
                  </a:lnTo>
                  <a:lnTo>
                    <a:pt x="847518" y="712695"/>
                  </a:lnTo>
                  <a:lnTo>
                    <a:pt x="847518" y="705714"/>
                  </a:lnTo>
                  <a:lnTo>
                    <a:pt x="847518" y="555625"/>
                  </a:lnTo>
                  <a:lnTo>
                    <a:pt x="1591837" y="555625"/>
                  </a:lnTo>
                  <a:lnTo>
                    <a:pt x="1591837" y="719993"/>
                  </a:lnTo>
                  <a:lnTo>
                    <a:pt x="1591837" y="727291"/>
                  </a:lnTo>
                  <a:lnTo>
                    <a:pt x="1592472" y="733955"/>
                  </a:lnTo>
                  <a:lnTo>
                    <a:pt x="1593424" y="740618"/>
                  </a:lnTo>
                  <a:lnTo>
                    <a:pt x="1594377" y="747599"/>
                  </a:lnTo>
                  <a:lnTo>
                    <a:pt x="1595647" y="754263"/>
                  </a:lnTo>
                  <a:lnTo>
                    <a:pt x="1596917" y="760609"/>
                  </a:lnTo>
                  <a:lnTo>
                    <a:pt x="1598822" y="766955"/>
                  </a:lnTo>
                  <a:lnTo>
                    <a:pt x="1600728" y="773301"/>
                  </a:lnTo>
                  <a:lnTo>
                    <a:pt x="1603268" y="779013"/>
                  </a:lnTo>
                  <a:lnTo>
                    <a:pt x="1605491" y="785042"/>
                  </a:lnTo>
                  <a:lnTo>
                    <a:pt x="1608349" y="791071"/>
                  </a:lnTo>
                  <a:lnTo>
                    <a:pt x="1611207" y="796148"/>
                  </a:lnTo>
                  <a:lnTo>
                    <a:pt x="1614382" y="801859"/>
                  </a:lnTo>
                  <a:lnTo>
                    <a:pt x="1617557" y="806936"/>
                  </a:lnTo>
                  <a:lnTo>
                    <a:pt x="1621368" y="811696"/>
                  </a:lnTo>
                  <a:lnTo>
                    <a:pt x="1624861" y="816773"/>
                  </a:lnTo>
                  <a:lnTo>
                    <a:pt x="1628989" y="821215"/>
                  </a:lnTo>
                  <a:lnTo>
                    <a:pt x="1633117" y="825658"/>
                  </a:lnTo>
                  <a:lnTo>
                    <a:pt x="1637563" y="829466"/>
                  </a:lnTo>
                  <a:lnTo>
                    <a:pt x="1641691" y="833591"/>
                  </a:lnTo>
                  <a:lnTo>
                    <a:pt x="1646454" y="836764"/>
                  </a:lnTo>
                  <a:lnTo>
                    <a:pt x="1651217" y="839937"/>
                  </a:lnTo>
                  <a:lnTo>
                    <a:pt x="1655980" y="843427"/>
                  </a:lnTo>
                  <a:lnTo>
                    <a:pt x="1661061" y="845966"/>
                  </a:lnTo>
                  <a:lnTo>
                    <a:pt x="1666141" y="848187"/>
                  </a:lnTo>
                  <a:lnTo>
                    <a:pt x="1671222" y="850726"/>
                  </a:lnTo>
                  <a:lnTo>
                    <a:pt x="1676620" y="852629"/>
                  </a:lnTo>
                  <a:lnTo>
                    <a:pt x="1682336" y="853899"/>
                  </a:lnTo>
                  <a:lnTo>
                    <a:pt x="1687734" y="855168"/>
                  </a:lnTo>
                  <a:lnTo>
                    <a:pt x="1693450" y="855803"/>
                  </a:lnTo>
                  <a:lnTo>
                    <a:pt x="1699483" y="856437"/>
                  </a:lnTo>
                  <a:lnTo>
                    <a:pt x="1704881" y="856754"/>
                  </a:lnTo>
                  <a:lnTo>
                    <a:pt x="1963043" y="856754"/>
                  </a:lnTo>
                  <a:lnTo>
                    <a:pt x="1969076" y="856437"/>
                  </a:lnTo>
                  <a:lnTo>
                    <a:pt x="1974792" y="855803"/>
                  </a:lnTo>
                  <a:lnTo>
                    <a:pt x="1980507" y="855168"/>
                  </a:lnTo>
                  <a:lnTo>
                    <a:pt x="1985906" y="853899"/>
                  </a:lnTo>
                  <a:lnTo>
                    <a:pt x="1991621" y="852629"/>
                  </a:lnTo>
                  <a:lnTo>
                    <a:pt x="1996702" y="850726"/>
                  </a:lnTo>
                  <a:lnTo>
                    <a:pt x="2002100" y="848187"/>
                  </a:lnTo>
                  <a:lnTo>
                    <a:pt x="2007181" y="845966"/>
                  </a:lnTo>
                  <a:lnTo>
                    <a:pt x="2012262" y="843427"/>
                  </a:lnTo>
                  <a:lnTo>
                    <a:pt x="2017342" y="839937"/>
                  </a:lnTo>
                  <a:lnTo>
                    <a:pt x="2021788" y="836764"/>
                  </a:lnTo>
                  <a:lnTo>
                    <a:pt x="2026551" y="833591"/>
                  </a:lnTo>
                  <a:lnTo>
                    <a:pt x="2030997" y="829466"/>
                  </a:lnTo>
                  <a:lnTo>
                    <a:pt x="2035442" y="825658"/>
                  </a:lnTo>
                  <a:lnTo>
                    <a:pt x="2039253" y="821215"/>
                  </a:lnTo>
                  <a:lnTo>
                    <a:pt x="2043381" y="816773"/>
                  </a:lnTo>
                  <a:lnTo>
                    <a:pt x="2047191" y="811696"/>
                  </a:lnTo>
                  <a:lnTo>
                    <a:pt x="2050367" y="806936"/>
                  </a:lnTo>
                  <a:lnTo>
                    <a:pt x="2054177" y="801859"/>
                  </a:lnTo>
                  <a:lnTo>
                    <a:pt x="2057035" y="796148"/>
                  </a:lnTo>
                  <a:lnTo>
                    <a:pt x="2059893" y="791071"/>
                  </a:lnTo>
                  <a:lnTo>
                    <a:pt x="2062751" y="785042"/>
                  </a:lnTo>
                  <a:lnTo>
                    <a:pt x="2065291" y="779013"/>
                  </a:lnTo>
                  <a:lnTo>
                    <a:pt x="2067514" y="773301"/>
                  </a:lnTo>
                  <a:lnTo>
                    <a:pt x="2069419" y="766955"/>
                  </a:lnTo>
                  <a:lnTo>
                    <a:pt x="2071324" y="760609"/>
                  </a:lnTo>
                  <a:lnTo>
                    <a:pt x="2072912" y="754263"/>
                  </a:lnTo>
                  <a:lnTo>
                    <a:pt x="2074182" y="747599"/>
                  </a:lnTo>
                  <a:lnTo>
                    <a:pt x="2075135" y="740618"/>
                  </a:lnTo>
                  <a:lnTo>
                    <a:pt x="2075770" y="733955"/>
                  </a:lnTo>
                  <a:lnTo>
                    <a:pt x="2076088" y="727291"/>
                  </a:lnTo>
                  <a:lnTo>
                    <a:pt x="2076405" y="719993"/>
                  </a:lnTo>
                  <a:lnTo>
                    <a:pt x="2076405" y="555625"/>
                  </a:lnTo>
                  <a:lnTo>
                    <a:pt x="2311068" y="555625"/>
                  </a:lnTo>
                  <a:lnTo>
                    <a:pt x="2316467" y="555625"/>
                  </a:lnTo>
                  <a:lnTo>
                    <a:pt x="2322500" y="556260"/>
                  </a:lnTo>
                  <a:lnTo>
                    <a:pt x="2328216" y="557212"/>
                  </a:lnTo>
                  <a:lnTo>
                    <a:pt x="2333614" y="558164"/>
                  </a:lnTo>
                  <a:lnTo>
                    <a:pt x="2339330" y="559750"/>
                  </a:lnTo>
                  <a:lnTo>
                    <a:pt x="2344728" y="561654"/>
                  </a:lnTo>
                  <a:lnTo>
                    <a:pt x="2349808" y="563875"/>
                  </a:lnTo>
                  <a:lnTo>
                    <a:pt x="2354889" y="566096"/>
                  </a:lnTo>
                  <a:lnTo>
                    <a:pt x="2359970" y="569270"/>
                  </a:lnTo>
                  <a:lnTo>
                    <a:pt x="2365050" y="572125"/>
                  </a:lnTo>
                  <a:lnTo>
                    <a:pt x="2369813" y="575299"/>
                  </a:lnTo>
                  <a:lnTo>
                    <a:pt x="2374259" y="579106"/>
                  </a:lnTo>
                  <a:lnTo>
                    <a:pt x="2378705" y="582597"/>
                  </a:lnTo>
                  <a:lnTo>
                    <a:pt x="2382833" y="587039"/>
                  </a:lnTo>
                  <a:lnTo>
                    <a:pt x="2386961" y="591164"/>
                  </a:lnTo>
                  <a:lnTo>
                    <a:pt x="2391089" y="595607"/>
                  </a:lnTo>
                  <a:lnTo>
                    <a:pt x="2394582" y="600366"/>
                  </a:lnTo>
                  <a:lnTo>
                    <a:pt x="2398392" y="605443"/>
                  </a:lnTo>
                  <a:lnTo>
                    <a:pt x="2401567" y="610520"/>
                  </a:lnTo>
                  <a:lnTo>
                    <a:pt x="2405061" y="615915"/>
                  </a:lnTo>
                  <a:lnTo>
                    <a:pt x="2407919" y="621309"/>
                  </a:lnTo>
                  <a:lnTo>
                    <a:pt x="2410459" y="627020"/>
                  </a:lnTo>
                  <a:lnTo>
                    <a:pt x="2412681" y="633049"/>
                  </a:lnTo>
                  <a:lnTo>
                    <a:pt x="2415222" y="638761"/>
                  </a:lnTo>
                  <a:lnTo>
                    <a:pt x="2417127" y="645107"/>
                  </a:lnTo>
                  <a:lnTo>
                    <a:pt x="2419032" y="651771"/>
                  </a:lnTo>
                  <a:lnTo>
                    <a:pt x="2420620" y="658117"/>
                  </a:lnTo>
                  <a:lnTo>
                    <a:pt x="2421573" y="664463"/>
                  </a:lnTo>
                  <a:lnTo>
                    <a:pt x="2422843" y="671444"/>
                  </a:lnTo>
                  <a:lnTo>
                    <a:pt x="2423795" y="678425"/>
                  </a:lnTo>
                  <a:lnTo>
                    <a:pt x="2424113" y="685406"/>
                  </a:lnTo>
                  <a:lnTo>
                    <a:pt x="2424113" y="692387"/>
                  </a:lnTo>
                  <a:lnTo>
                    <a:pt x="2424113" y="2566434"/>
                  </a:lnTo>
                  <a:lnTo>
                    <a:pt x="2424113" y="2573732"/>
                  </a:lnTo>
                  <a:lnTo>
                    <a:pt x="2423795" y="2580713"/>
                  </a:lnTo>
                  <a:lnTo>
                    <a:pt x="2422843" y="2587694"/>
                  </a:lnTo>
                  <a:lnTo>
                    <a:pt x="2421573" y="2594040"/>
                  </a:lnTo>
                  <a:lnTo>
                    <a:pt x="2420620" y="2600704"/>
                  </a:lnTo>
                  <a:lnTo>
                    <a:pt x="2419032" y="2607368"/>
                  </a:lnTo>
                  <a:lnTo>
                    <a:pt x="2417127" y="2613396"/>
                  </a:lnTo>
                  <a:lnTo>
                    <a:pt x="2415222" y="2619743"/>
                  </a:lnTo>
                  <a:lnTo>
                    <a:pt x="2412681" y="2625772"/>
                  </a:lnTo>
                  <a:lnTo>
                    <a:pt x="2410459" y="2631801"/>
                  </a:lnTo>
                  <a:lnTo>
                    <a:pt x="2407919" y="2637512"/>
                  </a:lnTo>
                  <a:lnTo>
                    <a:pt x="2405061" y="2643224"/>
                  </a:lnTo>
                  <a:lnTo>
                    <a:pt x="2401567" y="2648301"/>
                  </a:lnTo>
                  <a:lnTo>
                    <a:pt x="2398392" y="2653695"/>
                  </a:lnTo>
                  <a:lnTo>
                    <a:pt x="2394582" y="2658772"/>
                  </a:lnTo>
                  <a:lnTo>
                    <a:pt x="2391089" y="2663214"/>
                  </a:lnTo>
                  <a:lnTo>
                    <a:pt x="2386961" y="2667974"/>
                  </a:lnTo>
                  <a:lnTo>
                    <a:pt x="2382833" y="2672099"/>
                  </a:lnTo>
                  <a:lnTo>
                    <a:pt x="2378705" y="2676224"/>
                  </a:lnTo>
                  <a:lnTo>
                    <a:pt x="2374259" y="2680032"/>
                  </a:lnTo>
                  <a:lnTo>
                    <a:pt x="2369813" y="2683522"/>
                  </a:lnTo>
                  <a:lnTo>
                    <a:pt x="2365050" y="2687013"/>
                  </a:lnTo>
                  <a:lnTo>
                    <a:pt x="2359970" y="2689869"/>
                  </a:lnTo>
                  <a:lnTo>
                    <a:pt x="2354889" y="2692407"/>
                  </a:lnTo>
                  <a:lnTo>
                    <a:pt x="2349808" y="2695263"/>
                  </a:lnTo>
                  <a:lnTo>
                    <a:pt x="2344728" y="2697167"/>
                  </a:lnTo>
                  <a:lnTo>
                    <a:pt x="2339330" y="2699071"/>
                  </a:lnTo>
                  <a:lnTo>
                    <a:pt x="2333614" y="2700340"/>
                  </a:lnTo>
                  <a:lnTo>
                    <a:pt x="2328216" y="2701927"/>
                  </a:lnTo>
                  <a:lnTo>
                    <a:pt x="2322500" y="2702879"/>
                  </a:lnTo>
                  <a:lnTo>
                    <a:pt x="2316467" y="2703196"/>
                  </a:lnTo>
                  <a:lnTo>
                    <a:pt x="2311068" y="2703513"/>
                  </a:lnTo>
                  <a:lnTo>
                    <a:pt x="113045" y="2703513"/>
                  </a:lnTo>
                  <a:lnTo>
                    <a:pt x="107329" y="2703196"/>
                  </a:lnTo>
                  <a:lnTo>
                    <a:pt x="101296" y="2702879"/>
                  </a:lnTo>
                  <a:lnTo>
                    <a:pt x="95897" y="2701927"/>
                  </a:lnTo>
                  <a:lnTo>
                    <a:pt x="90182" y="2700340"/>
                  </a:lnTo>
                  <a:lnTo>
                    <a:pt x="84783" y="2699071"/>
                  </a:lnTo>
                  <a:lnTo>
                    <a:pt x="79385" y="2697167"/>
                  </a:lnTo>
                  <a:lnTo>
                    <a:pt x="73987" y="2695263"/>
                  </a:lnTo>
                  <a:lnTo>
                    <a:pt x="69224" y="2692407"/>
                  </a:lnTo>
                  <a:lnTo>
                    <a:pt x="63826" y="2689869"/>
                  </a:lnTo>
                  <a:lnTo>
                    <a:pt x="59380" y="2687013"/>
                  </a:lnTo>
                  <a:lnTo>
                    <a:pt x="54299" y="2683522"/>
                  </a:lnTo>
                  <a:lnTo>
                    <a:pt x="49854" y="2680032"/>
                  </a:lnTo>
                  <a:lnTo>
                    <a:pt x="45408" y="2676224"/>
                  </a:lnTo>
                  <a:lnTo>
                    <a:pt x="41280" y="2672099"/>
                  </a:lnTo>
                  <a:lnTo>
                    <a:pt x="36835" y="2667974"/>
                  </a:lnTo>
                  <a:lnTo>
                    <a:pt x="33024" y="2663214"/>
                  </a:lnTo>
                  <a:lnTo>
                    <a:pt x="29214" y="2658772"/>
                  </a:lnTo>
                  <a:lnTo>
                    <a:pt x="25721" y="2653695"/>
                  </a:lnTo>
                  <a:lnTo>
                    <a:pt x="22228" y="2648301"/>
                  </a:lnTo>
                  <a:lnTo>
                    <a:pt x="19052" y="2643224"/>
                  </a:lnTo>
                  <a:lnTo>
                    <a:pt x="16512" y="2637512"/>
                  </a:lnTo>
                  <a:lnTo>
                    <a:pt x="13337" y="2631801"/>
                  </a:lnTo>
                  <a:lnTo>
                    <a:pt x="11114" y="2625772"/>
                  </a:lnTo>
                  <a:lnTo>
                    <a:pt x="8891" y="2619743"/>
                  </a:lnTo>
                  <a:lnTo>
                    <a:pt x="6986" y="2613396"/>
                  </a:lnTo>
                  <a:lnTo>
                    <a:pt x="4763" y="2607368"/>
                  </a:lnTo>
                  <a:lnTo>
                    <a:pt x="3493" y="2600704"/>
                  </a:lnTo>
                  <a:lnTo>
                    <a:pt x="2223" y="2594040"/>
                  </a:lnTo>
                  <a:lnTo>
                    <a:pt x="1270" y="2587694"/>
                  </a:lnTo>
                  <a:lnTo>
                    <a:pt x="635" y="2580713"/>
                  </a:lnTo>
                  <a:lnTo>
                    <a:pt x="0" y="2573732"/>
                  </a:lnTo>
                  <a:lnTo>
                    <a:pt x="0" y="2566434"/>
                  </a:lnTo>
                  <a:lnTo>
                    <a:pt x="0" y="692387"/>
                  </a:lnTo>
                  <a:lnTo>
                    <a:pt x="0" y="685406"/>
                  </a:lnTo>
                  <a:lnTo>
                    <a:pt x="635" y="678425"/>
                  </a:lnTo>
                  <a:lnTo>
                    <a:pt x="1270" y="671444"/>
                  </a:lnTo>
                  <a:lnTo>
                    <a:pt x="2223" y="664463"/>
                  </a:lnTo>
                  <a:lnTo>
                    <a:pt x="3493" y="658117"/>
                  </a:lnTo>
                  <a:lnTo>
                    <a:pt x="4763" y="651771"/>
                  </a:lnTo>
                  <a:lnTo>
                    <a:pt x="6986" y="645107"/>
                  </a:lnTo>
                  <a:lnTo>
                    <a:pt x="8891" y="638761"/>
                  </a:lnTo>
                  <a:lnTo>
                    <a:pt x="11114" y="633049"/>
                  </a:lnTo>
                  <a:lnTo>
                    <a:pt x="13337" y="627020"/>
                  </a:lnTo>
                  <a:lnTo>
                    <a:pt x="16512" y="621309"/>
                  </a:lnTo>
                  <a:lnTo>
                    <a:pt x="19052" y="615915"/>
                  </a:lnTo>
                  <a:lnTo>
                    <a:pt x="22228" y="610520"/>
                  </a:lnTo>
                  <a:lnTo>
                    <a:pt x="25721" y="605443"/>
                  </a:lnTo>
                  <a:lnTo>
                    <a:pt x="29214" y="600366"/>
                  </a:lnTo>
                  <a:lnTo>
                    <a:pt x="33024" y="595607"/>
                  </a:lnTo>
                  <a:lnTo>
                    <a:pt x="36835" y="591164"/>
                  </a:lnTo>
                  <a:lnTo>
                    <a:pt x="41280" y="587039"/>
                  </a:lnTo>
                  <a:lnTo>
                    <a:pt x="45408" y="582597"/>
                  </a:lnTo>
                  <a:lnTo>
                    <a:pt x="49854" y="579106"/>
                  </a:lnTo>
                  <a:lnTo>
                    <a:pt x="54299" y="575299"/>
                  </a:lnTo>
                  <a:lnTo>
                    <a:pt x="59380" y="572125"/>
                  </a:lnTo>
                  <a:lnTo>
                    <a:pt x="63826" y="569270"/>
                  </a:lnTo>
                  <a:lnTo>
                    <a:pt x="69224" y="566096"/>
                  </a:lnTo>
                  <a:lnTo>
                    <a:pt x="73987" y="563875"/>
                  </a:lnTo>
                  <a:lnTo>
                    <a:pt x="79385" y="561654"/>
                  </a:lnTo>
                  <a:lnTo>
                    <a:pt x="84783" y="559750"/>
                  </a:lnTo>
                  <a:lnTo>
                    <a:pt x="90182" y="558164"/>
                  </a:lnTo>
                  <a:lnTo>
                    <a:pt x="95897" y="557212"/>
                  </a:lnTo>
                  <a:lnTo>
                    <a:pt x="101296" y="556260"/>
                  </a:lnTo>
                  <a:lnTo>
                    <a:pt x="107329" y="555625"/>
                  </a:lnTo>
                  <a:close/>
                  <a:moveTo>
                    <a:pt x="519521" y="4763"/>
                  </a:moveTo>
                  <a:lnTo>
                    <a:pt x="686979" y="4763"/>
                  </a:lnTo>
                  <a:lnTo>
                    <a:pt x="692380" y="5081"/>
                  </a:lnTo>
                  <a:lnTo>
                    <a:pt x="698418" y="5398"/>
                  </a:lnTo>
                  <a:lnTo>
                    <a:pt x="704137" y="6351"/>
                  </a:lnTo>
                  <a:lnTo>
                    <a:pt x="709539" y="7938"/>
                  </a:lnTo>
                  <a:lnTo>
                    <a:pt x="715259" y="9208"/>
                  </a:lnTo>
                  <a:lnTo>
                    <a:pt x="720661" y="11113"/>
                  </a:lnTo>
                  <a:lnTo>
                    <a:pt x="725745" y="13018"/>
                  </a:lnTo>
                  <a:lnTo>
                    <a:pt x="730829" y="15876"/>
                  </a:lnTo>
                  <a:lnTo>
                    <a:pt x="735913" y="18416"/>
                  </a:lnTo>
                  <a:lnTo>
                    <a:pt x="740679" y="21273"/>
                  </a:lnTo>
                  <a:lnTo>
                    <a:pt x="745446" y="24766"/>
                  </a:lnTo>
                  <a:lnTo>
                    <a:pt x="750212" y="28258"/>
                  </a:lnTo>
                  <a:lnTo>
                    <a:pt x="754661" y="32068"/>
                  </a:lnTo>
                  <a:lnTo>
                    <a:pt x="758791" y="36196"/>
                  </a:lnTo>
                  <a:lnTo>
                    <a:pt x="762922" y="40323"/>
                  </a:lnTo>
                  <a:lnTo>
                    <a:pt x="767053" y="45086"/>
                  </a:lnTo>
                  <a:lnTo>
                    <a:pt x="770548" y="49531"/>
                  </a:lnTo>
                  <a:lnTo>
                    <a:pt x="774362" y="54611"/>
                  </a:lnTo>
                  <a:lnTo>
                    <a:pt x="777539" y="60008"/>
                  </a:lnTo>
                  <a:lnTo>
                    <a:pt x="780717" y="65088"/>
                  </a:lnTo>
                  <a:lnTo>
                    <a:pt x="783894" y="70803"/>
                  </a:lnTo>
                  <a:lnTo>
                    <a:pt x="786436" y="76518"/>
                  </a:lnTo>
                  <a:lnTo>
                    <a:pt x="788661" y="82551"/>
                  </a:lnTo>
                  <a:lnTo>
                    <a:pt x="791203" y="88583"/>
                  </a:lnTo>
                  <a:lnTo>
                    <a:pt x="793109" y="94933"/>
                  </a:lnTo>
                  <a:lnTo>
                    <a:pt x="795016" y="100966"/>
                  </a:lnTo>
                  <a:lnTo>
                    <a:pt x="796287" y="107633"/>
                  </a:lnTo>
                  <a:lnTo>
                    <a:pt x="797558" y="114301"/>
                  </a:lnTo>
                  <a:lnTo>
                    <a:pt x="798829" y="121286"/>
                  </a:lnTo>
                  <a:lnTo>
                    <a:pt x="799464" y="127636"/>
                  </a:lnTo>
                  <a:lnTo>
                    <a:pt x="800100" y="134938"/>
                  </a:lnTo>
                  <a:lnTo>
                    <a:pt x="800100" y="141923"/>
                  </a:lnTo>
                  <a:lnTo>
                    <a:pt x="800100" y="661671"/>
                  </a:lnTo>
                  <a:lnTo>
                    <a:pt x="800100" y="668656"/>
                  </a:lnTo>
                  <a:lnTo>
                    <a:pt x="799464" y="675641"/>
                  </a:lnTo>
                  <a:lnTo>
                    <a:pt x="798829" y="682308"/>
                  </a:lnTo>
                  <a:lnTo>
                    <a:pt x="797558" y="689293"/>
                  </a:lnTo>
                  <a:lnTo>
                    <a:pt x="796287" y="695961"/>
                  </a:lnTo>
                  <a:lnTo>
                    <a:pt x="795016" y="702311"/>
                  </a:lnTo>
                  <a:lnTo>
                    <a:pt x="793109" y="708661"/>
                  </a:lnTo>
                  <a:lnTo>
                    <a:pt x="791203" y="715011"/>
                  </a:lnTo>
                  <a:lnTo>
                    <a:pt x="788661" y="721043"/>
                  </a:lnTo>
                  <a:lnTo>
                    <a:pt x="786436" y="727076"/>
                  </a:lnTo>
                  <a:lnTo>
                    <a:pt x="783894" y="732473"/>
                  </a:lnTo>
                  <a:lnTo>
                    <a:pt x="780717" y="738188"/>
                  </a:lnTo>
                  <a:lnTo>
                    <a:pt x="777539" y="743268"/>
                  </a:lnTo>
                  <a:lnTo>
                    <a:pt x="774362" y="748666"/>
                  </a:lnTo>
                  <a:lnTo>
                    <a:pt x="770548" y="753746"/>
                  </a:lnTo>
                  <a:lnTo>
                    <a:pt x="767053" y="758508"/>
                  </a:lnTo>
                  <a:lnTo>
                    <a:pt x="762922" y="762953"/>
                  </a:lnTo>
                  <a:lnTo>
                    <a:pt x="758791" y="767080"/>
                  </a:lnTo>
                  <a:lnTo>
                    <a:pt x="754661" y="771525"/>
                  </a:lnTo>
                  <a:lnTo>
                    <a:pt x="750212" y="775018"/>
                  </a:lnTo>
                  <a:lnTo>
                    <a:pt x="745446" y="778510"/>
                  </a:lnTo>
                  <a:lnTo>
                    <a:pt x="740679" y="782003"/>
                  </a:lnTo>
                  <a:lnTo>
                    <a:pt x="735913" y="784860"/>
                  </a:lnTo>
                  <a:lnTo>
                    <a:pt x="730829" y="787718"/>
                  </a:lnTo>
                  <a:lnTo>
                    <a:pt x="725745" y="790258"/>
                  </a:lnTo>
                  <a:lnTo>
                    <a:pt x="720661" y="792480"/>
                  </a:lnTo>
                  <a:lnTo>
                    <a:pt x="715259" y="794068"/>
                  </a:lnTo>
                  <a:lnTo>
                    <a:pt x="709539" y="795655"/>
                  </a:lnTo>
                  <a:lnTo>
                    <a:pt x="704137" y="797243"/>
                  </a:lnTo>
                  <a:lnTo>
                    <a:pt x="698418" y="797878"/>
                  </a:lnTo>
                  <a:lnTo>
                    <a:pt x="692380" y="798513"/>
                  </a:lnTo>
                  <a:lnTo>
                    <a:pt x="686979" y="798513"/>
                  </a:lnTo>
                  <a:lnTo>
                    <a:pt x="519521" y="798513"/>
                  </a:lnTo>
                  <a:lnTo>
                    <a:pt x="513484" y="798513"/>
                  </a:lnTo>
                  <a:lnTo>
                    <a:pt x="508082" y="797878"/>
                  </a:lnTo>
                  <a:lnTo>
                    <a:pt x="502362" y="797243"/>
                  </a:lnTo>
                  <a:lnTo>
                    <a:pt x="496643" y="795655"/>
                  </a:lnTo>
                  <a:lnTo>
                    <a:pt x="491241" y="794068"/>
                  </a:lnTo>
                  <a:lnTo>
                    <a:pt x="485839" y="792480"/>
                  </a:lnTo>
                  <a:lnTo>
                    <a:pt x="480437" y="790258"/>
                  </a:lnTo>
                  <a:lnTo>
                    <a:pt x="475353" y="787718"/>
                  </a:lnTo>
                  <a:lnTo>
                    <a:pt x="470269" y="784860"/>
                  </a:lnTo>
                  <a:lnTo>
                    <a:pt x="465502" y="782003"/>
                  </a:lnTo>
                  <a:lnTo>
                    <a:pt x="460736" y="778510"/>
                  </a:lnTo>
                  <a:lnTo>
                    <a:pt x="456287" y="775018"/>
                  </a:lnTo>
                  <a:lnTo>
                    <a:pt x="451839" y="771525"/>
                  </a:lnTo>
                  <a:lnTo>
                    <a:pt x="447708" y="767080"/>
                  </a:lnTo>
                  <a:lnTo>
                    <a:pt x="443259" y="762953"/>
                  </a:lnTo>
                  <a:lnTo>
                    <a:pt x="439446" y="758508"/>
                  </a:lnTo>
                  <a:lnTo>
                    <a:pt x="435633" y="753746"/>
                  </a:lnTo>
                  <a:lnTo>
                    <a:pt x="432138" y="748666"/>
                  </a:lnTo>
                  <a:lnTo>
                    <a:pt x="428960" y="743268"/>
                  </a:lnTo>
                  <a:lnTo>
                    <a:pt x="425465" y="738188"/>
                  </a:lnTo>
                  <a:lnTo>
                    <a:pt x="422605" y="732473"/>
                  </a:lnTo>
                  <a:lnTo>
                    <a:pt x="420063" y="727076"/>
                  </a:lnTo>
                  <a:lnTo>
                    <a:pt x="417521" y="721043"/>
                  </a:lnTo>
                  <a:lnTo>
                    <a:pt x="415297" y="715011"/>
                  </a:lnTo>
                  <a:lnTo>
                    <a:pt x="413390" y="708661"/>
                  </a:lnTo>
                  <a:lnTo>
                    <a:pt x="411484" y="702311"/>
                  </a:lnTo>
                  <a:lnTo>
                    <a:pt x="409895" y="695961"/>
                  </a:lnTo>
                  <a:lnTo>
                    <a:pt x="408624" y="689293"/>
                  </a:lnTo>
                  <a:lnTo>
                    <a:pt x="407671" y="682308"/>
                  </a:lnTo>
                  <a:lnTo>
                    <a:pt x="407035" y="675641"/>
                  </a:lnTo>
                  <a:lnTo>
                    <a:pt x="406400" y="668656"/>
                  </a:lnTo>
                  <a:lnTo>
                    <a:pt x="406400" y="661671"/>
                  </a:lnTo>
                  <a:lnTo>
                    <a:pt x="406400" y="141923"/>
                  </a:lnTo>
                  <a:lnTo>
                    <a:pt x="406400" y="134938"/>
                  </a:lnTo>
                  <a:lnTo>
                    <a:pt x="407035" y="127636"/>
                  </a:lnTo>
                  <a:lnTo>
                    <a:pt x="407671" y="121286"/>
                  </a:lnTo>
                  <a:lnTo>
                    <a:pt x="408624" y="114301"/>
                  </a:lnTo>
                  <a:lnTo>
                    <a:pt x="409895" y="107633"/>
                  </a:lnTo>
                  <a:lnTo>
                    <a:pt x="411484" y="100966"/>
                  </a:lnTo>
                  <a:lnTo>
                    <a:pt x="413390" y="94933"/>
                  </a:lnTo>
                  <a:lnTo>
                    <a:pt x="415297" y="88583"/>
                  </a:lnTo>
                  <a:lnTo>
                    <a:pt x="417521" y="82551"/>
                  </a:lnTo>
                  <a:lnTo>
                    <a:pt x="420063" y="76518"/>
                  </a:lnTo>
                  <a:lnTo>
                    <a:pt x="422605" y="70803"/>
                  </a:lnTo>
                  <a:lnTo>
                    <a:pt x="425465" y="65088"/>
                  </a:lnTo>
                  <a:lnTo>
                    <a:pt x="428960" y="60008"/>
                  </a:lnTo>
                  <a:lnTo>
                    <a:pt x="432138" y="54611"/>
                  </a:lnTo>
                  <a:lnTo>
                    <a:pt x="435633" y="49531"/>
                  </a:lnTo>
                  <a:lnTo>
                    <a:pt x="439446" y="45086"/>
                  </a:lnTo>
                  <a:lnTo>
                    <a:pt x="443259" y="40323"/>
                  </a:lnTo>
                  <a:lnTo>
                    <a:pt x="447708" y="36196"/>
                  </a:lnTo>
                  <a:lnTo>
                    <a:pt x="451839" y="32068"/>
                  </a:lnTo>
                  <a:lnTo>
                    <a:pt x="456287" y="28258"/>
                  </a:lnTo>
                  <a:lnTo>
                    <a:pt x="460736" y="24766"/>
                  </a:lnTo>
                  <a:lnTo>
                    <a:pt x="465502" y="21273"/>
                  </a:lnTo>
                  <a:lnTo>
                    <a:pt x="470269" y="18416"/>
                  </a:lnTo>
                  <a:lnTo>
                    <a:pt x="475353" y="15876"/>
                  </a:lnTo>
                  <a:lnTo>
                    <a:pt x="480437" y="13018"/>
                  </a:lnTo>
                  <a:lnTo>
                    <a:pt x="485839" y="11113"/>
                  </a:lnTo>
                  <a:lnTo>
                    <a:pt x="491241" y="9208"/>
                  </a:lnTo>
                  <a:lnTo>
                    <a:pt x="496643" y="7938"/>
                  </a:lnTo>
                  <a:lnTo>
                    <a:pt x="502362" y="6351"/>
                  </a:lnTo>
                  <a:lnTo>
                    <a:pt x="508082" y="5398"/>
                  </a:lnTo>
                  <a:lnTo>
                    <a:pt x="513484" y="5081"/>
                  </a:lnTo>
                  <a:lnTo>
                    <a:pt x="519521" y="4763"/>
                  </a:lnTo>
                  <a:close/>
                  <a:moveTo>
                    <a:pt x="1749834" y="0"/>
                  </a:moveTo>
                  <a:lnTo>
                    <a:pt x="1916974" y="0"/>
                  </a:lnTo>
                  <a:lnTo>
                    <a:pt x="1923012" y="318"/>
                  </a:lnTo>
                  <a:lnTo>
                    <a:pt x="1928731" y="953"/>
                  </a:lnTo>
                  <a:lnTo>
                    <a:pt x="1934133" y="1588"/>
                  </a:lnTo>
                  <a:lnTo>
                    <a:pt x="1939853" y="2859"/>
                  </a:lnTo>
                  <a:lnTo>
                    <a:pt x="1945255" y="4129"/>
                  </a:lnTo>
                  <a:lnTo>
                    <a:pt x="1950656" y="6035"/>
                  </a:lnTo>
                  <a:lnTo>
                    <a:pt x="1956058" y="8576"/>
                  </a:lnTo>
                  <a:lnTo>
                    <a:pt x="1961142" y="10799"/>
                  </a:lnTo>
                  <a:lnTo>
                    <a:pt x="1966226" y="13340"/>
                  </a:lnTo>
                  <a:lnTo>
                    <a:pt x="1970993" y="16834"/>
                  </a:lnTo>
                  <a:lnTo>
                    <a:pt x="1975759" y="20010"/>
                  </a:lnTo>
                  <a:lnTo>
                    <a:pt x="1980208" y="23187"/>
                  </a:lnTo>
                  <a:lnTo>
                    <a:pt x="1984974" y="27316"/>
                  </a:lnTo>
                  <a:lnTo>
                    <a:pt x="1988787" y="31127"/>
                  </a:lnTo>
                  <a:lnTo>
                    <a:pt x="1993236" y="35574"/>
                  </a:lnTo>
                  <a:lnTo>
                    <a:pt x="1997049" y="40021"/>
                  </a:lnTo>
                  <a:lnTo>
                    <a:pt x="2000862" y="45103"/>
                  </a:lnTo>
                  <a:lnTo>
                    <a:pt x="2004357" y="49867"/>
                  </a:lnTo>
                  <a:lnTo>
                    <a:pt x="2007853" y="54949"/>
                  </a:lnTo>
                  <a:lnTo>
                    <a:pt x="2011030" y="60667"/>
                  </a:lnTo>
                  <a:lnTo>
                    <a:pt x="2013890" y="65749"/>
                  </a:lnTo>
                  <a:lnTo>
                    <a:pt x="2017750" y="71784"/>
                  </a:lnTo>
                  <a:lnTo>
                    <a:pt x="2019292" y="77819"/>
                  </a:lnTo>
                  <a:lnTo>
                    <a:pt x="2021516" y="83536"/>
                  </a:lnTo>
                  <a:lnTo>
                    <a:pt x="2023423" y="89888"/>
                  </a:lnTo>
                  <a:lnTo>
                    <a:pt x="2025329" y="96241"/>
                  </a:lnTo>
                  <a:lnTo>
                    <a:pt x="2026918" y="102594"/>
                  </a:lnTo>
                  <a:lnTo>
                    <a:pt x="2028189" y="109264"/>
                  </a:lnTo>
                  <a:lnTo>
                    <a:pt x="2029142" y="116252"/>
                  </a:lnTo>
                  <a:lnTo>
                    <a:pt x="2029778" y="122922"/>
                  </a:lnTo>
                  <a:lnTo>
                    <a:pt x="2030095" y="130227"/>
                  </a:lnTo>
                  <a:lnTo>
                    <a:pt x="2030413" y="136897"/>
                  </a:lnTo>
                  <a:lnTo>
                    <a:pt x="2030413" y="657170"/>
                  </a:lnTo>
                  <a:lnTo>
                    <a:pt x="2030095" y="663841"/>
                  </a:lnTo>
                  <a:lnTo>
                    <a:pt x="2029778" y="670828"/>
                  </a:lnTo>
                  <a:lnTo>
                    <a:pt x="2029142" y="677816"/>
                  </a:lnTo>
                  <a:lnTo>
                    <a:pt x="2028189" y="684486"/>
                  </a:lnTo>
                  <a:lnTo>
                    <a:pt x="2026918" y="691157"/>
                  </a:lnTo>
                  <a:lnTo>
                    <a:pt x="2025329" y="697509"/>
                  </a:lnTo>
                  <a:lnTo>
                    <a:pt x="2023423" y="704179"/>
                  </a:lnTo>
                  <a:lnTo>
                    <a:pt x="2021516" y="710214"/>
                  </a:lnTo>
                  <a:lnTo>
                    <a:pt x="2019292" y="716249"/>
                  </a:lnTo>
                  <a:lnTo>
                    <a:pt x="2017750" y="722284"/>
                  </a:lnTo>
                  <a:lnTo>
                    <a:pt x="2013890" y="728001"/>
                  </a:lnTo>
                  <a:lnTo>
                    <a:pt x="2011030" y="733401"/>
                  </a:lnTo>
                  <a:lnTo>
                    <a:pt x="2007853" y="738801"/>
                  </a:lnTo>
                  <a:lnTo>
                    <a:pt x="2004357" y="743883"/>
                  </a:lnTo>
                  <a:lnTo>
                    <a:pt x="2000862" y="748965"/>
                  </a:lnTo>
                  <a:lnTo>
                    <a:pt x="1997049" y="754047"/>
                  </a:lnTo>
                  <a:lnTo>
                    <a:pt x="1993236" y="758176"/>
                  </a:lnTo>
                  <a:lnTo>
                    <a:pt x="1988787" y="762622"/>
                  </a:lnTo>
                  <a:lnTo>
                    <a:pt x="1984974" y="766752"/>
                  </a:lnTo>
                  <a:lnTo>
                    <a:pt x="1980208" y="770246"/>
                  </a:lnTo>
                  <a:lnTo>
                    <a:pt x="1975759" y="774057"/>
                  </a:lnTo>
                  <a:lnTo>
                    <a:pt x="1970993" y="777233"/>
                  </a:lnTo>
                  <a:lnTo>
                    <a:pt x="1966226" y="780410"/>
                  </a:lnTo>
                  <a:lnTo>
                    <a:pt x="1961142" y="783268"/>
                  </a:lnTo>
                  <a:lnTo>
                    <a:pt x="1956058" y="785492"/>
                  </a:lnTo>
                  <a:lnTo>
                    <a:pt x="1950656" y="787715"/>
                  </a:lnTo>
                  <a:lnTo>
                    <a:pt x="1945255" y="789621"/>
                  </a:lnTo>
                  <a:lnTo>
                    <a:pt x="1939853" y="791209"/>
                  </a:lnTo>
                  <a:lnTo>
                    <a:pt x="1934133" y="792162"/>
                  </a:lnTo>
                  <a:lnTo>
                    <a:pt x="1928731" y="793115"/>
                  </a:lnTo>
                  <a:lnTo>
                    <a:pt x="1923012" y="793750"/>
                  </a:lnTo>
                  <a:lnTo>
                    <a:pt x="1916974" y="793750"/>
                  </a:lnTo>
                  <a:lnTo>
                    <a:pt x="1749834" y="793750"/>
                  </a:lnTo>
                  <a:lnTo>
                    <a:pt x="1744115" y="793750"/>
                  </a:lnTo>
                  <a:lnTo>
                    <a:pt x="1738077" y="793115"/>
                  </a:lnTo>
                  <a:lnTo>
                    <a:pt x="1732358" y="792162"/>
                  </a:lnTo>
                  <a:lnTo>
                    <a:pt x="1726956" y="791209"/>
                  </a:lnTo>
                  <a:lnTo>
                    <a:pt x="1721554" y="789621"/>
                  </a:lnTo>
                  <a:lnTo>
                    <a:pt x="1716152" y="787715"/>
                  </a:lnTo>
                  <a:lnTo>
                    <a:pt x="1710750" y="785492"/>
                  </a:lnTo>
                  <a:lnTo>
                    <a:pt x="1705666" y="783268"/>
                  </a:lnTo>
                  <a:lnTo>
                    <a:pt x="1700900" y="780410"/>
                  </a:lnTo>
                  <a:lnTo>
                    <a:pt x="1695816" y="777233"/>
                  </a:lnTo>
                  <a:lnTo>
                    <a:pt x="1691050" y="774057"/>
                  </a:lnTo>
                  <a:lnTo>
                    <a:pt x="1686283" y="770246"/>
                  </a:lnTo>
                  <a:lnTo>
                    <a:pt x="1682152" y="766752"/>
                  </a:lnTo>
                  <a:lnTo>
                    <a:pt x="1677704" y="762622"/>
                  </a:lnTo>
                  <a:lnTo>
                    <a:pt x="1673891" y="758176"/>
                  </a:lnTo>
                  <a:lnTo>
                    <a:pt x="1669760" y="754047"/>
                  </a:lnTo>
                  <a:lnTo>
                    <a:pt x="1665947" y="748965"/>
                  </a:lnTo>
                  <a:lnTo>
                    <a:pt x="1662134" y="743883"/>
                  </a:lnTo>
                  <a:lnTo>
                    <a:pt x="1658956" y="738801"/>
                  </a:lnTo>
                  <a:lnTo>
                    <a:pt x="1656096" y="733401"/>
                  </a:lnTo>
                  <a:lnTo>
                    <a:pt x="1652919" y="728001"/>
                  </a:lnTo>
                  <a:lnTo>
                    <a:pt x="1650059" y="722284"/>
                  </a:lnTo>
                  <a:lnTo>
                    <a:pt x="1647835" y="716249"/>
                  </a:lnTo>
                  <a:lnTo>
                    <a:pt x="1645610" y="710214"/>
                  </a:lnTo>
                  <a:lnTo>
                    <a:pt x="1643386" y="704179"/>
                  </a:lnTo>
                  <a:lnTo>
                    <a:pt x="1641480" y="697509"/>
                  </a:lnTo>
                  <a:lnTo>
                    <a:pt x="1640209" y="691157"/>
                  </a:lnTo>
                  <a:lnTo>
                    <a:pt x="1638938" y="684486"/>
                  </a:lnTo>
                  <a:lnTo>
                    <a:pt x="1637984" y="677816"/>
                  </a:lnTo>
                  <a:lnTo>
                    <a:pt x="1637349" y="670828"/>
                  </a:lnTo>
                  <a:lnTo>
                    <a:pt x="1636713" y="663841"/>
                  </a:lnTo>
                  <a:lnTo>
                    <a:pt x="1636713" y="657170"/>
                  </a:lnTo>
                  <a:lnTo>
                    <a:pt x="1636713" y="136897"/>
                  </a:lnTo>
                  <a:lnTo>
                    <a:pt x="1636713" y="130227"/>
                  </a:lnTo>
                  <a:lnTo>
                    <a:pt x="1637349" y="122922"/>
                  </a:lnTo>
                  <a:lnTo>
                    <a:pt x="1637984" y="116252"/>
                  </a:lnTo>
                  <a:lnTo>
                    <a:pt x="1638938" y="109264"/>
                  </a:lnTo>
                  <a:lnTo>
                    <a:pt x="1640209" y="102594"/>
                  </a:lnTo>
                  <a:lnTo>
                    <a:pt x="1641480" y="96241"/>
                  </a:lnTo>
                  <a:lnTo>
                    <a:pt x="1643386" y="89888"/>
                  </a:lnTo>
                  <a:lnTo>
                    <a:pt x="1645610" y="83536"/>
                  </a:lnTo>
                  <a:lnTo>
                    <a:pt x="1647835" y="77819"/>
                  </a:lnTo>
                  <a:lnTo>
                    <a:pt x="1650059" y="71784"/>
                  </a:lnTo>
                  <a:lnTo>
                    <a:pt x="1652919" y="65749"/>
                  </a:lnTo>
                  <a:lnTo>
                    <a:pt x="1656096" y="60667"/>
                  </a:lnTo>
                  <a:lnTo>
                    <a:pt x="1658956" y="54949"/>
                  </a:lnTo>
                  <a:lnTo>
                    <a:pt x="1662134" y="49867"/>
                  </a:lnTo>
                  <a:lnTo>
                    <a:pt x="1665947" y="45103"/>
                  </a:lnTo>
                  <a:lnTo>
                    <a:pt x="1669760" y="40021"/>
                  </a:lnTo>
                  <a:lnTo>
                    <a:pt x="1673891" y="35574"/>
                  </a:lnTo>
                  <a:lnTo>
                    <a:pt x="1677704" y="31127"/>
                  </a:lnTo>
                  <a:lnTo>
                    <a:pt x="1682152" y="27316"/>
                  </a:lnTo>
                  <a:lnTo>
                    <a:pt x="1686283" y="23187"/>
                  </a:lnTo>
                  <a:lnTo>
                    <a:pt x="1691050" y="20010"/>
                  </a:lnTo>
                  <a:lnTo>
                    <a:pt x="1695816" y="16834"/>
                  </a:lnTo>
                  <a:lnTo>
                    <a:pt x="1700900" y="13340"/>
                  </a:lnTo>
                  <a:lnTo>
                    <a:pt x="1705666" y="10799"/>
                  </a:lnTo>
                  <a:lnTo>
                    <a:pt x="1710750" y="8576"/>
                  </a:lnTo>
                  <a:lnTo>
                    <a:pt x="1716152" y="6035"/>
                  </a:lnTo>
                  <a:lnTo>
                    <a:pt x="1721554" y="4129"/>
                  </a:lnTo>
                  <a:lnTo>
                    <a:pt x="1726956" y="2859"/>
                  </a:lnTo>
                  <a:lnTo>
                    <a:pt x="1732358" y="1588"/>
                  </a:lnTo>
                  <a:lnTo>
                    <a:pt x="1738077" y="953"/>
                  </a:lnTo>
                  <a:lnTo>
                    <a:pt x="1744115" y="318"/>
                  </a:lnTo>
                  <a:lnTo>
                    <a:pt x="1749834" y="0"/>
                  </a:lnTo>
                  <a:close/>
                </a:path>
              </a:pathLst>
            </a:custGeom>
            <a:solidFill>
              <a:srgbClr val="C00000"/>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360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0" name="MH_SubTitle_2">
              <a:extLst>
                <a:ext uri="{FF2B5EF4-FFF2-40B4-BE49-F238E27FC236}">
                  <a16:creationId xmlns:a16="http://schemas.microsoft.com/office/drawing/2014/main" xmlns="" id="{8DBEC154-7819-4D26-8297-0B00AEB1E1DB}"/>
                </a:ext>
              </a:extLst>
            </p:cNvPr>
            <p:cNvSpPr>
              <a:spLocks noChangeArrowheads="1"/>
            </p:cNvSpPr>
            <p:nvPr>
              <p:custDataLst>
                <p:tags r:id="rId16"/>
              </p:custDataLst>
            </p:nvPr>
          </p:nvSpPr>
          <p:spPr bwMode="auto">
            <a:xfrm>
              <a:off x="4464872" y="2055440"/>
              <a:ext cx="2487328" cy="76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lvl="0">
                <a:defRPr sz="1800">
                  <a:solidFill>
                    <a:srgbClr val="000000"/>
                  </a:solidFill>
                  <a:uFillTx/>
                </a:defRPr>
              </a:pPr>
              <a:r>
                <a:rPr lang="zh-CN" altLang="en-US" sz="1200" dirty="0">
                  <a:solidFill>
                    <a:schemeClr val="tx1">
                      <a:lumMod val="75000"/>
                      <a:lumOff val="25000"/>
                    </a:schemeClr>
                  </a:solidFill>
                  <a:uFill>
                    <a:solidFill>
                      <a:srgbClr val="808080"/>
                    </a:solidFill>
                  </a:uFill>
                  <a:latin typeface="微软雅黑" pitchFamily="34" charset="-122"/>
                  <a:ea typeface="微软雅黑" pitchFamily="34" charset="-122"/>
                  <a:cs typeface="+mn-ea"/>
                  <a:sym typeface="+mn-lt"/>
                </a:rPr>
                <a:t>此处添加详细文本描述，建议与标题相关并符合整体语言风格，语言描述尽量简洁生动。 单击此处添加标题</a:t>
              </a:r>
            </a:p>
          </p:txBody>
        </p:sp>
        <p:sp>
          <p:nvSpPr>
            <p:cNvPr id="31" name="TextBox 53">
              <a:extLst>
                <a:ext uri="{FF2B5EF4-FFF2-40B4-BE49-F238E27FC236}">
                  <a16:creationId xmlns:a16="http://schemas.microsoft.com/office/drawing/2014/main" xmlns="" id="{86B670B3-735B-4D61-A810-CFDC29EE0B2D}"/>
                </a:ext>
              </a:extLst>
            </p:cNvPr>
            <p:cNvSpPr txBox="1">
              <a:spLocks noChangeArrowheads="1"/>
            </p:cNvSpPr>
            <p:nvPr/>
          </p:nvSpPr>
          <p:spPr bwMode="auto">
            <a:xfrm>
              <a:off x="4340267" y="1591255"/>
              <a:ext cx="2611934" cy="52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defTabSz="932962">
                <a:defRPr sz="1500">
                  <a:gradFill flip="none" rotWithShape="1">
                    <a:gsLst>
                      <a:gs pos="0">
                        <a:srgbClr val="0070C0">
                          <a:shade val="30000"/>
                          <a:satMod val="115000"/>
                          <a:lumMod val="49000"/>
                        </a:srgbClr>
                      </a:gs>
                      <a:gs pos="86000">
                        <a:srgbClr val="0070C0">
                          <a:shade val="67500"/>
                          <a:satMod val="115000"/>
                          <a:lumMod val="58000"/>
                        </a:srgbClr>
                      </a:gs>
                    </a:gsLst>
                    <a:lin ang="2700000" scaled="1"/>
                    <a:tileRect/>
                  </a:gradFill>
                  <a:latin typeface="微软雅黑" pitchFamily="34" charset="-122"/>
                  <a:ea typeface="微软雅黑" pitchFamily="34" charset="-122"/>
                  <a:cs typeface="宋体" pitchFamily="2" charset="-122"/>
                </a:defRPr>
              </a:lvl1pPr>
            </a:lstStyle>
            <a:p>
              <a:r>
                <a:rPr lang="zh-CN" altLang="en-US" sz="2800" b="1" dirty="0">
                  <a:solidFill>
                    <a:srgbClr val="C00000"/>
                  </a:solidFill>
                  <a:cs typeface="+mn-ea"/>
                  <a:sym typeface="+mn-lt"/>
                </a:rPr>
                <a:t>重点工作二</a:t>
              </a:r>
            </a:p>
          </p:txBody>
        </p:sp>
      </p:grpSp>
      <p:grpSp>
        <p:nvGrpSpPr>
          <p:cNvPr id="9" name="组合 8">
            <a:extLst>
              <a:ext uri="{FF2B5EF4-FFF2-40B4-BE49-F238E27FC236}">
                <a16:creationId xmlns:a16="http://schemas.microsoft.com/office/drawing/2014/main" xmlns="" id="{D68919FB-C01C-4B19-AD40-5E1F3EA2A3A8}"/>
              </a:ext>
            </a:extLst>
          </p:cNvPr>
          <p:cNvGrpSpPr/>
          <p:nvPr/>
        </p:nvGrpSpPr>
        <p:grpSpPr>
          <a:xfrm>
            <a:off x="7396901" y="1209175"/>
            <a:ext cx="3406941" cy="1849428"/>
            <a:chOff x="7396901" y="1209175"/>
            <a:chExt cx="3406941" cy="1849428"/>
          </a:xfrm>
        </p:grpSpPr>
        <p:sp>
          <p:nvSpPr>
            <p:cNvPr id="17" name="MH_Other_7">
              <a:extLst>
                <a:ext uri="{FF2B5EF4-FFF2-40B4-BE49-F238E27FC236}">
                  <a16:creationId xmlns:a16="http://schemas.microsoft.com/office/drawing/2014/main" xmlns="" id="{3994CC38-86B9-4D4D-8AD9-F72CFDD77993}"/>
                </a:ext>
              </a:extLst>
            </p:cNvPr>
            <p:cNvSpPr/>
            <p:nvPr>
              <p:custDataLst>
                <p:tags r:id="rId11"/>
              </p:custDataLst>
            </p:nvPr>
          </p:nvSpPr>
          <p:spPr>
            <a:xfrm rot="16200000" flipV="1">
              <a:off x="8444733" y="699493"/>
              <a:ext cx="1311278" cy="3406941"/>
            </a:xfrm>
            <a:prstGeom prst="bentArrow">
              <a:avLst>
                <a:gd name="adj1" fmla="val 9441"/>
                <a:gd name="adj2" fmla="val 12901"/>
                <a:gd name="adj3" fmla="val 16613"/>
                <a:gd name="adj4" fmla="val 40158"/>
              </a:avLst>
            </a:prstGeom>
            <a:solidFill>
              <a:schemeClr val="bg1">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2400">
                <a:latin typeface="微软雅黑" panose="020B0503020204020204" pitchFamily="34" charset="-122"/>
                <a:ea typeface="微软雅黑" panose="020B0503020204020204" pitchFamily="34" charset="-122"/>
                <a:cs typeface="+mn-ea"/>
                <a:sym typeface="+mn-lt"/>
              </a:endParaRPr>
            </a:p>
          </p:txBody>
        </p:sp>
        <p:sp>
          <p:nvSpPr>
            <p:cNvPr id="20" name="MH_Other_10">
              <a:extLst>
                <a:ext uri="{FF2B5EF4-FFF2-40B4-BE49-F238E27FC236}">
                  <a16:creationId xmlns:a16="http://schemas.microsoft.com/office/drawing/2014/main" xmlns="" id="{04A276DE-A8CA-4D46-A9EC-B01CFD6DDC33}"/>
                </a:ext>
              </a:extLst>
            </p:cNvPr>
            <p:cNvSpPr>
              <a:spLocks noChangeAspect="1"/>
            </p:cNvSpPr>
            <p:nvPr>
              <p:custDataLst>
                <p:tags r:id="rId12"/>
              </p:custDataLst>
            </p:nvPr>
          </p:nvSpPr>
          <p:spPr bwMode="auto">
            <a:xfrm>
              <a:off x="10440219" y="1209175"/>
              <a:ext cx="338146" cy="341362"/>
            </a:xfrm>
            <a:custGeom>
              <a:avLst/>
              <a:gdLst>
                <a:gd name="T0" fmla="*/ 1597279 w 2787650"/>
                <a:gd name="T1" fmla="*/ 1636046 h 2727325"/>
                <a:gd name="T2" fmla="*/ 1627294 w 2787650"/>
                <a:gd name="T3" fmla="*/ 2215059 h 2727325"/>
                <a:gd name="T4" fmla="*/ 1883633 w 2787650"/>
                <a:gd name="T5" fmla="*/ 2097942 h 2727325"/>
                <a:gd name="T6" fmla="*/ 2087561 w 2787650"/>
                <a:gd name="T7" fmla="*/ 1909413 h 2727325"/>
                <a:gd name="T8" fmla="*/ 2223831 w 2787650"/>
                <a:gd name="T9" fmla="*/ 1665024 h 2727325"/>
                <a:gd name="T10" fmla="*/ 529196 w 2787650"/>
                <a:gd name="T11" fmla="*/ 1544733 h 2727325"/>
                <a:gd name="T12" fmla="*/ 630842 w 2787650"/>
                <a:gd name="T13" fmla="*/ 1808483 h 2727325"/>
                <a:gd name="T14" fmla="*/ 807453 w 2787650"/>
                <a:gd name="T15" fmla="*/ 2023673 h 2727325"/>
                <a:gd name="T16" fmla="*/ 1042827 w 2787650"/>
                <a:gd name="T17" fmla="*/ 2173481 h 2727325"/>
                <a:gd name="T18" fmla="*/ 1292972 w 2787650"/>
                <a:gd name="T19" fmla="*/ 1687822 h 2727325"/>
                <a:gd name="T20" fmla="*/ 1095077 w 2787650"/>
                <a:gd name="T21" fmla="*/ 1525504 h 2727325"/>
                <a:gd name="T22" fmla="*/ 1297101 w 2787650"/>
                <a:gd name="T23" fmla="*/ 1184350 h 2727325"/>
                <a:gd name="T24" fmla="*/ 1199583 w 2787650"/>
                <a:gd name="T25" fmla="*/ 1302832 h 2727325"/>
                <a:gd name="T26" fmla="*/ 1214830 w 2787650"/>
                <a:gd name="T27" fmla="*/ 1460386 h 2727325"/>
                <a:gd name="T28" fmla="*/ 1333631 w 2787650"/>
                <a:gd name="T29" fmla="*/ 1557904 h 2727325"/>
                <a:gd name="T30" fmla="*/ 1491184 w 2787650"/>
                <a:gd name="T31" fmla="*/ 1542657 h 2727325"/>
                <a:gd name="T32" fmla="*/ 1588385 w 2787650"/>
                <a:gd name="T33" fmla="*/ 1424174 h 2727325"/>
                <a:gd name="T34" fmla="*/ 1572820 w 2787650"/>
                <a:gd name="T35" fmla="*/ 1266303 h 2727325"/>
                <a:gd name="T36" fmla="*/ 1454655 w 2787650"/>
                <a:gd name="T37" fmla="*/ 1168785 h 2727325"/>
                <a:gd name="T38" fmla="*/ 1570279 w 2787650"/>
                <a:gd name="T39" fmla="*/ 1073173 h 2727325"/>
                <a:gd name="T40" fmla="*/ 1723068 w 2787650"/>
                <a:gd name="T41" fmla="*/ 1278691 h 2727325"/>
                <a:gd name="T42" fmla="*/ 2197149 w 2787650"/>
                <a:gd name="T43" fmla="*/ 996602 h 2727325"/>
                <a:gd name="T44" fmla="*/ 2042138 w 2787650"/>
                <a:gd name="T45" fmla="*/ 764591 h 2727325"/>
                <a:gd name="T46" fmla="*/ 1823916 w 2787650"/>
                <a:gd name="T47" fmla="*/ 592566 h 2727325"/>
                <a:gd name="T48" fmla="*/ 1557095 w 2787650"/>
                <a:gd name="T49" fmla="*/ 496397 h 2727325"/>
                <a:gd name="T50" fmla="*/ 1042827 w 2787650"/>
                <a:gd name="T51" fmla="*/ 553527 h 2727325"/>
                <a:gd name="T52" fmla="*/ 807453 w 2787650"/>
                <a:gd name="T53" fmla="*/ 703652 h 2727325"/>
                <a:gd name="T54" fmla="*/ 630842 w 2787650"/>
                <a:gd name="T55" fmla="*/ 918842 h 2727325"/>
                <a:gd name="T56" fmla="*/ 529196 w 2787650"/>
                <a:gd name="T57" fmla="*/ 1182909 h 2727325"/>
                <a:gd name="T58" fmla="*/ 1153524 w 2787650"/>
                <a:gd name="T59" fmla="*/ 1123361 h 2727325"/>
                <a:gd name="T60" fmla="*/ 1107627 w 2787650"/>
                <a:gd name="T61" fmla="*/ 952 h 2727325"/>
                <a:gd name="T62" fmla="*/ 1311873 w 2787650"/>
                <a:gd name="T63" fmla="*/ 257403 h 2727325"/>
                <a:gd name="T64" fmla="*/ 1636823 w 2787650"/>
                <a:gd name="T65" fmla="*/ 28882 h 2727325"/>
                <a:gd name="T66" fmla="*/ 1947798 w 2787650"/>
                <a:gd name="T67" fmla="*/ 80617 h 2727325"/>
                <a:gd name="T68" fmla="*/ 1925880 w 2787650"/>
                <a:gd name="T69" fmla="*/ 390389 h 2727325"/>
                <a:gd name="T70" fmla="*/ 2357242 w 2787650"/>
                <a:gd name="T71" fmla="*/ 435775 h 2727325"/>
                <a:gd name="T72" fmla="*/ 2452853 w 2787650"/>
                <a:gd name="T73" fmla="*/ 451327 h 2727325"/>
                <a:gd name="T74" fmla="*/ 2580228 w 2787650"/>
                <a:gd name="T75" fmla="*/ 730630 h 2727325"/>
                <a:gd name="T76" fmla="*/ 2480805 w 2787650"/>
                <a:gd name="T77" fmla="*/ 1138158 h 2727325"/>
                <a:gd name="T78" fmla="*/ 2784474 w 2787650"/>
                <a:gd name="T79" fmla="*/ 1226709 h 2727325"/>
                <a:gd name="T80" fmla="*/ 2745403 w 2787650"/>
                <a:gd name="T81" fmla="*/ 1543146 h 2727325"/>
                <a:gd name="T82" fmla="*/ 2428712 w 2787650"/>
                <a:gd name="T83" fmla="*/ 1764684 h 2727325"/>
                <a:gd name="T84" fmla="*/ 2602781 w 2787650"/>
                <a:gd name="T85" fmla="*/ 2050334 h 2727325"/>
                <a:gd name="T86" fmla="*/ 2401712 w 2787650"/>
                <a:gd name="T87" fmla="*/ 2304245 h 2727325"/>
                <a:gd name="T88" fmla="*/ 2046585 w 2787650"/>
                <a:gd name="T89" fmla="*/ 2260446 h 2727325"/>
                <a:gd name="T90" fmla="*/ 1977656 w 2787650"/>
                <a:gd name="T91" fmla="*/ 2612113 h 2727325"/>
                <a:gd name="T92" fmla="*/ 1673670 w 2787650"/>
                <a:gd name="T93" fmla="*/ 2724786 h 2727325"/>
                <a:gd name="T94" fmla="*/ 1455448 w 2787650"/>
                <a:gd name="T95" fmla="*/ 2470875 h 2727325"/>
                <a:gd name="T96" fmla="*/ 1147015 w 2787650"/>
                <a:gd name="T97" fmla="*/ 2703521 h 2727325"/>
                <a:gd name="T98" fmla="*/ 834135 w 2787650"/>
                <a:gd name="T99" fmla="*/ 2642900 h 2727325"/>
                <a:gd name="T100" fmla="*/ 843982 w 2787650"/>
                <a:gd name="T101" fmla="*/ 2327097 h 2727325"/>
                <a:gd name="T102" fmla="*/ 424691 w 2787650"/>
                <a:gd name="T103" fmla="*/ 2295041 h 2727325"/>
                <a:gd name="T104" fmla="*/ 197575 w 2787650"/>
                <a:gd name="T105" fmla="*/ 2087786 h 2727325"/>
                <a:gd name="T106" fmla="*/ 213139 w 2787650"/>
                <a:gd name="T107" fmla="*/ 1992252 h 2727325"/>
                <a:gd name="T108" fmla="*/ 303033 w 2787650"/>
                <a:gd name="T109" fmla="*/ 1568855 h 2727325"/>
                <a:gd name="T110" fmla="*/ 1588 w 2787650"/>
                <a:gd name="T111" fmla="*/ 1493951 h 2727325"/>
                <a:gd name="T112" fmla="*/ 48282 w 2787650"/>
                <a:gd name="T113" fmla="*/ 1181640 h 2727325"/>
                <a:gd name="T114" fmla="*/ 366244 w 2787650"/>
                <a:gd name="T115" fmla="*/ 943598 h 2727325"/>
                <a:gd name="T116" fmla="*/ 185187 w 2787650"/>
                <a:gd name="T117" fmla="*/ 670326 h 2727325"/>
                <a:gd name="T118" fmla="*/ 392609 w 2787650"/>
                <a:gd name="T119" fmla="*/ 422762 h 2727325"/>
                <a:gd name="T120" fmla="*/ 757900 w 2787650"/>
                <a:gd name="T121" fmla="*/ 454501 h 2727325"/>
                <a:gd name="T122" fmla="*/ 812217 w 2787650"/>
                <a:gd name="T123" fmla="*/ 109499 h 2727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7650" h="2727325">
                  <a:moveTo>
                    <a:pt x="1725430" y="1438200"/>
                  </a:moveTo>
                  <a:lnTo>
                    <a:pt x="1723068" y="1448633"/>
                  </a:lnTo>
                  <a:lnTo>
                    <a:pt x="1718621" y="1464515"/>
                  </a:lnTo>
                  <a:lnTo>
                    <a:pt x="1712903" y="1480398"/>
                  </a:lnTo>
                  <a:lnTo>
                    <a:pt x="1706868" y="1495963"/>
                  </a:lnTo>
                  <a:lnTo>
                    <a:pt x="1700197" y="1510892"/>
                  </a:lnTo>
                  <a:lnTo>
                    <a:pt x="1692574" y="1525504"/>
                  </a:lnTo>
                  <a:lnTo>
                    <a:pt x="1684632" y="1539480"/>
                  </a:lnTo>
                  <a:lnTo>
                    <a:pt x="1675738" y="1553457"/>
                  </a:lnTo>
                  <a:lnTo>
                    <a:pt x="1666209" y="1566798"/>
                  </a:lnTo>
                  <a:lnTo>
                    <a:pt x="1656044" y="1579504"/>
                  </a:lnTo>
                  <a:lnTo>
                    <a:pt x="1645562" y="1591892"/>
                  </a:lnTo>
                  <a:lnTo>
                    <a:pt x="1634126" y="1603963"/>
                  </a:lnTo>
                  <a:lnTo>
                    <a:pt x="1622691" y="1614763"/>
                  </a:lnTo>
                  <a:lnTo>
                    <a:pt x="1610303" y="1625881"/>
                  </a:lnTo>
                  <a:lnTo>
                    <a:pt x="1597279" y="1636046"/>
                  </a:lnTo>
                  <a:lnTo>
                    <a:pt x="1583938" y="1645257"/>
                  </a:lnTo>
                  <a:lnTo>
                    <a:pt x="1570279" y="1654152"/>
                  </a:lnTo>
                  <a:lnTo>
                    <a:pt x="1555985" y="1662410"/>
                  </a:lnTo>
                  <a:lnTo>
                    <a:pt x="1541373" y="1669716"/>
                  </a:lnTo>
                  <a:lnTo>
                    <a:pt x="1526126" y="1676705"/>
                  </a:lnTo>
                  <a:lnTo>
                    <a:pt x="1510879" y="1682740"/>
                  </a:lnTo>
                  <a:lnTo>
                    <a:pt x="1494996" y="1687822"/>
                  </a:lnTo>
                  <a:lnTo>
                    <a:pt x="1478796" y="1692905"/>
                  </a:lnTo>
                  <a:lnTo>
                    <a:pt x="1468641" y="1695248"/>
                  </a:lnTo>
                  <a:lnTo>
                    <a:pt x="1521201" y="2237276"/>
                  </a:lnTo>
                  <a:lnTo>
                    <a:pt x="1539306" y="2234102"/>
                  </a:lnTo>
                  <a:lnTo>
                    <a:pt x="1557095" y="2231246"/>
                  </a:lnTo>
                  <a:lnTo>
                    <a:pt x="1574883" y="2227437"/>
                  </a:lnTo>
                  <a:lnTo>
                    <a:pt x="1592671" y="2223629"/>
                  </a:lnTo>
                  <a:lnTo>
                    <a:pt x="1610141" y="2219502"/>
                  </a:lnTo>
                  <a:lnTo>
                    <a:pt x="1627294" y="2215059"/>
                  </a:lnTo>
                  <a:lnTo>
                    <a:pt x="1644765" y="2209981"/>
                  </a:lnTo>
                  <a:lnTo>
                    <a:pt x="1661600" y="2204903"/>
                  </a:lnTo>
                  <a:lnTo>
                    <a:pt x="1678435" y="2199190"/>
                  </a:lnTo>
                  <a:lnTo>
                    <a:pt x="1695588" y="2193159"/>
                  </a:lnTo>
                  <a:lnTo>
                    <a:pt x="1712105" y="2187129"/>
                  </a:lnTo>
                  <a:lnTo>
                    <a:pt x="1728623" y="2180464"/>
                  </a:lnTo>
                  <a:lnTo>
                    <a:pt x="1744823" y="2173481"/>
                  </a:lnTo>
                  <a:lnTo>
                    <a:pt x="1761022" y="2166498"/>
                  </a:lnTo>
                  <a:lnTo>
                    <a:pt x="1776905" y="2158881"/>
                  </a:lnTo>
                  <a:lnTo>
                    <a:pt x="1792469" y="2150946"/>
                  </a:lnTo>
                  <a:lnTo>
                    <a:pt x="1808352" y="2142694"/>
                  </a:lnTo>
                  <a:lnTo>
                    <a:pt x="1823916" y="2134442"/>
                  </a:lnTo>
                  <a:lnTo>
                    <a:pt x="1838845" y="2125873"/>
                  </a:lnTo>
                  <a:lnTo>
                    <a:pt x="1854092" y="2116668"/>
                  </a:lnTo>
                  <a:lnTo>
                    <a:pt x="1869022" y="2107464"/>
                  </a:lnTo>
                  <a:lnTo>
                    <a:pt x="1883633" y="2097942"/>
                  </a:lnTo>
                  <a:lnTo>
                    <a:pt x="1897927" y="2088103"/>
                  </a:lnTo>
                  <a:lnTo>
                    <a:pt x="1912221" y="2077947"/>
                  </a:lnTo>
                  <a:lnTo>
                    <a:pt x="1926198" y="2067473"/>
                  </a:lnTo>
                  <a:lnTo>
                    <a:pt x="1940174" y="2056999"/>
                  </a:lnTo>
                  <a:lnTo>
                    <a:pt x="1953833" y="2046208"/>
                  </a:lnTo>
                  <a:lnTo>
                    <a:pt x="1966856" y="2034782"/>
                  </a:lnTo>
                  <a:lnTo>
                    <a:pt x="1980197" y="2023673"/>
                  </a:lnTo>
                  <a:lnTo>
                    <a:pt x="1993221" y="2011613"/>
                  </a:lnTo>
                  <a:lnTo>
                    <a:pt x="2005609" y="1999869"/>
                  </a:lnTo>
                  <a:lnTo>
                    <a:pt x="2017997" y="1987491"/>
                  </a:lnTo>
                  <a:lnTo>
                    <a:pt x="2030385" y="1975113"/>
                  </a:lnTo>
                  <a:lnTo>
                    <a:pt x="2042138" y="1962735"/>
                  </a:lnTo>
                  <a:lnTo>
                    <a:pt x="2054209" y="1949404"/>
                  </a:lnTo>
                  <a:lnTo>
                    <a:pt x="2065644" y="1936391"/>
                  </a:lnTo>
                  <a:lnTo>
                    <a:pt x="2076761" y="1923061"/>
                  </a:lnTo>
                  <a:lnTo>
                    <a:pt x="2087561" y="1909413"/>
                  </a:lnTo>
                  <a:lnTo>
                    <a:pt x="2098361" y="1895765"/>
                  </a:lnTo>
                  <a:lnTo>
                    <a:pt x="2108843" y="1881800"/>
                  </a:lnTo>
                  <a:lnTo>
                    <a:pt x="2119008" y="1867518"/>
                  </a:lnTo>
                  <a:lnTo>
                    <a:pt x="2128855" y="1852918"/>
                  </a:lnTo>
                  <a:lnTo>
                    <a:pt x="2138067" y="1838635"/>
                  </a:lnTo>
                  <a:lnTo>
                    <a:pt x="2147596" y="1823401"/>
                  </a:lnTo>
                  <a:lnTo>
                    <a:pt x="2156490" y="1808483"/>
                  </a:lnTo>
                  <a:lnTo>
                    <a:pt x="2165384" y="1793249"/>
                  </a:lnTo>
                  <a:lnTo>
                    <a:pt x="2173643" y="1778014"/>
                  </a:lnTo>
                  <a:lnTo>
                    <a:pt x="2181902" y="1762145"/>
                  </a:lnTo>
                  <a:lnTo>
                    <a:pt x="2189843" y="1746275"/>
                  </a:lnTo>
                  <a:lnTo>
                    <a:pt x="2197149" y="1730406"/>
                  </a:lnTo>
                  <a:lnTo>
                    <a:pt x="2204454" y="1714219"/>
                  </a:lnTo>
                  <a:lnTo>
                    <a:pt x="2211125" y="1698032"/>
                  </a:lnTo>
                  <a:lnTo>
                    <a:pt x="2217478" y="1681528"/>
                  </a:lnTo>
                  <a:lnTo>
                    <a:pt x="2223831" y="1665024"/>
                  </a:lnTo>
                  <a:lnTo>
                    <a:pt x="2229866" y="1648202"/>
                  </a:lnTo>
                  <a:lnTo>
                    <a:pt x="2235584" y="1631380"/>
                  </a:lnTo>
                  <a:lnTo>
                    <a:pt x="2240666" y="1614241"/>
                  </a:lnTo>
                  <a:lnTo>
                    <a:pt x="2245748" y="1597102"/>
                  </a:lnTo>
                  <a:lnTo>
                    <a:pt x="2250195" y="1579646"/>
                  </a:lnTo>
                  <a:lnTo>
                    <a:pt x="2254325" y="1561872"/>
                  </a:lnTo>
                  <a:lnTo>
                    <a:pt x="2258136" y="1544733"/>
                  </a:lnTo>
                  <a:lnTo>
                    <a:pt x="2261630" y="1526642"/>
                  </a:lnTo>
                  <a:lnTo>
                    <a:pt x="2265125" y="1508868"/>
                  </a:lnTo>
                  <a:lnTo>
                    <a:pt x="2267666" y="1490777"/>
                  </a:lnTo>
                  <a:lnTo>
                    <a:pt x="1725430" y="1438200"/>
                  </a:lnTo>
                  <a:close/>
                  <a:moveTo>
                    <a:pt x="1062655" y="1438185"/>
                  </a:moveTo>
                  <a:lnTo>
                    <a:pt x="519984" y="1490777"/>
                  </a:lnTo>
                  <a:lnTo>
                    <a:pt x="522843" y="1508868"/>
                  </a:lnTo>
                  <a:lnTo>
                    <a:pt x="526019" y="1526642"/>
                  </a:lnTo>
                  <a:lnTo>
                    <a:pt x="529196" y="1544733"/>
                  </a:lnTo>
                  <a:lnTo>
                    <a:pt x="533325" y="1561872"/>
                  </a:lnTo>
                  <a:lnTo>
                    <a:pt x="537455" y="1579646"/>
                  </a:lnTo>
                  <a:lnTo>
                    <a:pt x="541902" y="1597102"/>
                  </a:lnTo>
                  <a:lnTo>
                    <a:pt x="546984" y="1614241"/>
                  </a:lnTo>
                  <a:lnTo>
                    <a:pt x="552066" y="1631380"/>
                  </a:lnTo>
                  <a:lnTo>
                    <a:pt x="557784" y="1648202"/>
                  </a:lnTo>
                  <a:lnTo>
                    <a:pt x="563502" y="1665024"/>
                  </a:lnTo>
                  <a:lnTo>
                    <a:pt x="569854" y="1681528"/>
                  </a:lnTo>
                  <a:lnTo>
                    <a:pt x="576207" y="1698032"/>
                  </a:lnTo>
                  <a:lnTo>
                    <a:pt x="583195" y="1714219"/>
                  </a:lnTo>
                  <a:lnTo>
                    <a:pt x="590501" y="1730406"/>
                  </a:lnTo>
                  <a:lnTo>
                    <a:pt x="597807" y="1746275"/>
                  </a:lnTo>
                  <a:lnTo>
                    <a:pt x="605748" y="1762145"/>
                  </a:lnTo>
                  <a:lnTo>
                    <a:pt x="614007" y="1778014"/>
                  </a:lnTo>
                  <a:lnTo>
                    <a:pt x="622266" y="1793249"/>
                  </a:lnTo>
                  <a:lnTo>
                    <a:pt x="630842" y="1808483"/>
                  </a:lnTo>
                  <a:lnTo>
                    <a:pt x="640054" y="1823401"/>
                  </a:lnTo>
                  <a:lnTo>
                    <a:pt x="649266" y="1838635"/>
                  </a:lnTo>
                  <a:lnTo>
                    <a:pt x="658795" y="1852918"/>
                  </a:lnTo>
                  <a:lnTo>
                    <a:pt x="668642" y="1867518"/>
                  </a:lnTo>
                  <a:lnTo>
                    <a:pt x="678807" y="1881800"/>
                  </a:lnTo>
                  <a:lnTo>
                    <a:pt x="689289" y="1895765"/>
                  </a:lnTo>
                  <a:lnTo>
                    <a:pt x="699771" y="1909413"/>
                  </a:lnTo>
                  <a:lnTo>
                    <a:pt x="710571" y="1923061"/>
                  </a:lnTo>
                  <a:lnTo>
                    <a:pt x="722006" y="1936391"/>
                  </a:lnTo>
                  <a:lnTo>
                    <a:pt x="733441" y="1949404"/>
                  </a:lnTo>
                  <a:lnTo>
                    <a:pt x="745194" y="1962735"/>
                  </a:lnTo>
                  <a:lnTo>
                    <a:pt x="756947" y="1975113"/>
                  </a:lnTo>
                  <a:lnTo>
                    <a:pt x="769335" y="1987491"/>
                  </a:lnTo>
                  <a:lnTo>
                    <a:pt x="781723" y="1999869"/>
                  </a:lnTo>
                  <a:lnTo>
                    <a:pt x="794429" y="2011613"/>
                  </a:lnTo>
                  <a:lnTo>
                    <a:pt x="807453" y="2023673"/>
                  </a:lnTo>
                  <a:lnTo>
                    <a:pt x="820476" y="2034782"/>
                  </a:lnTo>
                  <a:lnTo>
                    <a:pt x="833817" y="2046208"/>
                  </a:lnTo>
                  <a:lnTo>
                    <a:pt x="847476" y="2056999"/>
                  </a:lnTo>
                  <a:lnTo>
                    <a:pt x="861135" y="2067473"/>
                  </a:lnTo>
                  <a:lnTo>
                    <a:pt x="875111" y="2077947"/>
                  </a:lnTo>
                  <a:lnTo>
                    <a:pt x="889405" y="2088103"/>
                  </a:lnTo>
                  <a:lnTo>
                    <a:pt x="903699" y="2097942"/>
                  </a:lnTo>
                  <a:lnTo>
                    <a:pt x="918628" y="2107464"/>
                  </a:lnTo>
                  <a:lnTo>
                    <a:pt x="933558" y="2116668"/>
                  </a:lnTo>
                  <a:lnTo>
                    <a:pt x="948487" y="2125873"/>
                  </a:lnTo>
                  <a:lnTo>
                    <a:pt x="963734" y="2134442"/>
                  </a:lnTo>
                  <a:lnTo>
                    <a:pt x="978981" y="2142694"/>
                  </a:lnTo>
                  <a:lnTo>
                    <a:pt x="994863" y="2150946"/>
                  </a:lnTo>
                  <a:lnTo>
                    <a:pt x="1010745" y="2158881"/>
                  </a:lnTo>
                  <a:lnTo>
                    <a:pt x="1026627" y="2166498"/>
                  </a:lnTo>
                  <a:lnTo>
                    <a:pt x="1042827" y="2173481"/>
                  </a:lnTo>
                  <a:lnTo>
                    <a:pt x="1059028" y="2180464"/>
                  </a:lnTo>
                  <a:lnTo>
                    <a:pt x="1075545" y="2187129"/>
                  </a:lnTo>
                  <a:lnTo>
                    <a:pt x="1092063" y="2193159"/>
                  </a:lnTo>
                  <a:lnTo>
                    <a:pt x="1108898" y="2199190"/>
                  </a:lnTo>
                  <a:lnTo>
                    <a:pt x="1126051" y="2204903"/>
                  </a:lnTo>
                  <a:lnTo>
                    <a:pt x="1142886" y="2209981"/>
                  </a:lnTo>
                  <a:lnTo>
                    <a:pt x="1160039" y="2215059"/>
                  </a:lnTo>
                  <a:lnTo>
                    <a:pt x="1177509" y="2219502"/>
                  </a:lnTo>
                  <a:lnTo>
                    <a:pt x="1195297" y="2223629"/>
                  </a:lnTo>
                  <a:lnTo>
                    <a:pt x="1212768" y="2227437"/>
                  </a:lnTo>
                  <a:lnTo>
                    <a:pt x="1230556" y="2231246"/>
                  </a:lnTo>
                  <a:lnTo>
                    <a:pt x="1248662" y="2234102"/>
                  </a:lnTo>
                  <a:lnTo>
                    <a:pt x="1266450" y="2237276"/>
                  </a:lnTo>
                  <a:lnTo>
                    <a:pt x="1319017" y="1695177"/>
                  </a:lnTo>
                  <a:lnTo>
                    <a:pt x="1309172" y="1692905"/>
                  </a:lnTo>
                  <a:lnTo>
                    <a:pt x="1292972" y="1687822"/>
                  </a:lnTo>
                  <a:lnTo>
                    <a:pt x="1277089" y="1682740"/>
                  </a:lnTo>
                  <a:lnTo>
                    <a:pt x="1261525" y="1676705"/>
                  </a:lnTo>
                  <a:lnTo>
                    <a:pt x="1246595" y="1669716"/>
                  </a:lnTo>
                  <a:lnTo>
                    <a:pt x="1232301" y="1662410"/>
                  </a:lnTo>
                  <a:lnTo>
                    <a:pt x="1218007" y="1654152"/>
                  </a:lnTo>
                  <a:lnTo>
                    <a:pt x="1204030" y="1645257"/>
                  </a:lnTo>
                  <a:lnTo>
                    <a:pt x="1190689" y="1636046"/>
                  </a:lnTo>
                  <a:lnTo>
                    <a:pt x="1177983" y="1625881"/>
                  </a:lnTo>
                  <a:lnTo>
                    <a:pt x="1165595" y="1615398"/>
                  </a:lnTo>
                  <a:lnTo>
                    <a:pt x="1153842" y="1603963"/>
                  </a:lnTo>
                  <a:lnTo>
                    <a:pt x="1142724" y="1591892"/>
                  </a:lnTo>
                  <a:lnTo>
                    <a:pt x="1131606" y="1579822"/>
                  </a:lnTo>
                  <a:lnTo>
                    <a:pt x="1122077" y="1567116"/>
                  </a:lnTo>
                  <a:lnTo>
                    <a:pt x="1112230" y="1553457"/>
                  </a:lnTo>
                  <a:lnTo>
                    <a:pt x="1103336" y="1540116"/>
                  </a:lnTo>
                  <a:lnTo>
                    <a:pt x="1095077" y="1525504"/>
                  </a:lnTo>
                  <a:lnTo>
                    <a:pt x="1087771" y="1510892"/>
                  </a:lnTo>
                  <a:lnTo>
                    <a:pt x="1080783" y="1495963"/>
                  </a:lnTo>
                  <a:lnTo>
                    <a:pt x="1074747" y="1480398"/>
                  </a:lnTo>
                  <a:lnTo>
                    <a:pt x="1069665" y="1464515"/>
                  </a:lnTo>
                  <a:lnTo>
                    <a:pt x="1065218" y="1448633"/>
                  </a:lnTo>
                  <a:lnTo>
                    <a:pt x="1062655" y="1438185"/>
                  </a:lnTo>
                  <a:close/>
                  <a:moveTo>
                    <a:pt x="1383502" y="1159891"/>
                  </a:moveTo>
                  <a:lnTo>
                    <a:pt x="1373019" y="1160844"/>
                  </a:lnTo>
                  <a:lnTo>
                    <a:pt x="1362855" y="1162114"/>
                  </a:lnTo>
                  <a:lnTo>
                    <a:pt x="1353007" y="1164020"/>
                  </a:lnTo>
                  <a:lnTo>
                    <a:pt x="1342843" y="1166244"/>
                  </a:lnTo>
                  <a:lnTo>
                    <a:pt x="1333631" y="1168785"/>
                  </a:lnTo>
                  <a:lnTo>
                    <a:pt x="1324101" y="1172279"/>
                  </a:lnTo>
                  <a:lnTo>
                    <a:pt x="1314572" y="1175455"/>
                  </a:lnTo>
                  <a:lnTo>
                    <a:pt x="1305678" y="1179585"/>
                  </a:lnTo>
                  <a:lnTo>
                    <a:pt x="1297101" y="1184350"/>
                  </a:lnTo>
                  <a:lnTo>
                    <a:pt x="1288207" y="1189114"/>
                  </a:lnTo>
                  <a:lnTo>
                    <a:pt x="1279948" y="1194514"/>
                  </a:lnTo>
                  <a:lnTo>
                    <a:pt x="1272007" y="1199914"/>
                  </a:lnTo>
                  <a:lnTo>
                    <a:pt x="1264384" y="1206585"/>
                  </a:lnTo>
                  <a:lnTo>
                    <a:pt x="1257078" y="1212938"/>
                  </a:lnTo>
                  <a:lnTo>
                    <a:pt x="1249772" y="1219609"/>
                  </a:lnTo>
                  <a:lnTo>
                    <a:pt x="1243101" y="1226279"/>
                  </a:lnTo>
                  <a:lnTo>
                    <a:pt x="1236748" y="1233903"/>
                  </a:lnTo>
                  <a:lnTo>
                    <a:pt x="1230713" y="1241526"/>
                  </a:lnTo>
                  <a:lnTo>
                    <a:pt x="1224995" y="1249785"/>
                  </a:lnTo>
                  <a:lnTo>
                    <a:pt x="1219913" y="1258044"/>
                  </a:lnTo>
                  <a:lnTo>
                    <a:pt x="1214830" y="1266303"/>
                  </a:lnTo>
                  <a:lnTo>
                    <a:pt x="1210383" y="1275197"/>
                  </a:lnTo>
                  <a:lnTo>
                    <a:pt x="1206254" y="1284409"/>
                  </a:lnTo>
                  <a:lnTo>
                    <a:pt x="1202442" y="1293303"/>
                  </a:lnTo>
                  <a:lnTo>
                    <a:pt x="1199583" y="1302832"/>
                  </a:lnTo>
                  <a:lnTo>
                    <a:pt x="1196407" y="1312680"/>
                  </a:lnTo>
                  <a:lnTo>
                    <a:pt x="1194183" y="1322527"/>
                  </a:lnTo>
                  <a:lnTo>
                    <a:pt x="1192595" y="1332691"/>
                  </a:lnTo>
                  <a:lnTo>
                    <a:pt x="1191324" y="1342856"/>
                  </a:lnTo>
                  <a:lnTo>
                    <a:pt x="1190371" y="1353339"/>
                  </a:lnTo>
                  <a:lnTo>
                    <a:pt x="1190054" y="1363503"/>
                  </a:lnTo>
                  <a:lnTo>
                    <a:pt x="1190371" y="1373986"/>
                  </a:lnTo>
                  <a:lnTo>
                    <a:pt x="1191324" y="1384468"/>
                  </a:lnTo>
                  <a:lnTo>
                    <a:pt x="1192595" y="1394633"/>
                  </a:lnTo>
                  <a:lnTo>
                    <a:pt x="1194183" y="1404798"/>
                  </a:lnTo>
                  <a:lnTo>
                    <a:pt x="1196407" y="1414645"/>
                  </a:lnTo>
                  <a:lnTo>
                    <a:pt x="1199583" y="1424174"/>
                  </a:lnTo>
                  <a:lnTo>
                    <a:pt x="1202442" y="1433704"/>
                  </a:lnTo>
                  <a:lnTo>
                    <a:pt x="1206254" y="1442915"/>
                  </a:lnTo>
                  <a:lnTo>
                    <a:pt x="1210383" y="1451810"/>
                  </a:lnTo>
                  <a:lnTo>
                    <a:pt x="1214830" y="1460386"/>
                  </a:lnTo>
                  <a:lnTo>
                    <a:pt x="1219913" y="1469280"/>
                  </a:lnTo>
                  <a:lnTo>
                    <a:pt x="1224995" y="1477539"/>
                  </a:lnTo>
                  <a:lnTo>
                    <a:pt x="1230713" y="1485480"/>
                  </a:lnTo>
                  <a:lnTo>
                    <a:pt x="1236748" y="1493421"/>
                  </a:lnTo>
                  <a:lnTo>
                    <a:pt x="1243101" y="1500410"/>
                  </a:lnTo>
                  <a:lnTo>
                    <a:pt x="1249772" y="1507716"/>
                  </a:lnTo>
                  <a:lnTo>
                    <a:pt x="1257078" y="1514386"/>
                  </a:lnTo>
                  <a:lnTo>
                    <a:pt x="1264384" y="1520739"/>
                  </a:lnTo>
                  <a:lnTo>
                    <a:pt x="1272007" y="1526775"/>
                  </a:lnTo>
                  <a:lnTo>
                    <a:pt x="1279948" y="1532492"/>
                  </a:lnTo>
                  <a:lnTo>
                    <a:pt x="1288207" y="1537575"/>
                  </a:lnTo>
                  <a:lnTo>
                    <a:pt x="1297101" y="1542657"/>
                  </a:lnTo>
                  <a:lnTo>
                    <a:pt x="1305678" y="1547104"/>
                  </a:lnTo>
                  <a:lnTo>
                    <a:pt x="1314572" y="1551233"/>
                  </a:lnTo>
                  <a:lnTo>
                    <a:pt x="1323784" y="1555045"/>
                  </a:lnTo>
                  <a:lnTo>
                    <a:pt x="1333631" y="1557904"/>
                  </a:lnTo>
                  <a:lnTo>
                    <a:pt x="1342843" y="1561081"/>
                  </a:lnTo>
                  <a:lnTo>
                    <a:pt x="1352690" y="1563304"/>
                  </a:lnTo>
                  <a:lnTo>
                    <a:pt x="1362855" y="1564892"/>
                  </a:lnTo>
                  <a:lnTo>
                    <a:pt x="1373019" y="1566163"/>
                  </a:lnTo>
                  <a:lnTo>
                    <a:pt x="1383502" y="1567116"/>
                  </a:lnTo>
                  <a:lnTo>
                    <a:pt x="1393984" y="1567434"/>
                  </a:lnTo>
                  <a:lnTo>
                    <a:pt x="1404149" y="1567116"/>
                  </a:lnTo>
                  <a:lnTo>
                    <a:pt x="1414949" y="1566163"/>
                  </a:lnTo>
                  <a:lnTo>
                    <a:pt x="1425114" y="1564892"/>
                  </a:lnTo>
                  <a:lnTo>
                    <a:pt x="1435278" y="1563304"/>
                  </a:lnTo>
                  <a:lnTo>
                    <a:pt x="1444808" y="1561081"/>
                  </a:lnTo>
                  <a:lnTo>
                    <a:pt x="1454655" y="1557904"/>
                  </a:lnTo>
                  <a:lnTo>
                    <a:pt x="1464184" y="1555045"/>
                  </a:lnTo>
                  <a:lnTo>
                    <a:pt x="1473079" y="1551233"/>
                  </a:lnTo>
                  <a:lnTo>
                    <a:pt x="1482290" y="1547104"/>
                  </a:lnTo>
                  <a:lnTo>
                    <a:pt x="1491184" y="1542657"/>
                  </a:lnTo>
                  <a:lnTo>
                    <a:pt x="1499443" y="1537575"/>
                  </a:lnTo>
                  <a:lnTo>
                    <a:pt x="1507702" y="1532492"/>
                  </a:lnTo>
                  <a:lnTo>
                    <a:pt x="1515643" y="1526775"/>
                  </a:lnTo>
                  <a:lnTo>
                    <a:pt x="1523585" y="1520739"/>
                  </a:lnTo>
                  <a:lnTo>
                    <a:pt x="1531208" y="1514386"/>
                  </a:lnTo>
                  <a:lnTo>
                    <a:pt x="1537879" y="1507716"/>
                  </a:lnTo>
                  <a:lnTo>
                    <a:pt x="1544549" y="1500410"/>
                  </a:lnTo>
                  <a:lnTo>
                    <a:pt x="1551220" y="1493421"/>
                  </a:lnTo>
                  <a:lnTo>
                    <a:pt x="1557255" y="1485480"/>
                  </a:lnTo>
                  <a:lnTo>
                    <a:pt x="1562655" y="1477539"/>
                  </a:lnTo>
                  <a:lnTo>
                    <a:pt x="1568055" y="1469280"/>
                  </a:lnTo>
                  <a:lnTo>
                    <a:pt x="1572820" y="1460386"/>
                  </a:lnTo>
                  <a:lnTo>
                    <a:pt x="1577585" y="1451810"/>
                  </a:lnTo>
                  <a:lnTo>
                    <a:pt x="1581714" y="1442915"/>
                  </a:lnTo>
                  <a:lnTo>
                    <a:pt x="1585208" y="1433704"/>
                  </a:lnTo>
                  <a:lnTo>
                    <a:pt x="1588385" y="1424174"/>
                  </a:lnTo>
                  <a:lnTo>
                    <a:pt x="1591244" y="1414645"/>
                  </a:lnTo>
                  <a:lnTo>
                    <a:pt x="1593467" y="1404798"/>
                  </a:lnTo>
                  <a:lnTo>
                    <a:pt x="1595373" y="1394633"/>
                  </a:lnTo>
                  <a:lnTo>
                    <a:pt x="1596644" y="1384468"/>
                  </a:lnTo>
                  <a:lnTo>
                    <a:pt x="1597279" y="1373986"/>
                  </a:lnTo>
                  <a:lnTo>
                    <a:pt x="1597597" y="1363503"/>
                  </a:lnTo>
                  <a:lnTo>
                    <a:pt x="1597279" y="1353339"/>
                  </a:lnTo>
                  <a:lnTo>
                    <a:pt x="1596644" y="1342856"/>
                  </a:lnTo>
                  <a:lnTo>
                    <a:pt x="1595373" y="1332691"/>
                  </a:lnTo>
                  <a:lnTo>
                    <a:pt x="1593467" y="1322527"/>
                  </a:lnTo>
                  <a:lnTo>
                    <a:pt x="1591244" y="1312680"/>
                  </a:lnTo>
                  <a:lnTo>
                    <a:pt x="1588385" y="1302832"/>
                  </a:lnTo>
                  <a:lnTo>
                    <a:pt x="1585208" y="1293303"/>
                  </a:lnTo>
                  <a:lnTo>
                    <a:pt x="1581714" y="1284409"/>
                  </a:lnTo>
                  <a:lnTo>
                    <a:pt x="1577585" y="1275197"/>
                  </a:lnTo>
                  <a:lnTo>
                    <a:pt x="1572820" y="1266303"/>
                  </a:lnTo>
                  <a:lnTo>
                    <a:pt x="1568055" y="1258044"/>
                  </a:lnTo>
                  <a:lnTo>
                    <a:pt x="1562655" y="1249785"/>
                  </a:lnTo>
                  <a:lnTo>
                    <a:pt x="1557255" y="1241526"/>
                  </a:lnTo>
                  <a:lnTo>
                    <a:pt x="1551220" y="1233903"/>
                  </a:lnTo>
                  <a:lnTo>
                    <a:pt x="1544549" y="1226279"/>
                  </a:lnTo>
                  <a:lnTo>
                    <a:pt x="1537879" y="1219609"/>
                  </a:lnTo>
                  <a:lnTo>
                    <a:pt x="1531208" y="1212938"/>
                  </a:lnTo>
                  <a:lnTo>
                    <a:pt x="1523585" y="1206585"/>
                  </a:lnTo>
                  <a:lnTo>
                    <a:pt x="1515643" y="1199914"/>
                  </a:lnTo>
                  <a:lnTo>
                    <a:pt x="1507702" y="1194514"/>
                  </a:lnTo>
                  <a:lnTo>
                    <a:pt x="1499443" y="1189114"/>
                  </a:lnTo>
                  <a:lnTo>
                    <a:pt x="1491184" y="1184350"/>
                  </a:lnTo>
                  <a:lnTo>
                    <a:pt x="1482290" y="1179585"/>
                  </a:lnTo>
                  <a:lnTo>
                    <a:pt x="1473079" y="1175455"/>
                  </a:lnTo>
                  <a:lnTo>
                    <a:pt x="1464184" y="1172279"/>
                  </a:lnTo>
                  <a:lnTo>
                    <a:pt x="1454655" y="1168785"/>
                  </a:lnTo>
                  <a:lnTo>
                    <a:pt x="1444808" y="1166244"/>
                  </a:lnTo>
                  <a:lnTo>
                    <a:pt x="1435278" y="1164020"/>
                  </a:lnTo>
                  <a:lnTo>
                    <a:pt x="1425114" y="1162114"/>
                  </a:lnTo>
                  <a:lnTo>
                    <a:pt x="1414949" y="1160844"/>
                  </a:lnTo>
                  <a:lnTo>
                    <a:pt x="1404149" y="1159891"/>
                  </a:lnTo>
                  <a:lnTo>
                    <a:pt x="1393984" y="1159891"/>
                  </a:lnTo>
                  <a:lnTo>
                    <a:pt x="1383502" y="1159891"/>
                  </a:lnTo>
                  <a:close/>
                  <a:moveTo>
                    <a:pt x="1521201" y="490366"/>
                  </a:moveTo>
                  <a:lnTo>
                    <a:pt x="1468588" y="1032381"/>
                  </a:lnTo>
                  <a:lnTo>
                    <a:pt x="1478796" y="1034737"/>
                  </a:lnTo>
                  <a:lnTo>
                    <a:pt x="1494996" y="1039184"/>
                  </a:lnTo>
                  <a:lnTo>
                    <a:pt x="1510879" y="1044584"/>
                  </a:lnTo>
                  <a:lnTo>
                    <a:pt x="1526126" y="1050620"/>
                  </a:lnTo>
                  <a:lnTo>
                    <a:pt x="1541373" y="1057290"/>
                  </a:lnTo>
                  <a:lnTo>
                    <a:pt x="1555985" y="1064914"/>
                  </a:lnTo>
                  <a:lnTo>
                    <a:pt x="1570279" y="1073173"/>
                  </a:lnTo>
                  <a:lnTo>
                    <a:pt x="1583938" y="1081749"/>
                  </a:lnTo>
                  <a:lnTo>
                    <a:pt x="1597279" y="1091596"/>
                  </a:lnTo>
                  <a:lnTo>
                    <a:pt x="1610303" y="1101443"/>
                  </a:lnTo>
                  <a:lnTo>
                    <a:pt x="1622691" y="1112243"/>
                  </a:lnTo>
                  <a:lnTo>
                    <a:pt x="1634126" y="1123679"/>
                  </a:lnTo>
                  <a:lnTo>
                    <a:pt x="1645562" y="1135432"/>
                  </a:lnTo>
                  <a:lnTo>
                    <a:pt x="1656044" y="1147820"/>
                  </a:lnTo>
                  <a:lnTo>
                    <a:pt x="1666209" y="1160526"/>
                  </a:lnTo>
                  <a:lnTo>
                    <a:pt x="1675738" y="1173549"/>
                  </a:lnTo>
                  <a:lnTo>
                    <a:pt x="1684632" y="1187526"/>
                  </a:lnTo>
                  <a:lnTo>
                    <a:pt x="1692574" y="1201703"/>
                  </a:lnTo>
                  <a:lnTo>
                    <a:pt x="1700197" y="1216114"/>
                  </a:lnTo>
                  <a:lnTo>
                    <a:pt x="1706868" y="1231361"/>
                  </a:lnTo>
                  <a:lnTo>
                    <a:pt x="1712903" y="1246609"/>
                  </a:lnTo>
                  <a:lnTo>
                    <a:pt x="1718621" y="1262491"/>
                  </a:lnTo>
                  <a:lnTo>
                    <a:pt x="1723068" y="1278691"/>
                  </a:lnTo>
                  <a:lnTo>
                    <a:pt x="1725403" y="1288811"/>
                  </a:lnTo>
                  <a:lnTo>
                    <a:pt x="2267666" y="1236231"/>
                  </a:lnTo>
                  <a:lnTo>
                    <a:pt x="2265125" y="1218140"/>
                  </a:lnTo>
                  <a:lnTo>
                    <a:pt x="2261630" y="1200683"/>
                  </a:lnTo>
                  <a:lnTo>
                    <a:pt x="2258136" y="1182909"/>
                  </a:lnTo>
                  <a:lnTo>
                    <a:pt x="2254325" y="1165136"/>
                  </a:lnTo>
                  <a:lnTo>
                    <a:pt x="2250195" y="1147362"/>
                  </a:lnTo>
                  <a:lnTo>
                    <a:pt x="2245748" y="1130223"/>
                  </a:lnTo>
                  <a:lnTo>
                    <a:pt x="2240666" y="1112766"/>
                  </a:lnTo>
                  <a:lnTo>
                    <a:pt x="2235584" y="1095945"/>
                  </a:lnTo>
                  <a:lnTo>
                    <a:pt x="2229866" y="1079123"/>
                  </a:lnTo>
                  <a:lnTo>
                    <a:pt x="2223831" y="1061984"/>
                  </a:lnTo>
                  <a:lnTo>
                    <a:pt x="2217478" y="1045480"/>
                  </a:lnTo>
                  <a:lnTo>
                    <a:pt x="2211125" y="1028976"/>
                  </a:lnTo>
                  <a:lnTo>
                    <a:pt x="2204454" y="1012789"/>
                  </a:lnTo>
                  <a:lnTo>
                    <a:pt x="2197149" y="996602"/>
                  </a:lnTo>
                  <a:lnTo>
                    <a:pt x="2189843" y="980732"/>
                  </a:lnTo>
                  <a:lnTo>
                    <a:pt x="2181902" y="965180"/>
                  </a:lnTo>
                  <a:lnTo>
                    <a:pt x="2173643" y="949311"/>
                  </a:lnTo>
                  <a:lnTo>
                    <a:pt x="2165384" y="933759"/>
                  </a:lnTo>
                  <a:lnTo>
                    <a:pt x="2156490" y="918842"/>
                  </a:lnTo>
                  <a:lnTo>
                    <a:pt x="2147596" y="903607"/>
                  </a:lnTo>
                  <a:lnTo>
                    <a:pt x="2138067" y="888690"/>
                  </a:lnTo>
                  <a:lnTo>
                    <a:pt x="2128855" y="874090"/>
                  </a:lnTo>
                  <a:lnTo>
                    <a:pt x="2119008" y="859807"/>
                  </a:lnTo>
                  <a:lnTo>
                    <a:pt x="2108843" y="845525"/>
                  </a:lnTo>
                  <a:lnTo>
                    <a:pt x="2098361" y="831560"/>
                  </a:lnTo>
                  <a:lnTo>
                    <a:pt x="2087561" y="817594"/>
                  </a:lnTo>
                  <a:lnTo>
                    <a:pt x="2076761" y="803947"/>
                  </a:lnTo>
                  <a:lnTo>
                    <a:pt x="2065644" y="790934"/>
                  </a:lnTo>
                  <a:lnTo>
                    <a:pt x="2054209" y="777603"/>
                  </a:lnTo>
                  <a:lnTo>
                    <a:pt x="2042138" y="764591"/>
                  </a:lnTo>
                  <a:lnTo>
                    <a:pt x="2030385" y="752212"/>
                  </a:lnTo>
                  <a:lnTo>
                    <a:pt x="2017997" y="739834"/>
                  </a:lnTo>
                  <a:lnTo>
                    <a:pt x="2005609" y="727456"/>
                  </a:lnTo>
                  <a:lnTo>
                    <a:pt x="1993221" y="715395"/>
                  </a:lnTo>
                  <a:lnTo>
                    <a:pt x="1980197" y="703652"/>
                  </a:lnTo>
                  <a:lnTo>
                    <a:pt x="1966856" y="692226"/>
                  </a:lnTo>
                  <a:lnTo>
                    <a:pt x="1953833" y="681117"/>
                  </a:lnTo>
                  <a:lnTo>
                    <a:pt x="1940174" y="670326"/>
                  </a:lnTo>
                  <a:lnTo>
                    <a:pt x="1926198" y="659535"/>
                  </a:lnTo>
                  <a:lnTo>
                    <a:pt x="1912221" y="649061"/>
                  </a:lnTo>
                  <a:lnTo>
                    <a:pt x="1897927" y="638904"/>
                  </a:lnTo>
                  <a:lnTo>
                    <a:pt x="1883633" y="629065"/>
                  </a:lnTo>
                  <a:lnTo>
                    <a:pt x="1869022" y="619861"/>
                  </a:lnTo>
                  <a:lnTo>
                    <a:pt x="1854092" y="610339"/>
                  </a:lnTo>
                  <a:lnTo>
                    <a:pt x="1838845" y="601452"/>
                  </a:lnTo>
                  <a:lnTo>
                    <a:pt x="1823916" y="592566"/>
                  </a:lnTo>
                  <a:lnTo>
                    <a:pt x="1808352" y="584313"/>
                  </a:lnTo>
                  <a:lnTo>
                    <a:pt x="1792469" y="576061"/>
                  </a:lnTo>
                  <a:lnTo>
                    <a:pt x="1776905" y="568127"/>
                  </a:lnTo>
                  <a:lnTo>
                    <a:pt x="1761022" y="560827"/>
                  </a:lnTo>
                  <a:lnTo>
                    <a:pt x="1744823" y="553527"/>
                  </a:lnTo>
                  <a:lnTo>
                    <a:pt x="1728623" y="546862"/>
                  </a:lnTo>
                  <a:lnTo>
                    <a:pt x="1712105" y="540514"/>
                  </a:lnTo>
                  <a:lnTo>
                    <a:pt x="1695588" y="534166"/>
                  </a:lnTo>
                  <a:lnTo>
                    <a:pt x="1678435" y="528136"/>
                  </a:lnTo>
                  <a:lnTo>
                    <a:pt x="1661600" y="522740"/>
                  </a:lnTo>
                  <a:lnTo>
                    <a:pt x="1644765" y="517344"/>
                  </a:lnTo>
                  <a:lnTo>
                    <a:pt x="1627294" y="512584"/>
                  </a:lnTo>
                  <a:lnTo>
                    <a:pt x="1610141" y="507823"/>
                  </a:lnTo>
                  <a:lnTo>
                    <a:pt x="1592671" y="503697"/>
                  </a:lnTo>
                  <a:lnTo>
                    <a:pt x="1574883" y="499888"/>
                  </a:lnTo>
                  <a:lnTo>
                    <a:pt x="1557095" y="496397"/>
                  </a:lnTo>
                  <a:lnTo>
                    <a:pt x="1539306" y="492905"/>
                  </a:lnTo>
                  <a:lnTo>
                    <a:pt x="1521201" y="490366"/>
                  </a:lnTo>
                  <a:close/>
                  <a:moveTo>
                    <a:pt x="1266450" y="490366"/>
                  </a:moveTo>
                  <a:lnTo>
                    <a:pt x="1248344" y="492905"/>
                  </a:lnTo>
                  <a:lnTo>
                    <a:pt x="1230556" y="496397"/>
                  </a:lnTo>
                  <a:lnTo>
                    <a:pt x="1212768" y="499888"/>
                  </a:lnTo>
                  <a:lnTo>
                    <a:pt x="1195297" y="503697"/>
                  </a:lnTo>
                  <a:lnTo>
                    <a:pt x="1177509" y="507823"/>
                  </a:lnTo>
                  <a:lnTo>
                    <a:pt x="1160039" y="512584"/>
                  </a:lnTo>
                  <a:lnTo>
                    <a:pt x="1142886" y="517344"/>
                  </a:lnTo>
                  <a:lnTo>
                    <a:pt x="1126051" y="522740"/>
                  </a:lnTo>
                  <a:lnTo>
                    <a:pt x="1108898" y="528136"/>
                  </a:lnTo>
                  <a:lnTo>
                    <a:pt x="1092063" y="534166"/>
                  </a:lnTo>
                  <a:lnTo>
                    <a:pt x="1075545" y="540514"/>
                  </a:lnTo>
                  <a:lnTo>
                    <a:pt x="1059028" y="546862"/>
                  </a:lnTo>
                  <a:lnTo>
                    <a:pt x="1042827" y="553527"/>
                  </a:lnTo>
                  <a:lnTo>
                    <a:pt x="1026627" y="560827"/>
                  </a:lnTo>
                  <a:lnTo>
                    <a:pt x="1010745" y="568127"/>
                  </a:lnTo>
                  <a:lnTo>
                    <a:pt x="994863" y="576061"/>
                  </a:lnTo>
                  <a:lnTo>
                    <a:pt x="978981" y="584313"/>
                  </a:lnTo>
                  <a:lnTo>
                    <a:pt x="963734" y="592566"/>
                  </a:lnTo>
                  <a:lnTo>
                    <a:pt x="948487" y="601452"/>
                  </a:lnTo>
                  <a:lnTo>
                    <a:pt x="933558" y="610339"/>
                  </a:lnTo>
                  <a:lnTo>
                    <a:pt x="918946" y="619861"/>
                  </a:lnTo>
                  <a:lnTo>
                    <a:pt x="904334" y="629065"/>
                  </a:lnTo>
                  <a:lnTo>
                    <a:pt x="889405" y="638904"/>
                  </a:lnTo>
                  <a:lnTo>
                    <a:pt x="875429" y="649061"/>
                  </a:lnTo>
                  <a:lnTo>
                    <a:pt x="861135" y="659535"/>
                  </a:lnTo>
                  <a:lnTo>
                    <a:pt x="847794" y="670326"/>
                  </a:lnTo>
                  <a:lnTo>
                    <a:pt x="833817" y="681117"/>
                  </a:lnTo>
                  <a:lnTo>
                    <a:pt x="820476" y="692226"/>
                  </a:lnTo>
                  <a:lnTo>
                    <a:pt x="807453" y="703652"/>
                  </a:lnTo>
                  <a:lnTo>
                    <a:pt x="794747" y="715395"/>
                  </a:lnTo>
                  <a:lnTo>
                    <a:pt x="781723" y="727456"/>
                  </a:lnTo>
                  <a:lnTo>
                    <a:pt x="769335" y="739834"/>
                  </a:lnTo>
                  <a:lnTo>
                    <a:pt x="757265" y="752212"/>
                  </a:lnTo>
                  <a:lnTo>
                    <a:pt x="745194" y="764591"/>
                  </a:lnTo>
                  <a:lnTo>
                    <a:pt x="733759" y="777603"/>
                  </a:lnTo>
                  <a:lnTo>
                    <a:pt x="722006" y="790934"/>
                  </a:lnTo>
                  <a:lnTo>
                    <a:pt x="710571" y="803947"/>
                  </a:lnTo>
                  <a:lnTo>
                    <a:pt x="699771" y="817594"/>
                  </a:lnTo>
                  <a:lnTo>
                    <a:pt x="689289" y="831560"/>
                  </a:lnTo>
                  <a:lnTo>
                    <a:pt x="678807" y="845525"/>
                  </a:lnTo>
                  <a:lnTo>
                    <a:pt x="668960" y="859807"/>
                  </a:lnTo>
                  <a:lnTo>
                    <a:pt x="658795" y="874090"/>
                  </a:lnTo>
                  <a:lnTo>
                    <a:pt x="649266" y="888690"/>
                  </a:lnTo>
                  <a:lnTo>
                    <a:pt x="640054" y="903607"/>
                  </a:lnTo>
                  <a:lnTo>
                    <a:pt x="630842" y="918842"/>
                  </a:lnTo>
                  <a:lnTo>
                    <a:pt x="622266" y="933759"/>
                  </a:lnTo>
                  <a:lnTo>
                    <a:pt x="614007" y="949311"/>
                  </a:lnTo>
                  <a:lnTo>
                    <a:pt x="605748" y="965180"/>
                  </a:lnTo>
                  <a:lnTo>
                    <a:pt x="598125" y="980732"/>
                  </a:lnTo>
                  <a:lnTo>
                    <a:pt x="590501" y="996602"/>
                  </a:lnTo>
                  <a:lnTo>
                    <a:pt x="583513" y="1012789"/>
                  </a:lnTo>
                  <a:lnTo>
                    <a:pt x="576207" y="1028976"/>
                  </a:lnTo>
                  <a:lnTo>
                    <a:pt x="569854" y="1045480"/>
                  </a:lnTo>
                  <a:lnTo>
                    <a:pt x="563502" y="1061984"/>
                  </a:lnTo>
                  <a:lnTo>
                    <a:pt x="557784" y="1079123"/>
                  </a:lnTo>
                  <a:lnTo>
                    <a:pt x="552066" y="1095945"/>
                  </a:lnTo>
                  <a:lnTo>
                    <a:pt x="546984" y="1112766"/>
                  </a:lnTo>
                  <a:lnTo>
                    <a:pt x="541902" y="1130223"/>
                  </a:lnTo>
                  <a:lnTo>
                    <a:pt x="537455" y="1147362"/>
                  </a:lnTo>
                  <a:lnTo>
                    <a:pt x="533325" y="1165136"/>
                  </a:lnTo>
                  <a:lnTo>
                    <a:pt x="529196" y="1182909"/>
                  </a:lnTo>
                  <a:lnTo>
                    <a:pt x="526019" y="1200683"/>
                  </a:lnTo>
                  <a:lnTo>
                    <a:pt x="522843" y="1218140"/>
                  </a:lnTo>
                  <a:lnTo>
                    <a:pt x="519984" y="1236231"/>
                  </a:lnTo>
                  <a:lnTo>
                    <a:pt x="1062444" y="1288803"/>
                  </a:lnTo>
                  <a:lnTo>
                    <a:pt x="1064583" y="1278691"/>
                  </a:lnTo>
                  <a:lnTo>
                    <a:pt x="1069347" y="1262491"/>
                  </a:lnTo>
                  <a:lnTo>
                    <a:pt x="1074747" y="1246609"/>
                  </a:lnTo>
                  <a:lnTo>
                    <a:pt x="1080783" y="1231361"/>
                  </a:lnTo>
                  <a:lnTo>
                    <a:pt x="1087771" y="1216114"/>
                  </a:lnTo>
                  <a:lnTo>
                    <a:pt x="1095077" y="1201703"/>
                  </a:lnTo>
                  <a:lnTo>
                    <a:pt x="1103336" y="1187526"/>
                  </a:lnTo>
                  <a:lnTo>
                    <a:pt x="1112230" y="1173549"/>
                  </a:lnTo>
                  <a:lnTo>
                    <a:pt x="1121442" y="1160526"/>
                  </a:lnTo>
                  <a:lnTo>
                    <a:pt x="1131606" y="1147185"/>
                  </a:lnTo>
                  <a:lnTo>
                    <a:pt x="1142407" y="1135432"/>
                  </a:lnTo>
                  <a:lnTo>
                    <a:pt x="1153524" y="1123361"/>
                  </a:lnTo>
                  <a:lnTo>
                    <a:pt x="1165595" y="1112243"/>
                  </a:lnTo>
                  <a:lnTo>
                    <a:pt x="1177665" y="1101443"/>
                  </a:lnTo>
                  <a:lnTo>
                    <a:pt x="1190689" y="1091279"/>
                  </a:lnTo>
                  <a:lnTo>
                    <a:pt x="1204030" y="1081749"/>
                  </a:lnTo>
                  <a:lnTo>
                    <a:pt x="1218007" y="1073173"/>
                  </a:lnTo>
                  <a:lnTo>
                    <a:pt x="1231983" y="1064914"/>
                  </a:lnTo>
                  <a:lnTo>
                    <a:pt x="1246595" y="1057290"/>
                  </a:lnTo>
                  <a:lnTo>
                    <a:pt x="1261525" y="1050620"/>
                  </a:lnTo>
                  <a:lnTo>
                    <a:pt x="1277089" y="1044584"/>
                  </a:lnTo>
                  <a:lnTo>
                    <a:pt x="1292972" y="1039184"/>
                  </a:lnTo>
                  <a:lnTo>
                    <a:pt x="1309172" y="1034737"/>
                  </a:lnTo>
                  <a:lnTo>
                    <a:pt x="1319052" y="1032267"/>
                  </a:lnTo>
                  <a:lnTo>
                    <a:pt x="1266450" y="490366"/>
                  </a:lnTo>
                  <a:close/>
                  <a:moveTo>
                    <a:pt x="1094286" y="0"/>
                  </a:moveTo>
                  <a:lnTo>
                    <a:pt x="1100957" y="0"/>
                  </a:lnTo>
                  <a:lnTo>
                    <a:pt x="1107627" y="952"/>
                  </a:lnTo>
                  <a:lnTo>
                    <a:pt x="1113980" y="2539"/>
                  </a:lnTo>
                  <a:lnTo>
                    <a:pt x="1120333" y="4761"/>
                  </a:lnTo>
                  <a:lnTo>
                    <a:pt x="1126368" y="7300"/>
                  </a:lnTo>
                  <a:lnTo>
                    <a:pt x="1132086" y="10791"/>
                  </a:lnTo>
                  <a:lnTo>
                    <a:pt x="1137168" y="14600"/>
                  </a:lnTo>
                  <a:lnTo>
                    <a:pt x="1142568" y="18726"/>
                  </a:lnTo>
                  <a:lnTo>
                    <a:pt x="1147015" y="23487"/>
                  </a:lnTo>
                  <a:lnTo>
                    <a:pt x="1151145" y="28882"/>
                  </a:lnTo>
                  <a:lnTo>
                    <a:pt x="1154956" y="34595"/>
                  </a:lnTo>
                  <a:lnTo>
                    <a:pt x="1157815" y="40943"/>
                  </a:lnTo>
                  <a:lnTo>
                    <a:pt x="1160674" y="47291"/>
                  </a:lnTo>
                  <a:lnTo>
                    <a:pt x="1231191" y="266290"/>
                  </a:lnTo>
                  <a:lnTo>
                    <a:pt x="1251203" y="263433"/>
                  </a:lnTo>
                  <a:lnTo>
                    <a:pt x="1271532" y="261211"/>
                  </a:lnTo>
                  <a:lnTo>
                    <a:pt x="1291544" y="258990"/>
                  </a:lnTo>
                  <a:lnTo>
                    <a:pt x="1311873" y="257403"/>
                  </a:lnTo>
                  <a:lnTo>
                    <a:pt x="1332202" y="256133"/>
                  </a:lnTo>
                  <a:lnTo>
                    <a:pt x="1352531" y="255181"/>
                  </a:lnTo>
                  <a:lnTo>
                    <a:pt x="1373178" y="254546"/>
                  </a:lnTo>
                  <a:lnTo>
                    <a:pt x="1393825" y="254546"/>
                  </a:lnTo>
                  <a:lnTo>
                    <a:pt x="1414154" y="254546"/>
                  </a:lnTo>
                  <a:lnTo>
                    <a:pt x="1435119" y="255181"/>
                  </a:lnTo>
                  <a:lnTo>
                    <a:pt x="1455448" y="256133"/>
                  </a:lnTo>
                  <a:lnTo>
                    <a:pt x="1475778" y="257403"/>
                  </a:lnTo>
                  <a:lnTo>
                    <a:pt x="1496107" y="258990"/>
                  </a:lnTo>
                  <a:lnTo>
                    <a:pt x="1515801" y="261211"/>
                  </a:lnTo>
                  <a:lnTo>
                    <a:pt x="1536130" y="263433"/>
                  </a:lnTo>
                  <a:lnTo>
                    <a:pt x="1556142" y="266290"/>
                  </a:lnTo>
                  <a:lnTo>
                    <a:pt x="1627294" y="47291"/>
                  </a:lnTo>
                  <a:lnTo>
                    <a:pt x="1629835" y="40626"/>
                  </a:lnTo>
                  <a:lnTo>
                    <a:pt x="1633012" y="34595"/>
                  </a:lnTo>
                  <a:lnTo>
                    <a:pt x="1636823" y="28882"/>
                  </a:lnTo>
                  <a:lnTo>
                    <a:pt x="1640953" y="23487"/>
                  </a:lnTo>
                  <a:lnTo>
                    <a:pt x="1645400" y="18726"/>
                  </a:lnTo>
                  <a:lnTo>
                    <a:pt x="1650164" y="14600"/>
                  </a:lnTo>
                  <a:lnTo>
                    <a:pt x="1655882" y="10474"/>
                  </a:lnTo>
                  <a:lnTo>
                    <a:pt x="1661600" y="7300"/>
                  </a:lnTo>
                  <a:lnTo>
                    <a:pt x="1667635" y="4761"/>
                  </a:lnTo>
                  <a:lnTo>
                    <a:pt x="1673670" y="2539"/>
                  </a:lnTo>
                  <a:lnTo>
                    <a:pt x="1680023" y="952"/>
                  </a:lnTo>
                  <a:lnTo>
                    <a:pt x="1686694" y="0"/>
                  </a:lnTo>
                  <a:lnTo>
                    <a:pt x="1693682" y="0"/>
                  </a:lnTo>
                  <a:lnTo>
                    <a:pt x="1700352" y="317"/>
                  </a:lnTo>
                  <a:lnTo>
                    <a:pt x="1707023" y="1270"/>
                  </a:lnTo>
                  <a:lnTo>
                    <a:pt x="1714011" y="2857"/>
                  </a:lnTo>
                  <a:lnTo>
                    <a:pt x="1934774" y="75221"/>
                  </a:lnTo>
                  <a:lnTo>
                    <a:pt x="1941762" y="77443"/>
                  </a:lnTo>
                  <a:lnTo>
                    <a:pt x="1947798" y="80617"/>
                  </a:lnTo>
                  <a:lnTo>
                    <a:pt x="1953833" y="84108"/>
                  </a:lnTo>
                  <a:lnTo>
                    <a:pt x="1958915" y="88234"/>
                  </a:lnTo>
                  <a:lnTo>
                    <a:pt x="1963997" y="93312"/>
                  </a:lnTo>
                  <a:lnTo>
                    <a:pt x="1968127" y="98073"/>
                  </a:lnTo>
                  <a:lnTo>
                    <a:pt x="1971621" y="103469"/>
                  </a:lnTo>
                  <a:lnTo>
                    <a:pt x="1975115" y="108864"/>
                  </a:lnTo>
                  <a:lnTo>
                    <a:pt x="1977656" y="114895"/>
                  </a:lnTo>
                  <a:lnTo>
                    <a:pt x="1980197" y="121243"/>
                  </a:lnTo>
                  <a:lnTo>
                    <a:pt x="1981468" y="127908"/>
                  </a:lnTo>
                  <a:lnTo>
                    <a:pt x="1982421" y="134573"/>
                  </a:lnTo>
                  <a:lnTo>
                    <a:pt x="1982738" y="141238"/>
                  </a:lnTo>
                  <a:lnTo>
                    <a:pt x="1981786" y="148221"/>
                  </a:lnTo>
                  <a:lnTo>
                    <a:pt x="1980833" y="154886"/>
                  </a:lnTo>
                  <a:lnTo>
                    <a:pt x="1979244" y="161551"/>
                  </a:lnTo>
                  <a:lnTo>
                    <a:pt x="1907774" y="380550"/>
                  </a:lnTo>
                  <a:lnTo>
                    <a:pt x="1925880" y="390389"/>
                  </a:lnTo>
                  <a:lnTo>
                    <a:pt x="1943986" y="400228"/>
                  </a:lnTo>
                  <a:lnTo>
                    <a:pt x="1961456" y="410702"/>
                  </a:lnTo>
                  <a:lnTo>
                    <a:pt x="1978927" y="421175"/>
                  </a:lnTo>
                  <a:lnTo>
                    <a:pt x="1996397" y="431967"/>
                  </a:lnTo>
                  <a:lnTo>
                    <a:pt x="2013232" y="443393"/>
                  </a:lnTo>
                  <a:lnTo>
                    <a:pt x="2029750" y="454501"/>
                  </a:lnTo>
                  <a:lnTo>
                    <a:pt x="2046585" y="466562"/>
                  </a:lnTo>
                  <a:lnTo>
                    <a:pt x="2062785" y="478623"/>
                  </a:lnTo>
                  <a:lnTo>
                    <a:pt x="2078985" y="491001"/>
                  </a:lnTo>
                  <a:lnTo>
                    <a:pt x="2094867" y="503697"/>
                  </a:lnTo>
                  <a:lnTo>
                    <a:pt x="2110432" y="516709"/>
                  </a:lnTo>
                  <a:lnTo>
                    <a:pt x="2125679" y="529723"/>
                  </a:lnTo>
                  <a:lnTo>
                    <a:pt x="2140925" y="543370"/>
                  </a:lnTo>
                  <a:lnTo>
                    <a:pt x="2155855" y="557335"/>
                  </a:lnTo>
                  <a:lnTo>
                    <a:pt x="2170466" y="571301"/>
                  </a:lnTo>
                  <a:lnTo>
                    <a:pt x="2357242" y="435775"/>
                  </a:lnTo>
                  <a:lnTo>
                    <a:pt x="2362959" y="431967"/>
                  </a:lnTo>
                  <a:lnTo>
                    <a:pt x="2369312" y="428793"/>
                  </a:lnTo>
                  <a:lnTo>
                    <a:pt x="2375347" y="426571"/>
                  </a:lnTo>
                  <a:lnTo>
                    <a:pt x="2382018" y="424667"/>
                  </a:lnTo>
                  <a:lnTo>
                    <a:pt x="2388371" y="423397"/>
                  </a:lnTo>
                  <a:lnTo>
                    <a:pt x="2395041" y="422762"/>
                  </a:lnTo>
                  <a:lnTo>
                    <a:pt x="2401712" y="422762"/>
                  </a:lnTo>
                  <a:lnTo>
                    <a:pt x="2408065" y="423397"/>
                  </a:lnTo>
                  <a:lnTo>
                    <a:pt x="2414418" y="424984"/>
                  </a:lnTo>
                  <a:lnTo>
                    <a:pt x="2420770" y="426888"/>
                  </a:lnTo>
                  <a:lnTo>
                    <a:pt x="2426806" y="429428"/>
                  </a:lnTo>
                  <a:lnTo>
                    <a:pt x="2432841" y="432601"/>
                  </a:lnTo>
                  <a:lnTo>
                    <a:pt x="2438559" y="436093"/>
                  </a:lnTo>
                  <a:lnTo>
                    <a:pt x="2443959" y="440854"/>
                  </a:lnTo>
                  <a:lnTo>
                    <a:pt x="2448406" y="445614"/>
                  </a:lnTo>
                  <a:lnTo>
                    <a:pt x="2452853" y="451327"/>
                  </a:lnTo>
                  <a:lnTo>
                    <a:pt x="2589757" y="638904"/>
                  </a:lnTo>
                  <a:lnTo>
                    <a:pt x="2593569" y="644935"/>
                  </a:lnTo>
                  <a:lnTo>
                    <a:pt x="2596746" y="650965"/>
                  </a:lnTo>
                  <a:lnTo>
                    <a:pt x="2599287" y="657313"/>
                  </a:lnTo>
                  <a:lnTo>
                    <a:pt x="2601193" y="663661"/>
                  </a:lnTo>
                  <a:lnTo>
                    <a:pt x="2602463" y="670326"/>
                  </a:lnTo>
                  <a:lnTo>
                    <a:pt x="2602781" y="676991"/>
                  </a:lnTo>
                  <a:lnTo>
                    <a:pt x="2602781" y="683656"/>
                  </a:lnTo>
                  <a:lnTo>
                    <a:pt x="2601828" y="690004"/>
                  </a:lnTo>
                  <a:lnTo>
                    <a:pt x="2600557" y="696352"/>
                  </a:lnTo>
                  <a:lnTo>
                    <a:pt x="2598652" y="703017"/>
                  </a:lnTo>
                  <a:lnTo>
                    <a:pt x="2596428" y="709047"/>
                  </a:lnTo>
                  <a:lnTo>
                    <a:pt x="2592934" y="715078"/>
                  </a:lnTo>
                  <a:lnTo>
                    <a:pt x="2589122" y="720473"/>
                  </a:lnTo>
                  <a:lnTo>
                    <a:pt x="2584993" y="725869"/>
                  </a:lnTo>
                  <a:lnTo>
                    <a:pt x="2580228" y="730630"/>
                  </a:lnTo>
                  <a:lnTo>
                    <a:pt x="2574828" y="734756"/>
                  </a:lnTo>
                  <a:lnTo>
                    <a:pt x="2388053" y="870281"/>
                  </a:lnTo>
                  <a:lnTo>
                    <a:pt x="2396629" y="888372"/>
                  </a:lnTo>
                  <a:lnTo>
                    <a:pt x="2405524" y="906781"/>
                  </a:lnTo>
                  <a:lnTo>
                    <a:pt x="2413465" y="925189"/>
                  </a:lnTo>
                  <a:lnTo>
                    <a:pt x="2421088" y="943598"/>
                  </a:lnTo>
                  <a:lnTo>
                    <a:pt x="2428712" y="962324"/>
                  </a:lnTo>
                  <a:lnTo>
                    <a:pt x="2436017" y="981367"/>
                  </a:lnTo>
                  <a:lnTo>
                    <a:pt x="2442688" y="1000411"/>
                  </a:lnTo>
                  <a:lnTo>
                    <a:pt x="2449041" y="1019454"/>
                  </a:lnTo>
                  <a:lnTo>
                    <a:pt x="2455394" y="1039132"/>
                  </a:lnTo>
                  <a:lnTo>
                    <a:pt x="2461111" y="1058810"/>
                  </a:lnTo>
                  <a:lnTo>
                    <a:pt x="2466829" y="1078171"/>
                  </a:lnTo>
                  <a:lnTo>
                    <a:pt x="2471594" y="1098167"/>
                  </a:lnTo>
                  <a:lnTo>
                    <a:pt x="2476676" y="1118162"/>
                  </a:lnTo>
                  <a:lnTo>
                    <a:pt x="2480805" y="1138158"/>
                  </a:lnTo>
                  <a:lnTo>
                    <a:pt x="2484935" y="1158470"/>
                  </a:lnTo>
                  <a:lnTo>
                    <a:pt x="2488746" y="1178783"/>
                  </a:lnTo>
                  <a:lnTo>
                    <a:pt x="2718721" y="1178783"/>
                  </a:lnTo>
                  <a:lnTo>
                    <a:pt x="2725709" y="1179101"/>
                  </a:lnTo>
                  <a:lnTo>
                    <a:pt x="2732698" y="1180370"/>
                  </a:lnTo>
                  <a:lnTo>
                    <a:pt x="2739368" y="1181640"/>
                  </a:lnTo>
                  <a:lnTo>
                    <a:pt x="2745403" y="1184496"/>
                  </a:lnTo>
                  <a:lnTo>
                    <a:pt x="2751439" y="1187035"/>
                  </a:lnTo>
                  <a:lnTo>
                    <a:pt x="2757156" y="1190527"/>
                  </a:lnTo>
                  <a:lnTo>
                    <a:pt x="2762239" y="1194653"/>
                  </a:lnTo>
                  <a:lnTo>
                    <a:pt x="2767321" y="1199096"/>
                  </a:lnTo>
                  <a:lnTo>
                    <a:pt x="2771768" y="1203857"/>
                  </a:lnTo>
                  <a:lnTo>
                    <a:pt x="2775897" y="1209253"/>
                  </a:lnTo>
                  <a:lnTo>
                    <a:pt x="2779391" y="1214966"/>
                  </a:lnTo>
                  <a:lnTo>
                    <a:pt x="2782250" y="1220361"/>
                  </a:lnTo>
                  <a:lnTo>
                    <a:pt x="2784474" y="1226709"/>
                  </a:lnTo>
                  <a:lnTo>
                    <a:pt x="2786062" y="1233692"/>
                  </a:lnTo>
                  <a:lnTo>
                    <a:pt x="2787015" y="1240357"/>
                  </a:lnTo>
                  <a:lnTo>
                    <a:pt x="2787650" y="1247022"/>
                  </a:lnTo>
                  <a:lnTo>
                    <a:pt x="2787650" y="1479986"/>
                  </a:lnTo>
                  <a:lnTo>
                    <a:pt x="2787015" y="1486651"/>
                  </a:lnTo>
                  <a:lnTo>
                    <a:pt x="2786380" y="1493951"/>
                  </a:lnTo>
                  <a:lnTo>
                    <a:pt x="2784474" y="1500299"/>
                  </a:lnTo>
                  <a:lnTo>
                    <a:pt x="2782250" y="1506646"/>
                  </a:lnTo>
                  <a:lnTo>
                    <a:pt x="2779391" y="1512677"/>
                  </a:lnTo>
                  <a:lnTo>
                    <a:pt x="2775897" y="1518390"/>
                  </a:lnTo>
                  <a:lnTo>
                    <a:pt x="2771768" y="1523785"/>
                  </a:lnTo>
                  <a:lnTo>
                    <a:pt x="2767639" y="1528546"/>
                  </a:lnTo>
                  <a:lnTo>
                    <a:pt x="2762556" y="1532672"/>
                  </a:lnTo>
                  <a:lnTo>
                    <a:pt x="2757156" y="1536798"/>
                  </a:lnTo>
                  <a:lnTo>
                    <a:pt x="2751439" y="1540290"/>
                  </a:lnTo>
                  <a:lnTo>
                    <a:pt x="2745403" y="1543146"/>
                  </a:lnTo>
                  <a:lnTo>
                    <a:pt x="2739368" y="1545368"/>
                  </a:lnTo>
                  <a:lnTo>
                    <a:pt x="2732698" y="1546955"/>
                  </a:lnTo>
                  <a:lnTo>
                    <a:pt x="2725709" y="1548224"/>
                  </a:lnTo>
                  <a:lnTo>
                    <a:pt x="2719039" y="1548542"/>
                  </a:lnTo>
                  <a:lnTo>
                    <a:pt x="2488746" y="1548542"/>
                  </a:lnTo>
                  <a:lnTo>
                    <a:pt x="2484935" y="1568855"/>
                  </a:lnTo>
                  <a:lnTo>
                    <a:pt x="2480805" y="1589168"/>
                  </a:lnTo>
                  <a:lnTo>
                    <a:pt x="2476676" y="1609163"/>
                  </a:lnTo>
                  <a:lnTo>
                    <a:pt x="2471594" y="1629476"/>
                  </a:lnTo>
                  <a:lnTo>
                    <a:pt x="2466829" y="1648837"/>
                  </a:lnTo>
                  <a:lnTo>
                    <a:pt x="2461111" y="1668832"/>
                  </a:lnTo>
                  <a:lnTo>
                    <a:pt x="2455394" y="1688510"/>
                  </a:lnTo>
                  <a:lnTo>
                    <a:pt x="2449041" y="1707554"/>
                  </a:lnTo>
                  <a:lnTo>
                    <a:pt x="2442688" y="1726914"/>
                  </a:lnTo>
                  <a:lnTo>
                    <a:pt x="2436017" y="1745958"/>
                  </a:lnTo>
                  <a:lnTo>
                    <a:pt x="2428712" y="1764684"/>
                  </a:lnTo>
                  <a:lnTo>
                    <a:pt x="2421088" y="1783410"/>
                  </a:lnTo>
                  <a:lnTo>
                    <a:pt x="2413465" y="1802453"/>
                  </a:lnTo>
                  <a:lnTo>
                    <a:pt x="2405524" y="1820862"/>
                  </a:lnTo>
                  <a:lnTo>
                    <a:pt x="2396629" y="1838953"/>
                  </a:lnTo>
                  <a:lnTo>
                    <a:pt x="2388053" y="1857044"/>
                  </a:lnTo>
                  <a:lnTo>
                    <a:pt x="2574828" y="1992252"/>
                  </a:lnTo>
                  <a:lnTo>
                    <a:pt x="2580228" y="1996378"/>
                  </a:lnTo>
                  <a:lnTo>
                    <a:pt x="2584993" y="2001456"/>
                  </a:lnTo>
                  <a:lnTo>
                    <a:pt x="2589122" y="2006534"/>
                  </a:lnTo>
                  <a:lnTo>
                    <a:pt x="2592934" y="2012247"/>
                  </a:lnTo>
                  <a:lnTo>
                    <a:pt x="2596428" y="2018278"/>
                  </a:lnTo>
                  <a:lnTo>
                    <a:pt x="2598652" y="2024308"/>
                  </a:lnTo>
                  <a:lnTo>
                    <a:pt x="2600557" y="2030656"/>
                  </a:lnTo>
                  <a:lnTo>
                    <a:pt x="2601828" y="2037004"/>
                  </a:lnTo>
                  <a:lnTo>
                    <a:pt x="2602781" y="2043352"/>
                  </a:lnTo>
                  <a:lnTo>
                    <a:pt x="2602781" y="2050334"/>
                  </a:lnTo>
                  <a:lnTo>
                    <a:pt x="2602463" y="2056682"/>
                  </a:lnTo>
                  <a:lnTo>
                    <a:pt x="2601193" y="2063347"/>
                  </a:lnTo>
                  <a:lnTo>
                    <a:pt x="2599287" y="2069695"/>
                  </a:lnTo>
                  <a:lnTo>
                    <a:pt x="2596746" y="2076360"/>
                  </a:lnTo>
                  <a:lnTo>
                    <a:pt x="2593569" y="2082073"/>
                  </a:lnTo>
                  <a:lnTo>
                    <a:pt x="2589757" y="2087786"/>
                  </a:lnTo>
                  <a:lnTo>
                    <a:pt x="2452853" y="2276315"/>
                  </a:lnTo>
                  <a:lnTo>
                    <a:pt x="2448406" y="2281711"/>
                  </a:lnTo>
                  <a:lnTo>
                    <a:pt x="2443959" y="2286472"/>
                  </a:lnTo>
                  <a:lnTo>
                    <a:pt x="2438559" y="2290915"/>
                  </a:lnTo>
                  <a:lnTo>
                    <a:pt x="2432841" y="2294406"/>
                  </a:lnTo>
                  <a:lnTo>
                    <a:pt x="2426806" y="2297898"/>
                  </a:lnTo>
                  <a:lnTo>
                    <a:pt x="2420770" y="2300437"/>
                  </a:lnTo>
                  <a:lnTo>
                    <a:pt x="2414418" y="2302341"/>
                  </a:lnTo>
                  <a:lnTo>
                    <a:pt x="2408065" y="2303293"/>
                  </a:lnTo>
                  <a:lnTo>
                    <a:pt x="2401712" y="2304245"/>
                  </a:lnTo>
                  <a:lnTo>
                    <a:pt x="2395041" y="2304563"/>
                  </a:lnTo>
                  <a:lnTo>
                    <a:pt x="2388371" y="2303611"/>
                  </a:lnTo>
                  <a:lnTo>
                    <a:pt x="2381700" y="2302658"/>
                  </a:lnTo>
                  <a:lnTo>
                    <a:pt x="2375347" y="2300754"/>
                  </a:lnTo>
                  <a:lnTo>
                    <a:pt x="2368994" y="2298532"/>
                  </a:lnTo>
                  <a:lnTo>
                    <a:pt x="2362959" y="2295041"/>
                  </a:lnTo>
                  <a:lnTo>
                    <a:pt x="2357242" y="2291232"/>
                  </a:lnTo>
                  <a:lnTo>
                    <a:pt x="2170466" y="2156025"/>
                  </a:lnTo>
                  <a:lnTo>
                    <a:pt x="2155855" y="2170307"/>
                  </a:lnTo>
                  <a:lnTo>
                    <a:pt x="2140925" y="2183638"/>
                  </a:lnTo>
                  <a:lnTo>
                    <a:pt x="2125679" y="2197285"/>
                  </a:lnTo>
                  <a:lnTo>
                    <a:pt x="2110432" y="2210616"/>
                  </a:lnTo>
                  <a:lnTo>
                    <a:pt x="2094867" y="2223629"/>
                  </a:lnTo>
                  <a:lnTo>
                    <a:pt x="2078985" y="2236007"/>
                  </a:lnTo>
                  <a:lnTo>
                    <a:pt x="2062785" y="2248385"/>
                  </a:lnTo>
                  <a:lnTo>
                    <a:pt x="2046585" y="2260446"/>
                  </a:lnTo>
                  <a:lnTo>
                    <a:pt x="2030068" y="2272506"/>
                  </a:lnTo>
                  <a:lnTo>
                    <a:pt x="2013232" y="2283932"/>
                  </a:lnTo>
                  <a:lnTo>
                    <a:pt x="1996397" y="2295041"/>
                  </a:lnTo>
                  <a:lnTo>
                    <a:pt x="1978927" y="2306150"/>
                  </a:lnTo>
                  <a:lnTo>
                    <a:pt x="1961456" y="2316624"/>
                  </a:lnTo>
                  <a:lnTo>
                    <a:pt x="1943986" y="2327097"/>
                  </a:lnTo>
                  <a:lnTo>
                    <a:pt x="1925880" y="2336936"/>
                  </a:lnTo>
                  <a:lnTo>
                    <a:pt x="1907774" y="2346776"/>
                  </a:lnTo>
                  <a:lnTo>
                    <a:pt x="1979244" y="2565457"/>
                  </a:lnTo>
                  <a:lnTo>
                    <a:pt x="1980833" y="2572439"/>
                  </a:lnTo>
                  <a:lnTo>
                    <a:pt x="1981786" y="2579422"/>
                  </a:lnTo>
                  <a:lnTo>
                    <a:pt x="1982738" y="2586404"/>
                  </a:lnTo>
                  <a:lnTo>
                    <a:pt x="1982421" y="2592752"/>
                  </a:lnTo>
                  <a:lnTo>
                    <a:pt x="1981468" y="2599417"/>
                  </a:lnTo>
                  <a:lnTo>
                    <a:pt x="1980197" y="2605765"/>
                  </a:lnTo>
                  <a:lnTo>
                    <a:pt x="1977656" y="2612113"/>
                  </a:lnTo>
                  <a:lnTo>
                    <a:pt x="1975115" y="2618143"/>
                  </a:lnTo>
                  <a:lnTo>
                    <a:pt x="1971621" y="2623856"/>
                  </a:lnTo>
                  <a:lnTo>
                    <a:pt x="1968127" y="2629252"/>
                  </a:lnTo>
                  <a:lnTo>
                    <a:pt x="1963997" y="2634013"/>
                  </a:lnTo>
                  <a:lnTo>
                    <a:pt x="1958915" y="2638774"/>
                  </a:lnTo>
                  <a:lnTo>
                    <a:pt x="1953833" y="2642900"/>
                  </a:lnTo>
                  <a:lnTo>
                    <a:pt x="1948115" y="2646391"/>
                  </a:lnTo>
                  <a:lnTo>
                    <a:pt x="1941762" y="2649565"/>
                  </a:lnTo>
                  <a:lnTo>
                    <a:pt x="1935409" y="2652104"/>
                  </a:lnTo>
                  <a:lnTo>
                    <a:pt x="1714011" y="2724151"/>
                  </a:lnTo>
                  <a:lnTo>
                    <a:pt x="1707023" y="2725738"/>
                  </a:lnTo>
                  <a:lnTo>
                    <a:pt x="1700352" y="2727008"/>
                  </a:lnTo>
                  <a:lnTo>
                    <a:pt x="1693682" y="2727325"/>
                  </a:lnTo>
                  <a:lnTo>
                    <a:pt x="1686694" y="2727325"/>
                  </a:lnTo>
                  <a:lnTo>
                    <a:pt x="1680023" y="2726056"/>
                  </a:lnTo>
                  <a:lnTo>
                    <a:pt x="1673670" y="2724786"/>
                  </a:lnTo>
                  <a:lnTo>
                    <a:pt x="1667635" y="2722564"/>
                  </a:lnTo>
                  <a:lnTo>
                    <a:pt x="1661600" y="2719708"/>
                  </a:lnTo>
                  <a:lnTo>
                    <a:pt x="1655564" y="2716851"/>
                  </a:lnTo>
                  <a:lnTo>
                    <a:pt x="1650164" y="2712725"/>
                  </a:lnTo>
                  <a:lnTo>
                    <a:pt x="1645400" y="2708599"/>
                  </a:lnTo>
                  <a:lnTo>
                    <a:pt x="1640953" y="2703521"/>
                  </a:lnTo>
                  <a:lnTo>
                    <a:pt x="1636823" y="2698443"/>
                  </a:lnTo>
                  <a:lnTo>
                    <a:pt x="1633012" y="2692730"/>
                  </a:lnTo>
                  <a:lnTo>
                    <a:pt x="1629835" y="2686382"/>
                  </a:lnTo>
                  <a:lnTo>
                    <a:pt x="1627294" y="2680034"/>
                  </a:lnTo>
                  <a:lnTo>
                    <a:pt x="1556142" y="2460718"/>
                  </a:lnTo>
                  <a:lnTo>
                    <a:pt x="1536130" y="2463575"/>
                  </a:lnTo>
                  <a:lnTo>
                    <a:pt x="1516436" y="2465796"/>
                  </a:lnTo>
                  <a:lnTo>
                    <a:pt x="1496107" y="2467701"/>
                  </a:lnTo>
                  <a:lnTo>
                    <a:pt x="1475778" y="2469605"/>
                  </a:lnTo>
                  <a:lnTo>
                    <a:pt x="1455448" y="2470875"/>
                  </a:lnTo>
                  <a:lnTo>
                    <a:pt x="1435119" y="2471827"/>
                  </a:lnTo>
                  <a:lnTo>
                    <a:pt x="1414154" y="2472144"/>
                  </a:lnTo>
                  <a:lnTo>
                    <a:pt x="1393825" y="2472779"/>
                  </a:lnTo>
                  <a:lnTo>
                    <a:pt x="1373178" y="2472144"/>
                  </a:lnTo>
                  <a:lnTo>
                    <a:pt x="1352531" y="2471827"/>
                  </a:lnTo>
                  <a:lnTo>
                    <a:pt x="1332202" y="2470875"/>
                  </a:lnTo>
                  <a:lnTo>
                    <a:pt x="1311873" y="2469605"/>
                  </a:lnTo>
                  <a:lnTo>
                    <a:pt x="1291544" y="2467701"/>
                  </a:lnTo>
                  <a:lnTo>
                    <a:pt x="1271532" y="2465796"/>
                  </a:lnTo>
                  <a:lnTo>
                    <a:pt x="1251203" y="2463575"/>
                  </a:lnTo>
                  <a:lnTo>
                    <a:pt x="1231191" y="2460718"/>
                  </a:lnTo>
                  <a:lnTo>
                    <a:pt x="1160674" y="2680034"/>
                  </a:lnTo>
                  <a:lnTo>
                    <a:pt x="1157815" y="2686699"/>
                  </a:lnTo>
                  <a:lnTo>
                    <a:pt x="1154956" y="2692730"/>
                  </a:lnTo>
                  <a:lnTo>
                    <a:pt x="1151145" y="2698443"/>
                  </a:lnTo>
                  <a:lnTo>
                    <a:pt x="1147015" y="2703521"/>
                  </a:lnTo>
                  <a:lnTo>
                    <a:pt x="1142568" y="2708599"/>
                  </a:lnTo>
                  <a:lnTo>
                    <a:pt x="1137168" y="2712725"/>
                  </a:lnTo>
                  <a:lnTo>
                    <a:pt x="1132086" y="2716851"/>
                  </a:lnTo>
                  <a:lnTo>
                    <a:pt x="1126368" y="2719708"/>
                  </a:lnTo>
                  <a:lnTo>
                    <a:pt x="1120333" y="2722564"/>
                  </a:lnTo>
                  <a:lnTo>
                    <a:pt x="1113980" y="2724786"/>
                  </a:lnTo>
                  <a:lnTo>
                    <a:pt x="1107627" y="2726056"/>
                  </a:lnTo>
                  <a:lnTo>
                    <a:pt x="1100639" y="2727325"/>
                  </a:lnTo>
                  <a:lnTo>
                    <a:pt x="1094286" y="2727325"/>
                  </a:lnTo>
                  <a:lnTo>
                    <a:pt x="1087616" y="2727008"/>
                  </a:lnTo>
                  <a:lnTo>
                    <a:pt x="1080628" y="2725738"/>
                  </a:lnTo>
                  <a:lnTo>
                    <a:pt x="1073639" y="2723834"/>
                  </a:lnTo>
                  <a:lnTo>
                    <a:pt x="852558" y="2652104"/>
                  </a:lnTo>
                  <a:lnTo>
                    <a:pt x="845888" y="2649565"/>
                  </a:lnTo>
                  <a:lnTo>
                    <a:pt x="839852" y="2646391"/>
                  </a:lnTo>
                  <a:lnTo>
                    <a:pt x="834135" y="2642900"/>
                  </a:lnTo>
                  <a:lnTo>
                    <a:pt x="829052" y="2638774"/>
                  </a:lnTo>
                  <a:lnTo>
                    <a:pt x="823970" y="2634013"/>
                  </a:lnTo>
                  <a:lnTo>
                    <a:pt x="819523" y="2629252"/>
                  </a:lnTo>
                  <a:lnTo>
                    <a:pt x="815711" y="2623856"/>
                  </a:lnTo>
                  <a:lnTo>
                    <a:pt x="812853" y="2618143"/>
                  </a:lnTo>
                  <a:lnTo>
                    <a:pt x="809676" y="2612113"/>
                  </a:lnTo>
                  <a:lnTo>
                    <a:pt x="807770" y="2605765"/>
                  </a:lnTo>
                  <a:lnTo>
                    <a:pt x="806182" y="2599417"/>
                  </a:lnTo>
                  <a:lnTo>
                    <a:pt x="805229" y="2592752"/>
                  </a:lnTo>
                  <a:lnTo>
                    <a:pt x="805229" y="2586404"/>
                  </a:lnTo>
                  <a:lnTo>
                    <a:pt x="805547" y="2579422"/>
                  </a:lnTo>
                  <a:lnTo>
                    <a:pt x="806817" y="2572439"/>
                  </a:lnTo>
                  <a:lnTo>
                    <a:pt x="808088" y="2565457"/>
                  </a:lnTo>
                  <a:lnTo>
                    <a:pt x="879876" y="2346776"/>
                  </a:lnTo>
                  <a:lnTo>
                    <a:pt x="861770" y="2336936"/>
                  </a:lnTo>
                  <a:lnTo>
                    <a:pt x="843982" y="2327097"/>
                  </a:lnTo>
                  <a:lnTo>
                    <a:pt x="826194" y="2316624"/>
                  </a:lnTo>
                  <a:lnTo>
                    <a:pt x="808723" y="2306150"/>
                  </a:lnTo>
                  <a:lnTo>
                    <a:pt x="791570" y="2295041"/>
                  </a:lnTo>
                  <a:lnTo>
                    <a:pt x="774418" y="2283932"/>
                  </a:lnTo>
                  <a:lnTo>
                    <a:pt x="757900" y="2272506"/>
                  </a:lnTo>
                  <a:lnTo>
                    <a:pt x="741065" y="2260446"/>
                  </a:lnTo>
                  <a:lnTo>
                    <a:pt x="724547" y="2248385"/>
                  </a:lnTo>
                  <a:lnTo>
                    <a:pt x="708665" y="2236007"/>
                  </a:lnTo>
                  <a:lnTo>
                    <a:pt x="692783" y="2223311"/>
                  </a:lnTo>
                  <a:lnTo>
                    <a:pt x="677218" y="2210616"/>
                  </a:lnTo>
                  <a:lnTo>
                    <a:pt x="661654" y="2197285"/>
                  </a:lnTo>
                  <a:lnTo>
                    <a:pt x="646724" y="2183638"/>
                  </a:lnTo>
                  <a:lnTo>
                    <a:pt x="631795" y="2169990"/>
                  </a:lnTo>
                  <a:lnTo>
                    <a:pt x="616866" y="2155707"/>
                  </a:lnTo>
                  <a:lnTo>
                    <a:pt x="430726" y="2291232"/>
                  </a:lnTo>
                  <a:lnTo>
                    <a:pt x="424691" y="2295041"/>
                  </a:lnTo>
                  <a:lnTo>
                    <a:pt x="418655" y="2298532"/>
                  </a:lnTo>
                  <a:lnTo>
                    <a:pt x="412303" y="2300754"/>
                  </a:lnTo>
                  <a:lnTo>
                    <a:pt x="405632" y="2302658"/>
                  </a:lnTo>
                  <a:lnTo>
                    <a:pt x="399279" y="2303611"/>
                  </a:lnTo>
                  <a:lnTo>
                    <a:pt x="392609" y="2304563"/>
                  </a:lnTo>
                  <a:lnTo>
                    <a:pt x="385938" y="2304563"/>
                  </a:lnTo>
                  <a:lnTo>
                    <a:pt x="379585" y="2303611"/>
                  </a:lnTo>
                  <a:lnTo>
                    <a:pt x="372915" y="2302341"/>
                  </a:lnTo>
                  <a:lnTo>
                    <a:pt x="366562" y="2300437"/>
                  </a:lnTo>
                  <a:lnTo>
                    <a:pt x="360527" y="2297898"/>
                  </a:lnTo>
                  <a:lnTo>
                    <a:pt x="354491" y="2294724"/>
                  </a:lnTo>
                  <a:lnTo>
                    <a:pt x="349409" y="2290915"/>
                  </a:lnTo>
                  <a:lnTo>
                    <a:pt x="344009" y="2286472"/>
                  </a:lnTo>
                  <a:lnTo>
                    <a:pt x="339244" y="2281711"/>
                  </a:lnTo>
                  <a:lnTo>
                    <a:pt x="334797" y="2276315"/>
                  </a:lnTo>
                  <a:lnTo>
                    <a:pt x="197575" y="2087786"/>
                  </a:lnTo>
                  <a:lnTo>
                    <a:pt x="193763" y="2082073"/>
                  </a:lnTo>
                  <a:lnTo>
                    <a:pt x="190904" y="2076360"/>
                  </a:lnTo>
                  <a:lnTo>
                    <a:pt x="188363" y="2069695"/>
                  </a:lnTo>
                  <a:lnTo>
                    <a:pt x="186457" y="2063347"/>
                  </a:lnTo>
                  <a:lnTo>
                    <a:pt x="185187" y="2056682"/>
                  </a:lnTo>
                  <a:lnTo>
                    <a:pt x="184869" y="2050334"/>
                  </a:lnTo>
                  <a:lnTo>
                    <a:pt x="184869" y="2043352"/>
                  </a:lnTo>
                  <a:lnTo>
                    <a:pt x="185504" y="2037004"/>
                  </a:lnTo>
                  <a:lnTo>
                    <a:pt x="187092" y="2030656"/>
                  </a:lnTo>
                  <a:lnTo>
                    <a:pt x="188998" y="2024308"/>
                  </a:lnTo>
                  <a:lnTo>
                    <a:pt x="191540" y="2018278"/>
                  </a:lnTo>
                  <a:lnTo>
                    <a:pt x="194716" y="2012247"/>
                  </a:lnTo>
                  <a:lnTo>
                    <a:pt x="198528" y="2006534"/>
                  </a:lnTo>
                  <a:lnTo>
                    <a:pt x="202657" y="2001456"/>
                  </a:lnTo>
                  <a:lnTo>
                    <a:pt x="207422" y="1996695"/>
                  </a:lnTo>
                  <a:lnTo>
                    <a:pt x="213139" y="1992252"/>
                  </a:lnTo>
                  <a:lnTo>
                    <a:pt x="399279" y="1857044"/>
                  </a:lnTo>
                  <a:lnTo>
                    <a:pt x="390703" y="1838953"/>
                  </a:lnTo>
                  <a:lnTo>
                    <a:pt x="382444" y="1820544"/>
                  </a:lnTo>
                  <a:lnTo>
                    <a:pt x="374185" y="1802453"/>
                  </a:lnTo>
                  <a:lnTo>
                    <a:pt x="366244" y="1783410"/>
                  </a:lnTo>
                  <a:lnTo>
                    <a:pt x="358621" y="1764684"/>
                  </a:lnTo>
                  <a:lnTo>
                    <a:pt x="351632" y="1745958"/>
                  </a:lnTo>
                  <a:lnTo>
                    <a:pt x="344962" y="1726914"/>
                  </a:lnTo>
                  <a:lnTo>
                    <a:pt x="338291" y="1707554"/>
                  </a:lnTo>
                  <a:lnTo>
                    <a:pt x="332256" y="1688510"/>
                  </a:lnTo>
                  <a:lnTo>
                    <a:pt x="326221" y="1668832"/>
                  </a:lnTo>
                  <a:lnTo>
                    <a:pt x="321139" y="1648837"/>
                  </a:lnTo>
                  <a:lnTo>
                    <a:pt x="315739" y="1629476"/>
                  </a:lnTo>
                  <a:lnTo>
                    <a:pt x="311292" y="1609163"/>
                  </a:lnTo>
                  <a:lnTo>
                    <a:pt x="306845" y="1589168"/>
                  </a:lnTo>
                  <a:lnTo>
                    <a:pt x="303033" y="1568855"/>
                  </a:lnTo>
                  <a:lnTo>
                    <a:pt x="299221" y="1548542"/>
                  </a:lnTo>
                  <a:lnTo>
                    <a:pt x="68929" y="1548542"/>
                  </a:lnTo>
                  <a:lnTo>
                    <a:pt x="61623" y="1548224"/>
                  </a:lnTo>
                  <a:lnTo>
                    <a:pt x="54952" y="1546955"/>
                  </a:lnTo>
                  <a:lnTo>
                    <a:pt x="48282" y="1545368"/>
                  </a:lnTo>
                  <a:lnTo>
                    <a:pt x="41929" y="1543146"/>
                  </a:lnTo>
                  <a:lnTo>
                    <a:pt x="36211" y="1540290"/>
                  </a:lnTo>
                  <a:lnTo>
                    <a:pt x="30494" y="1536798"/>
                  </a:lnTo>
                  <a:lnTo>
                    <a:pt x="24776" y="1532672"/>
                  </a:lnTo>
                  <a:lnTo>
                    <a:pt x="20329" y="1528546"/>
                  </a:lnTo>
                  <a:lnTo>
                    <a:pt x="15882" y="1523785"/>
                  </a:lnTo>
                  <a:lnTo>
                    <a:pt x="11753" y="1518390"/>
                  </a:lnTo>
                  <a:lnTo>
                    <a:pt x="8259" y="1512677"/>
                  </a:lnTo>
                  <a:lnTo>
                    <a:pt x="5400" y="1506646"/>
                  </a:lnTo>
                  <a:lnTo>
                    <a:pt x="2859" y="1500299"/>
                  </a:lnTo>
                  <a:lnTo>
                    <a:pt x="1588" y="1493951"/>
                  </a:lnTo>
                  <a:lnTo>
                    <a:pt x="317" y="1486651"/>
                  </a:lnTo>
                  <a:lnTo>
                    <a:pt x="0" y="1479986"/>
                  </a:lnTo>
                  <a:lnTo>
                    <a:pt x="0" y="1247022"/>
                  </a:lnTo>
                  <a:lnTo>
                    <a:pt x="317" y="1240357"/>
                  </a:lnTo>
                  <a:lnTo>
                    <a:pt x="1588" y="1233692"/>
                  </a:lnTo>
                  <a:lnTo>
                    <a:pt x="2859" y="1226709"/>
                  </a:lnTo>
                  <a:lnTo>
                    <a:pt x="5400" y="1220361"/>
                  </a:lnTo>
                  <a:lnTo>
                    <a:pt x="8259" y="1214966"/>
                  </a:lnTo>
                  <a:lnTo>
                    <a:pt x="11753" y="1209253"/>
                  </a:lnTo>
                  <a:lnTo>
                    <a:pt x="15882" y="1203857"/>
                  </a:lnTo>
                  <a:lnTo>
                    <a:pt x="20329" y="1199096"/>
                  </a:lnTo>
                  <a:lnTo>
                    <a:pt x="24776" y="1194653"/>
                  </a:lnTo>
                  <a:lnTo>
                    <a:pt x="30494" y="1190527"/>
                  </a:lnTo>
                  <a:lnTo>
                    <a:pt x="36211" y="1187035"/>
                  </a:lnTo>
                  <a:lnTo>
                    <a:pt x="41929" y="1184496"/>
                  </a:lnTo>
                  <a:lnTo>
                    <a:pt x="48282" y="1181640"/>
                  </a:lnTo>
                  <a:lnTo>
                    <a:pt x="54952" y="1180370"/>
                  </a:lnTo>
                  <a:lnTo>
                    <a:pt x="61623" y="1179101"/>
                  </a:lnTo>
                  <a:lnTo>
                    <a:pt x="68929" y="1178783"/>
                  </a:lnTo>
                  <a:lnTo>
                    <a:pt x="299221" y="1178783"/>
                  </a:lnTo>
                  <a:lnTo>
                    <a:pt x="303033" y="1158470"/>
                  </a:lnTo>
                  <a:lnTo>
                    <a:pt x="306845" y="1138158"/>
                  </a:lnTo>
                  <a:lnTo>
                    <a:pt x="311292" y="1118162"/>
                  </a:lnTo>
                  <a:lnTo>
                    <a:pt x="315739" y="1098167"/>
                  </a:lnTo>
                  <a:lnTo>
                    <a:pt x="321139" y="1078171"/>
                  </a:lnTo>
                  <a:lnTo>
                    <a:pt x="326221" y="1058493"/>
                  </a:lnTo>
                  <a:lnTo>
                    <a:pt x="332256" y="1038815"/>
                  </a:lnTo>
                  <a:lnTo>
                    <a:pt x="338291" y="1019454"/>
                  </a:lnTo>
                  <a:lnTo>
                    <a:pt x="344962" y="1000411"/>
                  </a:lnTo>
                  <a:lnTo>
                    <a:pt x="351632" y="981367"/>
                  </a:lnTo>
                  <a:lnTo>
                    <a:pt x="358621" y="962324"/>
                  </a:lnTo>
                  <a:lnTo>
                    <a:pt x="366244" y="943598"/>
                  </a:lnTo>
                  <a:lnTo>
                    <a:pt x="374185" y="924872"/>
                  </a:lnTo>
                  <a:lnTo>
                    <a:pt x="382444" y="906463"/>
                  </a:lnTo>
                  <a:lnTo>
                    <a:pt x="390703" y="888372"/>
                  </a:lnTo>
                  <a:lnTo>
                    <a:pt x="399279" y="870281"/>
                  </a:lnTo>
                  <a:lnTo>
                    <a:pt x="213139" y="734756"/>
                  </a:lnTo>
                  <a:lnTo>
                    <a:pt x="207422" y="730312"/>
                  </a:lnTo>
                  <a:lnTo>
                    <a:pt x="202657" y="725552"/>
                  </a:lnTo>
                  <a:lnTo>
                    <a:pt x="198528" y="720473"/>
                  </a:lnTo>
                  <a:lnTo>
                    <a:pt x="194716" y="715078"/>
                  </a:lnTo>
                  <a:lnTo>
                    <a:pt x="191540" y="709047"/>
                  </a:lnTo>
                  <a:lnTo>
                    <a:pt x="188998" y="703017"/>
                  </a:lnTo>
                  <a:lnTo>
                    <a:pt x="187092" y="696352"/>
                  </a:lnTo>
                  <a:lnTo>
                    <a:pt x="185504" y="690004"/>
                  </a:lnTo>
                  <a:lnTo>
                    <a:pt x="184869" y="683656"/>
                  </a:lnTo>
                  <a:lnTo>
                    <a:pt x="184869" y="676991"/>
                  </a:lnTo>
                  <a:lnTo>
                    <a:pt x="185187" y="670326"/>
                  </a:lnTo>
                  <a:lnTo>
                    <a:pt x="186457" y="663661"/>
                  </a:lnTo>
                  <a:lnTo>
                    <a:pt x="188363" y="657313"/>
                  </a:lnTo>
                  <a:lnTo>
                    <a:pt x="190904" y="650965"/>
                  </a:lnTo>
                  <a:lnTo>
                    <a:pt x="193763" y="644935"/>
                  </a:lnTo>
                  <a:lnTo>
                    <a:pt x="197575" y="638904"/>
                  </a:lnTo>
                  <a:lnTo>
                    <a:pt x="334797" y="451327"/>
                  </a:lnTo>
                  <a:lnTo>
                    <a:pt x="339244" y="445614"/>
                  </a:lnTo>
                  <a:lnTo>
                    <a:pt x="344009" y="440854"/>
                  </a:lnTo>
                  <a:lnTo>
                    <a:pt x="349409" y="436093"/>
                  </a:lnTo>
                  <a:lnTo>
                    <a:pt x="354491" y="432601"/>
                  </a:lnTo>
                  <a:lnTo>
                    <a:pt x="360527" y="429428"/>
                  </a:lnTo>
                  <a:lnTo>
                    <a:pt x="366562" y="426888"/>
                  </a:lnTo>
                  <a:lnTo>
                    <a:pt x="372915" y="424984"/>
                  </a:lnTo>
                  <a:lnTo>
                    <a:pt x="379585" y="423397"/>
                  </a:lnTo>
                  <a:lnTo>
                    <a:pt x="385938" y="422762"/>
                  </a:lnTo>
                  <a:lnTo>
                    <a:pt x="392609" y="422762"/>
                  </a:lnTo>
                  <a:lnTo>
                    <a:pt x="399279" y="423397"/>
                  </a:lnTo>
                  <a:lnTo>
                    <a:pt x="405632" y="424667"/>
                  </a:lnTo>
                  <a:lnTo>
                    <a:pt x="412303" y="426571"/>
                  </a:lnTo>
                  <a:lnTo>
                    <a:pt x="418655" y="428793"/>
                  </a:lnTo>
                  <a:lnTo>
                    <a:pt x="424691" y="431967"/>
                  </a:lnTo>
                  <a:lnTo>
                    <a:pt x="430726" y="435775"/>
                  </a:lnTo>
                  <a:lnTo>
                    <a:pt x="616866" y="571301"/>
                  </a:lnTo>
                  <a:lnTo>
                    <a:pt x="631795" y="557335"/>
                  </a:lnTo>
                  <a:lnTo>
                    <a:pt x="646724" y="543370"/>
                  </a:lnTo>
                  <a:lnTo>
                    <a:pt x="661654" y="529723"/>
                  </a:lnTo>
                  <a:lnTo>
                    <a:pt x="677218" y="516709"/>
                  </a:lnTo>
                  <a:lnTo>
                    <a:pt x="693101" y="503697"/>
                  </a:lnTo>
                  <a:lnTo>
                    <a:pt x="708665" y="491001"/>
                  </a:lnTo>
                  <a:lnTo>
                    <a:pt x="724547" y="478623"/>
                  </a:lnTo>
                  <a:lnTo>
                    <a:pt x="741065" y="466562"/>
                  </a:lnTo>
                  <a:lnTo>
                    <a:pt x="757900" y="454501"/>
                  </a:lnTo>
                  <a:lnTo>
                    <a:pt x="774418" y="443393"/>
                  </a:lnTo>
                  <a:lnTo>
                    <a:pt x="791570" y="431967"/>
                  </a:lnTo>
                  <a:lnTo>
                    <a:pt x="808723" y="421175"/>
                  </a:lnTo>
                  <a:lnTo>
                    <a:pt x="826194" y="410702"/>
                  </a:lnTo>
                  <a:lnTo>
                    <a:pt x="843982" y="400228"/>
                  </a:lnTo>
                  <a:lnTo>
                    <a:pt x="861770" y="390389"/>
                  </a:lnTo>
                  <a:lnTo>
                    <a:pt x="879876" y="380550"/>
                  </a:lnTo>
                  <a:lnTo>
                    <a:pt x="808088" y="161551"/>
                  </a:lnTo>
                  <a:lnTo>
                    <a:pt x="806182" y="154886"/>
                  </a:lnTo>
                  <a:lnTo>
                    <a:pt x="805547" y="147586"/>
                  </a:lnTo>
                  <a:lnTo>
                    <a:pt x="804911" y="140921"/>
                  </a:lnTo>
                  <a:lnTo>
                    <a:pt x="805229" y="134573"/>
                  </a:lnTo>
                  <a:lnTo>
                    <a:pt x="805864" y="127908"/>
                  </a:lnTo>
                  <a:lnTo>
                    <a:pt x="807770" y="121243"/>
                  </a:lnTo>
                  <a:lnTo>
                    <a:pt x="809676" y="114895"/>
                  </a:lnTo>
                  <a:lnTo>
                    <a:pt x="812217" y="109499"/>
                  </a:lnTo>
                  <a:lnTo>
                    <a:pt x="815711" y="103469"/>
                  </a:lnTo>
                  <a:lnTo>
                    <a:pt x="819523" y="98073"/>
                  </a:lnTo>
                  <a:lnTo>
                    <a:pt x="823970" y="93312"/>
                  </a:lnTo>
                  <a:lnTo>
                    <a:pt x="829052" y="88552"/>
                  </a:lnTo>
                  <a:lnTo>
                    <a:pt x="834135" y="84426"/>
                  </a:lnTo>
                  <a:lnTo>
                    <a:pt x="839852" y="80617"/>
                  </a:lnTo>
                  <a:lnTo>
                    <a:pt x="845888" y="77760"/>
                  </a:lnTo>
                  <a:lnTo>
                    <a:pt x="852558" y="75221"/>
                  </a:lnTo>
                  <a:lnTo>
                    <a:pt x="1073957" y="2857"/>
                  </a:lnTo>
                  <a:lnTo>
                    <a:pt x="1080628" y="1270"/>
                  </a:lnTo>
                  <a:lnTo>
                    <a:pt x="1087616" y="317"/>
                  </a:lnTo>
                  <a:lnTo>
                    <a:pt x="1094286" y="0"/>
                  </a:lnTo>
                  <a:close/>
                </a:path>
              </a:pathLst>
            </a:custGeom>
            <a:solidFill>
              <a:srgbClr val="C00000"/>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360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2" name="MH_SubTitle_2">
              <a:extLst>
                <a:ext uri="{FF2B5EF4-FFF2-40B4-BE49-F238E27FC236}">
                  <a16:creationId xmlns:a16="http://schemas.microsoft.com/office/drawing/2014/main" xmlns="" id="{F785C3B9-77AB-4B84-A78A-7E8B144838BB}"/>
                </a:ext>
              </a:extLst>
            </p:cNvPr>
            <p:cNvSpPr>
              <a:spLocks noChangeArrowheads="1"/>
            </p:cNvSpPr>
            <p:nvPr>
              <p:custDataLst>
                <p:tags r:id="rId13"/>
              </p:custDataLst>
            </p:nvPr>
          </p:nvSpPr>
          <p:spPr bwMode="auto">
            <a:xfrm>
              <a:off x="7841102" y="2055440"/>
              <a:ext cx="2487328" cy="76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lvl="0">
                <a:defRPr sz="1800">
                  <a:solidFill>
                    <a:srgbClr val="000000"/>
                  </a:solidFill>
                  <a:uFillTx/>
                </a:defRPr>
              </a:pPr>
              <a:r>
                <a:rPr lang="zh-CN" altLang="en-US" sz="1200" dirty="0">
                  <a:solidFill>
                    <a:schemeClr val="tx1">
                      <a:lumMod val="75000"/>
                      <a:lumOff val="25000"/>
                    </a:schemeClr>
                  </a:solidFill>
                  <a:uFill>
                    <a:solidFill>
                      <a:srgbClr val="808080"/>
                    </a:solidFill>
                  </a:uFill>
                  <a:latin typeface="微软雅黑" pitchFamily="34" charset="-122"/>
                  <a:ea typeface="微软雅黑" pitchFamily="34" charset="-122"/>
                  <a:cs typeface="+mn-ea"/>
                  <a:sym typeface="+mn-lt"/>
                </a:rPr>
                <a:t>此处添加详细文本描述，建议与标题相关并符合整体语言风格，语言描述尽量简洁生动。 单击此处添加标题</a:t>
              </a:r>
            </a:p>
          </p:txBody>
        </p:sp>
        <p:sp>
          <p:nvSpPr>
            <p:cNvPr id="33" name="TextBox 53">
              <a:extLst>
                <a:ext uri="{FF2B5EF4-FFF2-40B4-BE49-F238E27FC236}">
                  <a16:creationId xmlns:a16="http://schemas.microsoft.com/office/drawing/2014/main" xmlns="" id="{4C48C565-053B-408C-933B-EBF44D81599E}"/>
                </a:ext>
              </a:extLst>
            </p:cNvPr>
            <p:cNvSpPr txBox="1">
              <a:spLocks noChangeArrowheads="1"/>
            </p:cNvSpPr>
            <p:nvPr/>
          </p:nvSpPr>
          <p:spPr bwMode="auto">
            <a:xfrm>
              <a:off x="7716497" y="1591255"/>
              <a:ext cx="2611934" cy="52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defTabSz="932962">
                <a:defRPr sz="1500">
                  <a:gradFill flip="none" rotWithShape="1">
                    <a:gsLst>
                      <a:gs pos="0">
                        <a:srgbClr val="0070C0">
                          <a:shade val="30000"/>
                          <a:satMod val="115000"/>
                          <a:lumMod val="49000"/>
                        </a:srgbClr>
                      </a:gs>
                      <a:gs pos="86000">
                        <a:srgbClr val="0070C0">
                          <a:shade val="67500"/>
                          <a:satMod val="115000"/>
                          <a:lumMod val="58000"/>
                        </a:srgbClr>
                      </a:gs>
                    </a:gsLst>
                    <a:lin ang="2700000" scaled="1"/>
                    <a:tileRect/>
                  </a:gradFill>
                  <a:latin typeface="微软雅黑" pitchFamily="34" charset="-122"/>
                  <a:ea typeface="微软雅黑" pitchFamily="34" charset="-122"/>
                  <a:cs typeface="宋体" pitchFamily="2" charset="-122"/>
                </a:defRPr>
              </a:lvl1pPr>
            </a:lstStyle>
            <a:p>
              <a:r>
                <a:rPr lang="zh-CN" altLang="en-US" sz="2800" b="1" dirty="0">
                  <a:solidFill>
                    <a:srgbClr val="C00000"/>
                  </a:solidFill>
                  <a:cs typeface="+mn-ea"/>
                  <a:sym typeface="+mn-lt"/>
                </a:rPr>
                <a:t>重点工作三</a:t>
              </a:r>
            </a:p>
          </p:txBody>
        </p:sp>
      </p:grpSp>
      <p:grpSp>
        <p:nvGrpSpPr>
          <p:cNvPr id="5" name="组合 4">
            <a:extLst>
              <a:ext uri="{FF2B5EF4-FFF2-40B4-BE49-F238E27FC236}">
                <a16:creationId xmlns:a16="http://schemas.microsoft.com/office/drawing/2014/main" xmlns="" id="{E9174E09-48EB-4332-9AE5-5CDCCEE548C3}"/>
              </a:ext>
            </a:extLst>
          </p:cNvPr>
          <p:cNvGrpSpPr/>
          <p:nvPr/>
        </p:nvGrpSpPr>
        <p:grpSpPr>
          <a:xfrm>
            <a:off x="887889" y="3878881"/>
            <a:ext cx="3104387" cy="1772770"/>
            <a:chOff x="887889" y="3878881"/>
            <a:chExt cx="3104387" cy="1772770"/>
          </a:xfrm>
        </p:grpSpPr>
        <p:sp>
          <p:nvSpPr>
            <p:cNvPr id="11" name="MH_Other_2">
              <a:extLst>
                <a:ext uri="{FF2B5EF4-FFF2-40B4-BE49-F238E27FC236}">
                  <a16:creationId xmlns:a16="http://schemas.microsoft.com/office/drawing/2014/main" xmlns="" id="{5458EDE8-AB27-4B5C-A5E3-1BFAACF694E9}"/>
                </a:ext>
              </a:extLst>
            </p:cNvPr>
            <p:cNvSpPr/>
            <p:nvPr>
              <p:custDataLst>
                <p:tags r:id="rId8"/>
              </p:custDataLst>
            </p:nvPr>
          </p:nvSpPr>
          <p:spPr>
            <a:xfrm rot="5400000">
              <a:off x="1875748" y="3079477"/>
              <a:ext cx="1317124" cy="2915932"/>
            </a:xfrm>
            <a:prstGeom prst="bentArrow">
              <a:avLst>
                <a:gd name="adj1" fmla="val 9441"/>
                <a:gd name="adj2" fmla="val 12901"/>
                <a:gd name="adj3" fmla="val 16613"/>
                <a:gd name="adj4" fmla="val 40158"/>
              </a:avLst>
            </a:prstGeom>
            <a:solidFill>
              <a:schemeClr val="bg1">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2400">
                <a:latin typeface="微软雅黑" panose="020B0503020204020204" pitchFamily="34" charset="-122"/>
                <a:ea typeface="微软雅黑" panose="020B0503020204020204" pitchFamily="34" charset="-122"/>
                <a:cs typeface="+mn-ea"/>
                <a:sym typeface="+mn-lt"/>
              </a:endParaRPr>
            </a:p>
          </p:txBody>
        </p:sp>
        <p:sp>
          <p:nvSpPr>
            <p:cNvPr id="24" name="MH_Other_13">
              <a:extLst>
                <a:ext uri="{FF2B5EF4-FFF2-40B4-BE49-F238E27FC236}">
                  <a16:creationId xmlns:a16="http://schemas.microsoft.com/office/drawing/2014/main" xmlns="" id="{B58CCE1D-4FFB-4270-857B-F6DBC0C7A236}"/>
                </a:ext>
              </a:extLst>
            </p:cNvPr>
            <p:cNvSpPr>
              <a:spLocks noChangeAspect="1"/>
            </p:cNvSpPr>
            <p:nvPr>
              <p:custDataLst>
                <p:tags r:id="rId9"/>
              </p:custDataLst>
            </p:nvPr>
          </p:nvSpPr>
          <p:spPr bwMode="auto">
            <a:xfrm>
              <a:off x="3670342" y="5297322"/>
              <a:ext cx="284876" cy="354329"/>
            </a:xfrm>
            <a:custGeom>
              <a:avLst/>
              <a:gdLst>
                <a:gd name="T0" fmla="*/ 2147483646 w 4388"/>
                <a:gd name="T1" fmla="*/ 0 h 5157"/>
                <a:gd name="T2" fmla="*/ 2147483646 w 4388"/>
                <a:gd name="T3" fmla="*/ 2147483646 h 5157"/>
                <a:gd name="T4" fmla="*/ 0 w 4388"/>
                <a:gd name="T5" fmla="*/ 2147483646 h 5157"/>
                <a:gd name="T6" fmla="*/ 2147483646 w 4388"/>
                <a:gd name="T7" fmla="*/ 2147483646 h 5157"/>
                <a:gd name="T8" fmla="*/ 2147483646 w 4388"/>
                <a:gd name="T9" fmla="*/ 2147483646 h 5157"/>
                <a:gd name="T10" fmla="*/ 2147483646 w 4388"/>
                <a:gd name="T11" fmla="*/ 2147483646 h 5157"/>
                <a:gd name="T12" fmla="*/ 2147483646 w 4388"/>
                <a:gd name="T13" fmla="*/ 2147483646 h 5157"/>
                <a:gd name="T14" fmla="*/ 2147483646 w 4388"/>
                <a:gd name="T15" fmla="*/ 2147483646 h 5157"/>
                <a:gd name="T16" fmla="*/ 2147483646 w 4388"/>
                <a:gd name="T17" fmla="*/ 2147483646 h 5157"/>
                <a:gd name="T18" fmla="*/ 2147483646 w 4388"/>
                <a:gd name="T19" fmla="*/ 2147483646 h 5157"/>
                <a:gd name="T20" fmla="*/ 2147483646 w 4388"/>
                <a:gd name="T21" fmla="*/ 2147483646 h 5157"/>
                <a:gd name="T22" fmla="*/ 2147483646 w 4388"/>
                <a:gd name="T23" fmla="*/ 2147483646 h 5157"/>
                <a:gd name="T24" fmla="*/ 2147483646 w 4388"/>
                <a:gd name="T25" fmla="*/ 2147483646 h 5157"/>
                <a:gd name="T26" fmla="*/ 2147483646 w 4388"/>
                <a:gd name="T27" fmla="*/ 2147483646 h 5157"/>
                <a:gd name="T28" fmla="*/ 2147483646 w 4388"/>
                <a:gd name="T29" fmla="*/ 2147483646 h 5157"/>
                <a:gd name="T30" fmla="*/ 2147483646 w 4388"/>
                <a:gd name="T31" fmla="*/ 2147483646 h 5157"/>
                <a:gd name="T32" fmla="*/ 2147483646 w 4388"/>
                <a:gd name="T33" fmla="*/ 2147483646 h 5157"/>
                <a:gd name="T34" fmla="*/ 2147483646 w 4388"/>
                <a:gd name="T35" fmla="*/ 2147483646 h 5157"/>
                <a:gd name="T36" fmla="*/ 2147483646 w 4388"/>
                <a:gd name="T37" fmla="*/ 2147483646 h 5157"/>
                <a:gd name="T38" fmla="*/ 2147483646 w 4388"/>
                <a:gd name="T39" fmla="*/ 2147483646 h 5157"/>
                <a:gd name="T40" fmla="*/ 2147483646 w 4388"/>
                <a:gd name="T41" fmla="*/ 2147483646 h 5157"/>
                <a:gd name="T42" fmla="*/ 2147483646 w 4388"/>
                <a:gd name="T43" fmla="*/ 2147483646 h 5157"/>
                <a:gd name="T44" fmla="*/ 2147483646 w 4388"/>
                <a:gd name="T45" fmla="*/ 2147483646 h 5157"/>
                <a:gd name="T46" fmla="*/ 2147483646 w 4388"/>
                <a:gd name="T47" fmla="*/ 2147483646 h 5157"/>
                <a:gd name="T48" fmla="*/ 2147483646 w 4388"/>
                <a:gd name="T49" fmla="*/ 2147483646 h 5157"/>
                <a:gd name="T50" fmla="*/ 2147483646 w 4388"/>
                <a:gd name="T51" fmla="*/ 2147483646 h 5157"/>
                <a:gd name="T52" fmla="*/ 2147483646 w 4388"/>
                <a:gd name="T53" fmla="*/ 2147483646 h 5157"/>
                <a:gd name="T54" fmla="*/ 2147483646 w 4388"/>
                <a:gd name="T55" fmla="*/ 2147483646 h 5157"/>
                <a:gd name="T56" fmla="*/ 2147483646 w 4388"/>
                <a:gd name="T57" fmla="*/ 2147483646 h 5157"/>
                <a:gd name="T58" fmla="*/ 2147483646 w 4388"/>
                <a:gd name="T59" fmla="*/ 2147483646 h 5157"/>
                <a:gd name="T60" fmla="*/ 2147483646 w 4388"/>
                <a:gd name="T61" fmla="*/ 2147483646 h 5157"/>
                <a:gd name="T62" fmla="*/ 2147483646 w 4388"/>
                <a:gd name="T63" fmla="*/ 2147483646 h 5157"/>
                <a:gd name="T64" fmla="*/ 2147483646 w 4388"/>
                <a:gd name="T65" fmla="*/ 2147483646 h 5157"/>
                <a:gd name="T66" fmla="*/ 2147483646 w 4388"/>
                <a:gd name="T67" fmla="*/ 2147483646 h 5157"/>
                <a:gd name="T68" fmla="*/ 2147483646 w 4388"/>
                <a:gd name="T69" fmla="*/ 2147483646 h 5157"/>
                <a:gd name="T70" fmla="*/ 2147483646 w 4388"/>
                <a:gd name="T71" fmla="*/ 2147483646 h 5157"/>
                <a:gd name="T72" fmla="*/ 2147483646 w 4388"/>
                <a:gd name="T73" fmla="*/ 2147483646 h 5157"/>
                <a:gd name="T74" fmla="*/ 2147483646 w 4388"/>
                <a:gd name="T75" fmla="*/ 2147483646 h 5157"/>
                <a:gd name="T76" fmla="*/ 2147483646 w 4388"/>
                <a:gd name="T77" fmla="*/ 2147483646 h 5157"/>
                <a:gd name="T78" fmla="*/ 2147483646 w 4388"/>
                <a:gd name="T79" fmla="*/ 2147483646 h 5157"/>
                <a:gd name="T80" fmla="*/ 2147483646 w 4388"/>
                <a:gd name="T81" fmla="*/ 2147483646 h 5157"/>
                <a:gd name="T82" fmla="*/ 2147483646 w 4388"/>
                <a:gd name="T83" fmla="*/ 2147483646 h 5157"/>
                <a:gd name="T84" fmla="*/ 2147483646 w 4388"/>
                <a:gd name="T85" fmla="*/ 2147483646 h 5157"/>
                <a:gd name="T86" fmla="*/ 2147483646 w 4388"/>
                <a:gd name="T87" fmla="*/ 2147483646 h 5157"/>
                <a:gd name="T88" fmla="*/ 2147483646 w 4388"/>
                <a:gd name="T89" fmla="*/ 2147483646 h 5157"/>
                <a:gd name="T90" fmla="*/ 2147483646 w 4388"/>
                <a:gd name="T91" fmla="*/ 2147483646 h 5157"/>
                <a:gd name="T92" fmla="*/ 2147483646 w 4388"/>
                <a:gd name="T93" fmla="*/ 2147483646 h 5157"/>
                <a:gd name="T94" fmla="*/ 2147483646 w 4388"/>
                <a:gd name="T95" fmla="*/ 2147483646 h 5157"/>
                <a:gd name="T96" fmla="*/ 2147483646 w 4388"/>
                <a:gd name="T97" fmla="*/ 2147483646 h 5157"/>
                <a:gd name="T98" fmla="*/ 2147483646 w 4388"/>
                <a:gd name="T99" fmla="*/ 2147483646 h 5157"/>
                <a:gd name="T100" fmla="*/ 2147483646 w 4388"/>
                <a:gd name="T101" fmla="*/ 2147483646 h 5157"/>
                <a:gd name="T102" fmla="*/ 2147483646 w 4388"/>
                <a:gd name="T103" fmla="*/ 2147483646 h 5157"/>
                <a:gd name="T104" fmla="*/ 2147483646 w 4388"/>
                <a:gd name="T105" fmla="*/ 2147483646 h 5157"/>
                <a:gd name="T106" fmla="*/ 2147483646 w 4388"/>
                <a:gd name="T107" fmla="*/ 2147483646 h 5157"/>
                <a:gd name="T108" fmla="*/ 2147483646 w 4388"/>
                <a:gd name="T109" fmla="*/ 2147483646 h 5157"/>
                <a:gd name="T110" fmla="*/ 2147483646 w 4388"/>
                <a:gd name="T111" fmla="*/ 2147483646 h 5157"/>
                <a:gd name="T112" fmla="*/ 2147483646 w 4388"/>
                <a:gd name="T113" fmla="*/ 2147483646 h 5157"/>
                <a:gd name="T114" fmla="*/ 2147483646 w 4388"/>
                <a:gd name="T115" fmla="*/ 2147483646 h 5157"/>
                <a:gd name="T116" fmla="*/ 2147483646 w 4388"/>
                <a:gd name="T117" fmla="*/ 2147483646 h 5157"/>
                <a:gd name="T118" fmla="*/ 2147483646 w 4388"/>
                <a:gd name="T119" fmla="*/ 2147483646 h 5157"/>
                <a:gd name="T120" fmla="*/ 2147483646 w 4388"/>
                <a:gd name="T121" fmla="*/ 2147483646 h 5157"/>
                <a:gd name="T122" fmla="*/ 2147483646 w 4388"/>
                <a:gd name="T123" fmla="*/ 2147483646 h 5157"/>
                <a:gd name="T124" fmla="*/ 2147483646 w 4388"/>
                <a:gd name="T125" fmla="*/ 2147483646 h 515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388" h="5157">
                  <a:moveTo>
                    <a:pt x="2467" y="1672"/>
                  </a:moveTo>
                  <a:lnTo>
                    <a:pt x="3665" y="170"/>
                  </a:lnTo>
                  <a:lnTo>
                    <a:pt x="3451" y="0"/>
                  </a:lnTo>
                  <a:lnTo>
                    <a:pt x="2117" y="1672"/>
                  </a:lnTo>
                  <a:lnTo>
                    <a:pt x="2094" y="1672"/>
                  </a:lnTo>
                  <a:lnTo>
                    <a:pt x="1147" y="915"/>
                  </a:lnTo>
                  <a:lnTo>
                    <a:pt x="998" y="1102"/>
                  </a:lnTo>
                  <a:lnTo>
                    <a:pt x="1711" y="1672"/>
                  </a:lnTo>
                  <a:lnTo>
                    <a:pt x="0" y="1672"/>
                  </a:lnTo>
                  <a:lnTo>
                    <a:pt x="0" y="5157"/>
                  </a:lnTo>
                  <a:lnTo>
                    <a:pt x="4388" y="5157"/>
                  </a:lnTo>
                  <a:lnTo>
                    <a:pt x="4388" y="1672"/>
                  </a:lnTo>
                  <a:lnTo>
                    <a:pt x="2467" y="1672"/>
                  </a:lnTo>
                  <a:close/>
                  <a:moveTo>
                    <a:pt x="2921" y="4831"/>
                  </a:moveTo>
                  <a:lnTo>
                    <a:pt x="2921" y="4831"/>
                  </a:lnTo>
                  <a:lnTo>
                    <a:pt x="2907" y="4830"/>
                  </a:lnTo>
                  <a:lnTo>
                    <a:pt x="2894" y="4829"/>
                  </a:lnTo>
                  <a:lnTo>
                    <a:pt x="2881" y="4828"/>
                  </a:lnTo>
                  <a:lnTo>
                    <a:pt x="2869" y="4825"/>
                  </a:lnTo>
                  <a:lnTo>
                    <a:pt x="2844" y="4819"/>
                  </a:lnTo>
                  <a:lnTo>
                    <a:pt x="2821" y="4810"/>
                  </a:lnTo>
                  <a:lnTo>
                    <a:pt x="2798" y="4799"/>
                  </a:lnTo>
                  <a:lnTo>
                    <a:pt x="2778" y="4787"/>
                  </a:lnTo>
                  <a:lnTo>
                    <a:pt x="2757" y="4771"/>
                  </a:lnTo>
                  <a:lnTo>
                    <a:pt x="2739" y="4755"/>
                  </a:lnTo>
                  <a:lnTo>
                    <a:pt x="2722" y="4737"/>
                  </a:lnTo>
                  <a:lnTo>
                    <a:pt x="2707" y="4717"/>
                  </a:lnTo>
                  <a:lnTo>
                    <a:pt x="2694" y="4696"/>
                  </a:lnTo>
                  <a:lnTo>
                    <a:pt x="2685" y="4674"/>
                  </a:lnTo>
                  <a:lnTo>
                    <a:pt x="2676" y="4651"/>
                  </a:lnTo>
                  <a:lnTo>
                    <a:pt x="2670" y="4626"/>
                  </a:lnTo>
                  <a:lnTo>
                    <a:pt x="2667" y="4614"/>
                  </a:lnTo>
                  <a:lnTo>
                    <a:pt x="2665" y="4601"/>
                  </a:lnTo>
                  <a:lnTo>
                    <a:pt x="2664" y="4588"/>
                  </a:lnTo>
                  <a:lnTo>
                    <a:pt x="2664" y="4574"/>
                  </a:lnTo>
                  <a:lnTo>
                    <a:pt x="2664" y="4561"/>
                  </a:lnTo>
                  <a:lnTo>
                    <a:pt x="2665" y="4548"/>
                  </a:lnTo>
                  <a:lnTo>
                    <a:pt x="2667" y="4535"/>
                  </a:lnTo>
                  <a:lnTo>
                    <a:pt x="2670" y="4523"/>
                  </a:lnTo>
                  <a:lnTo>
                    <a:pt x="2676" y="4498"/>
                  </a:lnTo>
                  <a:lnTo>
                    <a:pt x="2685" y="4475"/>
                  </a:lnTo>
                  <a:lnTo>
                    <a:pt x="2694" y="4452"/>
                  </a:lnTo>
                  <a:lnTo>
                    <a:pt x="2707" y="4431"/>
                  </a:lnTo>
                  <a:lnTo>
                    <a:pt x="2722" y="4411"/>
                  </a:lnTo>
                  <a:lnTo>
                    <a:pt x="2739" y="4393"/>
                  </a:lnTo>
                  <a:lnTo>
                    <a:pt x="2757" y="4376"/>
                  </a:lnTo>
                  <a:lnTo>
                    <a:pt x="2778" y="4361"/>
                  </a:lnTo>
                  <a:lnTo>
                    <a:pt x="2798" y="4349"/>
                  </a:lnTo>
                  <a:lnTo>
                    <a:pt x="2821" y="4339"/>
                  </a:lnTo>
                  <a:lnTo>
                    <a:pt x="2844" y="4330"/>
                  </a:lnTo>
                  <a:lnTo>
                    <a:pt x="2869" y="4324"/>
                  </a:lnTo>
                  <a:lnTo>
                    <a:pt x="2881" y="4321"/>
                  </a:lnTo>
                  <a:lnTo>
                    <a:pt x="2894" y="4319"/>
                  </a:lnTo>
                  <a:lnTo>
                    <a:pt x="2907" y="4318"/>
                  </a:lnTo>
                  <a:lnTo>
                    <a:pt x="2921" y="4318"/>
                  </a:lnTo>
                  <a:lnTo>
                    <a:pt x="2934" y="4318"/>
                  </a:lnTo>
                  <a:lnTo>
                    <a:pt x="2947" y="4319"/>
                  </a:lnTo>
                  <a:lnTo>
                    <a:pt x="2960" y="4321"/>
                  </a:lnTo>
                  <a:lnTo>
                    <a:pt x="2972" y="4324"/>
                  </a:lnTo>
                  <a:lnTo>
                    <a:pt x="2997" y="4330"/>
                  </a:lnTo>
                  <a:lnTo>
                    <a:pt x="3020" y="4339"/>
                  </a:lnTo>
                  <a:lnTo>
                    <a:pt x="3043" y="4349"/>
                  </a:lnTo>
                  <a:lnTo>
                    <a:pt x="3064" y="4361"/>
                  </a:lnTo>
                  <a:lnTo>
                    <a:pt x="3083" y="4376"/>
                  </a:lnTo>
                  <a:lnTo>
                    <a:pt x="3101" y="4393"/>
                  </a:lnTo>
                  <a:lnTo>
                    <a:pt x="3119" y="4411"/>
                  </a:lnTo>
                  <a:lnTo>
                    <a:pt x="3133" y="4431"/>
                  </a:lnTo>
                  <a:lnTo>
                    <a:pt x="3146" y="4452"/>
                  </a:lnTo>
                  <a:lnTo>
                    <a:pt x="3156" y="4475"/>
                  </a:lnTo>
                  <a:lnTo>
                    <a:pt x="3165" y="4498"/>
                  </a:lnTo>
                  <a:lnTo>
                    <a:pt x="3171" y="4523"/>
                  </a:lnTo>
                  <a:lnTo>
                    <a:pt x="3174" y="4535"/>
                  </a:lnTo>
                  <a:lnTo>
                    <a:pt x="3175" y="4548"/>
                  </a:lnTo>
                  <a:lnTo>
                    <a:pt x="3176" y="4561"/>
                  </a:lnTo>
                  <a:lnTo>
                    <a:pt x="3177" y="4574"/>
                  </a:lnTo>
                  <a:lnTo>
                    <a:pt x="3176" y="4588"/>
                  </a:lnTo>
                  <a:lnTo>
                    <a:pt x="3175" y="4601"/>
                  </a:lnTo>
                  <a:lnTo>
                    <a:pt x="3174" y="4614"/>
                  </a:lnTo>
                  <a:lnTo>
                    <a:pt x="3171" y="4626"/>
                  </a:lnTo>
                  <a:lnTo>
                    <a:pt x="3165" y="4651"/>
                  </a:lnTo>
                  <a:lnTo>
                    <a:pt x="3156" y="4674"/>
                  </a:lnTo>
                  <a:lnTo>
                    <a:pt x="3146" y="4696"/>
                  </a:lnTo>
                  <a:lnTo>
                    <a:pt x="3133" y="4717"/>
                  </a:lnTo>
                  <a:lnTo>
                    <a:pt x="3119" y="4737"/>
                  </a:lnTo>
                  <a:lnTo>
                    <a:pt x="3101" y="4755"/>
                  </a:lnTo>
                  <a:lnTo>
                    <a:pt x="3083" y="4771"/>
                  </a:lnTo>
                  <a:lnTo>
                    <a:pt x="3064" y="4787"/>
                  </a:lnTo>
                  <a:lnTo>
                    <a:pt x="3043" y="4799"/>
                  </a:lnTo>
                  <a:lnTo>
                    <a:pt x="3020" y="4810"/>
                  </a:lnTo>
                  <a:lnTo>
                    <a:pt x="2997" y="4819"/>
                  </a:lnTo>
                  <a:lnTo>
                    <a:pt x="2972" y="4825"/>
                  </a:lnTo>
                  <a:lnTo>
                    <a:pt x="2960" y="4828"/>
                  </a:lnTo>
                  <a:lnTo>
                    <a:pt x="2947" y="4829"/>
                  </a:lnTo>
                  <a:lnTo>
                    <a:pt x="2934" y="4830"/>
                  </a:lnTo>
                  <a:lnTo>
                    <a:pt x="2921" y="4831"/>
                  </a:lnTo>
                  <a:close/>
                  <a:moveTo>
                    <a:pt x="3570" y="4831"/>
                  </a:moveTo>
                  <a:lnTo>
                    <a:pt x="3570" y="4831"/>
                  </a:lnTo>
                  <a:lnTo>
                    <a:pt x="3557" y="4830"/>
                  </a:lnTo>
                  <a:lnTo>
                    <a:pt x="3544" y="4829"/>
                  </a:lnTo>
                  <a:lnTo>
                    <a:pt x="3531" y="4828"/>
                  </a:lnTo>
                  <a:lnTo>
                    <a:pt x="3519" y="4825"/>
                  </a:lnTo>
                  <a:lnTo>
                    <a:pt x="3494" y="4819"/>
                  </a:lnTo>
                  <a:lnTo>
                    <a:pt x="3470" y="4810"/>
                  </a:lnTo>
                  <a:lnTo>
                    <a:pt x="3448" y="4799"/>
                  </a:lnTo>
                  <a:lnTo>
                    <a:pt x="3427" y="4787"/>
                  </a:lnTo>
                  <a:lnTo>
                    <a:pt x="3407" y="4771"/>
                  </a:lnTo>
                  <a:lnTo>
                    <a:pt x="3388" y="4755"/>
                  </a:lnTo>
                  <a:lnTo>
                    <a:pt x="3372" y="4737"/>
                  </a:lnTo>
                  <a:lnTo>
                    <a:pt x="3357" y="4717"/>
                  </a:lnTo>
                  <a:lnTo>
                    <a:pt x="3344" y="4696"/>
                  </a:lnTo>
                  <a:lnTo>
                    <a:pt x="3333" y="4674"/>
                  </a:lnTo>
                  <a:lnTo>
                    <a:pt x="3325" y="4651"/>
                  </a:lnTo>
                  <a:lnTo>
                    <a:pt x="3319" y="4626"/>
                  </a:lnTo>
                  <a:lnTo>
                    <a:pt x="3317" y="4614"/>
                  </a:lnTo>
                  <a:lnTo>
                    <a:pt x="3315" y="4601"/>
                  </a:lnTo>
                  <a:lnTo>
                    <a:pt x="3314" y="4588"/>
                  </a:lnTo>
                  <a:lnTo>
                    <a:pt x="3314" y="4574"/>
                  </a:lnTo>
                  <a:lnTo>
                    <a:pt x="3314" y="4561"/>
                  </a:lnTo>
                  <a:lnTo>
                    <a:pt x="3315" y="4548"/>
                  </a:lnTo>
                  <a:lnTo>
                    <a:pt x="3317" y="4535"/>
                  </a:lnTo>
                  <a:lnTo>
                    <a:pt x="3319" y="4523"/>
                  </a:lnTo>
                  <a:lnTo>
                    <a:pt x="3325" y="4498"/>
                  </a:lnTo>
                  <a:lnTo>
                    <a:pt x="3333" y="4475"/>
                  </a:lnTo>
                  <a:lnTo>
                    <a:pt x="3344" y="4452"/>
                  </a:lnTo>
                  <a:lnTo>
                    <a:pt x="3357" y="4431"/>
                  </a:lnTo>
                  <a:lnTo>
                    <a:pt x="3372" y="4411"/>
                  </a:lnTo>
                  <a:lnTo>
                    <a:pt x="3388" y="4393"/>
                  </a:lnTo>
                  <a:lnTo>
                    <a:pt x="3407" y="4376"/>
                  </a:lnTo>
                  <a:lnTo>
                    <a:pt x="3427" y="4361"/>
                  </a:lnTo>
                  <a:lnTo>
                    <a:pt x="3448" y="4349"/>
                  </a:lnTo>
                  <a:lnTo>
                    <a:pt x="3470" y="4339"/>
                  </a:lnTo>
                  <a:lnTo>
                    <a:pt x="3494" y="4330"/>
                  </a:lnTo>
                  <a:lnTo>
                    <a:pt x="3519" y="4324"/>
                  </a:lnTo>
                  <a:lnTo>
                    <a:pt x="3531" y="4321"/>
                  </a:lnTo>
                  <a:lnTo>
                    <a:pt x="3544" y="4319"/>
                  </a:lnTo>
                  <a:lnTo>
                    <a:pt x="3557" y="4318"/>
                  </a:lnTo>
                  <a:lnTo>
                    <a:pt x="3570" y="4318"/>
                  </a:lnTo>
                  <a:lnTo>
                    <a:pt x="3584" y="4318"/>
                  </a:lnTo>
                  <a:lnTo>
                    <a:pt x="3597" y="4319"/>
                  </a:lnTo>
                  <a:lnTo>
                    <a:pt x="3610" y="4321"/>
                  </a:lnTo>
                  <a:lnTo>
                    <a:pt x="3622" y="4324"/>
                  </a:lnTo>
                  <a:lnTo>
                    <a:pt x="3646" y="4330"/>
                  </a:lnTo>
                  <a:lnTo>
                    <a:pt x="3670" y="4339"/>
                  </a:lnTo>
                  <a:lnTo>
                    <a:pt x="3693" y="4349"/>
                  </a:lnTo>
                  <a:lnTo>
                    <a:pt x="3713" y="4361"/>
                  </a:lnTo>
                  <a:lnTo>
                    <a:pt x="3733" y="4376"/>
                  </a:lnTo>
                  <a:lnTo>
                    <a:pt x="3751" y="4393"/>
                  </a:lnTo>
                  <a:lnTo>
                    <a:pt x="3768" y="4411"/>
                  </a:lnTo>
                  <a:lnTo>
                    <a:pt x="3782" y="4431"/>
                  </a:lnTo>
                  <a:lnTo>
                    <a:pt x="3795" y="4452"/>
                  </a:lnTo>
                  <a:lnTo>
                    <a:pt x="3806" y="4475"/>
                  </a:lnTo>
                  <a:lnTo>
                    <a:pt x="3815" y="4498"/>
                  </a:lnTo>
                  <a:lnTo>
                    <a:pt x="3821" y="4523"/>
                  </a:lnTo>
                  <a:lnTo>
                    <a:pt x="3823" y="4535"/>
                  </a:lnTo>
                  <a:lnTo>
                    <a:pt x="3824" y="4548"/>
                  </a:lnTo>
                  <a:lnTo>
                    <a:pt x="3825" y="4561"/>
                  </a:lnTo>
                  <a:lnTo>
                    <a:pt x="3827" y="4574"/>
                  </a:lnTo>
                  <a:lnTo>
                    <a:pt x="3825" y="4588"/>
                  </a:lnTo>
                  <a:lnTo>
                    <a:pt x="3824" y="4601"/>
                  </a:lnTo>
                  <a:lnTo>
                    <a:pt x="3823" y="4614"/>
                  </a:lnTo>
                  <a:lnTo>
                    <a:pt x="3821" y="4626"/>
                  </a:lnTo>
                  <a:lnTo>
                    <a:pt x="3815" y="4651"/>
                  </a:lnTo>
                  <a:lnTo>
                    <a:pt x="3806" y="4674"/>
                  </a:lnTo>
                  <a:lnTo>
                    <a:pt x="3795" y="4696"/>
                  </a:lnTo>
                  <a:lnTo>
                    <a:pt x="3782" y="4717"/>
                  </a:lnTo>
                  <a:lnTo>
                    <a:pt x="3768" y="4737"/>
                  </a:lnTo>
                  <a:lnTo>
                    <a:pt x="3751" y="4755"/>
                  </a:lnTo>
                  <a:lnTo>
                    <a:pt x="3733" y="4771"/>
                  </a:lnTo>
                  <a:lnTo>
                    <a:pt x="3713" y="4787"/>
                  </a:lnTo>
                  <a:lnTo>
                    <a:pt x="3693" y="4799"/>
                  </a:lnTo>
                  <a:lnTo>
                    <a:pt x="3670" y="4810"/>
                  </a:lnTo>
                  <a:lnTo>
                    <a:pt x="3646" y="4819"/>
                  </a:lnTo>
                  <a:lnTo>
                    <a:pt x="3622" y="4825"/>
                  </a:lnTo>
                  <a:lnTo>
                    <a:pt x="3610" y="4828"/>
                  </a:lnTo>
                  <a:lnTo>
                    <a:pt x="3597" y="4829"/>
                  </a:lnTo>
                  <a:lnTo>
                    <a:pt x="3584" y="4830"/>
                  </a:lnTo>
                  <a:lnTo>
                    <a:pt x="3570" y="4831"/>
                  </a:lnTo>
                  <a:close/>
                  <a:moveTo>
                    <a:pt x="3978" y="4050"/>
                  </a:moveTo>
                  <a:lnTo>
                    <a:pt x="411" y="4050"/>
                  </a:lnTo>
                  <a:lnTo>
                    <a:pt x="411" y="2041"/>
                  </a:lnTo>
                  <a:lnTo>
                    <a:pt x="3978" y="2041"/>
                  </a:lnTo>
                  <a:lnTo>
                    <a:pt x="3978" y="4050"/>
                  </a:lnTo>
                  <a:close/>
                </a:path>
              </a:pathLst>
            </a:custGeom>
            <a:solidFill>
              <a:srgbClr val="C00000"/>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360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4" name="MH_SubTitle_2">
              <a:extLst>
                <a:ext uri="{FF2B5EF4-FFF2-40B4-BE49-F238E27FC236}">
                  <a16:creationId xmlns:a16="http://schemas.microsoft.com/office/drawing/2014/main" xmlns="" id="{16A86B8F-6D61-4620-8CF1-2E0811630828}"/>
                </a:ext>
              </a:extLst>
            </p:cNvPr>
            <p:cNvSpPr>
              <a:spLocks noChangeArrowheads="1"/>
            </p:cNvSpPr>
            <p:nvPr>
              <p:custDataLst>
                <p:tags r:id="rId10"/>
              </p:custDataLst>
            </p:nvPr>
          </p:nvSpPr>
          <p:spPr bwMode="auto">
            <a:xfrm>
              <a:off x="1012494" y="4638975"/>
              <a:ext cx="2487328" cy="76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lvl="0">
                <a:defRPr sz="1800">
                  <a:solidFill>
                    <a:srgbClr val="000000"/>
                  </a:solidFill>
                  <a:uFillTx/>
                </a:defRPr>
              </a:pPr>
              <a:r>
                <a:rPr lang="zh-CN" altLang="en-US" sz="1200" dirty="0">
                  <a:solidFill>
                    <a:schemeClr val="tx1">
                      <a:lumMod val="75000"/>
                      <a:lumOff val="25000"/>
                    </a:schemeClr>
                  </a:solidFill>
                  <a:uFill>
                    <a:solidFill>
                      <a:srgbClr val="808080"/>
                    </a:solidFill>
                  </a:uFill>
                  <a:latin typeface="微软雅黑" pitchFamily="34" charset="-122"/>
                  <a:ea typeface="微软雅黑" pitchFamily="34" charset="-122"/>
                  <a:cs typeface="+mn-ea"/>
                  <a:sym typeface="+mn-lt"/>
                </a:rPr>
                <a:t>此处添加详细文本描述，建议与标题相关并符合整体语言风格，语言描述尽量简洁生动。 单击此处添加标题</a:t>
              </a:r>
            </a:p>
          </p:txBody>
        </p:sp>
        <p:sp>
          <p:nvSpPr>
            <p:cNvPr id="35" name="TextBox 53">
              <a:extLst>
                <a:ext uri="{FF2B5EF4-FFF2-40B4-BE49-F238E27FC236}">
                  <a16:creationId xmlns:a16="http://schemas.microsoft.com/office/drawing/2014/main" xmlns="" id="{E5234E98-736A-44CE-95CF-43E438BAD22F}"/>
                </a:ext>
              </a:extLst>
            </p:cNvPr>
            <p:cNvSpPr txBox="1">
              <a:spLocks noChangeArrowheads="1"/>
            </p:cNvSpPr>
            <p:nvPr/>
          </p:nvSpPr>
          <p:spPr bwMode="auto">
            <a:xfrm>
              <a:off x="887889" y="4174791"/>
              <a:ext cx="2611934" cy="52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defTabSz="932962">
                <a:defRPr sz="1500">
                  <a:gradFill flip="none" rotWithShape="1">
                    <a:gsLst>
                      <a:gs pos="0">
                        <a:srgbClr val="0070C0">
                          <a:shade val="30000"/>
                          <a:satMod val="115000"/>
                          <a:lumMod val="49000"/>
                        </a:srgbClr>
                      </a:gs>
                      <a:gs pos="86000">
                        <a:srgbClr val="0070C0">
                          <a:shade val="67500"/>
                          <a:satMod val="115000"/>
                          <a:lumMod val="58000"/>
                        </a:srgbClr>
                      </a:gs>
                    </a:gsLst>
                    <a:lin ang="2700000" scaled="1"/>
                    <a:tileRect/>
                  </a:gradFill>
                  <a:latin typeface="微软雅黑" pitchFamily="34" charset="-122"/>
                  <a:ea typeface="微软雅黑" pitchFamily="34" charset="-122"/>
                  <a:cs typeface="宋体" pitchFamily="2" charset="-122"/>
                </a:defRPr>
              </a:lvl1pPr>
            </a:lstStyle>
            <a:p>
              <a:r>
                <a:rPr lang="zh-CN" altLang="en-US" sz="2800" b="1" dirty="0">
                  <a:solidFill>
                    <a:srgbClr val="C00000"/>
                  </a:solidFill>
                  <a:cs typeface="+mn-ea"/>
                  <a:sym typeface="+mn-lt"/>
                </a:rPr>
                <a:t>重点工作四</a:t>
              </a:r>
            </a:p>
          </p:txBody>
        </p:sp>
      </p:grpSp>
      <p:grpSp>
        <p:nvGrpSpPr>
          <p:cNvPr id="42" name="组合 41">
            <a:extLst>
              <a:ext uri="{FF2B5EF4-FFF2-40B4-BE49-F238E27FC236}">
                <a16:creationId xmlns:a16="http://schemas.microsoft.com/office/drawing/2014/main" xmlns="" id="{61C4465A-BC18-4210-B24F-9F8C0A0C309B}"/>
              </a:ext>
            </a:extLst>
          </p:cNvPr>
          <p:cNvGrpSpPr/>
          <p:nvPr/>
        </p:nvGrpSpPr>
        <p:grpSpPr>
          <a:xfrm>
            <a:off x="4177563" y="3878882"/>
            <a:ext cx="3219338" cy="1761012"/>
            <a:chOff x="4177563" y="3878882"/>
            <a:chExt cx="3219338" cy="1761012"/>
          </a:xfrm>
        </p:grpSpPr>
        <p:sp>
          <p:nvSpPr>
            <p:cNvPr id="13" name="MH_Other_3">
              <a:extLst>
                <a:ext uri="{FF2B5EF4-FFF2-40B4-BE49-F238E27FC236}">
                  <a16:creationId xmlns:a16="http://schemas.microsoft.com/office/drawing/2014/main" xmlns="" id="{DEB69541-BBB8-4840-8348-D63708F2598A}"/>
                </a:ext>
              </a:extLst>
            </p:cNvPr>
            <p:cNvSpPr/>
            <p:nvPr>
              <p:custDataLst>
                <p:tags r:id="rId5"/>
              </p:custDataLst>
            </p:nvPr>
          </p:nvSpPr>
          <p:spPr>
            <a:xfrm rot="5400000">
              <a:off x="5128670" y="2927775"/>
              <a:ext cx="1317124" cy="3219338"/>
            </a:xfrm>
            <a:prstGeom prst="bentArrow">
              <a:avLst>
                <a:gd name="adj1" fmla="val 9441"/>
                <a:gd name="adj2" fmla="val 12901"/>
                <a:gd name="adj3" fmla="val 16613"/>
                <a:gd name="adj4" fmla="val 40158"/>
              </a:avLst>
            </a:prstGeom>
            <a:solidFill>
              <a:schemeClr val="bg1">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2400">
                <a:latin typeface="微软雅黑" panose="020B0503020204020204" pitchFamily="34" charset="-122"/>
                <a:ea typeface="微软雅黑" panose="020B0503020204020204" pitchFamily="34" charset="-122"/>
                <a:cs typeface="+mn-ea"/>
                <a:sym typeface="+mn-lt"/>
              </a:endParaRPr>
            </a:p>
          </p:txBody>
        </p:sp>
        <p:sp>
          <p:nvSpPr>
            <p:cNvPr id="23" name="MH_Other_12">
              <a:extLst>
                <a:ext uri="{FF2B5EF4-FFF2-40B4-BE49-F238E27FC236}">
                  <a16:creationId xmlns:a16="http://schemas.microsoft.com/office/drawing/2014/main" xmlns="" id="{861CE554-88A5-4B08-822B-AAF984E982DE}"/>
                </a:ext>
              </a:extLst>
            </p:cNvPr>
            <p:cNvSpPr>
              <a:spLocks noChangeAspect="1" noChangeArrowheads="1"/>
            </p:cNvSpPr>
            <p:nvPr>
              <p:custDataLst>
                <p:tags r:id="rId6"/>
              </p:custDataLst>
            </p:nvPr>
          </p:nvSpPr>
          <p:spPr bwMode="auto">
            <a:xfrm>
              <a:off x="7056441" y="5305116"/>
              <a:ext cx="335829" cy="334778"/>
            </a:xfrm>
            <a:custGeom>
              <a:avLst/>
              <a:gdLst>
                <a:gd name="T0" fmla="*/ 186557 w 1993900"/>
                <a:gd name="T1" fmla="*/ 1472017 h 1873250"/>
                <a:gd name="T2" fmla="*/ 1296550 w 1993900"/>
                <a:gd name="T3" fmla="*/ 576666 h 1873250"/>
                <a:gd name="T4" fmla="*/ 1153710 w 1993900"/>
                <a:gd name="T5" fmla="*/ 1135821 h 1873250"/>
                <a:gd name="T6" fmla="*/ 1097106 w 1993900"/>
                <a:gd name="T7" fmla="*/ 797974 h 1873250"/>
                <a:gd name="T8" fmla="*/ 1032144 w 1993900"/>
                <a:gd name="T9" fmla="*/ 704592 h 1873250"/>
                <a:gd name="T10" fmla="*/ 1078871 w 1993900"/>
                <a:gd name="T11" fmla="*/ 694343 h 1873250"/>
                <a:gd name="T12" fmla="*/ 1116861 w 1993900"/>
                <a:gd name="T13" fmla="*/ 676502 h 1873250"/>
                <a:gd name="T14" fmla="*/ 1146872 w 1993900"/>
                <a:gd name="T15" fmla="*/ 652207 h 1873250"/>
                <a:gd name="T16" fmla="*/ 1168526 w 1993900"/>
                <a:gd name="T17" fmla="*/ 620700 h 1873250"/>
                <a:gd name="T18" fmla="*/ 1184861 w 1993900"/>
                <a:gd name="T19" fmla="*/ 576666 h 1873250"/>
                <a:gd name="T20" fmla="*/ 568770 w 1993900"/>
                <a:gd name="T21" fmla="*/ 1239833 h 1873250"/>
                <a:gd name="T22" fmla="*/ 673241 w 1993900"/>
                <a:gd name="T23" fmla="*/ 791901 h 1873250"/>
                <a:gd name="T24" fmla="*/ 568770 w 1993900"/>
                <a:gd name="T25" fmla="*/ 802909 h 1873250"/>
                <a:gd name="T26" fmla="*/ 609419 w 1993900"/>
                <a:gd name="T27" fmla="*/ 698519 h 1873250"/>
                <a:gd name="T28" fmla="*/ 650068 w 1993900"/>
                <a:gd name="T29" fmla="*/ 682954 h 1873250"/>
                <a:gd name="T30" fmla="*/ 682739 w 1993900"/>
                <a:gd name="T31" fmla="*/ 660938 h 1873250"/>
                <a:gd name="T32" fmla="*/ 707052 w 1993900"/>
                <a:gd name="T33" fmla="*/ 632088 h 1873250"/>
                <a:gd name="T34" fmla="*/ 724147 w 1993900"/>
                <a:gd name="T35" fmla="*/ 596405 h 1873250"/>
                <a:gd name="T36" fmla="*/ 214659 w 1993900"/>
                <a:gd name="T37" fmla="*/ 266708 h 1873250"/>
                <a:gd name="T38" fmla="*/ 171803 w 1993900"/>
                <a:gd name="T39" fmla="*/ 295920 h 1873250"/>
                <a:gd name="T40" fmla="*/ 151323 w 1993900"/>
                <a:gd name="T41" fmla="*/ 344102 h 1873250"/>
                <a:gd name="T42" fmla="*/ 158150 w 1993900"/>
                <a:gd name="T43" fmla="*/ 1583935 h 1873250"/>
                <a:gd name="T44" fmla="*/ 190766 w 1993900"/>
                <a:gd name="T45" fmla="*/ 1623770 h 1873250"/>
                <a:gd name="T46" fmla="*/ 241586 w 1993900"/>
                <a:gd name="T47" fmla="*/ 1639325 h 1873250"/>
                <a:gd name="T48" fmla="*/ 1706270 w 1993900"/>
                <a:gd name="T49" fmla="*/ 1627944 h 1873250"/>
                <a:gd name="T50" fmla="*/ 1743058 w 1993900"/>
                <a:gd name="T51" fmla="*/ 1591902 h 1873250"/>
                <a:gd name="T52" fmla="*/ 1754056 w 1993900"/>
                <a:gd name="T53" fmla="*/ 353207 h 1873250"/>
                <a:gd name="T54" fmla="*/ 1738127 w 1993900"/>
                <a:gd name="T55" fmla="*/ 302749 h 1873250"/>
                <a:gd name="T56" fmla="*/ 1698306 w 1993900"/>
                <a:gd name="T57" fmla="*/ 269743 h 1873250"/>
                <a:gd name="T58" fmla="*/ 1541294 w 1993900"/>
                <a:gd name="T59" fmla="*/ 323995 h 1873250"/>
                <a:gd name="T60" fmla="*/ 334125 w 1993900"/>
                <a:gd name="T61" fmla="*/ 262534 h 1873250"/>
                <a:gd name="T62" fmla="*/ 1334979 w 1993900"/>
                <a:gd name="T63" fmla="*/ 206006 h 1873250"/>
                <a:gd name="T64" fmla="*/ 1663414 w 1993900"/>
                <a:gd name="T65" fmla="*/ 111160 h 1873250"/>
                <a:gd name="T66" fmla="*/ 1735094 w 1993900"/>
                <a:gd name="T67" fmla="*/ 122162 h 1873250"/>
                <a:gd name="T68" fmla="*/ 1798429 w 1993900"/>
                <a:gd name="T69" fmla="*/ 152513 h 1873250"/>
                <a:gd name="T70" fmla="*/ 1849629 w 1993900"/>
                <a:gd name="T71" fmla="*/ 199557 h 1873250"/>
                <a:gd name="T72" fmla="*/ 1886037 w 1993900"/>
                <a:gd name="T73" fmla="*/ 259120 h 1873250"/>
                <a:gd name="T74" fmla="*/ 1903862 w 1993900"/>
                <a:gd name="T75" fmla="*/ 328927 h 1873250"/>
                <a:gd name="T76" fmla="*/ 1902346 w 1993900"/>
                <a:gd name="T77" fmla="*/ 1585453 h 1873250"/>
                <a:gd name="T78" fmla="*/ 1881107 w 1993900"/>
                <a:gd name="T79" fmla="*/ 1653362 h 1873250"/>
                <a:gd name="T80" fmla="*/ 1842044 w 1993900"/>
                <a:gd name="T81" fmla="*/ 1711029 h 1873250"/>
                <a:gd name="T82" fmla="*/ 1788568 w 1993900"/>
                <a:gd name="T83" fmla="*/ 1755417 h 1873250"/>
                <a:gd name="T84" fmla="*/ 1723716 w 1993900"/>
                <a:gd name="T85" fmla="*/ 1782733 h 1873250"/>
                <a:gd name="T86" fmla="*/ 241586 w 1993900"/>
                <a:gd name="T87" fmla="*/ 1790700 h 1873250"/>
                <a:gd name="T88" fmla="*/ 169906 w 1993900"/>
                <a:gd name="T89" fmla="*/ 1779698 h 1873250"/>
                <a:gd name="T90" fmla="*/ 106191 w 1993900"/>
                <a:gd name="T91" fmla="*/ 1748968 h 1873250"/>
                <a:gd name="T92" fmla="*/ 54992 w 1993900"/>
                <a:gd name="T93" fmla="*/ 1702303 h 1873250"/>
                <a:gd name="T94" fmla="*/ 18963 w 1993900"/>
                <a:gd name="T95" fmla="*/ 1642740 h 1873250"/>
                <a:gd name="T96" fmla="*/ 1138 w 1993900"/>
                <a:gd name="T97" fmla="*/ 1573312 h 1873250"/>
                <a:gd name="T98" fmla="*/ 2655 w 1993900"/>
                <a:gd name="T99" fmla="*/ 316408 h 1873250"/>
                <a:gd name="T100" fmla="*/ 23514 w 1993900"/>
                <a:gd name="T101" fmla="*/ 248497 h 1873250"/>
                <a:gd name="T102" fmla="*/ 62577 w 1993900"/>
                <a:gd name="T103" fmla="*/ 190451 h 1873250"/>
                <a:gd name="T104" fmla="*/ 116432 w 1993900"/>
                <a:gd name="T105" fmla="*/ 146064 h 1873250"/>
                <a:gd name="T106" fmla="*/ 181284 w 1993900"/>
                <a:gd name="T107" fmla="*/ 118748 h 1873250"/>
                <a:gd name="T108" fmla="*/ 363706 w 1993900"/>
                <a:gd name="T109" fmla="*/ 111160 h 187325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993900" h="1873250">
                  <a:moveTo>
                    <a:pt x="195263" y="1631950"/>
                  </a:moveTo>
                  <a:lnTo>
                    <a:pt x="1766888" y="1631950"/>
                  </a:lnTo>
                  <a:lnTo>
                    <a:pt x="1766888" y="1663700"/>
                  </a:lnTo>
                  <a:lnTo>
                    <a:pt x="195263" y="1663700"/>
                  </a:lnTo>
                  <a:lnTo>
                    <a:pt x="195263" y="1631950"/>
                  </a:lnTo>
                  <a:close/>
                  <a:moveTo>
                    <a:pt x="195263" y="1539875"/>
                  </a:moveTo>
                  <a:lnTo>
                    <a:pt x="1766888" y="1539875"/>
                  </a:lnTo>
                  <a:lnTo>
                    <a:pt x="1766888" y="1570038"/>
                  </a:lnTo>
                  <a:lnTo>
                    <a:pt x="195263" y="1570038"/>
                  </a:lnTo>
                  <a:lnTo>
                    <a:pt x="195263" y="1539875"/>
                  </a:lnTo>
                  <a:close/>
                  <a:moveTo>
                    <a:pt x="1240155" y="603250"/>
                  </a:moveTo>
                  <a:lnTo>
                    <a:pt x="1357056" y="603250"/>
                  </a:lnTo>
                  <a:lnTo>
                    <a:pt x="1357056" y="1188182"/>
                  </a:lnTo>
                  <a:lnTo>
                    <a:pt x="1493838" y="1188182"/>
                  </a:lnTo>
                  <a:lnTo>
                    <a:pt x="1493838" y="1296988"/>
                  </a:lnTo>
                  <a:lnTo>
                    <a:pt x="1071563" y="1296988"/>
                  </a:lnTo>
                  <a:lnTo>
                    <a:pt x="1071563" y="1188182"/>
                  </a:lnTo>
                  <a:lnTo>
                    <a:pt x="1207550" y="1188182"/>
                  </a:lnTo>
                  <a:lnTo>
                    <a:pt x="1207550" y="820068"/>
                  </a:lnTo>
                  <a:lnTo>
                    <a:pt x="1201786" y="822053"/>
                  </a:lnTo>
                  <a:lnTo>
                    <a:pt x="1194826" y="824833"/>
                  </a:lnTo>
                  <a:lnTo>
                    <a:pt x="1180909" y="828407"/>
                  </a:lnTo>
                  <a:lnTo>
                    <a:pt x="1165402" y="831981"/>
                  </a:lnTo>
                  <a:lnTo>
                    <a:pt x="1148304" y="834760"/>
                  </a:lnTo>
                  <a:lnTo>
                    <a:pt x="1130809" y="837143"/>
                  </a:lnTo>
                  <a:lnTo>
                    <a:pt x="1111723" y="838732"/>
                  </a:lnTo>
                  <a:lnTo>
                    <a:pt x="1091842" y="839526"/>
                  </a:lnTo>
                  <a:lnTo>
                    <a:pt x="1071563" y="839923"/>
                  </a:lnTo>
                  <a:lnTo>
                    <a:pt x="1071563" y="738265"/>
                  </a:lnTo>
                  <a:lnTo>
                    <a:pt x="1080311" y="737073"/>
                  </a:lnTo>
                  <a:lnTo>
                    <a:pt x="1089456" y="735882"/>
                  </a:lnTo>
                  <a:lnTo>
                    <a:pt x="1097806" y="734294"/>
                  </a:lnTo>
                  <a:lnTo>
                    <a:pt x="1106156" y="732705"/>
                  </a:lnTo>
                  <a:lnTo>
                    <a:pt x="1114109" y="730720"/>
                  </a:lnTo>
                  <a:lnTo>
                    <a:pt x="1121664" y="728734"/>
                  </a:lnTo>
                  <a:lnTo>
                    <a:pt x="1129218" y="726352"/>
                  </a:lnTo>
                  <a:lnTo>
                    <a:pt x="1136376" y="723969"/>
                  </a:lnTo>
                  <a:lnTo>
                    <a:pt x="1143931" y="720792"/>
                  </a:lnTo>
                  <a:lnTo>
                    <a:pt x="1150690" y="718012"/>
                  </a:lnTo>
                  <a:lnTo>
                    <a:pt x="1156654" y="714438"/>
                  </a:lnTo>
                  <a:lnTo>
                    <a:pt x="1163016" y="711262"/>
                  </a:lnTo>
                  <a:lnTo>
                    <a:pt x="1168981" y="707688"/>
                  </a:lnTo>
                  <a:lnTo>
                    <a:pt x="1174945" y="704114"/>
                  </a:lnTo>
                  <a:lnTo>
                    <a:pt x="1180512" y="699746"/>
                  </a:lnTo>
                  <a:lnTo>
                    <a:pt x="1186079" y="695775"/>
                  </a:lnTo>
                  <a:lnTo>
                    <a:pt x="1191248" y="691407"/>
                  </a:lnTo>
                  <a:lnTo>
                    <a:pt x="1195621" y="686641"/>
                  </a:lnTo>
                  <a:lnTo>
                    <a:pt x="1200393" y="682273"/>
                  </a:lnTo>
                  <a:lnTo>
                    <a:pt x="1204767" y="677111"/>
                  </a:lnTo>
                  <a:lnTo>
                    <a:pt x="1208743" y="671551"/>
                  </a:lnTo>
                  <a:lnTo>
                    <a:pt x="1213117" y="666389"/>
                  </a:lnTo>
                  <a:lnTo>
                    <a:pt x="1216298" y="661227"/>
                  </a:lnTo>
                  <a:lnTo>
                    <a:pt x="1220274" y="655270"/>
                  </a:lnTo>
                  <a:lnTo>
                    <a:pt x="1223057" y="649314"/>
                  </a:lnTo>
                  <a:lnTo>
                    <a:pt x="1226636" y="643357"/>
                  </a:lnTo>
                  <a:lnTo>
                    <a:pt x="1229022" y="637003"/>
                  </a:lnTo>
                  <a:lnTo>
                    <a:pt x="1231407" y="630650"/>
                  </a:lnTo>
                  <a:lnTo>
                    <a:pt x="1234191" y="623899"/>
                  </a:lnTo>
                  <a:lnTo>
                    <a:pt x="1236179" y="617148"/>
                  </a:lnTo>
                  <a:lnTo>
                    <a:pt x="1240155" y="603250"/>
                  </a:lnTo>
                  <a:close/>
                  <a:moveTo>
                    <a:pt x="763507" y="603250"/>
                  </a:moveTo>
                  <a:lnTo>
                    <a:pt x="880806" y="603250"/>
                  </a:lnTo>
                  <a:lnTo>
                    <a:pt x="880806" y="1188182"/>
                  </a:lnTo>
                  <a:lnTo>
                    <a:pt x="1017588" y="1188182"/>
                  </a:lnTo>
                  <a:lnTo>
                    <a:pt x="1017588" y="1296988"/>
                  </a:lnTo>
                  <a:lnTo>
                    <a:pt x="595313" y="1296988"/>
                  </a:lnTo>
                  <a:lnTo>
                    <a:pt x="595313" y="1188182"/>
                  </a:lnTo>
                  <a:lnTo>
                    <a:pt x="731300" y="1188182"/>
                  </a:lnTo>
                  <a:lnTo>
                    <a:pt x="731300" y="820068"/>
                  </a:lnTo>
                  <a:lnTo>
                    <a:pt x="725336" y="822053"/>
                  </a:lnTo>
                  <a:lnTo>
                    <a:pt x="718576" y="824833"/>
                  </a:lnTo>
                  <a:lnTo>
                    <a:pt x="704659" y="828407"/>
                  </a:lnTo>
                  <a:lnTo>
                    <a:pt x="688754" y="831981"/>
                  </a:lnTo>
                  <a:lnTo>
                    <a:pt x="672054" y="834760"/>
                  </a:lnTo>
                  <a:lnTo>
                    <a:pt x="654161" y="837143"/>
                  </a:lnTo>
                  <a:lnTo>
                    <a:pt x="635473" y="838732"/>
                  </a:lnTo>
                  <a:lnTo>
                    <a:pt x="615592" y="839526"/>
                  </a:lnTo>
                  <a:lnTo>
                    <a:pt x="595313" y="839923"/>
                  </a:lnTo>
                  <a:lnTo>
                    <a:pt x="595313" y="738265"/>
                  </a:lnTo>
                  <a:lnTo>
                    <a:pt x="604061" y="737073"/>
                  </a:lnTo>
                  <a:lnTo>
                    <a:pt x="612809" y="735882"/>
                  </a:lnTo>
                  <a:lnTo>
                    <a:pt x="621159" y="734294"/>
                  </a:lnTo>
                  <a:lnTo>
                    <a:pt x="629906" y="732705"/>
                  </a:lnTo>
                  <a:lnTo>
                    <a:pt x="637859" y="730720"/>
                  </a:lnTo>
                  <a:lnTo>
                    <a:pt x="645414" y="728734"/>
                  </a:lnTo>
                  <a:lnTo>
                    <a:pt x="652968" y="726352"/>
                  </a:lnTo>
                  <a:lnTo>
                    <a:pt x="660126" y="723969"/>
                  </a:lnTo>
                  <a:lnTo>
                    <a:pt x="667283" y="720792"/>
                  </a:lnTo>
                  <a:lnTo>
                    <a:pt x="674042" y="718012"/>
                  </a:lnTo>
                  <a:lnTo>
                    <a:pt x="680404" y="714438"/>
                  </a:lnTo>
                  <a:lnTo>
                    <a:pt x="686766" y="711262"/>
                  </a:lnTo>
                  <a:lnTo>
                    <a:pt x="692731" y="707688"/>
                  </a:lnTo>
                  <a:lnTo>
                    <a:pt x="698695" y="704114"/>
                  </a:lnTo>
                  <a:lnTo>
                    <a:pt x="704262" y="699746"/>
                  </a:lnTo>
                  <a:lnTo>
                    <a:pt x="709431" y="695775"/>
                  </a:lnTo>
                  <a:lnTo>
                    <a:pt x="714600" y="691407"/>
                  </a:lnTo>
                  <a:lnTo>
                    <a:pt x="719371" y="686641"/>
                  </a:lnTo>
                  <a:lnTo>
                    <a:pt x="724143" y="682273"/>
                  </a:lnTo>
                  <a:lnTo>
                    <a:pt x="728119" y="677111"/>
                  </a:lnTo>
                  <a:lnTo>
                    <a:pt x="732493" y="671551"/>
                  </a:lnTo>
                  <a:lnTo>
                    <a:pt x="736469" y="666389"/>
                  </a:lnTo>
                  <a:lnTo>
                    <a:pt x="740048" y="661227"/>
                  </a:lnTo>
                  <a:lnTo>
                    <a:pt x="744024" y="655270"/>
                  </a:lnTo>
                  <a:lnTo>
                    <a:pt x="746807" y="649314"/>
                  </a:lnTo>
                  <a:lnTo>
                    <a:pt x="749988" y="643357"/>
                  </a:lnTo>
                  <a:lnTo>
                    <a:pt x="752772" y="637003"/>
                  </a:lnTo>
                  <a:lnTo>
                    <a:pt x="755157" y="630650"/>
                  </a:lnTo>
                  <a:lnTo>
                    <a:pt x="757941" y="623899"/>
                  </a:lnTo>
                  <a:lnTo>
                    <a:pt x="759929" y="617148"/>
                  </a:lnTo>
                  <a:lnTo>
                    <a:pt x="763507" y="603250"/>
                  </a:lnTo>
                  <a:close/>
                  <a:moveTo>
                    <a:pt x="252860" y="274637"/>
                  </a:moveTo>
                  <a:lnTo>
                    <a:pt x="243333" y="275431"/>
                  </a:lnTo>
                  <a:lnTo>
                    <a:pt x="233806" y="276622"/>
                  </a:lnTo>
                  <a:lnTo>
                    <a:pt x="224676" y="279003"/>
                  </a:lnTo>
                  <a:lnTo>
                    <a:pt x="216340" y="282178"/>
                  </a:lnTo>
                  <a:lnTo>
                    <a:pt x="207607" y="286147"/>
                  </a:lnTo>
                  <a:lnTo>
                    <a:pt x="199668" y="290909"/>
                  </a:lnTo>
                  <a:lnTo>
                    <a:pt x="192523" y="296465"/>
                  </a:lnTo>
                  <a:lnTo>
                    <a:pt x="185774" y="302815"/>
                  </a:lnTo>
                  <a:lnTo>
                    <a:pt x="179820" y="309562"/>
                  </a:lnTo>
                  <a:lnTo>
                    <a:pt x="174263" y="316706"/>
                  </a:lnTo>
                  <a:lnTo>
                    <a:pt x="169499" y="324644"/>
                  </a:lnTo>
                  <a:lnTo>
                    <a:pt x="165530" y="332581"/>
                  </a:lnTo>
                  <a:lnTo>
                    <a:pt x="162354" y="341312"/>
                  </a:lnTo>
                  <a:lnTo>
                    <a:pt x="159972" y="350837"/>
                  </a:lnTo>
                  <a:lnTo>
                    <a:pt x="158385" y="359965"/>
                  </a:lnTo>
                  <a:lnTo>
                    <a:pt x="157988" y="369490"/>
                  </a:lnTo>
                  <a:lnTo>
                    <a:pt x="157988" y="1619647"/>
                  </a:lnTo>
                  <a:lnTo>
                    <a:pt x="158385" y="1629569"/>
                  </a:lnTo>
                  <a:lnTo>
                    <a:pt x="159972" y="1639094"/>
                  </a:lnTo>
                  <a:lnTo>
                    <a:pt x="162354" y="1647825"/>
                  </a:lnTo>
                  <a:lnTo>
                    <a:pt x="165530" y="1656953"/>
                  </a:lnTo>
                  <a:lnTo>
                    <a:pt x="169499" y="1665288"/>
                  </a:lnTo>
                  <a:lnTo>
                    <a:pt x="174263" y="1672828"/>
                  </a:lnTo>
                  <a:lnTo>
                    <a:pt x="179820" y="1679972"/>
                  </a:lnTo>
                  <a:lnTo>
                    <a:pt x="185774" y="1686719"/>
                  </a:lnTo>
                  <a:lnTo>
                    <a:pt x="192523" y="1693069"/>
                  </a:lnTo>
                  <a:lnTo>
                    <a:pt x="199668" y="1698625"/>
                  </a:lnTo>
                  <a:lnTo>
                    <a:pt x="207607" y="1702991"/>
                  </a:lnTo>
                  <a:lnTo>
                    <a:pt x="216340" y="1707356"/>
                  </a:lnTo>
                  <a:lnTo>
                    <a:pt x="224676" y="1710531"/>
                  </a:lnTo>
                  <a:lnTo>
                    <a:pt x="233806" y="1712913"/>
                  </a:lnTo>
                  <a:lnTo>
                    <a:pt x="243333" y="1714103"/>
                  </a:lnTo>
                  <a:lnTo>
                    <a:pt x="252860" y="1714897"/>
                  </a:lnTo>
                  <a:lnTo>
                    <a:pt x="1741040" y="1714897"/>
                  </a:lnTo>
                  <a:lnTo>
                    <a:pt x="1750567" y="1714103"/>
                  </a:lnTo>
                  <a:lnTo>
                    <a:pt x="1759697" y="1712913"/>
                  </a:lnTo>
                  <a:lnTo>
                    <a:pt x="1769224" y="1710531"/>
                  </a:lnTo>
                  <a:lnTo>
                    <a:pt x="1777560" y="1707356"/>
                  </a:lnTo>
                  <a:lnTo>
                    <a:pt x="1785896" y="1702991"/>
                  </a:lnTo>
                  <a:lnTo>
                    <a:pt x="1794232" y="1698625"/>
                  </a:lnTo>
                  <a:lnTo>
                    <a:pt x="1801377" y="1693069"/>
                  </a:lnTo>
                  <a:lnTo>
                    <a:pt x="1808126" y="1686719"/>
                  </a:lnTo>
                  <a:lnTo>
                    <a:pt x="1813683" y="1679972"/>
                  </a:lnTo>
                  <a:lnTo>
                    <a:pt x="1819240" y="1672828"/>
                  </a:lnTo>
                  <a:lnTo>
                    <a:pt x="1824401" y="1665288"/>
                  </a:lnTo>
                  <a:lnTo>
                    <a:pt x="1828370" y="1656953"/>
                  </a:lnTo>
                  <a:lnTo>
                    <a:pt x="1831546" y="1647825"/>
                  </a:lnTo>
                  <a:lnTo>
                    <a:pt x="1833531" y="1639094"/>
                  </a:lnTo>
                  <a:lnTo>
                    <a:pt x="1835516" y="1629569"/>
                  </a:lnTo>
                  <a:lnTo>
                    <a:pt x="1835912" y="1619647"/>
                  </a:lnTo>
                  <a:lnTo>
                    <a:pt x="1835912" y="369490"/>
                  </a:lnTo>
                  <a:lnTo>
                    <a:pt x="1835516" y="359965"/>
                  </a:lnTo>
                  <a:lnTo>
                    <a:pt x="1833531" y="350837"/>
                  </a:lnTo>
                  <a:lnTo>
                    <a:pt x="1831546" y="341312"/>
                  </a:lnTo>
                  <a:lnTo>
                    <a:pt x="1828370" y="332581"/>
                  </a:lnTo>
                  <a:lnTo>
                    <a:pt x="1824401" y="324644"/>
                  </a:lnTo>
                  <a:lnTo>
                    <a:pt x="1819240" y="316706"/>
                  </a:lnTo>
                  <a:lnTo>
                    <a:pt x="1813683" y="309562"/>
                  </a:lnTo>
                  <a:lnTo>
                    <a:pt x="1808126" y="302815"/>
                  </a:lnTo>
                  <a:lnTo>
                    <a:pt x="1801377" y="296465"/>
                  </a:lnTo>
                  <a:lnTo>
                    <a:pt x="1794232" y="290909"/>
                  </a:lnTo>
                  <a:lnTo>
                    <a:pt x="1785896" y="286147"/>
                  </a:lnTo>
                  <a:lnTo>
                    <a:pt x="1777560" y="282178"/>
                  </a:lnTo>
                  <a:lnTo>
                    <a:pt x="1769224" y="279003"/>
                  </a:lnTo>
                  <a:lnTo>
                    <a:pt x="1759697" y="276622"/>
                  </a:lnTo>
                  <a:lnTo>
                    <a:pt x="1750567" y="275431"/>
                  </a:lnTo>
                  <a:lnTo>
                    <a:pt x="1741040" y="274637"/>
                  </a:lnTo>
                  <a:lnTo>
                    <a:pt x="1613221" y="274637"/>
                  </a:lnTo>
                  <a:lnTo>
                    <a:pt x="1613221" y="338931"/>
                  </a:lnTo>
                  <a:lnTo>
                    <a:pt x="1366316" y="338931"/>
                  </a:lnTo>
                  <a:lnTo>
                    <a:pt x="1366316" y="274637"/>
                  </a:lnTo>
                  <a:lnTo>
                    <a:pt x="596622" y="274637"/>
                  </a:lnTo>
                  <a:lnTo>
                    <a:pt x="596622" y="338931"/>
                  </a:lnTo>
                  <a:lnTo>
                    <a:pt x="349717" y="338931"/>
                  </a:lnTo>
                  <a:lnTo>
                    <a:pt x="349717" y="274637"/>
                  </a:lnTo>
                  <a:lnTo>
                    <a:pt x="252860" y="274637"/>
                  </a:lnTo>
                  <a:close/>
                  <a:moveTo>
                    <a:pt x="442207" y="0"/>
                  </a:moveTo>
                  <a:lnTo>
                    <a:pt x="565660" y="0"/>
                  </a:lnTo>
                  <a:lnTo>
                    <a:pt x="565660" y="116284"/>
                  </a:lnTo>
                  <a:lnTo>
                    <a:pt x="1397278" y="116284"/>
                  </a:lnTo>
                  <a:lnTo>
                    <a:pt x="1397278" y="215503"/>
                  </a:lnTo>
                  <a:lnTo>
                    <a:pt x="1397278" y="307975"/>
                  </a:lnTo>
                  <a:lnTo>
                    <a:pt x="1461188" y="307975"/>
                  </a:lnTo>
                  <a:lnTo>
                    <a:pt x="1461188" y="0"/>
                  </a:lnTo>
                  <a:lnTo>
                    <a:pt x="1551296" y="0"/>
                  </a:lnTo>
                  <a:lnTo>
                    <a:pt x="1551296" y="116284"/>
                  </a:lnTo>
                  <a:lnTo>
                    <a:pt x="1741040" y="116284"/>
                  </a:lnTo>
                  <a:lnTo>
                    <a:pt x="1754140" y="116681"/>
                  </a:lnTo>
                  <a:lnTo>
                    <a:pt x="1766446" y="117475"/>
                  </a:lnTo>
                  <a:lnTo>
                    <a:pt x="1779148" y="119062"/>
                  </a:lnTo>
                  <a:lnTo>
                    <a:pt x="1791851" y="121840"/>
                  </a:lnTo>
                  <a:lnTo>
                    <a:pt x="1804156" y="124222"/>
                  </a:lnTo>
                  <a:lnTo>
                    <a:pt x="1816065" y="127794"/>
                  </a:lnTo>
                  <a:lnTo>
                    <a:pt x="1827973" y="131762"/>
                  </a:lnTo>
                  <a:lnTo>
                    <a:pt x="1839088" y="136525"/>
                  </a:lnTo>
                  <a:lnTo>
                    <a:pt x="1850600" y="141684"/>
                  </a:lnTo>
                  <a:lnTo>
                    <a:pt x="1861318" y="147240"/>
                  </a:lnTo>
                  <a:lnTo>
                    <a:pt x="1872035" y="152797"/>
                  </a:lnTo>
                  <a:lnTo>
                    <a:pt x="1882356" y="159544"/>
                  </a:lnTo>
                  <a:lnTo>
                    <a:pt x="1892280" y="167084"/>
                  </a:lnTo>
                  <a:lnTo>
                    <a:pt x="1901807" y="174228"/>
                  </a:lnTo>
                  <a:lnTo>
                    <a:pt x="1911334" y="182165"/>
                  </a:lnTo>
                  <a:lnTo>
                    <a:pt x="1919670" y="190500"/>
                  </a:lnTo>
                  <a:lnTo>
                    <a:pt x="1928006" y="199231"/>
                  </a:lnTo>
                  <a:lnTo>
                    <a:pt x="1935945" y="208756"/>
                  </a:lnTo>
                  <a:lnTo>
                    <a:pt x="1943884" y="218281"/>
                  </a:lnTo>
                  <a:lnTo>
                    <a:pt x="1951029" y="228203"/>
                  </a:lnTo>
                  <a:lnTo>
                    <a:pt x="1957380" y="238125"/>
                  </a:lnTo>
                  <a:lnTo>
                    <a:pt x="1963732" y="249237"/>
                  </a:lnTo>
                  <a:lnTo>
                    <a:pt x="1968892" y="259953"/>
                  </a:lnTo>
                  <a:lnTo>
                    <a:pt x="1974052" y="271065"/>
                  </a:lnTo>
                  <a:lnTo>
                    <a:pt x="1978816" y="282575"/>
                  </a:lnTo>
                  <a:lnTo>
                    <a:pt x="1982389" y="294084"/>
                  </a:lnTo>
                  <a:lnTo>
                    <a:pt x="1985961" y="306387"/>
                  </a:lnTo>
                  <a:lnTo>
                    <a:pt x="1988740" y="318690"/>
                  </a:lnTo>
                  <a:lnTo>
                    <a:pt x="1991122" y="330994"/>
                  </a:lnTo>
                  <a:lnTo>
                    <a:pt x="1992709" y="344090"/>
                  </a:lnTo>
                  <a:lnTo>
                    <a:pt x="1993503" y="356790"/>
                  </a:lnTo>
                  <a:lnTo>
                    <a:pt x="1993900" y="369490"/>
                  </a:lnTo>
                  <a:lnTo>
                    <a:pt x="1993900" y="1619647"/>
                  </a:lnTo>
                  <a:lnTo>
                    <a:pt x="1993503" y="1632744"/>
                  </a:lnTo>
                  <a:lnTo>
                    <a:pt x="1992709" y="1645841"/>
                  </a:lnTo>
                  <a:lnTo>
                    <a:pt x="1991122" y="1658541"/>
                  </a:lnTo>
                  <a:lnTo>
                    <a:pt x="1988740" y="1670844"/>
                  </a:lnTo>
                  <a:lnTo>
                    <a:pt x="1985961" y="1682750"/>
                  </a:lnTo>
                  <a:lnTo>
                    <a:pt x="1982389" y="1695053"/>
                  </a:lnTo>
                  <a:lnTo>
                    <a:pt x="1978816" y="1706960"/>
                  </a:lnTo>
                  <a:lnTo>
                    <a:pt x="1974052" y="1718469"/>
                  </a:lnTo>
                  <a:lnTo>
                    <a:pt x="1968892" y="1729581"/>
                  </a:lnTo>
                  <a:lnTo>
                    <a:pt x="1963732" y="1740694"/>
                  </a:lnTo>
                  <a:lnTo>
                    <a:pt x="1957380" y="1751410"/>
                  </a:lnTo>
                  <a:lnTo>
                    <a:pt x="1951029" y="1761331"/>
                  </a:lnTo>
                  <a:lnTo>
                    <a:pt x="1943884" y="1771650"/>
                  </a:lnTo>
                  <a:lnTo>
                    <a:pt x="1935945" y="1780778"/>
                  </a:lnTo>
                  <a:lnTo>
                    <a:pt x="1928006" y="1789906"/>
                  </a:lnTo>
                  <a:lnTo>
                    <a:pt x="1919670" y="1799035"/>
                  </a:lnTo>
                  <a:lnTo>
                    <a:pt x="1911334" y="1807369"/>
                  </a:lnTo>
                  <a:lnTo>
                    <a:pt x="1901807" y="1815306"/>
                  </a:lnTo>
                  <a:lnTo>
                    <a:pt x="1892280" y="1822847"/>
                  </a:lnTo>
                  <a:lnTo>
                    <a:pt x="1882356" y="1829594"/>
                  </a:lnTo>
                  <a:lnTo>
                    <a:pt x="1872035" y="1836341"/>
                  </a:lnTo>
                  <a:lnTo>
                    <a:pt x="1861318" y="1842294"/>
                  </a:lnTo>
                  <a:lnTo>
                    <a:pt x="1850600" y="1848247"/>
                  </a:lnTo>
                  <a:lnTo>
                    <a:pt x="1839088" y="1853406"/>
                  </a:lnTo>
                  <a:lnTo>
                    <a:pt x="1827973" y="1857375"/>
                  </a:lnTo>
                  <a:lnTo>
                    <a:pt x="1816065" y="1861741"/>
                  </a:lnTo>
                  <a:lnTo>
                    <a:pt x="1804156" y="1864916"/>
                  </a:lnTo>
                  <a:lnTo>
                    <a:pt x="1791851" y="1868091"/>
                  </a:lnTo>
                  <a:lnTo>
                    <a:pt x="1779148" y="1870075"/>
                  </a:lnTo>
                  <a:lnTo>
                    <a:pt x="1766446" y="1871663"/>
                  </a:lnTo>
                  <a:lnTo>
                    <a:pt x="1754140" y="1872456"/>
                  </a:lnTo>
                  <a:lnTo>
                    <a:pt x="1741040" y="1873250"/>
                  </a:lnTo>
                  <a:lnTo>
                    <a:pt x="252860" y="1873250"/>
                  </a:lnTo>
                  <a:lnTo>
                    <a:pt x="239760" y="1872456"/>
                  </a:lnTo>
                  <a:lnTo>
                    <a:pt x="227058" y="1871663"/>
                  </a:lnTo>
                  <a:lnTo>
                    <a:pt x="214355" y="1870075"/>
                  </a:lnTo>
                  <a:lnTo>
                    <a:pt x="201753" y="1868091"/>
                  </a:lnTo>
                  <a:lnTo>
                    <a:pt x="189744" y="1864916"/>
                  </a:lnTo>
                  <a:lnTo>
                    <a:pt x="177835" y="1861741"/>
                  </a:lnTo>
                  <a:lnTo>
                    <a:pt x="165927" y="1857375"/>
                  </a:lnTo>
                  <a:lnTo>
                    <a:pt x="154018" y="1853406"/>
                  </a:lnTo>
                  <a:lnTo>
                    <a:pt x="143300" y="1848247"/>
                  </a:lnTo>
                  <a:lnTo>
                    <a:pt x="132186" y="1842294"/>
                  </a:lnTo>
                  <a:lnTo>
                    <a:pt x="121865" y="1836341"/>
                  </a:lnTo>
                  <a:lnTo>
                    <a:pt x="111147" y="1829594"/>
                  </a:lnTo>
                  <a:lnTo>
                    <a:pt x="101620" y="1822847"/>
                  </a:lnTo>
                  <a:lnTo>
                    <a:pt x="91696" y="1815306"/>
                  </a:lnTo>
                  <a:lnTo>
                    <a:pt x="82566" y="1807369"/>
                  </a:lnTo>
                  <a:lnTo>
                    <a:pt x="74230" y="1799035"/>
                  </a:lnTo>
                  <a:lnTo>
                    <a:pt x="65497" y="1789906"/>
                  </a:lnTo>
                  <a:lnTo>
                    <a:pt x="57558" y="1780778"/>
                  </a:lnTo>
                  <a:lnTo>
                    <a:pt x="50016" y="1771650"/>
                  </a:lnTo>
                  <a:lnTo>
                    <a:pt x="42871" y="1761331"/>
                  </a:lnTo>
                  <a:lnTo>
                    <a:pt x="36520" y="1751410"/>
                  </a:lnTo>
                  <a:lnTo>
                    <a:pt x="30168" y="1740694"/>
                  </a:lnTo>
                  <a:lnTo>
                    <a:pt x="24611" y="1729581"/>
                  </a:lnTo>
                  <a:lnTo>
                    <a:pt x="19848" y="1718469"/>
                  </a:lnTo>
                  <a:lnTo>
                    <a:pt x="15084" y="1706960"/>
                  </a:lnTo>
                  <a:lnTo>
                    <a:pt x="11115" y="1695053"/>
                  </a:lnTo>
                  <a:lnTo>
                    <a:pt x="7939" y="1682750"/>
                  </a:lnTo>
                  <a:lnTo>
                    <a:pt x="4763" y="1670844"/>
                  </a:lnTo>
                  <a:lnTo>
                    <a:pt x="2779" y="1658541"/>
                  </a:lnTo>
                  <a:lnTo>
                    <a:pt x="1191" y="1645841"/>
                  </a:lnTo>
                  <a:lnTo>
                    <a:pt x="0" y="1632744"/>
                  </a:lnTo>
                  <a:lnTo>
                    <a:pt x="0" y="1619647"/>
                  </a:lnTo>
                  <a:lnTo>
                    <a:pt x="0" y="369490"/>
                  </a:lnTo>
                  <a:lnTo>
                    <a:pt x="0" y="356790"/>
                  </a:lnTo>
                  <a:lnTo>
                    <a:pt x="1191" y="344090"/>
                  </a:lnTo>
                  <a:lnTo>
                    <a:pt x="2779" y="330994"/>
                  </a:lnTo>
                  <a:lnTo>
                    <a:pt x="4763" y="318690"/>
                  </a:lnTo>
                  <a:lnTo>
                    <a:pt x="7939" y="306387"/>
                  </a:lnTo>
                  <a:lnTo>
                    <a:pt x="11115" y="294084"/>
                  </a:lnTo>
                  <a:lnTo>
                    <a:pt x="15084" y="282575"/>
                  </a:lnTo>
                  <a:lnTo>
                    <a:pt x="19848" y="271065"/>
                  </a:lnTo>
                  <a:lnTo>
                    <a:pt x="24611" y="259953"/>
                  </a:lnTo>
                  <a:lnTo>
                    <a:pt x="30168" y="249237"/>
                  </a:lnTo>
                  <a:lnTo>
                    <a:pt x="36520" y="238125"/>
                  </a:lnTo>
                  <a:lnTo>
                    <a:pt x="42871" y="228203"/>
                  </a:lnTo>
                  <a:lnTo>
                    <a:pt x="50016" y="218281"/>
                  </a:lnTo>
                  <a:lnTo>
                    <a:pt x="57558" y="208756"/>
                  </a:lnTo>
                  <a:lnTo>
                    <a:pt x="65497" y="199231"/>
                  </a:lnTo>
                  <a:lnTo>
                    <a:pt x="74230" y="190500"/>
                  </a:lnTo>
                  <a:lnTo>
                    <a:pt x="82566" y="182165"/>
                  </a:lnTo>
                  <a:lnTo>
                    <a:pt x="91696" y="174228"/>
                  </a:lnTo>
                  <a:lnTo>
                    <a:pt x="101620" y="167084"/>
                  </a:lnTo>
                  <a:lnTo>
                    <a:pt x="111147" y="159544"/>
                  </a:lnTo>
                  <a:lnTo>
                    <a:pt x="121865" y="152797"/>
                  </a:lnTo>
                  <a:lnTo>
                    <a:pt x="132186" y="147240"/>
                  </a:lnTo>
                  <a:lnTo>
                    <a:pt x="143300" y="141684"/>
                  </a:lnTo>
                  <a:lnTo>
                    <a:pt x="154018" y="136525"/>
                  </a:lnTo>
                  <a:lnTo>
                    <a:pt x="165927" y="131762"/>
                  </a:lnTo>
                  <a:lnTo>
                    <a:pt x="177835" y="127794"/>
                  </a:lnTo>
                  <a:lnTo>
                    <a:pt x="189744" y="124222"/>
                  </a:lnTo>
                  <a:lnTo>
                    <a:pt x="201753" y="121840"/>
                  </a:lnTo>
                  <a:lnTo>
                    <a:pt x="214355" y="119062"/>
                  </a:lnTo>
                  <a:lnTo>
                    <a:pt x="227058" y="117475"/>
                  </a:lnTo>
                  <a:lnTo>
                    <a:pt x="239760" y="116681"/>
                  </a:lnTo>
                  <a:lnTo>
                    <a:pt x="252860" y="116284"/>
                  </a:lnTo>
                  <a:lnTo>
                    <a:pt x="380679" y="116284"/>
                  </a:lnTo>
                  <a:lnTo>
                    <a:pt x="380679" y="215503"/>
                  </a:lnTo>
                  <a:lnTo>
                    <a:pt x="380679" y="307975"/>
                  </a:lnTo>
                  <a:lnTo>
                    <a:pt x="442207" y="307975"/>
                  </a:lnTo>
                  <a:lnTo>
                    <a:pt x="442207" y="0"/>
                  </a:lnTo>
                  <a:close/>
                </a:path>
              </a:pathLst>
            </a:custGeom>
            <a:solidFill>
              <a:srgbClr val="C00000"/>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360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6" name="MH_SubTitle_2">
              <a:extLst>
                <a:ext uri="{FF2B5EF4-FFF2-40B4-BE49-F238E27FC236}">
                  <a16:creationId xmlns:a16="http://schemas.microsoft.com/office/drawing/2014/main" xmlns="" id="{23AFA8B5-EC57-4C50-8791-8F3E3C03D6D8}"/>
                </a:ext>
              </a:extLst>
            </p:cNvPr>
            <p:cNvSpPr>
              <a:spLocks noChangeArrowheads="1"/>
            </p:cNvSpPr>
            <p:nvPr>
              <p:custDataLst>
                <p:tags r:id="rId7"/>
              </p:custDataLst>
            </p:nvPr>
          </p:nvSpPr>
          <p:spPr bwMode="auto">
            <a:xfrm>
              <a:off x="4479326" y="4638975"/>
              <a:ext cx="2487328" cy="76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lvl="0">
                <a:defRPr sz="1800">
                  <a:solidFill>
                    <a:srgbClr val="000000"/>
                  </a:solidFill>
                  <a:uFillTx/>
                </a:defRPr>
              </a:pPr>
              <a:r>
                <a:rPr lang="zh-CN" altLang="en-US" sz="1200" dirty="0">
                  <a:solidFill>
                    <a:schemeClr val="tx1">
                      <a:lumMod val="75000"/>
                      <a:lumOff val="25000"/>
                    </a:schemeClr>
                  </a:solidFill>
                  <a:uFill>
                    <a:solidFill>
                      <a:srgbClr val="808080"/>
                    </a:solidFill>
                  </a:uFill>
                  <a:latin typeface="微软雅黑" pitchFamily="34" charset="-122"/>
                  <a:ea typeface="微软雅黑" pitchFamily="34" charset="-122"/>
                  <a:cs typeface="+mn-ea"/>
                  <a:sym typeface="+mn-lt"/>
                </a:rPr>
                <a:t>此处添加详细文本描述，建议与标题相关并符合整体语言风格，语言描述尽量简洁生动。 单击此处添加标题</a:t>
              </a:r>
            </a:p>
          </p:txBody>
        </p:sp>
        <p:sp>
          <p:nvSpPr>
            <p:cNvPr id="37" name="TextBox 53">
              <a:extLst>
                <a:ext uri="{FF2B5EF4-FFF2-40B4-BE49-F238E27FC236}">
                  <a16:creationId xmlns:a16="http://schemas.microsoft.com/office/drawing/2014/main" xmlns="" id="{033DE199-9A1C-4106-9EED-408C97F2AD7B}"/>
                </a:ext>
              </a:extLst>
            </p:cNvPr>
            <p:cNvSpPr txBox="1">
              <a:spLocks noChangeArrowheads="1"/>
            </p:cNvSpPr>
            <p:nvPr/>
          </p:nvSpPr>
          <p:spPr bwMode="auto">
            <a:xfrm>
              <a:off x="4354721" y="4174791"/>
              <a:ext cx="2611934" cy="52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defTabSz="932962">
                <a:defRPr sz="1500">
                  <a:gradFill flip="none" rotWithShape="1">
                    <a:gsLst>
                      <a:gs pos="0">
                        <a:srgbClr val="0070C0">
                          <a:shade val="30000"/>
                          <a:satMod val="115000"/>
                          <a:lumMod val="49000"/>
                        </a:srgbClr>
                      </a:gs>
                      <a:gs pos="86000">
                        <a:srgbClr val="0070C0">
                          <a:shade val="67500"/>
                          <a:satMod val="115000"/>
                          <a:lumMod val="58000"/>
                        </a:srgbClr>
                      </a:gs>
                    </a:gsLst>
                    <a:lin ang="2700000" scaled="1"/>
                    <a:tileRect/>
                  </a:gradFill>
                  <a:latin typeface="微软雅黑" pitchFamily="34" charset="-122"/>
                  <a:ea typeface="微软雅黑" pitchFamily="34" charset="-122"/>
                  <a:cs typeface="宋体" pitchFamily="2" charset="-122"/>
                </a:defRPr>
              </a:lvl1pPr>
            </a:lstStyle>
            <a:p>
              <a:r>
                <a:rPr lang="zh-CN" altLang="en-US" sz="2800" b="1" dirty="0">
                  <a:solidFill>
                    <a:srgbClr val="C00000"/>
                  </a:solidFill>
                  <a:cs typeface="+mn-ea"/>
                  <a:sym typeface="+mn-lt"/>
                </a:rPr>
                <a:t>重点工作五</a:t>
              </a:r>
            </a:p>
          </p:txBody>
        </p:sp>
      </p:grpSp>
      <p:grpSp>
        <p:nvGrpSpPr>
          <p:cNvPr id="41" name="组合 40">
            <a:extLst>
              <a:ext uri="{FF2B5EF4-FFF2-40B4-BE49-F238E27FC236}">
                <a16:creationId xmlns:a16="http://schemas.microsoft.com/office/drawing/2014/main" xmlns="" id="{8C413751-9972-4636-B1FE-ECC1ED144C7B}"/>
              </a:ext>
            </a:extLst>
          </p:cNvPr>
          <p:cNvGrpSpPr/>
          <p:nvPr/>
        </p:nvGrpSpPr>
        <p:grpSpPr>
          <a:xfrm>
            <a:off x="7396900" y="3878882"/>
            <a:ext cx="3423154" cy="1770324"/>
            <a:chOff x="7396900" y="3878882"/>
            <a:chExt cx="3423154" cy="1770324"/>
          </a:xfrm>
        </p:grpSpPr>
        <p:sp>
          <p:nvSpPr>
            <p:cNvPr id="14" name="MH_Other_4">
              <a:extLst>
                <a:ext uri="{FF2B5EF4-FFF2-40B4-BE49-F238E27FC236}">
                  <a16:creationId xmlns:a16="http://schemas.microsoft.com/office/drawing/2014/main" xmlns="" id="{EEEB2766-6C1E-48D7-8ED3-1D3AA29717E2}"/>
                </a:ext>
              </a:extLst>
            </p:cNvPr>
            <p:cNvSpPr/>
            <p:nvPr>
              <p:custDataLst>
                <p:tags r:id="rId2"/>
              </p:custDataLst>
            </p:nvPr>
          </p:nvSpPr>
          <p:spPr>
            <a:xfrm rot="5400000">
              <a:off x="8441809" y="2833973"/>
              <a:ext cx="1317124" cy="3406941"/>
            </a:xfrm>
            <a:prstGeom prst="bentArrow">
              <a:avLst>
                <a:gd name="adj1" fmla="val 9441"/>
                <a:gd name="adj2" fmla="val 12901"/>
                <a:gd name="adj3" fmla="val 16613"/>
                <a:gd name="adj4" fmla="val 40158"/>
              </a:avLst>
            </a:prstGeom>
            <a:solidFill>
              <a:schemeClr val="bg1">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2400">
                <a:latin typeface="微软雅黑" panose="020B0503020204020204" pitchFamily="34" charset="-122"/>
                <a:ea typeface="微软雅黑" panose="020B0503020204020204" pitchFamily="34" charset="-122"/>
                <a:cs typeface="+mn-ea"/>
                <a:sym typeface="+mn-lt"/>
              </a:endParaRPr>
            </a:p>
          </p:txBody>
        </p:sp>
        <p:sp>
          <p:nvSpPr>
            <p:cNvPr id="22" name="MH_Other_11">
              <a:extLst>
                <a:ext uri="{FF2B5EF4-FFF2-40B4-BE49-F238E27FC236}">
                  <a16:creationId xmlns:a16="http://schemas.microsoft.com/office/drawing/2014/main" xmlns="" id="{4AF2B546-4B21-4FA8-8CED-1C85285BE95D}"/>
                </a:ext>
              </a:extLst>
            </p:cNvPr>
            <p:cNvSpPr>
              <a:spLocks noChangeAspect="1"/>
            </p:cNvSpPr>
            <p:nvPr>
              <p:custDataLst>
                <p:tags r:id="rId3"/>
              </p:custDataLst>
            </p:nvPr>
          </p:nvSpPr>
          <p:spPr bwMode="auto">
            <a:xfrm>
              <a:off x="10481908" y="5297322"/>
              <a:ext cx="338146" cy="351884"/>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7"/>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7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C00000"/>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360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8" name="MH_SubTitle_2">
              <a:extLst>
                <a:ext uri="{FF2B5EF4-FFF2-40B4-BE49-F238E27FC236}">
                  <a16:creationId xmlns:a16="http://schemas.microsoft.com/office/drawing/2014/main" xmlns="" id="{831284C1-FD71-4007-96A4-567E62A53BBF}"/>
                </a:ext>
              </a:extLst>
            </p:cNvPr>
            <p:cNvSpPr>
              <a:spLocks noChangeArrowheads="1"/>
            </p:cNvSpPr>
            <p:nvPr>
              <p:custDataLst>
                <p:tags r:id="rId4"/>
              </p:custDataLst>
            </p:nvPr>
          </p:nvSpPr>
          <p:spPr bwMode="auto">
            <a:xfrm>
              <a:off x="7852219" y="4638975"/>
              <a:ext cx="2487328" cy="76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lvl="0">
                <a:defRPr sz="1800">
                  <a:solidFill>
                    <a:srgbClr val="000000"/>
                  </a:solidFill>
                  <a:uFillTx/>
                </a:defRPr>
              </a:pPr>
              <a:r>
                <a:rPr lang="zh-CN" altLang="en-US" sz="1200" dirty="0">
                  <a:solidFill>
                    <a:schemeClr val="tx1">
                      <a:lumMod val="75000"/>
                      <a:lumOff val="25000"/>
                    </a:schemeClr>
                  </a:solidFill>
                  <a:uFill>
                    <a:solidFill>
                      <a:srgbClr val="808080"/>
                    </a:solidFill>
                  </a:uFill>
                  <a:latin typeface="微软雅黑" pitchFamily="34" charset="-122"/>
                  <a:ea typeface="微软雅黑" pitchFamily="34" charset="-122"/>
                  <a:cs typeface="+mn-ea"/>
                  <a:sym typeface="+mn-lt"/>
                </a:rPr>
                <a:t>此处添加详细文本描述，建议与标题相关并符合整体语言风格，语言描述尽量简洁生动。 单击此处添加标题</a:t>
              </a:r>
            </a:p>
          </p:txBody>
        </p:sp>
        <p:sp>
          <p:nvSpPr>
            <p:cNvPr id="39" name="TextBox 53">
              <a:extLst>
                <a:ext uri="{FF2B5EF4-FFF2-40B4-BE49-F238E27FC236}">
                  <a16:creationId xmlns:a16="http://schemas.microsoft.com/office/drawing/2014/main" xmlns="" id="{3B4C229B-2C92-4B65-AB70-BADBB79289D4}"/>
                </a:ext>
              </a:extLst>
            </p:cNvPr>
            <p:cNvSpPr txBox="1">
              <a:spLocks noChangeArrowheads="1"/>
            </p:cNvSpPr>
            <p:nvPr/>
          </p:nvSpPr>
          <p:spPr bwMode="auto">
            <a:xfrm>
              <a:off x="7727612" y="4174791"/>
              <a:ext cx="2611934" cy="52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prstTxWarp prst="textNoShape">
                <a:avLst/>
              </a:prstTxWarp>
              <a:spAutoFit/>
            </a:bodyPr>
            <a:lstStyle>
              <a:defPPr>
                <a:defRPr lang="zh-CN"/>
              </a:defPPr>
              <a:lvl1pPr defTabSz="932962">
                <a:defRPr sz="1500">
                  <a:gradFill flip="none" rotWithShape="1">
                    <a:gsLst>
                      <a:gs pos="0">
                        <a:srgbClr val="0070C0">
                          <a:shade val="30000"/>
                          <a:satMod val="115000"/>
                          <a:lumMod val="49000"/>
                        </a:srgbClr>
                      </a:gs>
                      <a:gs pos="86000">
                        <a:srgbClr val="0070C0">
                          <a:shade val="67500"/>
                          <a:satMod val="115000"/>
                          <a:lumMod val="58000"/>
                        </a:srgbClr>
                      </a:gs>
                    </a:gsLst>
                    <a:lin ang="2700000" scaled="1"/>
                    <a:tileRect/>
                  </a:gradFill>
                  <a:latin typeface="微软雅黑" pitchFamily="34" charset="-122"/>
                  <a:ea typeface="微软雅黑" pitchFamily="34" charset="-122"/>
                  <a:cs typeface="宋体" pitchFamily="2" charset="-122"/>
                </a:defRPr>
              </a:lvl1pPr>
            </a:lstStyle>
            <a:p>
              <a:r>
                <a:rPr lang="zh-CN" altLang="en-US" sz="2800" b="1" dirty="0">
                  <a:solidFill>
                    <a:srgbClr val="C00000"/>
                  </a:solidFill>
                  <a:cs typeface="+mn-ea"/>
                  <a:sym typeface="+mn-lt"/>
                </a:rPr>
                <a:t>重点工作六</a:t>
              </a:r>
            </a:p>
          </p:txBody>
        </p:sp>
      </p:grpSp>
    </p:spTree>
    <p:extLst>
      <p:ext uri="{BB962C8B-B14F-4D97-AF65-F5344CB8AC3E}">
        <p14:creationId xmlns:p14="http://schemas.microsoft.com/office/powerpoint/2010/main" val="5912648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0-#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par>
                          <p:cTn id="13" fill="hold">
                            <p:stCondLst>
                              <p:cond delay="2000"/>
                            </p:stCondLst>
                            <p:childTnLst>
                              <p:par>
                                <p:cTn id="14" presetID="10" presetClass="entr" presetSubtype="0"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childTnLst>
                                </p:cTn>
                              </p:par>
                            </p:childTnLst>
                          </p:cTn>
                        </p:par>
                        <p:par>
                          <p:cTn id="17" fill="hold">
                            <p:stCondLst>
                              <p:cond delay="3000"/>
                            </p:stCondLst>
                            <p:childTnLst>
                              <p:par>
                                <p:cTn id="18" presetID="10" presetClass="entr" presetSubtype="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childTnLst>
                                </p:cTn>
                              </p:par>
                            </p:childTnLst>
                          </p:cTn>
                        </p:par>
                        <p:par>
                          <p:cTn id="21" fill="hold">
                            <p:stCondLst>
                              <p:cond delay="4000"/>
                            </p:stCondLst>
                            <p:childTnLst>
                              <p:par>
                                <p:cTn id="22" presetID="10"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childTnLst>
                                </p:cTn>
                              </p:par>
                            </p:childTnLst>
                          </p:cTn>
                        </p:par>
                        <p:par>
                          <p:cTn id="25" fill="hold">
                            <p:stCondLst>
                              <p:cond delay="5000"/>
                            </p:stCondLst>
                            <p:childTnLst>
                              <p:par>
                                <p:cTn id="26" presetID="10" presetClass="entr" presetSubtype="0" fill="hold" nodeType="after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1000"/>
                                        <p:tgtEl>
                                          <p:spTgt spid="42"/>
                                        </p:tgtEl>
                                      </p:cBhvr>
                                    </p:animEffect>
                                  </p:childTnLst>
                                </p:cTn>
                              </p:par>
                            </p:childTnLst>
                          </p:cTn>
                        </p:par>
                        <p:par>
                          <p:cTn id="29" fill="hold">
                            <p:stCondLst>
                              <p:cond delay="6000"/>
                            </p:stCondLst>
                            <p:childTnLst>
                              <p:par>
                                <p:cTn id="30" presetID="10" presetClass="entr" presetSubtype="0" fill="hold" nodeType="after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1.</a:t>
            </a:r>
            <a:r>
              <a:rPr lang="zh-CN" altLang="en-US" sz="3200" dirty="0">
                <a:solidFill>
                  <a:srgbClr val="B82B2A"/>
                </a:solidFill>
                <a:latin typeface="思源黑体 CN Bold" panose="020B0800000000000000" pitchFamily="34" charset="-122"/>
                <a:ea typeface="思源黑体 CN Bold" panose="020B0800000000000000" pitchFamily="34" charset="-122"/>
              </a:rPr>
              <a:t>年度工作总结</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矩形 39">
            <a:extLst>
              <a:ext uri="{FF2B5EF4-FFF2-40B4-BE49-F238E27FC236}">
                <a16:creationId xmlns:a16="http://schemas.microsoft.com/office/drawing/2014/main" xmlns="" id="{5649E8A8-5EEC-427F-A217-095C530A1699}"/>
              </a:ext>
            </a:extLst>
          </p:cNvPr>
          <p:cNvSpPr/>
          <p:nvPr/>
        </p:nvSpPr>
        <p:spPr>
          <a:xfrm>
            <a:off x="4651094" y="1302895"/>
            <a:ext cx="6663055" cy="31680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a16="http://schemas.microsoft.com/office/drawing/2014/main" xmlns="" id="{E6EBC5C6-7EE1-435F-82A6-CC8F11D038F5}"/>
              </a:ext>
            </a:extLst>
          </p:cNvPr>
          <p:cNvSpPr/>
          <p:nvPr/>
        </p:nvSpPr>
        <p:spPr>
          <a:xfrm>
            <a:off x="1095375" y="5027579"/>
            <a:ext cx="914400" cy="91440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xmlns="" id="{859D425F-9A42-463C-81D6-87715C40D789}"/>
              </a:ext>
            </a:extLst>
          </p:cNvPr>
          <p:cNvSpPr/>
          <p:nvPr/>
        </p:nvSpPr>
        <p:spPr>
          <a:xfrm>
            <a:off x="6288858" y="5027579"/>
            <a:ext cx="914400" cy="91440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3" name="TextBox 29">
            <a:extLst>
              <a:ext uri="{FF2B5EF4-FFF2-40B4-BE49-F238E27FC236}">
                <a16:creationId xmlns:a16="http://schemas.microsoft.com/office/drawing/2014/main" xmlns="" id="{B011BE32-81FE-4F2C-8235-3235639E9739}"/>
              </a:ext>
            </a:extLst>
          </p:cNvPr>
          <p:cNvSpPr txBox="1"/>
          <p:nvPr/>
        </p:nvSpPr>
        <p:spPr>
          <a:xfrm flipH="1">
            <a:off x="5277116" y="1982704"/>
            <a:ext cx="2933235" cy="489491"/>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32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pPr algn="l"/>
            <a:r>
              <a:rPr lang="zh-CN" altLang="en-US" b="1" dirty="0">
                <a:latin typeface="微软雅黑" panose="020B0503020204020204" pitchFamily="34" charset="-122"/>
                <a:ea typeface="微软雅黑" panose="020B0503020204020204" pitchFamily="34" charset="-122"/>
                <a:sym typeface="思源黑体" panose="020B0400000000000000" pitchFamily="34" charset="-122"/>
              </a:rPr>
              <a:t>点击添加标题</a:t>
            </a:r>
          </a:p>
        </p:txBody>
      </p:sp>
      <p:sp>
        <p:nvSpPr>
          <p:cNvPr id="44" name="TextBox 30">
            <a:extLst>
              <a:ext uri="{FF2B5EF4-FFF2-40B4-BE49-F238E27FC236}">
                <a16:creationId xmlns:a16="http://schemas.microsoft.com/office/drawing/2014/main" xmlns="" id="{B43368CC-CDA9-4D85-B42F-10F6D1B9F8B8}"/>
              </a:ext>
            </a:extLst>
          </p:cNvPr>
          <p:cNvSpPr txBox="1"/>
          <p:nvPr/>
        </p:nvSpPr>
        <p:spPr>
          <a:xfrm>
            <a:off x="5368671" y="2492613"/>
            <a:ext cx="5643489" cy="1199174"/>
          </a:xfrm>
          <a:prstGeom prst="rect">
            <a:avLst/>
          </a:prstGeom>
          <a:noFill/>
        </p:spPr>
        <p:txBody>
          <a:bodyPr wrap="square" rtlCol="0">
            <a:spAutoFit/>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a:t>
            </a:r>
          </a:p>
        </p:txBody>
      </p:sp>
      <p:sp>
        <p:nvSpPr>
          <p:cNvPr id="45" name="TextBox 29">
            <a:extLst>
              <a:ext uri="{FF2B5EF4-FFF2-40B4-BE49-F238E27FC236}">
                <a16:creationId xmlns:a16="http://schemas.microsoft.com/office/drawing/2014/main" xmlns="" id="{12D85487-C045-456B-BF81-E0F47B0C28D9}"/>
              </a:ext>
            </a:extLst>
          </p:cNvPr>
          <p:cNvSpPr txBox="1"/>
          <p:nvPr/>
        </p:nvSpPr>
        <p:spPr>
          <a:xfrm flipH="1">
            <a:off x="2283336" y="5052293"/>
            <a:ext cx="1706245" cy="427356"/>
          </a:xfrm>
          <a:prstGeom prst="rect">
            <a:avLst/>
          </a:prstGeom>
        </p:spPr>
        <p:txBody>
          <a:bodyPr vert="horz" lIns="91440" tIns="45720" rIns="91440" bIns="45720" rtlCol="0" anchor="b">
            <a:noAutofit/>
          </a:bodyPr>
          <a:lstStyle>
            <a:defPPr>
              <a:defRPr lang="zh-CN"/>
            </a:defPPr>
            <a:lvl1pPr>
              <a:lnSpc>
                <a:spcPct val="90000"/>
              </a:lnSpc>
              <a:spcBef>
                <a:spcPct val="0"/>
              </a:spcBef>
              <a:buNone/>
              <a:defRPr sz="32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sz="2400"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46" name="TextBox 30">
            <a:extLst>
              <a:ext uri="{FF2B5EF4-FFF2-40B4-BE49-F238E27FC236}">
                <a16:creationId xmlns:a16="http://schemas.microsoft.com/office/drawing/2014/main" xmlns="" id="{2C322C12-C03E-4508-A2C3-ABB6739DC195}"/>
              </a:ext>
            </a:extLst>
          </p:cNvPr>
          <p:cNvSpPr txBox="1"/>
          <p:nvPr/>
        </p:nvSpPr>
        <p:spPr>
          <a:xfrm>
            <a:off x="2283338" y="5479932"/>
            <a:ext cx="3637321" cy="628762"/>
          </a:xfrm>
          <a:prstGeom prst="rect">
            <a:avLst/>
          </a:prstGeom>
          <a:noFill/>
        </p:spPr>
        <p:txBody>
          <a:bodyPr wrap="square" rtlCol="0">
            <a:spAutoFit/>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47" name="TextBox 29">
            <a:extLst>
              <a:ext uri="{FF2B5EF4-FFF2-40B4-BE49-F238E27FC236}">
                <a16:creationId xmlns:a16="http://schemas.microsoft.com/office/drawing/2014/main" xmlns="" id="{E90DD72F-C486-4C13-A972-6685CD965B24}"/>
              </a:ext>
            </a:extLst>
          </p:cNvPr>
          <p:cNvSpPr txBox="1"/>
          <p:nvPr/>
        </p:nvSpPr>
        <p:spPr>
          <a:xfrm flipH="1">
            <a:off x="7445375" y="5052293"/>
            <a:ext cx="1706245" cy="429895"/>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48" name="TextBox 30">
            <a:extLst>
              <a:ext uri="{FF2B5EF4-FFF2-40B4-BE49-F238E27FC236}">
                <a16:creationId xmlns:a16="http://schemas.microsoft.com/office/drawing/2014/main" xmlns="" id="{FD0033E6-D2AE-4B2F-9D6C-A647E5F0F77E}"/>
              </a:ext>
            </a:extLst>
          </p:cNvPr>
          <p:cNvSpPr txBox="1"/>
          <p:nvPr/>
        </p:nvSpPr>
        <p:spPr>
          <a:xfrm>
            <a:off x="7445375" y="5479649"/>
            <a:ext cx="3630566" cy="628762"/>
          </a:xfrm>
          <a:prstGeom prst="rect">
            <a:avLst/>
          </a:prstGeom>
          <a:noFill/>
        </p:spPr>
        <p:txBody>
          <a:bodyPr wrap="square" rtlCol="0">
            <a:spAutoFit/>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pic>
        <p:nvPicPr>
          <p:cNvPr id="49" name="图形 48">
            <a:extLst>
              <a:ext uri="{FF2B5EF4-FFF2-40B4-BE49-F238E27FC236}">
                <a16:creationId xmlns:a16="http://schemas.microsoft.com/office/drawing/2014/main" xmlns="" id="{86DE18BA-9AFA-48A5-8775-D77080A5AA95}"/>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373749" y="5248191"/>
            <a:ext cx="409575" cy="419100"/>
          </a:xfrm>
          <a:prstGeom prst="rect">
            <a:avLst/>
          </a:prstGeom>
        </p:spPr>
      </p:pic>
      <p:pic>
        <p:nvPicPr>
          <p:cNvPr id="50" name="图形 49">
            <a:extLst>
              <a:ext uri="{FF2B5EF4-FFF2-40B4-BE49-F238E27FC236}">
                <a16:creationId xmlns:a16="http://schemas.microsoft.com/office/drawing/2014/main" xmlns="" id="{4BCA1020-68EF-4345-96CA-C3FFFA287150}"/>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6575740" y="5238666"/>
            <a:ext cx="371475" cy="438150"/>
          </a:xfrm>
          <a:prstGeom prst="rect">
            <a:avLst/>
          </a:prstGeom>
        </p:spPr>
      </p:pic>
      <p:pic>
        <p:nvPicPr>
          <p:cNvPr id="51" name="图片 50">
            <a:extLst>
              <a:ext uri="{FF2B5EF4-FFF2-40B4-BE49-F238E27FC236}">
                <a16:creationId xmlns:a16="http://schemas.microsoft.com/office/drawing/2014/main" xmlns="" id="{D676F0BE-D88C-4B9F-832D-5EAD1210FB7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095375" y="1565051"/>
            <a:ext cx="3923259" cy="2643702"/>
          </a:xfrm>
          <a:prstGeom prst="rect">
            <a:avLst/>
          </a:prstGeom>
        </p:spPr>
      </p:pic>
    </p:spTree>
    <p:extLst>
      <p:ext uri="{BB962C8B-B14F-4D97-AF65-F5344CB8AC3E}">
        <p14:creationId xmlns:p14="http://schemas.microsoft.com/office/powerpoint/2010/main" val="14294208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750" fill="hold"/>
                                        <p:tgtEl>
                                          <p:spTgt spid="51"/>
                                        </p:tgtEl>
                                        <p:attrNameLst>
                                          <p:attrName>ppt_w</p:attrName>
                                        </p:attrNameLst>
                                      </p:cBhvr>
                                      <p:tavLst>
                                        <p:tav tm="0">
                                          <p:val>
                                            <p:fltVal val="0"/>
                                          </p:val>
                                        </p:tav>
                                        <p:tav tm="100000">
                                          <p:val>
                                            <p:strVal val="#ppt_w"/>
                                          </p:val>
                                        </p:tav>
                                      </p:tavLst>
                                    </p:anim>
                                    <p:anim calcmode="lin" valueType="num">
                                      <p:cBhvr>
                                        <p:cTn id="8" dur="750" fill="hold"/>
                                        <p:tgtEl>
                                          <p:spTgt spid="51"/>
                                        </p:tgtEl>
                                        <p:attrNameLst>
                                          <p:attrName>ppt_h</p:attrName>
                                        </p:attrNameLst>
                                      </p:cBhvr>
                                      <p:tavLst>
                                        <p:tav tm="0">
                                          <p:val>
                                            <p:fltVal val="0"/>
                                          </p:val>
                                        </p:tav>
                                        <p:tav tm="100000">
                                          <p:val>
                                            <p:strVal val="#ppt_h"/>
                                          </p:val>
                                        </p:tav>
                                      </p:tavLst>
                                    </p:anim>
                                    <p:animEffect transition="in" filter="fade">
                                      <p:cBhvr>
                                        <p:cTn id="9" dur="750"/>
                                        <p:tgtEl>
                                          <p:spTgt spid="51"/>
                                        </p:tgtEl>
                                      </p:cBhvr>
                                    </p:animEffect>
                                  </p:childTnLst>
                                </p:cTn>
                              </p:par>
                            </p:childTnLst>
                          </p:cTn>
                        </p:par>
                        <p:par>
                          <p:cTn id="10" fill="hold">
                            <p:stCondLst>
                              <p:cond delay="750"/>
                            </p:stCondLst>
                            <p:childTnLst>
                              <p:par>
                                <p:cTn id="11" presetID="22" presetClass="entr" presetSubtype="8" fill="hold" grpId="0" nodeType="after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ipe(left)">
                                      <p:cBhvr>
                                        <p:cTn id="13" dur="750"/>
                                        <p:tgtEl>
                                          <p:spTgt spid="40"/>
                                        </p:tgtEl>
                                      </p:cBhvr>
                                    </p:animEffect>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p:cTn id="17" dur="750" fill="hold"/>
                                        <p:tgtEl>
                                          <p:spTgt spid="43"/>
                                        </p:tgtEl>
                                        <p:attrNameLst>
                                          <p:attrName>ppt_w</p:attrName>
                                        </p:attrNameLst>
                                      </p:cBhvr>
                                      <p:tavLst>
                                        <p:tav tm="0">
                                          <p:val>
                                            <p:fltVal val="0"/>
                                          </p:val>
                                        </p:tav>
                                        <p:tav tm="100000">
                                          <p:val>
                                            <p:strVal val="#ppt_w"/>
                                          </p:val>
                                        </p:tav>
                                      </p:tavLst>
                                    </p:anim>
                                    <p:anim calcmode="lin" valueType="num">
                                      <p:cBhvr>
                                        <p:cTn id="18" dur="750" fill="hold"/>
                                        <p:tgtEl>
                                          <p:spTgt spid="43"/>
                                        </p:tgtEl>
                                        <p:attrNameLst>
                                          <p:attrName>ppt_h</p:attrName>
                                        </p:attrNameLst>
                                      </p:cBhvr>
                                      <p:tavLst>
                                        <p:tav tm="0">
                                          <p:val>
                                            <p:fltVal val="0"/>
                                          </p:val>
                                        </p:tav>
                                        <p:tav tm="100000">
                                          <p:val>
                                            <p:strVal val="#ppt_h"/>
                                          </p:val>
                                        </p:tav>
                                      </p:tavLst>
                                    </p:anim>
                                    <p:animEffect transition="in" filter="fade">
                                      <p:cBhvr>
                                        <p:cTn id="19" dur="750"/>
                                        <p:tgtEl>
                                          <p:spTgt spid="43"/>
                                        </p:tgtEl>
                                      </p:cBhvr>
                                    </p:animEffect>
                                  </p:childTnLst>
                                </p:cTn>
                              </p:par>
                            </p:childTnLst>
                          </p:cTn>
                        </p:par>
                        <p:par>
                          <p:cTn id="20" fill="hold">
                            <p:stCondLst>
                              <p:cond delay="2250"/>
                            </p:stCondLst>
                            <p:childTnLst>
                              <p:par>
                                <p:cTn id="21" presetID="22" presetClass="entr" presetSubtype="8" fill="hold" grpId="0"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ipe(left)">
                                      <p:cBhvr>
                                        <p:cTn id="23" dur="750"/>
                                        <p:tgtEl>
                                          <p:spTgt spid="44"/>
                                        </p:tgtEl>
                                      </p:cBhvr>
                                    </p:animEffect>
                                  </p:childTnLst>
                                </p:cTn>
                              </p:par>
                            </p:childTnLst>
                          </p:cTn>
                        </p:par>
                        <p:par>
                          <p:cTn id="24" fill="hold">
                            <p:stCondLst>
                              <p:cond delay="3000"/>
                            </p:stCondLst>
                            <p:childTnLst>
                              <p:par>
                                <p:cTn id="25" presetID="2" presetClass="entr" presetSubtype="4"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additive="base">
                                        <p:cTn id="27" dur="750" fill="hold"/>
                                        <p:tgtEl>
                                          <p:spTgt spid="41"/>
                                        </p:tgtEl>
                                        <p:attrNameLst>
                                          <p:attrName>ppt_x</p:attrName>
                                        </p:attrNameLst>
                                      </p:cBhvr>
                                      <p:tavLst>
                                        <p:tav tm="0">
                                          <p:val>
                                            <p:strVal val="#ppt_x"/>
                                          </p:val>
                                        </p:tav>
                                        <p:tav tm="100000">
                                          <p:val>
                                            <p:strVal val="#ppt_x"/>
                                          </p:val>
                                        </p:tav>
                                      </p:tavLst>
                                    </p:anim>
                                    <p:anim calcmode="lin" valueType="num">
                                      <p:cBhvr additive="base">
                                        <p:cTn id="28" dur="750" fill="hold"/>
                                        <p:tgtEl>
                                          <p:spTgt spid="4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anim calcmode="lin" valueType="num">
                                      <p:cBhvr additive="base">
                                        <p:cTn id="31" dur="750" fill="hold"/>
                                        <p:tgtEl>
                                          <p:spTgt spid="42"/>
                                        </p:tgtEl>
                                        <p:attrNameLst>
                                          <p:attrName>ppt_x</p:attrName>
                                        </p:attrNameLst>
                                      </p:cBhvr>
                                      <p:tavLst>
                                        <p:tav tm="0">
                                          <p:val>
                                            <p:strVal val="#ppt_x"/>
                                          </p:val>
                                        </p:tav>
                                        <p:tav tm="100000">
                                          <p:val>
                                            <p:strVal val="#ppt_x"/>
                                          </p:val>
                                        </p:tav>
                                      </p:tavLst>
                                    </p:anim>
                                    <p:anim calcmode="lin" valueType="num">
                                      <p:cBhvr additive="base">
                                        <p:cTn id="32" dur="750" fill="hold"/>
                                        <p:tgtEl>
                                          <p:spTgt spid="4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 calcmode="lin" valueType="num">
                                      <p:cBhvr additive="base">
                                        <p:cTn id="35" dur="750" fill="hold"/>
                                        <p:tgtEl>
                                          <p:spTgt spid="45"/>
                                        </p:tgtEl>
                                        <p:attrNameLst>
                                          <p:attrName>ppt_x</p:attrName>
                                        </p:attrNameLst>
                                      </p:cBhvr>
                                      <p:tavLst>
                                        <p:tav tm="0">
                                          <p:val>
                                            <p:strVal val="#ppt_x"/>
                                          </p:val>
                                        </p:tav>
                                        <p:tav tm="100000">
                                          <p:val>
                                            <p:strVal val="#ppt_x"/>
                                          </p:val>
                                        </p:tav>
                                      </p:tavLst>
                                    </p:anim>
                                    <p:anim calcmode="lin" valueType="num">
                                      <p:cBhvr additive="base">
                                        <p:cTn id="36" dur="750" fill="hold"/>
                                        <p:tgtEl>
                                          <p:spTgt spid="4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anim calcmode="lin" valueType="num">
                                      <p:cBhvr additive="base">
                                        <p:cTn id="39" dur="750" fill="hold"/>
                                        <p:tgtEl>
                                          <p:spTgt spid="46"/>
                                        </p:tgtEl>
                                        <p:attrNameLst>
                                          <p:attrName>ppt_x</p:attrName>
                                        </p:attrNameLst>
                                      </p:cBhvr>
                                      <p:tavLst>
                                        <p:tav tm="0">
                                          <p:val>
                                            <p:strVal val="#ppt_x"/>
                                          </p:val>
                                        </p:tav>
                                        <p:tav tm="100000">
                                          <p:val>
                                            <p:strVal val="#ppt_x"/>
                                          </p:val>
                                        </p:tav>
                                      </p:tavLst>
                                    </p:anim>
                                    <p:anim calcmode="lin" valueType="num">
                                      <p:cBhvr additive="base">
                                        <p:cTn id="40" dur="750" fill="hold"/>
                                        <p:tgtEl>
                                          <p:spTgt spid="4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anim calcmode="lin" valueType="num">
                                      <p:cBhvr additive="base">
                                        <p:cTn id="43" dur="750" fill="hold"/>
                                        <p:tgtEl>
                                          <p:spTgt spid="47"/>
                                        </p:tgtEl>
                                        <p:attrNameLst>
                                          <p:attrName>ppt_x</p:attrName>
                                        </p:attrNameLst>
                                      </p:cBhvr>
                                      <p:tavLst>
                                        <p:tav tm="0">
                                          <p:val>
                                            <p:strVal val="#ppt_x"/>
                                          </p:val>
                                        </p:tav>
                                        <p:tav tm="100000">
                                          <p:val>
                                            <p:strVal val="#ppt_x"/>
                                          </p:val>
                                        </p:tav>
                                      </p:tavLst>
                                    </p:anim>
                                    <p:anim calcmode="lin" valueType="num">
                                      <p:cBhvr additive="base">
                                        <p:cTn id="44" dur="750" fill="hold"/>
                                        <p:tgtEl>
                                          <p:spTgt spid="4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 calcmode="lin" valueType="num">
                                      <p:cBhvr additive="base">
                                        <p:cTn id="47" dur="750" fill="hold"/>
                                        <p:tgtEl>
                                          <p:spTgt spid="48"/>
                                        </p:tgtEl>
                                        <p:attrNameLst>
                                          <p:attrName>ppt_x</p:attrName>
                                        </p:attrNameLst>
                                      </p:cBhvr>
                                      <p:tavLst>
                                        <p:tav tm="0">
                                          <p:val>
                                            <p:strVal val="#ppt_x"/>
                                          </p:val>
                                        </p:tav>
                                        <p:tav tm="100000">
                                          <p:val>
                                            <p:strVal val="#ppt_x"/>
                                          </p:val>
                                        </p:tav>
                                      </p:tavLst>
                                    </p:anim>
                                    <p:anim calcmode="lin" valueType="num">
                                      <p:cBhvr additive="base">
                                        <p:cTn id="48" dur="750" fill="hold"/>
                                        <p:tgtEl>
                                          <p:spTgt spid="4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anim calcmode="lin" valueType="num">
                                      <p:cBhvr additive="base">
                                        <p:cTn id="51" dur="750" fill="hold"/>
                                        <p:tgtEl>
                                          <p:spTgt spid="49"/>
                                        </p:tgtEl>
                                        <p:attrNameLst>
                                          <p:attrName>ppt_x</p:attrName>
                                        </p:attrNameLst>
                                      </p:cBhvr>
                                      <p:tavLst>
                                        <p:tav tm="0">
                                          <p:val>
                                            <p:strVal val="#ppt_x"/>
                                          </p:val>
                                        </p:tav>
                                        <p:tav tm="100000">
                                          <p:val>
                                            <p:strVal val="#ppt_x"/>
                                          </p:val>
                                        </p:tav>
                                      </p:tavLst>
                                    </p:anim>
                                    <p:anim calcmode="lin" valueType="num">
                                      <p:cBhvr additive="base">
                                        <p:cTn id="52" dur="750" fill="hold"/>
                                        <p:tgtEl>
                                          <p:spTgt spid="49"/>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additive="base">
                                        <p:cTn id="55" dur="750" fill="hold"/>
                                        <p:tgtEl>
                                          <p:spTgt spid="50"/>
                                        </p:tgtEl>
                                        <p:attrNameLst>
                                          <p:attrName>ppt_x</p:attrName>
                                        </p:attrNameLst>
                                      </p:cBhvr>
                                      <p:tavLst>
                                        <p:tav tm="0">
                                          <p:val>
                                            <p:strVal val="#ppt_x"/>
                                          </p:val>
                                        </p:tav>
                                        <p:tav tm="100000">
                                          <p:val>
                                            <p:strVal val="#ppt_x"/>
                                          </p:val>
                                        </p:tav>
                                      </p:tavLst>
                                    </p:anim>
                                    <p:anim calcmode="lin" valueType="num">
                                      <p:cBhvr additive="base">
                                        <p:cTn id="56" dur="75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p:bldP spid="44" grpId="0"/>
      <p:bldP spid="45" grpId="0"/>
      <p:bldP spid="46" grpId="0"/>
      <p:bldP spid="47" grpId="0"/>
      <p:bldP spid="4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1.</a:t>
            </a:r>
            <a:r>
              <a:rPr lang="zh-CN" altLang="en-US" sz="3200" dirty="0">
                <a:solidFill>
                  <a:srgbClr val="B82B2A"/>
                </a:solidFill>
                <a:latin typeface="思源黑体 CN Bold" panose="020B0800000000000000" pitchFamily="34" charset="-122"/>
                <a:ea typeface="思源黑体 CN Bold" panose="020B0800000000000000" pitchFamily="34" charset="-122"/>
              </a:rPr>
              <a:t>年度工作总结</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a:extLst>
              <a:ext uri="{FF2B5EF4-FFF2-40B4-BE49-F238E27FC236}">
                <a16:creationId xmlns:a16="http://schemas.microsoft.com/office/drawing/2014/main" xmlns="" id="{7F125658-F436-40A1-9066-A1F32042C166}"/>
              </a:ext>
            </a:extLst>
          </p:cNvPr>
          <p:cNvGrpSpPr/>
          <p:nvPr/>
        </p:nvGrpSpPr>
        <p:grpSpPr>
          <a:xfrm>
            <a:off x="931324" y="3429000"/>
            <a:ext cx="10748451" cy="608779"/>
            <a:chOff x="775891" y="3399083"/>
            <a:chExt cx="10748451" cy="608779"/>
          </a:xfrm>
          <a:solidFill>
            <a:srgbClr val="B82B2A"/>
          </a:solidFill>
        </p:grpSpPr>
        <p:sp>
          <p:nvSpPr>
            <p:cNvPr id="6" name="ïṡlïdê">
              <a:extLst>
                <a:ext uri="{FF2B5EF4-FFF2-40B4-BE49-F238E27FC236}">
                  <a16:creationId xmlns:a16="http://schemas.microsoft.com/office/drawing/2014/main" xmlns="" id="{4C923C49-58CD-4423-B089-802A91A80129}"/>
                </a:ext>
              </a:extLst>
            </p:cNvPr>
            <p:cNvSpPr/>
            <p:nvPr/>
          </p:nvSpPr>
          <p:spPr bwMode="auto">
            <a:xfrm>
              <a:off x="9187978"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7" name="ïsḷíde">
              <a:extLst>
                <a:ext uri="{FF2B5EF4-FFF2-40B4-BE49-F238E27FC236}">
                  <a16:creationId xmlns:a16="http://schemas.microsoft.com/office/drawing/2014/main" xmlns="" id="{5474C581-2A1C-4DD9-973E-9B96A188FAF5}"/>
                </a:ext>
              </a:extLst>
            </p:cNvPr>
            <p:cNvSpPr/>
            <p:nvPr/>
          </p:nvSpPr>
          <p:spPr bwMode="auto">
            <a:xfrm>
              <a:off x="8779510"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8" name="íŝḻïdè">
              <a:extLst>
                <a:ext uri="{FF2B5EF4-FFF2-40B4-BE49-F238E27FC236}">
                  <a16:creationId xmlns:a16="http://schemas.microsoft.com/office/drawing/2014/main" xmlns="" id="{1D932D62-5514-4B7D-9BC0-5CCDFE822A7D}"/>
                </a:ext>
              </a:extLst>
            </p:cNvPr>
            <p:cNvSpPr/>
            <p:nvPr/>
          </p:nvSpPr>
          <p:spPr bwMode="auto">
            <a:xfrm>
              <a:off x="4124542" y="3400071"/>
              <a:ext cx="640330" cy="607791"/>
            </a:xfrm>
            <a:custGeom>
              <a:avLst/>
              <a:gdLst>
                <a:gd name="T0" fmla="*/ 515146 w 21528"/>
                <a:gd name="T1" fmla="*/ 632454 h 21553"/>
                <a:gd name="T2" fmla="*/ 515146 w 21528"/>
                <a:gd name="T3" fmla="*/ 632454 h 21553"/>
                <a:gd name="T4" fmla="*/ 515146 w 21528"/>
                <a:gd name="T5" fmla="*/ 632454 h 21553"/>
                <a:gd name="T6" fmla="*/ 515146 w 21528"/>
                <a:gd name="T7" fmla="*/ 632454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9" name="îsḻíďè">
              <a:extLst>
                <a:ext uri="{FF2B5EF4-FFF2-40B4-BE49-F238E27FC236}">
                  <a16:creationId xmlns:a16="http://schemas.microsoft.com/office/drawing/2014/main" xmlns="" id="{718E66D6-39BA-4CF8-8F70-342666D84A2E}"/>
                </a:ext>
              </a:extLst>
            </p:cNvPr>
            <p:cNvSpPr/>
            <p:nvPr/>
          </p:nvSpPr>
          <p:spPr bwMode="auto">
            <a:xfrm>
              <a:off x="3716074" y="3400071"/>
              <a:ext cx="640330" cy="607791"/>
            </a:xfrm>
            <a:custGeom>
              <a:avLst/>
              <a:gdLst>
                <a:gd name="T0" fmla="*/ 515146 w 21528"/>
                <a:gd name="T1" fmla="*/ 632454 h 21553"/>
                <a:gd name="T2" fmla="*/ 515146 w 21528"/>
                <a:gd name="T3" fmla="*/ 632454 h 21553"/>
                <a:gd name="T4" fmla="*/ 515146 w 21528"/>
                <a:gd name="T5" fmla="*/ 632454 h 21553"/>
                <a:gd name="T6" fmla="*/ 515146 w 21528"/>
                <a:gd name="T7" fmla="*/ 632454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nvGrpSpPr>
            <p:cNvPr id="10" name="iŝlîďé">
              <a:extLst>
                <a:ext uri="{FF2B5EF4-FFF2-40B4-BE49-F238E27FC236}">
                  <a16:creationId xmlns:a16="http://schemas.microsoft.com/office/drawing/2014/main" xmlns="" id="{1404F573-C744-4490-A424-B77D8A231921}"/>
                </a:ext>
              </a:extLst>
            </p:cNvPr>
            <p:cNvGrpSpPr/>
            <p:nvPr/>
          </p:nvGrpSpPr>
          <p:grpSpPr>
            <a:xfrm>
              <a:off x="3307612" y="3611716"/>
              <a:ext cx="621584" cy="183515"/>
              <a:chOff x="2710657" y="1989591"/>
              <a:chExt cx="500063" cy="147638"/>
            </a:xfrm>
            <a:grpFill/>
          </p:grpSpPr>
          <p:sp>
            <p:nvSpPr>
              <p:cNvPr id="44" name="îṧlîḍe">
                <a:extLst>
                  <a:ext uri="{FF2B5EF4-FFF2-40B4-BE49-F238E27FC236}">
                    <a16:creationId xmlns:a16="http://schemas.microsoft.com/office/drawing/2014/main" xmlns="" id="{A51130B9-C8BE-43DC-B84A-2BADF9958632}"/>
                  </a:ext>
                </a:extLst>
              </p:cNvPr>
              <p:cNvSpPr/>
              <p:nvPr/>
            </p:nvSpPr>
            <p:spPr bwMode="auto">
              <a:xfrm rot="5400000">
                <a:off x="3095626"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îṡḻiďe">
                <a:extLst>
                  <a:ext uri="{FF2B5EF4-FFF2-40B4-BE49-F238E27FC236}">
                    <a16:creationId xmlns:a16="http://schemas.microsoft.com/office/drawing/2014/main" xmlns="" id="{699C334C-4B2C-47DE-882A-C7BC2F900630}"/>
                  </a:ext>
                </a:extLst>
              </p:cNvPr>
              <p:cNvSpPr/>
              <p:nvPr/>
            </p:nvSpPr>
            <p:spPr bwMode="auto">
              <a:xfrm rot="5400000">
                <a:off x="2883694"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iṡļïdé">
                <a:extLst>
                  <a:ext uri="{FF2B5EF4-FFF2-40B4-BE49-F238E27FC236}">
                    <a16:creationId xmlns:a16="http://schemas.microsoft.com/office/drawing/2014/main" xmlns="" id="{99EC979D-73FB-486B-8D8E-227F9497A988}"/>
                  </a:ext>
                </a:extLst>
              </p:cNvPr>
              <p:cNvSpPr/>
              <p:nvPr/>
            </p:nvSpPr>
            <p:spPr bwMode="auto">
              <a:xfrm rot="5400000">
                <a:off x="2678113"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1" name="iSlíḍê">
              <a:extLst>
                <a:ext uri="{FF2B5EF4-FFF2-40B4-BE49-F238E27FC236}">
                  <a16:creationId xmlns:a16="http://schemas.microsoft.com/office/drawing/2014/main" xmlns="" id="{111C9805-10CE-4569-BFF6-6493115FA199}"/>
                </a:ext>
              </a:extLst>
            </p:cNvPr>
            <p:cNvGrpSpPr/>
            <p:nvPr/>
          </p:nvGrpSpPr>
          <p:grpSpPr>
            <a:xfrm>
              <a:off x="8373020" y="3606992"/>
              <a:ext cx="621584" cy="183515"/>
              <a:chOff x="2710657" y="1989591"/>
              <a:chExt cx="500063" cy="147638"/>
            </a:xfrm>
            <a:grpFill/>
          </p:grpSpPr>
          <p:sp>
            <p:nvSpPr>
              <p:cNvPr id="41" name="îṡľïdè">
                <a:extLst>
                  <a:ext uri="{FF2B5EF4-FFF2-40B4-BE49-F238E27FC236}">
                    <a16:creationId xmlns:a16="http://schemas.microsoft.com/office/drawing/2014/main" xmlns="" id="{F6B3DFBD-1B5E-449F-82BE-647087F41D6A}"/>
                  </a:ext>
                </a:extLst>
              </p:cNvPr>
              <p:cNvSpPr/>
              <p:nvPr/>
            </p:nvSpPr>
            <p:spPr bwMode="auto">
              <a:xfrm rot="5400000">
                <a:off x="3095626"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2" name="î$ḷîḓé">
                <a:extLst>
                  <a:ext uri="{FF2B5EF4-FFF2-40B4-BE49-F238E27FC236}">
                    <a16:creationId xmlns:a16="http://schemas.microsoft.com/office/drawing/2014/main" xmlns="" id="{D8EB1362-4E63-4D90-8EA8-A63EA26AF2EB}"/>
                  </a:ext>
                </a:extLst>
              </p:cNvPr>
              <p:cNvSpPr/>
              <p:nvPr/>
            </p:nvSpPr>
            <p:spPr bwMode="auto">
              <a:xfrm rot="5400000">
                <a:off x="2883694"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3" name="i$ḷïḓé">
                <a:extLst>
                  <a:ext uri="{FF2B5EF4-FFF2-40B4-BE49-F238E27FC236}">
                    <a16:creationId xmlns:a16="http://schemas.microsoft.com/office/drawing/2014/main" xmlns="" id="{8BEBB541-667A-44C3-891E-FACA07CDAFA0}"/>
                  </a:ext>
                </a:extLst>
              </p:cNvPr>
              <p:cNvSpPr/>
              <p:nvPr/>
            </p:nvSpPr>
            <p:spPr bwMode="auto">
              <a:xfrm rot="5400000">
                <a:off x="2678113"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2" name="ïšḻiďe">
              <a:extLst>
                <a:ext uri="{FF2B5EF4-FFF2-40B4-BE49-F238E27FC236}">
                  <a16:creationId xmlns:a16="http://schemas.microsoft.com/office/drawing/2014/main" xmlns="" id="{C6423E66-9350-4EEF-AF51-17C7FC780B30}"/>
                </a:ext>
              </a:extLst>
            </p:cNvPr>
            <p:cNvGrpSpPr/>
            <p:nvPr/>
          </p:nvGrpSpPr>
          <p:grpSpPr>
            <a:xfrm>
              <a:off x="9594526" y="3399083"/>
              <a:ext cx="1075389" cy="607795"/>
              <a:chOff x="7768474" y="1747497"/>
              <a:chExt cx="865148" cy="631034"/>
            </a:xfrm>
            <a:grpFill/>
          </p:grpSpPr>
          <p:sp>
            <p:nvSpPr>
              <p:cNvPr id="39" name="ïṧ1iḓè">
                <a:extLst>
                  <a:ext uri="{FF2B5EF4-FFF2-40B4-BE49-F238E27FC236}">
                    <a16:creationId xmlns:a16="http://schemas.microsoft.com/office/drawing/2014/main" xmlns="" id="{4C198C93-320F-48C4-8A24-4538C7915F31}"/>
                  </a:ext>
                </a:extLst>
              </p:cNvPr>
              <p:cNvSpPr/>
              <p:nvPr/>
            </p:nvSpPr>
            <p:spPr bwMode="auto">
              <a:xfrm>
                <a:off x="7768474" y="2054772"/>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 fmla="*/ 12498 w 21556"/>
                  <a:gd name="connsiteY0" fmla="*/ 3 h 21546"/>
                  <a:gd name="connsiteX1" fmla="*/ 81 w 21556"/>
                  <a:gd name="connsiteY1" fmla="*/ 749 h 21546"/>
                  <a:gd name="connsiteX2" fmla="*/ 4141 w 21556"/>
                  <a:gd name="connsiteY2" fmla="*/ 5786 h 21546"/>
                  <a:gd name="connsiteX3" fmla="*/ 6171 w 21556"/>
                  <a:gd name="connsiteY3" fmla="*/ 8305 h 21546"/>
                  <a:gd name="connsiteX4" fmla="*/ 7562 w 21556"/>
                  <a:gd name="connsiteY4" fmla="*/ 9933 h 21546"/>
                  <a:gd name="connsiteX5" fmla="*/ 7792 w 21556"/>
                  <a:gd name="connsiteY5" fmla="*/ 10538 h 21546"/>
                  <a:gd name="connsiteX6" fmla="*/ 7572 w 21556"/>
                  <a:gd name="connsiteY6" fmla="*/ 11583 h 21546"/>
                  <a:gd name="connsiteX7" fmla="*/ 6171 w 21556"/>
                  <a:gd name="connsiteY7" fmla="*/ 13314 h 21546"/>
                  <a:gd name="connsiteX8" fmla="*/ 4141 w 21556"/>
                  <a:gd name="connsiteY8" fmla="*/ 15804 h 21546"/>
                  <a:gd name="connsiteX9" fmla="*/ 81 w 21556"/>
                  <a:gd name="connsiteY9" fmla="*/ 20785 h 21546"/>
                  <a:gd name="connsiteX10" fmla="*/ 81 w 21556"/>
                  <a:gd name="connsiteY10" fmla="*/ 21389 h 21546"/>
                  <a:gd name="connsiteX11" fmla="*/ 392 w 21556"/>
                  <a:gd name="connsiteY11" fmla="*/ 21538 h 21546"/>
                  <a:gd name="connsiteX12" fmla="*/ 12498 w 21556"/>
                  <a:gd name="connsiteY12" fmla="*/ 21538 h 21546"/>
                  <a:gd name="connsiteX13" fmla="*/ 13012 w 21556"/>
                  <a:gd name="connsiteY13" fmla="*/ 21443 h 21546"/>
                  <a:gd name="connsiteX14" fmla="*/ 13507 w 21556"/>
                  <a:gd name="connsiteY14" fmla="*/ 21084 h 21546"/>
                  <a:gd name="connsiteX15" fmla="*/ 13992 w 21556"/>
                  <a:gd name="connsiteY15" fmla="*/ 20589 h 21546"/>
                  <a:gd name="connsiteX16" fmla="*/ 17966 w 21556"/>
                  <a:gd name="connsiteY16" fmla="*/ 15685 h 21546"/>
                  <a:gd name="connsiteX17" fmla="*/ 19953 w 21556"/>
                  <a:gd name="connsiteY17" fmla="*/ 13233 h 21546"/>
                  <a:gd name="connsiteX18" fmla="*/ 20946 w 21556"/>
                  <a:gd name="connsiteY18" fmla="*/ 12007 h 21546"/>
                  <a:gd name="connsiteX19" fmla="*/ 21404 w 21556"/>
                  <a:gd name="connsiteY19" fmla="*/ 11418 h 21546"/>
                  <a:gd name="connsiteX20" fmla="*/ 21553 w 21556"/>
                  <a:gd name="connsiteY20" fmla="*/ 10680 h 21546"/>
                  <a:gd name="connsiteX21" fmla="*/ 21354 w 21556"/>
                  <a:gd name="connsiteY21" fmla="*/ 10062 h 21546"/>
                  <a:gd name="connsiteX22" fmla="*/ 20946 w 21556"/>
                  <a:gd name="connsiteY22" fmla="*/ 9552 h 21546"/>
                  <a:gd name="connsiteX23" fmla="*/ 19953 w 21556"/>
                  <a:gd name="connsiteY23" fmla="*/ 8322 h 21546"/>
                  <a:gd name="connsiteX24" fmla="*/ 17966 w 21556"/>
                  <a:gd name="connsiteY24" fmla="*/ 5863 h 21546"/>
                  <a:gd name="connsiteX25" fmla="*/ 13992 w 21556"/>
                  <a:gd name="connsiteY25" fmla="*/ 945 h 21546"/>
                  <a:gd name="connsiteX26" fmla="*/ 13507 w 21556"/>
                  <a:gd name="connsiteY26" fmla="*/ 457 h 21546"/>
                  <a:gd name="connsiteX27" fmla="*/ 13012 w 21556"/>
                  <a:gd name="connsiteY27" fmla="*/ 98 h 21546"/>
                  <a:gd name="connsiteX28" fmla="*/ 12498 w 21556"/>
                  <a:gd name="connsiteY28" fmla="*/ 3 h 21546"/>
                  <a:gd name="connsiteX0" fmla="*/ 12498 w 21556"/>
                  <a:gd name="connsiteY0" fmla="*/ 3 h 21546"/>
                  <a:gd name="connsiteX1" fmla="*/ 4141 w 21556"/>
                  <a:gd name="connsiteY1" fmla="*/ 5786 h 21546"/>
                  <a:gd name="connsiteX2" fmla="*/ 6171 w 21556"/>
                  <a:gd name="connsiteY2" fmla="*/ 8305 h 21546"/>
                  <a:gd name="connsiteX3" fmla="*/ 7562 w 21556"/>
                  <a:gd name="connsiteY3" fmla="*/ 9933 h 21546"/>
                  <a:gd name="connsiteX4" fmla="*/ 7792 w 21556"/>
                  <a:gd name="connsiteY4" fmla="*/ 10538 h 21546"/>
                  <a:gd name="connsiteX5" fmla="*/ 7572 w 21556"/>
                  <a:gd name="connsiteY5" fmla="*/ 11583 h 21546"/>
                  <a:gd name="connsiteX6" fmla="*/ 6171 w 21556"/>
                  <a:gd name="connsiteY6" fmla="*/ 13314 h 21546"/>
                  <a:gd name="connsiteX7" fmla="*/ 4141 w 21556"/>
                  <a:gd name="connsiteY7" fmla="*/ 15804 h 21546"/>
                  <a:gd name="connsiteX8" fmla="*/ 81 w 21556"/>
                  <a:gd name="connsiteY8" fmla="*/ 20785 h 21546"/>
                  <a:gd name="connsiteX9" fmla="*/ 81 w 21556"/>
                  <a:gd name="connsiteY9" fmla="*/ 21389 h 21546"/>
                  <a:gd name="connsiteX10" fmla="*/ 392 w 21556"/>
                  <a:gd name="connsiteY10" fmla="*/ 21538 h 21546"/>
                  <a:gd name="connsiteX11" fmla="*/ 12498 w 21556"/>
                  <a:gd name="connsiteY11" fmla="*/ 21538 h 21546"/>
                  <a:gd name="connsiteX12" fmla="*/ 13012 w 21556"/>
                  <a:gd name="connsiteY12" fmla="*/ 21443 h 21546"/>
                  <a:gd name="connsiteX13" fmla="*/ 13507 w 21556"/>
                  <a:gd name="connsiteY13" fmla="*/ 21084 h 21546"/>
                  <a:gd name="connsiteX14" fmla="*/ 13992 w 21556"/>
                  <a:gd name="connsiteY14" fmla="*/ 20589 h 21546"/>
                  <a:gd name="connsiteX15" fmla="*/ 17966 w 21556"/>
                  <a:gd name="connsiteY15" fmla="*/ 15685 h 21546"/>
                  <a:gd name="connsiteX16" fmla="*/ 19953 w 21556"/>
                  <a:gd name="connsiteY16" fmla="*/ 13233 h 21546"/>
                  <a:gd name="connsiteX17" fmla="*/ 20946 w 21556"/>
                  <a:gd name="connsiteY17" fmla="*/ 12007 h 21546"/>
                  <a:gd name="connsiteX18" fmla="*/ 21404 w 21556"/>
                  <a:gd name="connsiteY18" fmla="*/ 11418 h 21546"/>
                  <a:gd name="connsiteX19" fmla="*/ 21553 w 21556"/>
                  <a:gd name="connsiteY19" fmla="*/ 10680 h 21546"/>
                  <a:gd name="connsiteX20" fmla="*/ 21354 w 21556"/>
                  <a:gd name="connsiteY20" fmla="*/ 10062 h 21546"/>
                  <a:gd name="connsiteX21" fmla="*/ 20946 w 21556"/>
                  <a:gd name="connsiteY21" fmla="*/ 9552 h 21546"/>
                  <a:gd name="connsiteX22" fmla="*/ 19953 w 21556"/>
                  <a:gd name="connsiteY22" fmla="*/ 8322 h 21546"/>
                  <a:gd name="connsiteX23" fmla="*/ 17966 w 21556"/>
                  <a:gd name="connsiteY23" fmla="*/ 5863 h 21546"/>
                  <a:gd name="connsiteX24" fmla="*/ 13992 w 21556"/>
                  <a:gd name="connsiteY24" fmla="*/ 945 h 21546"/>
                  <a:gd name="connsiteX25" fmla="*/ 13507 w 21556"/>
                  <a:gd name="connsiteY25" fmla="*/ 457 h 21546"/>
                  <a:gd name="connsiteX26" fmla="*/ 13012 w 21556"/>
                  <a:gd name="connsiteY26" fmla="*/ 98 h 21546"/>
                  <a:gd name="connsiteX27" fmla="*/ 12498 w 21556"/>
                  <a:gd name="connsiteY27" fmla="*/ 3 h 21546"/>
                  <a:gd name="connsiteX0" fmla="*/ 13012 w 21556"/>
                  <a:gd name="connsiteY0" fmla="*/ 0 h 21448"/>
                  <a:gd name="connsiteX1" fmla="*/ 4141 w 21556"/>
                  <a:gd name="connsiteY1" fmla="*/ 5688 h 21448"/>
                  <a:gd name="connsiteX2" fmla="*/ 6171 w 21556"/>
                  <a:gd name="connsiteY2" fmla="*/ 8207 h 21448"/>
                  <a:gd name="connsiteX3" fmla="*/ 7562 w 21556"/>
                  <a:gd name="connsiteY3" fmla="*/ 9835 h 21448"/>
                  <a:gd name="connsiteX4" fmla="*/ 7792 w 21556"/>
                  <a:gd name="connsiteY4" fmla="*/ 10440 h 21448"/>
                  <a:gd name="connsiteX5" fmla="*/ 7572 w 21556"/>
                  <a:gd name="connsiteY5" fmla="*/ 11485 h 21448"/>
                  <a:gd name="connsiteX6" fmla="*/ 6171 w 21556"/>
                  <a:gd name="connsiteY6" fmla="*/ 13216 h 21448"/>
                  <a:gd name="connsiteX7" fmla="*/ 4141 w 21556"/>
                  <a:gd name="connsiteY7" fmla="*/ 15706 h 21448"/>
                  <a:gd name="connsiteX8" fmla="*/ 81 w 21556"/>
                  <a:gd name="connsiteY8" fmla="*/ 20687 h 21448"/>
                  <a:gd name="connsiteX9" fmla="*/ 81 w 21556"/>
                  <a:gd name="connsiteY9" fmla="*/ 21291 h 21448"/>
                  <a:gd name="connsiteX10" fmla="*/ 392 w 21556"/>
                  <a:gd name="connsiteY10" fmla="*/ 21440 h 21448"/>
                  <a:gd name="connsiteX11" fmla="*/ 12498 w 21556"/>
                  <a:gd name="connsiteY11" fmla="*/ 21440 h 21448"/>
                  <a:gd name="connsiteX12" fmla="*/ 13012 w 21556"/>
                  <a:gd name="connsiteY12" fmla="*/ 21345 h 21448"/>
                  <a:gd name="connsiteX13" fmla="*/ 13507 w 21556"/>
                  <a:gd name="connsiteY13" fmla="*/ 20986 h 21448"/>
                  <a:gd name="connsiteX14" fmla="*/ 13992 w 21556"/>
                  <a:gd name="connsiteY14" fmla="*/ 20491 h 21448"/>
                  <a:gd name="connsiteX15" fmla="*/ 17966 w 21556"/>
                  <a:gd name="connsiteY15" fmla="*/ 15587 h 21448"/>
                  <a:gd name="connsiteX16" fmla="*/ 19953 w 21556"/>
                  <a:gd name="connsiteY16" fmla="*/ 13135 h 21448"/>
                  <a:gd name="connsiteX17" fmla="*/ 20946 w 21556"/>
                  <a:gd name="connsiteY17" fmla="*/ 11909 h 21448"/>
                  <a:gd name="connsiteX18" fmla="*/ 21404 w 21556"/>
                  <a:gd name="connsiteY18" fmla="*/ 11320 h 21448"/>
                  <a:gd name="connsiteX19" fmla="*/ 21553 w 21556"/>
                  <a:gd name="connsiteY19" fmla="*/ 10582 h 21448"/>
                  <a:gd name="connsiteX20" fmla="*/ 21354 w 21556"/>
                  <a:gd name="connsiteY20" fmla="*/ 9964 h 21448"/>
                  <a:gd name="connsiteX21" fmla="*/ 20946 w 21556"/>
                  <a:gd name="connsiteY21" fmla="*/ 9454 h 21448"/>
                  <a:gd name="connsiteX22" fmla="*/ 19953 w 21556"/>
                  <a:gd name="connsiteY22" fmla="*/ 8224 h 21448"/>
                  <a:gd name="connsiteX23" fmla="*/ 17966 w 21556"/>
                  <a:gd name="connsiteY23" fmla="*/ 5765 h 21448"/>
                  <a:gd name="connsiteX24" fmla="*/ 13992 w 21556"/>
                  <a:gd name="connsiteY24" fmla="*/ 847 h 21448"/>
                  <a:gd name="connsiteX25" fmla="*/ 13507 w 21556"/>
                  <a:gd name="connsiteY25" fmla="*/ 359 h 21448"/>
                  <a:gd name="connsiteX26" fmla="*/ 13012 w 21556"/>
                  <a:gd name="connsiteY26" fmla="*/ 0 h 21448"/>
                  <a:gd name="connsiteX0" fmla="*/ 13507 w 21556"/>
                  <a:gd name="connsiteY0" fmla="*/ 289 h 21378"/>
                  <a:gd name="connsiteX1" fmla="*/ 4141 w 21556"/>
                  <a:gd name="connsiteY1" fmla="*/ 5618 h 21378"/>
                  <a:gd name="connsiteX2" fmla="*/ 6171 w 21556"/>
                  <a:gd name="connsiteY2" fmla="*/ 8137 h 21378"/>
                  <a:gd name="connsiteX3" fmla="*/ 7562 w 21556"/>
                  <a:gd name="connsiteY3" fmla="*/ 9765 h 21378"/>
                  <a:gd name="connsiteX4" fmla="*/ 7792 w 21556"/>
                  <a:gd name="connsiteY4" fmla="*/ 10370 h 21378"/>
                  <a:gd name="connsiteX5" fmla="*/ 7572 w 21556"/>
                  <a:gd name="connsiteY5" fmla="*/ 11415 h 21378"/>
                  <a:gd name="connsiteX6" fmla="*/ 6171 w 21556"/>
                  <a:gd name="connsiteY6" fmla="*/ 13146 h 21378"/>
                  <a:gd name="connsiteX7" fmla="*/ 4141 w 21556"/>
                  <a:gd name="connsiteY7" fmla="*/ 15636 h 21378"/>
                  <a:gd name="connsiteX8" fmla="*/ 81 w 21556"/>
                  <a:gd name="connsiteY8" fmla="*/ 20617 h 21378"/>
                  <a:gd name="connsiteX9" fmla="*/ 81 w 21556"/>
                  <a:gd name="connsiteY9" fmla="*/ 21221 h 21378"/>
                  <a:gd name="connsiteX10" fmla="*/ 392 w 21556"/>
                  <a:gd name="connsiteY10" fmla="*/ 21370 h 21378"/>
                  <a:gd name="connsiteX11" fmla="*/ 12498 w 21556"/>
                  <a:gd name="connsiteY11" fmla="*/ 21370 h 21378"/>
                  <a:gd name="connsiteX12" fmla="*/ 13012 w 21556"/>
                  <a:gd name="connsiteY12" fmla="*/ 21275 h 21378"/>
                  <a:gd name="connsiteX13" fmla="*/ 13507 w 21556"/>
                  <a:gd name="connsiteY13" fmla="*/ 20916 h 21378"/>
                  <a:gd name="connsiteX14" fmla="*/ 13992 w 21556"/>
                  <a:gd name="connsiteY14" fmla="*/ 20421 h 21378"/>
                  <a:gd name="connsiteX15" fmla="*/ 17966 w 21556"/>
                  <a:gd name="connsiteY15" fmla="*/ 15517 h 21378"/>
                  <a:gd name="connsiteX16" fmla="*/ 19953 w 21556"/>
                  <a:gd name="connsiteY16" fmla="*/ 13065 h 21378"/>
                  <a:gd name="connsiteX17" fmla="*/ 20946 w 21556"/>
                  <a:gd name="connsiteY17" fmla="*/ 11839 h 21378"/>
                  <a:gd name="connsiteX18" fmla="*/ 21404 w 21556"/>
                  <a:gd name="connsiteY18" fmla="*/ 11250 h 21378"/>
                  <a:gd name="connsiteX19" fmla="*/ 21553 w 21556"/>
                  <a:gd name="connsiteY19" fmla="*/ 10512 h 21378"/>
                  <a:gd name="connsiteX20" fmla="*/ 21354 w 21556"/>
                  <a:gd name="connsiteY20" fmla="*/ 9894 h 21378"/>
                  <a:gd name="connsiteX21" fmla="*/ 20946 w 21556"/>
                  <a:gd name="connsiteY21" fmla="*/ 9384 h 21378"/>
                  <a:gd name="connsiteX22" fmla="*/ 19953 w 21556"/>
                  <a:gd name="connsiteY22" fmla="*/ 8154 h 21378"/>
                  <a:gd name="connsiteX23" fmla="*/ 17966 w 21556"/>
                  <a:gd name="connsiteY23" fmla="*/ 5695 h 21378"/>
                  <a:gd name="connsiteX24" fmla="*/ 13992 w 21556"/>
                  <a:gd name="connsiteY24" fmla="*/ 777 h 21378"/>
                  <a:gd name="connsiteX25" fmla="*/ 13507 w 21556"/>
                  <a:gd name="connsiteY25" fmla="*/ 289 h 21378"/>
                  <a:gd name="connsiteX0" fmla="*/ 13992 w 21556"/>
                  <a:gd name="connsiteY0" fmla="*/ 1 h 20602"/>
                  <a:gd name="connsiteX1" fmla="*/ 4141 w 21556"/>
                  <a:gd name="connsiteY1" fmla="*/ 4842 h 20602"/>
                  <a:gd name="connsiteX2" fmla="*/ 6171 w 21556"/>
                  <a:gd name="connsiteY2" fmla="*/ 7361 h 20602"/>
                  <a:gd name="connsiteX3" fmla="*/ 7562 w 21556"/>
                  <a:gd name="connsiteY3" fmla="*/ 8989 h 20602"/>
                  <a:gd name="connsiteX4" fmla="*/ 7792 w 21556"/>
                  <a:gd name="connsiteY4" fmla="*/ 9594 h 20602"/>
                  <a:gd name="connsiteX5" fmla="*/ 7572 w 21556"/>
                  <a:gd name="connsiteY5" fmla="*/ 10639 h 20602"/>
                  <a:gd name="connsiteX6" fmla="*/ 6171 w 21556"/>
                  <a:gd name="connsiteY6" fmla="*/ 12370 h 20602"/>
                  <a:gd name="connsiteX7" fmla="*/ 4141 w 21556"/>
                  <a:gd name="connsiteY7" fmla="*/ 14860 h 20602"/>
                  <a:gd name="connsiteX8" fmla="*/ 81 w 21556"/>
                  <a:gd name="connsiteY8" fmla="*/ 19841 h 20602"/>
                  <a:gd name="connsiteX9" fmla="*/ 81 w 21556"/>
                  <a:gd name="connsiteY9" fmla="*/ 20445 h 20602"/>
                  <a:gd name="connsiteX10" fmla="*/ 392 w 21556"/>
                  <a:gd name="connsiteY10" fmla="*/ 20594 h 20602"/>
                  <a:gd name="connsiteX11" fmla="*/ 12498 w 21556"/>
                  <a:gd name="connsiteY11" fmla="*/ 20594 h 20602"/>
                  <a:gd name="connsiteX12" fmla="*/ 13012 w 21556"/>
                  <a:gd name="connsiteY12" fmla="*/ 20499 h 20602"/>
                  <a:gd name="connsiteX13" fmla="*/ 13507 w 21556"/>
                  <a:gd name="connsiteY13" fmla="*/ 20140 h 20602"/>
                  <a:gd name="connsiteX14" fmla="*/ 13992 w 21556"/>
                  <a:gd name="connsiteY14" fmla="*/ 19645 h 20602"/>
                  <a:gd name="connsiteX15" fmla="*/ 17966 w 21556"/>
                  <a:gd name="connsiteY15" fmla="*/ 14741 h 20602"/>
                  <a:gd name="connsiteX16" fmla="*/ 19953 w 21556"/>
                  <a:gd name="connsiteY16" fmla="*/ 12289 h 20602"/>
                  <a:gd name="connsiteX17" fmla="*/ 20946 w 21556"/>
                  <a:gd name="connsiteY17" fmla="*/ 11063 h 20602"/>
                  <a:gd name="connsiteX18" fmla="*/ 21404 w 21556"/>
                  <a:gd name="connsiteY18" fmla="*/ 10474 h 20602"/>
                  <a:gd name="connsiteX19" fmla="*/ 21553 w 21556"/>
                  <a:gd name="connsiteY19" fmla="*/ 9736 h 20602"/>
                  <a:gd name="connsiteX20" fmla="*/ 21354 w 21556"/>
                  <a:gd name="connsiteY20" fmla="*/ 9118 h 20602"/>
                  <a:gd name="connsiteX21" fmla="*/ 20946 w 21556"/>
                  <a:gd name="connsiteY21" fmla="*/ 8608 h 20602"/>
                  <a:gd name="connsiteX22" fmla="*/ 19953 w 21556"/>
                  <a:gd name="connsiteY22" fmla="*/ 7378 h 20602"/>
                  <a:gd name="connsiteX23" fmla="*/ 17966 w 21556"/>
                  <a:gd name="connsiteY23" fmla="*/ 4919 h 20602"/>
                  <a:gd name="connsiteX24" fmla="*/ 13992 w 21556"/>
                  <a:gd name="connsiteY24" fmla="*/ 1 h 20602"/>
                  <a:gd name="connsiteX0" fmla="*/ 17966 w 21556"/>
                  <a:gd name="connsiteY0" fmla="*/ 77 h 15760"/>
                  <a:gd name="connsiteX1" fmla="*/ 4141 w 21556"/>
                  <a:gd name="connsiteY1" fmla="*/ 0 h 15760"/>
                  <a:gd name="connsiteX2" fmla="*/ 6171 w 21556"/>
                  <a:gd name="connsiteY2" fmla="*/ 2519 h 15760"/>
                  <a:gd name="connsiteX3" fmla="*/ 7562 w 21556"/>
                  <a:gd name="connsiteY3" fmla="*/ 4147 h 15760"/>
                  <a:gd name="connsiteX4" fmla="*/ 7792 w 21556"/>
                  <a:gd name="connsiteY4" fmla="*/ 4752 h 15760"/>
                  <a:gd name="connsiteX5" fmla="*/ 7572 w 21556"/>
                  <a:gd name="connsiteY5" fmla="*/ 5797 h 15760"/>
                  <a:gd name="connsiteX6" fmla="*/ 6171 w 21556"/>
                  <a:gd name="connsiteY6" fmla="*/ 7528 h 15760"/>
                  <a:gd name="connsiteX7" fmla="*/ 4141 w 21556"/>
                  <a:gd name="connsiteY7" fmla="*/ 10018 h 15760"/>
                  <a:gd name="connsiteX8" fmla="*/ 81 w 21556"/>
                  <a:gd name="connsiteY8" fmla="*/ 14999 h 15760"/>
                  <a:gd name="connsiteX9" fmla="*/ 81 w 21556"/>
                  <a:gd name="connsiteY9" fmla="*/ 15603 h 15760"/>
                  <a:gd name="connsiteX10" fmla="*/ 392 w 21556"/>
                  <a:gd name="connsiteY10" fmla="*/ 15752 h 15760"/>
                  <a:gd name="connsiteX11" fmla="*/ 12498 w 21556"/>
                  <a:gd name="connsiteY11" fmla="*/ 15752 h 15760"/>
                  <a:gd name="connsiteX12" fmla="*/ 13012 w 21556"/>
                  <a:gd name="connsiteY12" fmla="*/ 15657 h 15760"/>
                  <a:gd name="connsiteX13" fmla="*/ 13507 w 21556"/>
                  <a:gd name="connsiteY13" fmla="*/ 15298 h 15760"/>
                  <a:gd name="connsiteX14" fmla="*/ 13992 w 21556"/>
                  <a:gd name="connsiteY14" fmla="*/ 14803 h 15760"/>
                  <a:gd name="connsiteX15" fmla="*/ 17966 w 21556"/>
                  <a:gd name="connsiteY15" fmla="*/ 9899 h 15760"/>
                  <a:gd name="connsiteX16" fmla="*/ 19953 w 21556"/>
                  <a:gd name="connsiteY16" fmla="*/ 7447 h 15760"/>
                  <a:gd name="connsiteX17" fmla="*/ 20946 w 21556"/>
                  <a:gd name="connsiteY17" fmla="*/ 6221 h 15760"/>
                  <a:gd name="connsiteX18" fmla="*/ 21404 w 21556"/>
                  <a:gd name="connsiteY18" fmla="*/ 5632 h 15760"/>
                  <a:gd name="connsiteX19" fmla="*/ 21553 w 21556"/>
                  <a:gd name="connsiteY19" fmla="*/ 4894 h 15760"/>
                  <a:gd name="connsiteX20" fmla="*/ 21354 w 21556"/>
                  <a:gd name="connsiteY20" fmla="*/ 4276 h 15760"/>
                  <a:gd name="connsiteX21" fmla="*/ 20946 w 21556"/>
                  <a:gd name="connsiteY21" fmla="*/ 3766 h 15760"/>
                  <a:gd name="connsiteX22" fmla="*/ 19953 w 21556"/>
                  <a:gd name="connsiteY22" fmla="*/ 2536 h 15760"/>
                  <a:gd name="connsiteX23" fmla="*/ 17966 w 21556"/>
                  <a:gd name="connsiteY23" fmla="*/ 77 h 15760"/>
                  <a:gd name="connsiteX0" fmla="*/ 17966 w 21556"/>
                  <a:gd name="connsiteY0" fmla="*/ 0 h 15683"/>
                  <a:gd name="connsiteX1" fmla="*/ 6171 w 21556"/>
                  <a:gd name="connsiteY1" fmla="*/ 2442 h 15683"/>
                  <a:gd name="connsiteX2" fmla="*/ 7562 w 21556"/>
                  <a:gd name="connsiteY2" fmla="*/ 4070 h 15683"/>
                  <a:gd name="connsiteX3" fmla="*/ 7792 w 21556"/>
                  <a:gd name="connsiteY3" fmla="*/ 4675 h 15683"/>
                  <a:gd name="connsiteX4" fmla="*/ 7572 w 21556"/>
                  <a:gd name="connsiteY4" fmla="*/ 5720 h 15683"/>
                  <a:gd name="connsiteX5" fmla="*/ 6171 w 21556"/>
                  <a:gd name="connsiteY5" fmla="*/ 7451 h 15683"/>
                  <a:gd name="connsiteX6" fmla="*/ 4141 w 21556"/>
                  <a:gd name="connsiteY6" fmla="*/ 9941 h 15683"/>
                  <a:gd name="connsiteX7" fmla="*/ 81 w 21556"/>
                  <a:gd name="connsiteY7" fmla="*/ 14922 h 15683"/>
                  <a:gd name="connsiteX8" fmla="*/ 81 w 21556"/>
                  <a:gd name="connsiteY8" fmla="*/ 15526 h 15683"/>
                  <a:gd name="connsiteX9" fmla="*/ 392 w 21556"/>
                  <a:gd name="connsiteY9" fmla="*/ 15675 h 15683"/>
                  <a:gd name="connsiteX10" fmla="*/ 12498 w 21556"/>
                  <a:gd name="connsiteY10" fmla="*/ 15675 h 15683"/>
                  <a:gd name="connsiteX11" fmla="*/ 13012 w 21556"/>
                  <a:gd name="connsiteY11" fmla="*/ 15580 h 15683"/>
                  <a:gd name="connsiteX12" fmla="*/ 13507 w 21556"/>
                  <a:gd name="connsiteY12" fmla="*/ 15221 h 15683"/>
                  <a:gd name="connsiteX13" fmla="*/ 13992 w 21556"/>
                  <a:gd name="connsiteY13" fmla="*/ 14726 h 15683"/>
                  <a:gd name="connsiteX14" fmla="*/ 17966 w 21556"/>
                  <a:gd name="connsiteY14" fmla="*/ 9822 h 15683"/>
                  <a:gd name="connsiteX15" fmla="*/ 19953 w 21556"/>
                  <a:gd name="connsiteY15" fmla="*/ 7370 h 15683"/>
                  <a:gd name="connsiteX16" fmla="*/ 20946 w 21556"/>
                  <a:gd name="connsiteY16" fmla="*/ 6144 h 15683"/>
                  <a:gd name="connsiteX17" fmla="*/ 21404 w 21556"/>
                  <a:gd name="connsiteY17" fmla="*/ 5555 h 15683"/>
                  <a:gd name="connsiteX18" fmla="*/ 21553 w 21556"/>
                  <a:gd name="connsiteY18" fmla="*/ 4817 h 15683"/>
                  <a:gd name="connsiteX19" fmla="*/ 21354 w 21556"/>
                  <a:gd name="connsiteY19" fmla="*/ 4199 h 15683"/>
                  <a:gd name="connsiteX20" fmla="*/ 20946 w 21556"/>
                  <a:gd name="connsiteY20" fmla="*/ 3689 h 15683"/>
                  <a:gd name="connsiteX21" fmla="*/ 19953 w 21556"/>
                  <a:gd name="connsiteY21" fmla="*/ 2459 h 15683"/>
                  <a:gd name="connsiteX22" fmla="*/ 17966 w 21556"/>
                  <a:gd name="connsiteY22" fmla="*/ 0 h 15683"/>
                  <a:gd name="connsiteX0" fmla="*/ 17966 w 21556"/>
                  <a:gd name="connsiteY0" fmla="*/ 0 h 15683"/>
                  <a:gd name="connsiteX1" fmla="*/ 7562 w 21556"/>
                  <a:gd name="connsiteY1" fmla="*/ 4070 h 15683"/>
                  <a:gd name="connsiteX2" fmla="*/ 7792 w 21556"/>
                  <a:gd name="connsiteY2" fmla="*/ 4675 h 15683"/>
                  <a:gd name="connsiteX3" fmla="*/ 7572 w 21556"/>
                  <a:gd name="connsiteY3" fmla="*/ 5720 h 15683"/>
                  <a:gd name="connsiteX4" fmla="*/ 6171 w 21556"/>
                  <a:gd name="connsiteY4" fmla="*/ 7451 h 15683"/>
                  <a:gd name="connsiteX5" fmla="*/ 4141 w 21556"/>
                  <a:gd name="connsiteY5" fmla="*/ 9941 h 15683"/>
                  <a:gd name="connsiteX6" fmla="*/ 81 w 21556"/>
                  <a:gd name="connsiteY6" fmla="*/ 14922 h 15683"/>
                  <a:gd name="connsiteX7" fmla="*/ 81 w 21556"/>
                  <a:gd name="connsiteY7" fmla="*/ 15526 h 15683"/>
                  <a:gd name="connsiteX8" fmla="*/ 392 w 21556"/>
                  <a:gd name="connsiteY8" fmla="*/ 15675 h 15683"/>
                  <a:gd name="connsiteX9" fmla="*/ 12498 w 21556"/>
                  <a:gd name="connsiteY9" fmla="*/ 15675 h 15683"/>
                  <a:gd name="connsiteX10" fmla="*/ 13012 w 21556"/>
                  <a:gd name="connsiteY10" fmla="*/ 15580 h 15683"/>
                  <a:gd name="connsiteX11" fmla="*/ 13507 w 21556"/>
                  <a:gd name="connsiteY11" fmla="*/ 15221 h 15683"/>
                  <a:gd name="connsiteX12" fmla="*/ 13992 w 21556"/>
                  <a:gd name="connsiteY12" fmla="*/ 14726 h 15683"/>
                  <a:gd name="connsiteX13" fmla="*/ 17966 w 21556"/>
                  <a:gd name="connsiteY13" fmla="*/ 9822 h 15683"/>
                  <a:gd name="connsiteX14" fmla="*/ 19953 w 21556"/>
                  <a:gd name="connsiteY14" fmla="*/ 7370 h 15683"/>
                  <a:gd name="connsiteX15" fmla="*/ 20946 w 21556"/>
                  <a:gd name="connsiteY15" fmla="*/ 6144 h 15683"/>
                  <a:gd name="connsiteX16" fmla="*/ 21404 w 21556"/>
                  <a:gd name="connsiteY16" fmla="*/ 5555 h 15683"/>
                  <a:gd name="connsiteX17" fmla="*/ 21553 w 21556"/>
                  <a:gd name="connsiteY17" fmla="*/ 4817 h 15683"/>
                  <a:gd name="connsiteX18" fmla="*/ 21354 w 21556"/>
                  <a:gd name="connsiteY18" fmla="*/ 4199 h 15683"/>
                  <a:gd name="connsiteX19" fmla="*/ 20946 w 21556"/>
                  <a:gd name="connsiteY19" fmla="*/ 3689 h 15683"/>
                  <a:gd name="connsiteX20" fmla="*/ 19953 w 21556"/>
                  <a:gd name="connsiteY20" fmla="*/ 2459 h 15683"/>
                  <a:gd name="connsiteX21" fmla="*/ 17966 w 21556"/>
                  <a:gd name="connsiteY21" fmla="*/ 0 h 15683"/>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562 w 21556"/>
                  <a:gd name="connsiteY1" fmla="*/ 1611 h 13224"/>
                  <a:gd name="connsiteX2" fmla="*/ 7792 w 21556"/>
                  <a:gd name="connsiteY2" fmla="*/ 2216 h 13224"/>
                  <a:gd name="connsiteX3" fmla="*/ 7613 w 21556"/>
                  <a:gd name="connsiteY3" fmla="*/ 1590 h 13224"/>
                  <a:gd name="connsiteX4" fmla="*/ 7572 w 21556"/>
                  <a:gd name="connsiteY4" fmla="*/ 3261 h 13224"/>
                  <a:gd name="connsiteX5" fmla="*/ 6171 w 21556"/>
                  <a:gd name="connsiteY5" fmla="*/ 4992 h 13224"/>
                  <a:gd name="connsiteX6" fmla="*/ 4141 w 21556"/>
                  <a:gd name="connsiteY6" fmla="*/ 7482 h 13224"/>
                  <a:gd name="connsiteX7" fmla="*/ 81 w 21556"/>
                  <a:gd name="connsiteY7" fmla="*/ 12463 h 13224"/>
                  <a:gd name="connsiteX8" fmla="*/ 81 w 21556"/>
                  <a:gd name="connsiteY8" fmla="*/ 13067 h 13224"/>
                  <a:gd name="connsiteX9" fmla="*/ 392 w 21556"/>
                  <a:gd name="connsiteY9" fmla="*/ 13216 h 13224"/>
                  <a:gd name="connsiteX10" fmla="*/ 12498 w 21556"/>
                  <a:gd name="connsiteY10" fmla="*/ 13216 h 13224"/>
                  <a:gd name="connsiteX11" fmla="*/ 13012 w 21556"/>
                  <a:gd name="connsiteY11" fmla="*/ 13121 h 13224"/>
                  <a:gd name="connsiteX12" fmla="*/ 13507 w 21556"/>
                  <a:gd name="connsiteY12" fmla="*/ 12762 h 13224"/>
                  <a:gd name="connsiteX13" fmla="*/ 13992 w 21556"/>
                  <a:gd name="connsiteY13" fmla="*/ 12267 h 13224"/>
                  <a:gd name="connsiteX14" fmla="*/ 17966 w 21556"/>
                  <a:gd name="connsiteY14" fmla="*/ 7363 h 13224"/>
                  <a:gd name="connsiteX15" fmla="*/ 19953 w 21556"/>
                  <a:gd name="connsiteY15" fmla="*/ 4911 h 13224"/>
                  <a:gd name="connsiteX16" fmla="*/ 20946 w 21556"/>
                  <a:gd name="connsiteY16" fmla="*/ 3685 h 13224"/>
                  <a:gd name="connsiteX17" fmla="*/ 21404 w 21556"/>
                  <a:gd name="connsiteY17" fmla="*/ 3096 h 13224"/>
                  <a:gd name="connsiteX18" fmla="*/ 21553 w 21556"/>
                  <a:gd name="connsiteY18" fmla="*/ 2358 h 13224"/>
                  <a:gd name="connsiteX19" fmla="*/ 21354 w 21556"/>
                  <a:gd name="connsiteY19" fmla="*/ 1740 h 13224"/>
                  <a:gd name="connsiteX20" fmla="*/ 20946 w 21556"/>
                  <a:gd name="connsiteY20" fmla="*/ 1230 h 13224"/>
                  <a:gd name="connsiteX21" fmla="*/ 19953 w 21556"/>
                  <a:gd name="connsiteY21" fmla="*/ 0 h 13224"/>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792 w 21556"/>
                  <a:gd name="connsiteY1" fmla="*/ 2216 h 13224"/>
                  <a:gd name="connsiteX2" fmla="*/ 7572 w 21556"/>
                  <a:gd name="connsiteY2" fmla="*/ 3261 h 13224"/>
                  <a:gd name="connsiteX3" fmla="*/ 6171 w 21556"/>
                  <a:gd name="connsiteY3" fmla="*/ 4992 h 13224"/>
                  <a:gd name="connsiteX4" fmla="*/ 4141 w 21556"/>
                  <a:gd name="connsiteY4" fmla="*/ 7482 h 13224"/>
                  <a:gd name="connsiteX5" fmla="*/ 81 w 21556"/>
                  <a:gd name="connsiteY5" fmla="*/ 12463 h 13224"/>
                  <a:gd name="connsiteX6" fmla="*/ 81 w 21556"/>
                  <a:gd name="connsiteY6" fmla="*/ 13067 h 13224"/>
                  <a:gd name="connsiteX7" fmla="*/ 392 w 21556"/>
                  <a:gd name="connsiteY7" fmla="*/ 13216 h 13224"/>
                  <a:gd name="connsiteX8" fmla="*/ 12498 w 21556"/>
                  <a:gd name="connsiteY8" fmla="*/ 13216 h 13224"/>
                  <a:gd name="connsiteX9" fmla="*/ 13012 w 21556"/>
                  <a:gd name="connsiteY9" fmla="*/ 13121 h 13224"/>
                  <a:gd name="connsiteX10" fmla="*/ 13507 w 21556"/>
                  <a:gd name="connsiteY10" fmla="*/ 12762 h 13224"/>
                  <a:gd name="connsiteX11" fmla="*/ 13992 w 21556"/>
                  <a:gd name="connsiteY11" fmla="*/ 12267 h 13224"/>
                  <a:gd name="connsiteX12" fmla="*/ 17966 w 21556"/>
                  <a:gd name="connsiteY12" fmla="*/ 7363 h 13224"/>
                  <a:gd name="connsiteX13" fmla="*/ 19953 w 21556"/>
                  <a:gd name="connsiteY13" fmla="*/ 4911 h 13224"/>
                  <a:gd name="connsiteX14" fmla="*/ 20946 w 21556"/>
                  <a:gd name="connsiteY14" fmla="*/ 3685 h 13224"/>
                  <a:gd name="connsiteX15" fmla="*/ 21404 w 21556"/>
                  <a:gd name="connsiteY15" fmla="*/ 3096 h 13224"/>
                  <a:gd name="connsiteX16" fmla="*/ 21553 w 21556"/>
                  <a:gd name="connsiteY16" fmla="*/ 2358 h 13224"/>
                  <a:gd name="connsiteX17" fmla="*/ 21354 w 21556"/>
                  <a:gd name="connsiteY17" fmla="*/ 1740 h 13224"/>
                  <a:gd name="connsiteX18" fmla="*/ 20946 w 21556"/>
                  <a:gd name="connsiteY18" fmla="*/ 1230 h 13224"/>
                  <a:gd name="connsiteX19" fmla="*/ 19953 w 21556"/>
                  <a:gd name="connsiteY19" fmla="*/ 0 h 13224"/>
                  <a:gd name="connsiteX0" fmla="*/ 20946 w 21556"/>
                  <a:gd name="connsiteY0" fmla="*/ 0 h 11994"/>
                  <a:gd name="connsiteX1" fmla="*/ 7792 w 21556"/>
                  <a:gd name="connsiteY1" fmla="*/ 986 h 11994"/>
                  <a:gd name="connsiteX2" fmla="*/ 7572 w 21556"/>
                  <a:gd name="connsiteY2" fmla="*/ 2031 h 11994"/>
                  <a:gd name="connsiteX3" fmla="*/ 6171 w 21556"/>
                  <a:gd name="connsiteY3" fmla="*/ 3762 h 11994"/>
                  <a:gd name="connsiteX4" fmla="*/ 4141 w 21556"/>
                  <a:gd name="connsiteY4" fmla="*/ 6252 h 11994"/>
                  <a:gd name="connsiteX5" fmla="*/ 81 w 21556"/>
                  <a:gd name="connsiteY5" fmla="*/ 11233 h 11994"/>
                  <a:gd name="connsiteX6" fmla="*/ 81 w 21556"/>
                  <a:gd name="connsiteY6" fmla="*/ 11837 h 11994"/>
                  <a:gd name="connsiteX7" fmla="*/ 392 w 21556"/>
                  <a:gd name="connsiteY7" fmla="*/ 11986 h 11994"/>
                  <a:gd name="connsiteX8" fmla="*/ 12498 w 21556"/>
                  <a:gd name="connsiteY8" fmla="*/ 11986 h 11994"/>
                  <a:gd name="connsiteX9" fmla="*/ 13012 w 21556"/>
                  <a:gd name="connsiteY9" fmla="*/ 11891 h 11994"/>
                  <a:gd name="connsiteX10" fmla="*/ 13507 w 21556"/>
                  <a:gd name="connsiteY10" fmla="*/ 11532 h 11994"/>
                  <a:gd name="connsiteX11" fmla="*/ 13992 w 21556"/>
                  <a:gd name="connsiteY11" fmla="*/ 11037 h 11994"/>
                  <a:gd name="connsiteX12" fmla="*/ 17966 w 21556"/>
                  <a:gd name="connsiteY12" fmla="*/ 6133 h 11994"/>
                  <a:gd name="connsiteX13" fmla="*/ 19953 w 21556"/>
                  <a:gd name="connsiteY13" fmla="*/ 3681 h 11994"/>
                  <a:gd name="connsiteX14" fmla="*/ 20946 w 21556"/>
                  <a:gd name="connsiteY14" fmla="*/ 2455 h 11994"/>
                  <a:gd name="connsiteX15" fmla="*/ 21404 w 21556"/>
                  <a:gd name="connsiteY15" fmla="*/ 1866 h 11994"/>
                  <a:gd name="connsiteX16" fmla="*/ 21553 w 21556"/>
                  <a:gd name="connsiteY16" fmla="*/ 1128 h 11994"/>
                  <a:gd name="connsiteX17" fmla="*/ 21354 w 21556"/>
                  <a:gd name="connsiteY17" fmla="*/ 510 h 11994"/>
                  <a:gd name="connsiteX18" fmla="*/ 20946 w 21556"/>
                  <a:gd name="connsiteY18" fmla="*/ 0 h 11994"/>
                  <a:gd name="connsiteX0" fmla="*/ 21354 w 21556"/>
                  <a:gd name="connsiteY0" fmla="*/ 0 h 11484"/>
                  <a:gd name="connsiteX1" fmla="*/ 7792 w 21556"/>
                  <a:gd name="connsiteY1" fmla="*/ 476 h 11484"/>
                  <a:gd name="connsiteX2" fmla="*/ 7572 w 21556"/>
                  <a:gd name="connsiteY2" fmla="*/ 1521 h 11484"/>
                  <a:gd name="connsiteX3" fmla="*/ 6171 w 21556"/>
                  <a:gd name="connsiteY3" fmla="*/ 3252 h 11484"/>
                  <a:gd name="connsiteX4" fmla="*/ 4141 w 21556"/>
                  <a:gd name="connsiteY4" fmla="*/ 5742 h 11484"/>
                  <a:gd name="connsiteX5" fmla="*/ 81 w 21556"/>
                  <a:gd name="connsiteY5" fmla="*/ 10723 h 11484"/>
                  <a:gd name="connsiteX6" fmla="*/ 81 w 21556"/>
                  <a:gd name="connsiteY6" fmla="*/ 11327 h 11484"/>
                  <a:gd name="connsiteX7" fmla="*/ 392 w 21556"/>
                  <a:gd name="connsiteY7" fmla="*/ 11476 h 11484"/>
                  <a:gd name="connsiteX8" fmla="*/ 12498 w 21556"/>
                  <a:gd name="connsiteY8" fmla="*/ 11476 h 11484"/>
                  <a:gd name="connsiteX9" fmla="*/ 13012 w 21556"/>
                  <a:gd name="connsiteY9" fmla="*/ 11381 h 11484"/>
                  <a:gd name="connsiteX10" fmla="*/ 13507 w 21556"/>
                  <a:gd name="connsiteY10" fmla="*/ 11022 h 11484"/>
                  <a:gd name="connsiteX11" fmla="*/ 13992 w 21556"/>
                  <a:gd name="connsiteY11" fmla="*/ 10527 h 11484"/>
                  <a:gd name="connsiteX12" fmla="*/ 17966 w 21556"/>
                  <a:gd name="connsiteY12" fmla="*/ 5623 h 11484"/>
                  <a:gd name="connsiteX13" fmla="*/ 19953 w 21556"/>
                  <a:gd name="connsiteY13" fmla="*/ 3171 h 11484"/>
                  <a:gd name="connsiteX14" fmla="*/ 20946 w 21556"/>
                  <a:gd name="connsiteY14" fmla="*/ 1945 h 11484"/>
                  <a:gd name="connsiteX15" fmla="*/ 21404 w 21556"/>
                  <a:gd name="connsiteY15" fmla="*/ 1356 h 11484"/>
                  <a:gd name="connsiteX16" fmla="*/ 21553 w 21556"/>
                  <a:gd name="connsiteY16" fmla="*/ 618 h 11484"/>
                  <a:gd name="connsiteX17" fmla="*/ 21354 w 21556"/>
                  <a:gd name="connsiteY17" fmla="*/ 0 h 11484"/>
                  <a:gd name="connsiteX0" fmla="*/ 21553 w 21556"/>
                  <a:gd name="connsiteY0" fmla="*/ 206 h 11072"/>
                  <a:gd name="connsiteX1" fmla="*/ 7792 w 21556"/>
                  <a:gd name="connsiteY1" fmla="*/ 64 h 11072"/>
                  <a:gd name="connsiteX2" fmla="*/ 7572 w 21556"/>
                  <a:gd name="connsiteY2" fmla="*/ 1109 h 11072"/>
                  <a:gd name="connsiteX3" fmla="*/ 6171 w 21556"/>
                  <a:gd name="connsiteY3" fmla="*/ 2840 h 11072"/>
                  <a:gd name="connsiteX4" fmla="*/ 4141 w 21556"/>
                  <a:gd name="connsiteY4" fmla="*/ 5330 h 11072"/>
                  <a:gd name="connsiteX5" fmla="*/ 81 w 21556"/>
                  <a:gd name="connsiteY5" fmla="*/ 10311 h 11072"/>
                  <a:gd name="connsiteX6" fmla="*/ 81 w 21556"/>
                  <a:gd name="connsiteY6" fmla="*/ 10915 h 11072"/>
                  <a:gd name="connsiteX7" fmla="*/ 392 w 21556"/>
                  <a:gd name="connsiteY7" fmla="*/ 11064 h 11072"/>
                  <a:gd name="connsiteX8" fmla="*/ 12498 w 21556"/>
                  <a:gd name="connsiteY8" fmla="*/ 11064 h 11072"/>
                  <a:gd name="connsiteX9" fmla="*/ 13012 w 21556"/>
                  <a:gd name="connsiteY9" fmla="*/ 10969 h 11072"/>
                  <a:gd name="connsiteX10" fmla="*/ 13507 w 21556"/>
                  <a:gd name="connsiteY10" fmla="*/ 10610 h 11072"/>
                  <a:gd name="connsiteX11" fmla="*/ 13992 w 21556"/>
                  <a:gd name="connsiteY11" fmla="*/ 10115 h 11072"/>
                  <a:gd name="connsiteX12" fmla="*/ 17966 w 21556"/>
                  <a:gd name="connsiteY12" fmla="*/ 5211 h 11072"/>
                  <a:gd name="connsiteX13" fmla="*/ 19953 w 21556"/>
                  <a:gd name="connsiteY13" fmla="*/ 2759 h 11072"/>
                  <a:gd name="connsiteX14" fmla="*/ 20946 w 21556"/>
                  <a:gd name="connsiteY14" fmla="*/ 1533 h 11072"/>
                  <a:gd name="connsiteX15" fmla="*/ 21404 w 21556"/>
                  <a:gd name="connsiteY15" fmla="*/ 944 h 11072"/>
                  <a:gd name="connsiteX16" fmla="*/ 21553 w 21556"/>
                  <a:gd name="connsiteY16" fmla="*/ 206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40" name="îsḻïdè">
                <a:extLst>
                  <a:ext uri="{FF2B5EF4-FFF2-40B4-BE49-F238E27FC236}">
                    <a16:creationId xmlns:a16="http://schemas.microsoft.com/office/drawing/2014/main" xmlns="" id="{76C7E504-F4B9-4EC9-B1C2-94E25AAF5DF2}"/>
                  </a:ext>
                </a:extLst>
              </p:cNvPr>
              <p:cNvSpPr/>
              <p:nvPr/>
            </p:nvSpPr>
            <p:spPr bwMode="auto">
              <a:xfrm flipV="1">
                <a:off x="7768474" y="1747497"/>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 fmla="*/ 12498 w 21556"/>
                  <a:gd name="connsiteY0" fmla="*/ 3 h 21546"/>
                  <a:gd name="connsiteX1" fmla="*/ 81 w 21556"/>
                  <a:gd name="connsiteY1" fmla="*/ 749 h 21546"/>
                  <a:gd name="connsiteX2" fmla="*/ 4141 w 21556"/>
                  <a:gd name="connsiteY2" fmla="*/ 5786 h 21546"/>
                  <a:gd name="connsiteX3" fmla="*/ 6171 w 21556"/>
                  <a:gd name="connsiteY3" fmla="*/ 8305 h 21546"/>
                  <a:gd name="connsiteX4" fmla="*/ 7562 w 21556"/>
                  <a:gd name="connsiteY4" fmla="*/ 9933 h 21546"/>
                  <a:gd name="connsiteX5" fmla="*/ 7792 w 21556"/>
                  <a:gd name="connsiteY5" fmla="*/ 10538 h 21546"/>
                  <a:gd name="connsiteX6" fmla="*/ 7572 w 21556"/>
                  <a:gd name="connsiteY6" fmla="*/ 11583 h 21546"/>
                  <a:gd name="connsiteX7" fmla="*/ 6171 w 21556"/>
                  <a:gd name="connsiteY7" fmla="*/ 13314 h 21546"/>
                  <a:gd name="connsiteX8" fmla="*/ 4141 w 21556"/>
                  <a:gd name="connsiteY8" fmla="*/ 15804 h 21546"/>
                  <a:gd name="connsiteX9" fmla="*/ 81 w 21556"/>
                  <a:gd name="connsiteY9" fmla="*/ 20785 h 21546"/>
                  <a:gd name="connsiteX10" fmla="*/ 81 w 21556"/>
                  <a:gd name="connsiteY10" fmla="*/ 21389 h 21546"/>
                  <a:gd name="connsiteX11" fmla="*/ 392 w 21556"/>
                  <a:gd name="connsiteY11" fmla="*/ 21538 h 21546"/>
                  <a:gd name="connsiteX12" fmla="*/ 12498 w 21556"/>
                  <a:gd name="connsiteY12" fmla="*/ 21538 h 21546"/>
                  <a:gd name="connsiteX13" fmla="*/ 13012 w 21556"/>
                  <a:gd name="connsiteY13" fmla="*/ 21443 h 21546"/>
                  <a:gd name="connsiteX14" fmla="*/ 13507 w 21556"/>
                  <a:gd name="connsiteY14" fmla="*/ 21084 h 21546"/>
                  <a:gd name="connsiteX15" fmla="*/ 13992 w 21556"/>
                  <a:gd name="connsiteY15" fmla="*/ 20589 h 21546"/>
                  <a:gd name="connsiteX16" fmla="*/ 17966 w 21556"/>
                  <a:gd name="connsiteY16" fmla="*/ 15685 h 21546"/>
                  <a:gd name="connsiteX17" fmla="*/ 19953 w 21556"/>
                  <a:gd name="connsiteY17" fmla="*/ 13233 h 21546"/>
                  <a:gd name="connsiteX18" fmla="*/ 20946 w 21556"/>
                  <a:gd name="connsiteY18" fmla="*/ 12007 h 21546"/>
                  <a:gd name="connsiteX19" fmla="*/ 21404 w 21556"/>
                  <a:gd name="connsiteY19" fmla="*/ 11418 h 21546"/>
                  <a:gd name="connsiteX20" fmla="*/ 21553 w 21556"/>
                  <a:gd name="connsiteY20" fmla="*/ 10680 h 21546"/>
                  <a:gd name="connsiteX21" fmla="*/ 21354 w 21556"/>
                  <a:gd name="connsiteY21" fmla="*/ 10062 h 21546"/>
                  <a:gd name="connsiteX22" fmla="*/ 20946 w 21556"/>
                  <a:gd name="connsiteY22" fmla="*/ 9552 h 21546"/>
                  <a:gd name="connsiteX23" fmla="*/ 19953 w 21556"/>
                  <a:gd name="connsiteY23" fmla="*/ 8322 h 21546"/>
                  <a:gd name="connsiteX24" fmla="*/ 17966 w 21556"/>
                  <a:gd name="connsiteY24" fmla="*/ 5863 h 21546"/>
                  <a:gd name="connsiteX25" fmla="*/ 13992 w 21556"/>
                  <a:gd name="connsiteY25" fmla="*/ 945 h 21546"/>
                  <a:gd name="connsiteX26" fmla="*/ 13507 w 21556"/>
                  <a:gd name="connsiteY26" fmla="*/ 457 h 21546"/>
                  <a:gd name="connsiteX27" fmla="*/ 13012 w 21556"/>
                  <a:gd name="connsiteY27" fmla="*/ 98 h 21546"/>
                  <a:gd name="connsiteX28" fmla="*/ 12498 w 21556"/>
                  <a:gd name="connsiteY28" fmla="*/ 3 h 21546"/>
                  <a:gd name="connsiteX0" fmla="*/ 12498 w 21556"/>
                  <a:gd name="connsiteY0" fmla="*/ 3 h 21546"/>
                  <a:gd name="connsiteX1" fmla="*/ 4141 w 21556"/>
                  <a:gd name="connsiteY1" fmla="*/ 5786 h 21546"/>
                  <a:gd name="connsiteX2" fmla="*/ 6171 w 21556"/>
                  <a:gd name="connsiteY2" fmla="*/ 8305 h 21546"/>
                  <a:gd name="connsiteX3" fmla="*/ 7562 w 21556"/>
                  <a:gd name="connsiteY3" fmla="*/ 9933 h 21546"/>
                  <a:gd name="connsiteX4" fmla="*/ 7792 w 21556"/>
                  <a:gd name="connsiteY4" fmla="*/ 10538 h 21546"/>
                  <a:gd name="connsiteX5" fmla="*/ 7572 w 21556"/>
                  <a:gd name="connsiteY5" fmla="*/ 11583 h 21546"/>
                  <a:gd name="connsiteX6" fmla="*/ 6171 w 21556"/>
                  <a:gd name="connsiteY6" fmla="*/ 13314 h 21546"/>
                  <a:gd name="connsiteX7" fmla="*/ 4141 w 21556"/>
                  <a:gd name="connsiteY7" fmla="*/ 15804 h 21546"/>
                  <a:gd name="connsiteX8" fmla="*/ 81 w 21556"/>
                  <a:gd name="connsiteY8" fmla="*/ 20785 h 21546"/>
                  <a:gd name="connsiteX9" fmla="*/ 81 w 21556"/>
                  <a:gd name="connsiteY9" fmla="*/ 21389 h 21546"/>
                  <a:gd name="connsiteX10" fmla="*/ 392 w 21556"/>
                  <a:gd name="connsiteY10" fmla="*/ 21538 h 21546"/>
                  <a:gd name="connsiteX11" fmla="*/ 12498 w 21556"/>
                  <a:gd name="connsiteY11" fmla="*/ 21538 h 21546"/>
                  <a:gd name="connsiteX12" fmla="*/ 13012 w 21556"/>
                  <a:gd name="connsiteY12" fmla="*/ 21443 h 21546"/>
                  <a:gd name="connsiteX13" fmla="*/ 13507 w 21556"/>
                  <a:gd name="connsiteY13" fmla="*/ 21084 h 21546"/>
                  <a:gd name="connsiteX14" fmla="*/ 13992 w 21556"/>
                  <a:gd name="connsiteY14" fmla="*/ 20589 h 21546"/>
                  <a:gd name="connsiteX15" fmla="*/ 17966 w 21556"/>
                  <a:gd name="connsiteY15" fmla="*/ 15685 h 21546"/>
                  <a:gd name="connsiteX16" fmla="*/ 19953 w 21556"/>
                  <a:gd name="connsiteY16" fmla="*/ 13233 h 21546"/>
                  <a:gd name="connsiteX17" fmla="*/ 20946 w 21556"/>
                  <a:gd name="connsiteY17" fmla="*/ 12007 h 21546"/>
                  <a:gd name="connsiteX18" fmla="*/ 21404 w 21556"/>
                  <a:gd name="connsiteY18" fmla="*/ 11418 h 21546"/>
                  <a:gd name="connsiteX19" fmla="*/ 21553 w 21556"/>
                  <a:gd name="connsiteY19" fmla="*/ 10680 h 21546"/>
                  <a:gd name="connsiteX20" fmla="*/ 21354 w 21556"/>
                  <a:gd name="connsiteY20" fmla="*/ 10062 h 21546"/>
                  <a:gd name="connsiteX21" fmla="*/ 20946 w 21556"/>
                  <a:gd name="connsiteY21" fmla="*/ 9552 h 21546"/>
                  <a:gd name="connsiteX22" fmla="*/ 19953 w 21556"/>
                  <a:gd name="connsiteY22" fmla="*/ 8322 h 21546"/>
                  <a:gd name="connsiteX23" fmla="*/ 17966 w 21556"/>
                  <a:gd name="connsiteY23" fmla="*/ 5863 h 21546"/>
                  <a:gd name="connsiteX24" fmla="*/ 13992 w 21556"/>
                  <a:gd name="connsiteY24" fmla="*/ 945 h 21546"/>
                  <a:gd name="connsiteX25" fmla="*/ 13507 w 21556"/>
                  <a:gd name="connsiteY25" fmla="*/ 457 h 21546"/>
                  <a:gd name="connsiteX26" fmla="*/ 13012 w 21556"/>
                  <a:gd name="connsiteY26" fmla="*/ 98 h 21546"/>
                  <a:gd name="connsiteX27" fmla="*/ 12498 w 21556"/>
                  <a:gd name="connsiteY27" fmla="*/ 3 h 21546"/>
                  <a:gd name="connsiteX0" fmla="*/ 13012 w 21556"/>
                  <a:gd name="connsiteY0" fmla="*/ 0 h 21448"/>
                  <a:gd name="connsiteX1" fmla="*/ 4141 w 21556"/>
                  <a:gd name="connsiteY1" fmla="*/ 5688 h 21448"/>
                  <a:gd name="connsiteX2" fmla="*/ 6171 w 21556"/>
                  <a:gd name="connsiteY2" fmla="*/ 8207 h 21448"/>
                  <a:gd name="connsiteX3" fmla="*/ 7562 w 21556"/>
                  <a:gd name="connsiteY3" fmla="*/ 9835 h 21448"/>
                  <a:gd name="connsiteX4" fmla="*/ 7792 w 21556"/>
                  <a:gd name="connsiteY4" fmla="*/ 10440 h 21448"/>
                  <a:gd name="connsiteX5" fmla="*/ 7572 w 21556"/>
                  <a:gd name="connsiteY5" fmla="*/ 11485 h 21448"/>
                  <a:gd name="connsiteX6" fmla="*/ 6171 w 21556"/>
                  <a:gd name="connsiteY6" fmla="*/ 13216 h 21448"/>
                  <a:gd name="connsiteX7" fmla="*/ 4141 w 21556"/>
                  <a:gd name="connsiteY7" fmla="*/ 15706 h 21448"/>
                  <a:gd name="connsiteX8" fmla="*/ 81 w 21556"/>
                  <a:gd name="connsiteY8" fmla="*/ 20687 h 21448"/>
                  <a:gd name="connsiteX9" fmla="*/ 81 w 21556"/>
                  <a:gd name="connsiteY9" fmla="*/ 21291 h 21448"/>
                  <a:gd name="connsiteX10" fmla="*/ 392 w 21556"/>
                  <a:gd name="connsiteY10" fmla="*/ 21440 h 21448"/>
                  <a:gd name="connsiteX11" fmla="*/ 12498 w 21556"/>
                  <a:gd name="connsiteY11" fmla="*/ 21440 h 21448"/>
                  <a:gd name="connsiteX12" fmla="*/ 13012 w 21556"/>
                  <a:gd name="connsiteY12" fmla="*/ 21345 h 21448"/>
                  <a:gd name="connsiteX13" fmla="*/ 13507 w 21556"/>
                  <a:gd name="connsiteY13" fmla="*/ 20986 h 21448"/>
                  <a:gd name="connsiteX14" fmla="*/ 13992 w 21556"/>
                  <a:gd name="connsiteY14" fmla="*/ 20491 h 21448"/>
                  <a:gd name="connsiteX15" fmla="*/ 17966 w 21556"/>
                  <a:gd name="connsiteY15" fmla="*/ 15587 h 21448"/>
                  <a:gd name="connsiteX16" fmla="*/ 19953 w 21556"/>
                  <a:gd name="connsiteY16" fmla="*/ 13135 h 21448"/>
                  <a:gd name="connsiteX17" fmla="*/ 20946 w 21556"/>
                  <a:gd name="connsiteY17" fmla="*/ 11909 h 21448"/>
                  <a:gd name="connsiteX18" fmla="*/ 21404 w 21556"/>
                  <a:gd name="connsiteY18" fmla="*/ 11320 h 21448"/>
                  <a:gd name="connsiteX19" fmla="*/ 21553 w 21556"/>
                  <a:gd name="connsiteY19" fmla="*/ 10582 h 21448"/>
                  <a:gd name="connsiteX20" fmla="*/ 21354 w 21556"/>
                  <a:gd name="connsiteY20" fmla="*/ 9964 h 21448"/>
                  <a:gd name="connsiteX21" fmla="*/ 20946 w 21556"/>
                  <a:gd name="connsiteY21" fmla="*/ 9454 h 21448"/>
                  <a:gd name="connsiteX22" fmla="*/ 19953 w 21556"/>
                  <a:gd name="connsiteY22" fmla="*/ 8224 h 21448"/>
                  <a:gd name="connsiteX23" fmla="*/ 17966 w 21556"/>
                  <a:gd name="connsiteY23" fmla="*/ 5765 h 21448"/>
                  <a:gd name="connsiteX24" fmla="*/ 13992 w 21556"/>
                  <a:gd name="connsiteY24" fmla="*/ 847 h 21448"/>
                  <a:gd name="connsiteX25" fmla="*/ 13507 w 21556"/>
                  <a:gd name="connsiteY25" fmla="*/ 359 h 21448"/>
                  <a:gd name="connsiteX26" fmla="*/ 13012 w 21556"/>
                  <a:gd name="connsiteY26" fmla="*/ 0 h 21448"/>
                  <a:gd name="connsiteX0" fmla="*/ 13507 w 21556"/>
                  <a:gd name="connsiteY0" fmla="*/ 289 h 21378"/>
                  <a:gd name="connsiteX1" fmla="*/ 4141 w 21556"/>
                  <a:gd name="connsiteY1" fmla="*/ 5618 h 21378"/>
                  <a:gd name="connsiteX2" fmla="*/ 6171 w 21556"/>
                  <a:gd name="connsiteY2" fmla="*/ 8137 h 21378"/>
                  <a:gd name="connsiteX3" fmla="*/ 7562 w 21556"/>
                  <a:gd name="connsiteY3" fmla="*/ 9765 h 21378"/>
                  <a:gd name="connsiteX4" fmla="*/ 7792 w 21556"/>
                  <a:gd name="connsiteY4" fmla="*/ 10370 h 21378"/>
                  <a:gd name="connsiteX5" fmla="*/ 7572 w 21556"/>
                  <a:gd name="connsiteY5" fmla="*/ 11415 h 21378"/>
                  <a:gd name="connsiteX6" fmla="*/ 6171 w 21556"/>
                  <a:gd name="connsiteY6" fmla="*/ 13146 h 21378"/>
                  <a:gd name="connsiteX7" fmla="*/ 4141 w 21556"/>
                  <a:gd name="connsiteY7" fmla="*/ 15636 h 21378"/>
                  <a:gd name="connsiteX8" fmla="*/ 81 w 21556"/>
                  <a:gd name="connsiteY8" fmla="*/ 20617 h 21378"/>
                  <a:gd name="connsiteX9" fmla="*/ 81 w 21556"/>
                  <a:gd name="connsiteY9" fmla="*/ 21221 h 21378"/>
                  <a:gd name="connsiteX10" fmla="*/ 392 w 21556"/>
                  <a:gd name="connsiteY10" fmla="*/ 21370 h 21378"/>
                  <a:gd name="connsiteX11" fmla="*/ 12498 w 21556"/>
                  <a:gd name="connsiteY11" fmla="*/ 21370 h 21378"/>
                  <a:gd name="connsiteX12" fmla="*/ 13012 w 21556"/>
                  <a:gd name="connsiteY12" fmla="*/ 21275 h 21378"/>
                  <a:gd name="connsiteX13" fmla="*/ 13507 w 21556"/>
                  <a:gd name="connsiteY13" fmla="*/ 20916 h 21378"/>
                  <a:gd name="connsiteX14" fmla="*/ 13992 w 21556"/>
                  <a:gd name="connsiteY14" fmla="*/ 20421 h 21378"/>
                  <a:gd name="connsiteX15" fmla="*/ 17966 w 21556"/>
                  <a:gd name="connsiteY15" fmla="*/ 15517 h 21378"/>
                  <a:gd name="connsiteX16" fmla="*/ 19953 w 21556"/>
                  <a:gd name="connsiteY16" fmla="*/ 13065 h 21378"/>
                  <a:gd name="connsiteX17" fmla="*/ 20946 w 21556"/>
                  <a:gd name="connsiteY17" fmla="*/ 11839 h 21378"/>
                  <a:gd name="connsiteX18" fmla="*/ 21404 w 21556"/>
                  <a:gd name="connsiteY18" fmla="*/ 11250 h 21378"/>
                  <a:gd name="connsiteX19" fmla="*/ 21553 w 21556"/>
                  <a:gd name="connsiteY19" fmla="*/ 10512 h 21378"/>
                  <a:gd name="connsiteX20" fmla="*/ 21354 w 21556"/>
                  <a:gd name="connsiteY20" fmla="*/ 9894 h 21378"/>
                  <a:gd name="connsiteX21" fmla="*/ 20946 w 21556"/>
                  <a:gd name="connsiteY21" fmla="*/ 9384 h 21378"/>
                  <a:gd name="connsiteX22" fmla="*/ 19953 w 21556"/>
                  <a:gd name="connsiteY22" fmla="*/ 8154 h 21378"/>
                  <a:gd name="connsiteX23" fmla="*/ 17966 w 21556"/>
                  <a:gd name="connsiteY23" fmla="*/ 5695 h 21378"/>
                  <a:gd name="connsiteX24" fmla="*/ 13992 w 21556"/>
                  <a:gd name="connsiteY24" fmla="*/ 777 h 21378"/>
                  <a:gd name="connsiteX25" fmla="*/ 13507 w 21556"/>
                  <a:gd name="connsiteY25" fmla="*/ 289 h 21378"/>
                  <a:gd name="connsiteX0" fmla="*/ 13992 w 21556"/>
                  <a:gd name="connsiteY0" fmla="*/ 1 h 20602"/>
                  <a:gd name="connsiteX1" fmla="*/ 4141 w 21556"/>
                  <a:gd name="connsiteY1" fmla="*/ 4842 h 20602"/>
                  <a:gd name="connsiteX2" fmla="*/ 6171 w 21556"/>
                  <a:gd name="connsiteY2" fmla="*/ 7361 h 20602"/>
                  <a:gd name="connsiteX3" fmla="*/ 7562 w 21556"/>
                  <a:gd name="connsiteY3" fmla="*/ 8989 h 20602"/>
                  <a:gd name="connsiteX4" fmla="*/ 7792 w 21556"/>
                  <a:gd name="connsiteY4" fmla="*/ 9594 h 20602"/>
                  <a:gd name="connsiteX5" fmla="*/ 7572 w 21556"/>
                  <a:gd name="connsiteY5" fmla="*/ 10639 h 20602"/>
                  <a:gd name="connsiteX6" fmla="*/ 6171 w 21556"/>
                  <a:gd name="connsiteY6" fmla="*/ 12370 h 20602"/>
                  <a:gd name="connsiteX7" fmla="*/ 4141 w 21556"/>
                  <a:gd name="connsiteY7" fmla="*/ 14860 h 20602"/>
                  <a:gd name="connsiteX8" fmla="*/ 81 w 21556"/>
                  <a:gd name="connsiteY8" fmla="*/ 19841 h 20602"/>
                  <a:gd name="connsiteX9" fmla="*/ 81 w 21556"/>
                  <a:gd name="connsiteY9" fmla="*/ 20445 h 20602"/>
                  <a:gd name="connsiteX10" fmla="*/ 392 w 21556"/>
                  <a:gd name="connsiteY10" fmla="*/ 20594 h 20602"/>
                  <a:gd name="connsiteX11" fmla="*/ 12498 w 21556"/>
                  <a:gd name="connsiteY11" fmla="*/ 20594 h 20602"/>
                  <a:gd name="connsiteX12" fmla="*/ 13012 w 21556"/>
                  <a:gd name="connsiteY12" fmla="*/ 20499 h 20602"/>
                  <a:gd name="connsiteX13" fmla="*/ 13507 w 21556"/>
                  <a:gd name="connsiteY13" fmla="*/ 20140 h 20602"/>
                  <a:gd name="connsiteX14" fmla="*/ 13992 w 21556"/>
                  <a:gd name="connsiteY14" fmla="*/ 19645 h 20602"/>
                  <a:gd name="connsiteX15" fmla="*/ 17966 w 21556"/>
                  <a:gd name="connsiteY15" fmla="*/ 14741 h 20602"/>
                  <a:gd name="connsiteX16" fmla="*/ 19953 w 21556"/>
                  <a:gd name="connsiteY16" fmla="*/ 12289 h 20602"/>
                  <a:gd name="connsiteX17" fmla="*/ 20946 w 21556"/>
                  <a:gd name="connsiteY17" fmla="*/ 11063 h 20602"/>
                  <a:gd name="connsiteX18" fmla="*/ 21404 w 21556"/>
                  <a:gd name="connsiteY18" fmla="*/ 10474 h 20602"/>
                  <a:gd name="connsiteX19" fmla="*/ 21553 w 21556"/>
                  <a:gd name="connsiteY19" fmla="*/ 9736 h 20602"/>
                  <a:gd name="connsiteX20" fmla="*/ 21354 w 21556"/>
                  <a:gd name="connsiteY20" fmla="*/ 9118 h 20602"/>
                  <a:gd name="connsiteX21" fmla="*/ 20946 w 21556"/>
                  <a:gd name="connsiteY21" fmla="*/ 8608 h 20602"/>
                  <a:gd name="connsiteX22" fmla="*/ 19953 w 21556"/>
                  <a:gd name="connsiteY22" fmla="*/ 7378 h 20602"/>
                  <a:gd name="connsiteX23" fmla="*/ 17966 w 21556"/>
                  <a:gd name="connsiteY23" fmla="*/ 4919 h 20602"/>
                  <a:gd name="connsiteX24" fmla="*/ 13992 w 21556"/>
                  <a:gd name="connsiteY24" fmla="*/ 1 h 20602"/>
                  <a:gd name="connsiteX0" fmla="*/ 17966 w 21556"/>
                  <a:gd name="connsiteY0" fmla="*/ 77 h 15760"/>
                  <a:gd name="connsiteX1" fmla="*/ 4141 w 21556"/>
                  <a:gd name="connsiteY1" fmla="*/ 0 h 15760"/>
                  <a:gd name="connsiteX2" fmla="*/ 6171 w 21556"/>
                  <a:gd name="connsiteY2" fmla="*/ 2519 h 15760"/>
                  <a:gd name="connsiteX3" fmla="*/ 7562 w 21556"/>
                  <a:gd name="connsiteY3" fmla="*/ 4147 h 15760"/>
                  <a:gd name="connsiteX4" fmla="*/ 7792 w 21556"/>
                  <a:gd name="connsiteY4" fmla="*/ 4752 h 15760"/>
                  <a:gd name="connsiteX5" fmla="*/ 7572 w 21556"/>
                  <a:gd name="connsiteY5" fmla="*/ 5797 h 15760"/>
                  <a:gd name="connsiteX6" fmla="*/ 6171 w 21556"/>
                  <a:gd name="connsiteY6" fmla="*/ 7528 h 15760"/>
                  <a:gd name="connsiteX7" fmla="*/ 4141 w 21556"/>
                  <a:gd name="connsiteY7" fmla="*/ 10018 h 15760"/>
                  <a:gd name="connsiteX8" fmla="*/ 81 w 21556"/>
                  <a:gd name="connsiteY8" fmla="*/ 14999 h 15760"/>
                  <a:gd name="connsiteX9" fmla="*/ 81 w 21556"/>
                  <a:gd name="connsiteY9" fmla="*/ 15603 h 15760"/>
                  <a:gd name="connsiteX10" fmla="*/ 392 w 21556"/>
                  <a:gd name="connsiteY10" fmla="*/ 15752 h 15760"/>
                  <a:gd name="connsiteX11" fmla="*/ 12498 w 21556"/>
                  <a:gd name="connsiteY11" fmla="*/ 15752 h 15760"/>
                  <a:gd name="connsiteX12" fmla="*/ 13012 w 21556"/>
                  <a:gd name="connsiteY12" fmla="*/ 15657 h 15760"/>
                  <a:gd name="connsiteX13" fmla="*/ 13507 w 21556"/>
                  <a:gd name="connsiteY13" fmla="*/ 15298 h 15760"/>
                  <a:gd name="connsiteX14" fmla="*/ 13992 w 21556"/>
                  <a:gd name="connsiteY14" fmla="*/ 14803 h 15760"/>
                  <a:gd name="connsiteX15" fmla="*/ 17966 w 21556"/>
                  <a:gd name="connsiteY15" fmla="*/ 9899 h 15760"/>
                  <a:gd name="connsiteX16" fmla="*/ 19953 w 21556"/>
                  <a:gd name="connsiteY16" fmla="*/ 7447 h 15760"/>
                  <a:gd name="connsiteX17" fmla="*/ 20946 w 21556"/>
                  <a:gd name="connsiteY17" fmla="*/ 6221 h 15760"/>
                  <a:gd name="connsiteX18" fmla="*/ 21404 w 21556"/>
                  <a:gd name="connsiteY18" fmla="*/ 5632 h 15760"/>
                  <a:gd name="connsiteX19" fmla="*/ 21553 w 21556"/>
                  <a:gd name="connsiteY19" fmla="*/ 4894 h 15760"/>
                  <a:gd name="connsiteX20" fmla="*/ 21354 w 21556"/>
                  <a:gd name="connsiteY20" fmla="*/ 4276 h 15760"/>
                  <a:gd name="connsiteX21" fmla="*/ 20946 w 21556"/>
                  <a:gd name="connsiteY21" fmla="*/ 3766 h 15760"/>
                  <a:gd name="connsiteX22" fmla="*/ 19953 w 21556"/>
                  <a:gd name="connsiteY22" fmla="*/ 2536 h 15760"/>
                  <a:gd name="connsiteX23" fmla="*/ 17966 w 21556"/>
                  <a:gd name="connsiteY23" fmla="*/ 77 h 15760"/>
                  <a:gd name="connsiteX0" fmla="*/ 17966 w 21556"/>
                  <a:gd name="connsiteY0" fmla="*/ 0 h 15683"/>
                  <a:gd name="connsiteX1" fmla="*/ 6171 w 21556"/>
                  <a:gd name="connsiteY1" fmla="*/ 2442 h 15683"/>
                  <a:gd name="connsiteX2" fmla="*/ 7562 w 21556"/>
                  <a:gd name="connsiteY2" fmla="*/ 4070 h 15683"/>
                  <a:gd name="connsiteX3" fmla="*/ 7792 w 21556"/>
                  <a:gd name="connsiteY3" fmla="*/ 4675 h 15683"/>
                  <a:gd name="connsiteX4" fmla="*/ 7572 w 21556"/>
                  <a:gd name="connsiteY4" fmla="*/ 5720 h 15683"/>
                  <a:gd name="connsiteX5" fmla="*/ 6171 w 21556"/>
                  <a:gd name="connsiteY5" fmla="*/ 7451 h 15683"/>
                  <a:gd name="connsiteX6" fmla="*/ 4141 w 21556"/>
                  <a:gd name="connsiteY6" fmla="*/ 9941 h 15683"/>
                  <a:gd name="connsiteX7" fmla="*/ 81 w 21556"/>
                  <a:gd name="connsiteY7" fmla="*/ 14922 h 15683"/>
                  <a:gd name="connsiteX8" fmla="*/ 81 w 21556"/>
                  <a:gd name="connsiteY8" fmla="*/ 15526 h 15683"/>
                  <a:gd name="connsiteX9" fmla="*/ 392 w 21556"/>
                  <a:gd name="connsiteY9" fmla="*/ 15675 h 15683"/>
                  <a:gd name="connsiteX10" fmla="*/ 12498 w 21556"/>
                  <a:gd name="connsiteY10" fmla="*/ 15675 h 15683"/>
                  <a:gd name="connsiteX11" fmla="*/ 13012 w 21556"/>
                  <a:gd name="connsiteY11" fmla="*/ 15580 h 15683"/>
                  <a:gd name="connsiteX12" fmla="*/ 13507 w 21556"/>
                  <a:gd name="connsiteY12" fmla="*/ 15221 h 15683"/>
                  <a:gd name="connsiteX13" fmla="*/ 13992 w 21556"/>
                  <a:gd name="connsiteY13" fmla="*/ 14726 h 15683"/>
                  <a:gd name="connsiteX14" fmla="*/ 17966 w 21556"/>
                  <a:gd name="connsiteY14" fmla="*/ 9822 h 15683"/>
                  <a:gd name="connsiteX15" fmla="*/ 19953 w 21556"/>
                  <a:gd name="connsiteY15" fmla="*/ 7370 h 15683"/>
                  <a:gd name="connsiteX16" fmla="*/ 20946 w 21556"/>
                  <a:gd name="connsiteY16" fmla="*/ 6144 h 15683"/>
                  <a:gd name="connsiteX17" fmla="*/ 21404 w 21556"/>
                  <a:gd name="connsiteY17" fmla="*/ 5555 h 15683"/>
                  <a:gd name="connsiteX18" fmla="*/ 21553 w 21556"/>
                  <a:gd name="connsiteY18" fmla="*/ 4817 h 15683"/>
                  <a:gd name="connsiteX19" fmla="*/ 21354 w 21556"/>
                  <a:gd name="connsiteY19" fmla="*/ 4199 h 15683"/>
                  <a:gd name="connsiteX20" fmla="*/ 20946 w 21556"/>
                  <a:gd name="connsiteY20" fmla="*/ 3689 h 15683"/>
                  <a:gd name="connsiteX21" fmla="*/ 19953 w 21556"/>
                  <a:gd name="connsiteY21" fmla="*/ 2459 h 15683"/>
                  <a:gd name="connsiteX22" fmla="*/ 17966 w 21556"/>
                  <a:gd name="connsiteY22" fmla="*/ 0 h 15683"/>
                  <a:gd name="connsiteX0" fmla="*/ 17966 w 21556"/>
                  <a:gd name="connsiteY0" fmla="*/ 0 h 15683"/>
                  <a:gd name="connsiteX1" fmla="*/ 7562 w 21556"/>
                  <a:gd name="connsiteY1" fmla="*/ 4070 h 15683"/>
                  <a:gd name="connsiteX2" fmla="*/ 7792 w 21556"/>
                  <a:gd name="connsiteY2" fmla="*/ 4675 h 15683"/>
                  <a:gd name="connsiteX3" fmla="*/ 7572 w 21556"/>
                  <a:gd name="connsiteY3" fmla="*/ 5720 h 15683"/>
                  <a:gd name="connsiteX4" fmla="*/ 6171 w 21556"/>
                  <a:gd name="connsiteY4" fmla="*/ 7451 h 15683"/>
                  <a:gd name="connsiteX5" fmla="*/ 4141 w 21556"/>
                  <a:gd name="connsiteY5" fmla="*/ 9941 h 15683"/>
                  <a:gd name="connsiteX6" fmla="*/ 81 w 21556"/>
                  <a:gd name="connsiteY6" fmla="*/ 14922 h 15683"/>
                  <a:gd name="connsiteX7" fmla="*/ 81 w 21556"/>
                  <a:gd name="connsiteY7" fmla="*/ 15526 h 15683"/>
                  <a:gd name="connsiteX8" fmla="*/ 392 w 21556"/>
                  <a:gd name="connsiteY8" fmla="*/ 15675 h 15683"/>
                  <a:gd name="connsiteX9" fmla="*/ 12498 w 21556"/>
                  <a:gd name="connsiteY9" fmla="*/ 15675 h 15683"/>
                  <a:gd name="connsiteX10" fmla="*/ 13012 w 21556"/>
                  <a:gd name="connsiteY10" fmla="*/ 15580 h 15683"/>
                  <a:gd name="connsiteX11" fmla="*/ 13507 w 21556"/>
                  <a:gd name="connsiteY11" fmla="*/ 15221 h 15683"/>
                  <a:gd name="connsiteX12" fmla="*/ 13992 w 21556"/>
                  <a:gd name="connsiteY12" fmla="*/ 14726 h 15683"/>
                  <a:gd name="connsiteX13" fmla="*/ 17966 w 21556"/>
                  <a:gd name="connsiteY13" fmla="*/ 9822 h 15683"/>
                  <a:gd name="connsiteX14" fmla="*/ 19953 w 21556"/>
                  <a:gd name="connsiteY14" fmla="*/ 7370 h 15683"/>
                  <a:gd name="connsiteX15" fmla="*/ 20946 w 21556"/>
                  <a:gd name="connsiteY15" fmla="*/ 6144 h 15683"/>
                  <a:gd name="connsiteX16" fmla="*/ 21404 w 21556"/>
                  <a:gd name="connsiteY16" fmla="*/ 5555 h 15683"/>
                  <a:gd name="connsiteX17" fmla="*/ 21553 w 21556"/>
                  <a:gd name="connsiteY17" fmla="*/ 4817 h 15683"/>
                  <a:gd name="connsiteX18" fmla="*/ 21354 w 21556"/>
                  <a:gd name="connsiteY18" fmla="*/ 4199 h 15683"/>
                  <a:gd name="connsiteX19" fmla="*/ 20946 w 21556"/>
                  <a:gd name="connsiteY19" fmla="*/ 3689 h 15683"/>
                  <a:gd name="connsiteX20" fmla="*/ 19953 w 21556"/>
                  <a:gd name="connsiteY20" fmla="*/ 2459 h 15683"/>
                  <a:gd name="connsiteX21" fmla="*/ 17966 w 21556"/>
                  <a:gd name="connsiteY21" fmla="*/ 0 h 15683"/>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562 w 21556"/>
                  <a:gd name="connsiteY1" fmla="*/ 1611 h 13224"/>
                  <a:gd name="connsiteX2" fmla="*/ 7792 w 21556"/>
                  <a:gd name="connsiteY2" fmla="*/ 2216 h 13224"/>
                  <a:gd name="connsiteX3" fmla="*/ 7613 w 21556"/>
                  <a:gd name="connsiteY3" fmla="*/ 1590 h 13224"/>
                  <a:gd name="connsiteX4" fmla="*/ 7572 w 21556"/>
                  <a:gd name="connsiteY4" fmla="*/ 3261 h 13224"/>
                  <a:gd name="connsiteX5" fmla="*/ 6171 w 21556"/>
                  <a:gd name="connsiteY5" fmla="*/ 4992 h 13224"/>
                  <a:gd name="connsiteX6" fmla="*/ 4141 w 21556"/>
                  <a:gd name="connsiteY6" fmla="*/ 7482 h 13224"/>
                  <a:gd name="connsiteX7" fmla="*/ 81 w 21556"/>
                  <a:gd name="connsiteY7" fmla="*/ 12463 h 13224"/>
                  <a:gd name="connsiteX8" fmla="*/ 81 w 21556"/>
                  <a:gd name="connsiteY8" fmla="*/ 13067 h 13224"/>
                  <a:gd name="connsiteX9" fmla="*/ 392 w 21556"/>
                  <a:gd name="connsiteY9" fmla="*/ 13216 h 13224"/>
                  <a:gd name="connsiteX10" fmla="*/ 12498 w 21556"/>
                  <a:gd name="connsiteY10" fmla="*/ 13216 h 13224"/>
                  <a:gd name="connsiteX11" fmla="*/ 13012 w 21556"/>
                  <a:gd name="connsiteY11" fmla="*/ 13121 h 13224"/>
                  <a:gd name="connsiteX12" fmla="*/ 13507 w 21556"/>
                  <a:gd name="connsiteY12" fmla="*/ 12762 h 13224"/>
                  <a:gd name="connsiteX13" fmla="*/ 13992 w 21556"/>
                  <a:gd name="connsiteY13" fmla="*/ 12267 h 13224"/>
                  <a:gd name="connsiteX14" fmla="*/ 17966 w 21556"/>
                  <a:gd name="connsiteY14" fmla="*/ 7363 h 13224"/>
                  <a:gd name="connsiteX15" fmla="*/ 19953 w 21556"/>
                  <a:gd name="connsiteY15" fmla="*/ 4911 h 13224"/>
                  <a:gd name="connsiteX16" fmla="*/ 20946 w 21556"/>
                  <a:gd name="connsiteY16" fmla="*/ 3685 h 13224"/>
                  <a:gd name="connsiteX17" fmla="*/ 21404 w 21556"/>
                  <a:gd name="connsiteY17" fmla="*/ 3096 h 13224"/>
                  <a:gd name="connsiteX18" fmla="*/ 21553 w 21556"/>
                  <a:gd name="connsiteY18" fmla="*/ 2358 h 13224"/>
                  <a:gd name="connsiteX19" fmla="*/ 21354 w 21556"/>
                  <a:gd name="connsiteY19" fmla="*/ 1740 h 13224"/>
                  <a:gd name="connsiteX20" fmla="*/ 20946 w 21556"/>
                  <a:gd name="connsiteY20" fmla="*/ 1230 h 13224"/>
                  <a:gd name="connsiteX21" fmla="*/ 19953 w 21556"/>
                  <a:gd name="connsiteY21" fmla="*/ 0 h 13224"/>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792 w 21556"/>
                  <a:gd name="connsiteY1" fmla="*/ 2216 h 13224"/>
                  <a:gd name="connsiteX2" fmla="*/ 7572 w 21556"/>
                  <a:gd name="connsiteY2" fmla="*/ 3261 h 13224"/>
                  <a:gd name="connsiteX3" fmla="*/ 6171 w 21556"/>
                  <a:gd name="connsiteY3" fmla="*/ 4992 h 13224"/>
                  <a:gd name="connsiteX4" fmla="*/ 4141 w 21556"/>
                  <a:gd name="connsiteY4" fmla="*/ 7482 h 13224"/>
                  <a:gd name="connsiteX5" fmla="*/ 81 w 21556"/>
                  <a:gd name="connsiteY5" fmla="*/ 12463 h 13224"/>
                  <a:gd name="connsiteX6" fmla="*/ 81 w 21556"/>
                  <a:gd name="connsiteY6" fmla="*/ 13067 h 13224"/>
                  <a:gd name="connsiteX7" fmla="*/ 392 w 21556"/>
                  <a:gd name="connsiteY7" fmla="*/ 13216 h 13224"/>
                  <a:gd name="connsiteX8" fmla="*/ 12498 w 21556"/>
                  <a:gd name="connsiteY8" fmla="*/ 13216 h 13224"/>
                  <a:gd name="connsiteX9" fmla="*/ 13012 w 21556"/>
                  <a:gd name="connsiteY9" fmla="*/ 13121 h 13224"/>
                  <a:gd name="connsiteX10" fmla="*/ 13507 w 21556"/>
                  <a:gd name="connsiteY10" fmla="*/ 12762 h 13224"/>
                  <a:gd name="connsiteX11" fmla="*/ 13992 w 21556"/>
                  <a:gd name="connsiteY11" fmla="*/ 12267 h 13224"/>
                  <a:gd name="connsiteX12" fmla="*/ 17966 w 21556"/>
                  <a:gd name="connsiteY12" fmla="*/ 7363 h 13224"/>
                  <a:gd name="connsiteX13" fmla="*/ 19953 w 21556"/>
                  <a:gd name="connsiteY13" fmla="*/ 4911 h 13224"/>
                  <a:gd name="connsiteX14" fmla="*/ 20946 w 21556"/>
                  <a:gd name="connsiteY14" fmla="*/ 3685 h 13224"/>
                  <a:gd name="connsiteX15" fmla="*/ 21404 w 21556"/>
                  <a:gd name="connsiteY15" fmla="*/ 3096 h 13224"/>
                  <a:gd name="connsiteX16" fmla="*/ 21553 w 21556"/>
                  <a:gd name="connsiteY16" fmla="*/ 2358 h 13224"/>
                  <a:gd name="connsiteX17" fmla="*/ 21354 w 21556"/>
                  <a:gd name="connsiteY17" fmla="*/ 1740 h 13224"/>
                  <a:gd name="connsiteX18" fmla="*/ 20946 w 21556"/>
                  <a:gd name="connsiteY18" fmla="*/ 1230 h 13224"/>
                  <a:gd name="connsiteX19" fmla="*/ 19953 w 21556"/>
                  <a:gd name="connsiteY19" fmla="*/ 0 h 13224"/>
                  <a:gd name="connsiteX0" fmla="*/ 20946 w 21556"/>
                  <a:gd name="connsiteY0" fmla="*/ 0 h 11994"/>
                  <a:gd name="connsiteX1" fmla="*/ 7792 w 21556"/>
                  <a:gd name="connsiteY1" fmla="*/ 986 h 11994"/>
                  <a:gd name="connsiteX2" fmla="*/ 7572 w 21556"/>
                  <a:gd name="connsiteY2" fmla="*/ 2031 h 11994"/>
                  <a:gd name="connsiteX3" fmla="*/ 6171 w 21556"/>
                  <a:gd name="connsiteY3" fmla="*/ 3762 h 11994"/>
                  <a:gd name="connsiteX4" fmla="*/ 4141 w 21556"/>
                  <a:gd name="connsiteY4" fmla="*/ 6252 h 11994"/>
                  <a:gd name="connsiteX5" fmla="*/ 81 w 21556"/>
                  <a:gd name="connsiteY5" fmla="*/ 11233 h 11994"/>
                  <a:gd name="connsiteX6" fmla="*/ 81 w 21556"/>
                  <a:gd name="connsiteY6" fmla="*/ 11837 h 11994"/>
                  <a:gd name="connsiteX7" fmla="*/ 392 w 21556"/>
                  <a:gd name="connsiteY7" fmla="*/ 11986 h 11994"/>
                  <a:gd name="connsiteX8" fmla="*/ 12498 w 21556"/>
                  <a:gd name="connsiteY8" fmla="*/ 11986 h 11994"/>
                  <a:gd name="connsiteX9" fmla="*/ 13012 w 21556"/>
                  <a:gd name="connsiteY9" fmla="*/ 11891 h 11994"/>
                  <a:gd name="connsiteX10" fmla="*/ 13507 w 21556"/>
                  <a:gd name="connsiteY10" fmla="*/ 11532 h 11994"/>
                  <a:gd name="connsiteX11" fmla="*/ 13992 w 21556"/>
                  <a:gd name="connsiteY11" fmla="*/ 11037 h 11994"/>
                  <a:gd name="connsiteX12" fmla="*/ 17966 w 21556"/>
                  <a:gd name="connsiteY12" fmla="*/ 6133 h 11994"/>
                  <a:gd name="connsiteX13" fmla="*/ 19953 w 21556"/>
                  <a:gd name="connsiteY13" fmla="*/ 3681 h 11994"/>
                  <a:gd name="connsiteX14" fmla="*/ 20946 w 21556"/>
                  <a:gd name="connsiteY14" fmla="*/ 2455 h 11994"/>
                  <a:gd name="connsiteX15" fmla="*/ 21404 w 21556"/>
                  <a:gd name="connsiteY15" fmla="*/ 1866 h 11994"/>
                  <a:gd name="connsiteX16" fmla="*/ 21553 w 21556"/>
                  <a:gd name="connsiteY16" fmla="*/ 1128 h 11994"/>
                  <a:gd name="connsiteX17" fmla="*/ 21354 w 21556"/>
                  <a:gd name="connsiteY17" fmla="*/ 510 h 11994"/>
                  <a:gd name="connsiteX18" fmla="*/ 20946 w 21556"/>
                  <a:gd name="connsiteY18" fmla="*/ 0 h 11994"/>
                  <a:gd name="connsiteX0" fmla="*/ 21354 w 21556"/>
                  <a:gd name="connsiteY0" fmla="*/ 0 h 11484"/>
                  <a:gd name="connsiteX1" fmla="*/ 7792 w 21556"/>
                  <a:gd name="connsiteY1" fmla="*/ 476 h 11484"/>
                  <a:gd name="connsiteX2" fmla="*/ 7572 w 21556"/>
                  <a:gd name="connsiteY2" fmla="*/ 1521 h 11484"/>
                  <a:gd name="connsiteX3" fmla="*/ 6171 w 21556"/>
                  <a:gd name="connsiteY3" fmla="*/ 3252 h 11484"/>
                  <a:gd name="connsiteX4" fmla="*/ 4141 w 21556"/>
                  <a:gd name="connsiteY4" fmla="*/ 5742 h 11484"/>
                  <a:gd name="connsiteX5" fmla="*/ 81 w 21556"/>
                  <a:gd name="connsiteY5" fmla="*/ 10723 h 11484"/>
                  <a:gd name="connsiteX6" fmla="*/ 81 w 21556"/>
                  <a:gd name="connsiteY6" fmla="*/ 11327 h 11484"/>
                  <a:gd name="connsiteX7" fmla="*/ 392 w 21556"/>
                  <a:gd name="connsiteY7" fmla="*/ 11476 h 11484"/>
                  <a:gd name="connsiteX8" fmla="*/ 12498 w 21556"/>
                  <a:gd name="connsiteY8" fmla="*/ 11476 h 11484"/>
                  <a:gd name="connsiteX9" fmla="*/ 13012 w 21556"/>
                  <a:gd name="connsiteY9" fmla="*/ 11381 h 11484"/>
                  <a:gd name="connsiteX10" fmla="*/ 13507 w 21556"/>
                  <a:gd name="connsiteY10" fmla="*/ 11022 h 11484"/>
                  <a:gd name="connsiteX11" fmla="*/ 13992 w 21556"/>
                  <a:gd name="connsiteY11" fmla="*/ 10527 h 11484"/>
                  <a:gd name="connsiteX12" fmla="*/ 17966 w 21556"/>
                  <a:gd name="connsiteY12" fmla="*/ 5623 h 11484"/>
                  <a:gd name="connsiteX13" fmla="*/ 19953 w 21556"/>
                  <a:gd name="connsiteY13" fmla="*/ 3171 h 11484"/>
                  <a:gd name="connsiteX14" fmla="*/ 20946 w 21556"/>
                  <a:gd name="connsiteY14" fmla="*/ 1945 h 11484"/>
                  <a:gd name="connsiteX15" fmla="*/ 21404 w 21556"/>
                  <a:gd name="connsiteY15" fmla="*/ 1356 h 11484"/>
                  <a:gd name="connsiteX16" fmla="*/ 21553 w 21556"/>
                  <a:gd name="connsiteY16" fmla="*/ 618 h 11484"/>
                  <a:gd name="connsiteX17" fmla="*/ 21354 w 21556"/>
                  <a:gd name="connsiteY17" fmla="*/ 0 h 11484"/>
                  <a:gd name="connsiteX0" fmla="*/ 21553 w 21556"/>
                  <a:gd name="connsiteY0" fmla="*/ 206 h 11072"/>
                  <a:gd name="connsiteX1" fmla="*/ 7792 w 21556"/>
                  <a:gd name="connsiteY1" fmla="*/ 64 h 11072"/>
                  <a:gd name="connsiteX2" fmla="*/ 7572 w 21556"/>
                  <a:gd name="connsiteY2" fmla="*/ 1109 h 11072"/>
                  <a:gd name="connsiteX3" fmla="*/ 6171 w 21556"/>
                  <a:gd name="connsiteY3" fmla="*/ 2840 h 11072"/>
                  <a:gd name="connsiteX4" fmla="*/ 4141 w 21556"/>
                  <a:gd name="connsiteY4" fmla="*/ 5330 h 11072"/>
                  <a:gd name="connsiteX5" fmla="*/ 81 w 21556"/>
                  <a:gd name="connsiteY5" fmla="*/ 10311 h 11072"/>
                  <a:gd name="connsiteX6" fmla="*/ 81 w 21556"/>
                  <a:gd name="connsiteY6" fmla="*/ 10915 h 11072"/>
                  <a:gd name="connsiteX7" fmla="*/ 392 w 21556"/>
                  <a:gd name="connsiteY7" fmla="*/ 11064 h 11072"/>
                  <a:gd name="connsiteX8" fmla="*/ 12498 w 21556"/>
                  <a:gd name="connsiteY8" fmla="*/ 11064 h 11072"/>
                  <a:gd name="connsiteX9" fmla="*/ 13012 w 21556"/>
                  <a:gd name="connsiteY9" fmla="*/ 10969 h 11072"/>
                  <a:gd name="connsiteX10" fmla="*/ 13507 w 21556"/>
                  <a:gd name="connsiteY10" fmla="*/ 10610 h 11072"/>
                  <a:gd name="connsiteX11" fmla="*/ 13992 w 21556"/>
                  <a:gd name="connsiteY11" fmla="*/ 10115 h 11072"/>
                  <a:gd name="connsiteX12" fmla="*/ 17966 w 21556"/>
                  <a:gd name="connsiteY12" fmla="*/ 5211 h 11072"/>
                  <a:gd name="connsiteX13" fmla="*/ 19953 w 21556"/>
                  <a:gd name="connsiteY13" fmla="*/ 2759 h 11072"/>
                  <a:gd name="connsiteX14" fmla="*/ 20946 w 21556"/>
                  <a:gd name="connsiteY14" fmla="*/ 1533 h 11072"/>
                  <a:gd name="connsiteX15" fmla="*/ 21404 w 21556"/>
                  <a:gd name="connsiteY15" fmla="*/ 944 h 11072"/>
                  <a:gd name="connsiteX16" fmla="*/ 21553 w 21556"/>
                  <a:gd name="connsiteY16" fmla="*/ 206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sp>
          <p:nvSpPr>
            <p:cNvPr id="13" name="îşḻíḍé">
              <a:extLst>
                <a:ext uri="{FF2B5EF4-FFF2-40B4-BE49-F238E27FC236}">
                  <a16:creationId xmlns:a16="http://schemas.microsoft.com/office/drawing/2014/main" xmlns="" id="{29EC4DB4-25E1-4B17-8D25-C36C1F3F772C}"/>
                </a:ext>
              </a:extLst>
            </p:cNvPr>
            <p:cNvSpPr/>
            <p:nvPr/>
          </p:nvSpPr>
          <p:spPr bwMode="auto">
            <a:xfrm>
              <a:off x="1592824"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14" name="î$liḋê">
              <a:extLst>
                <a:ext uri="{FF2B5EF4-FFF2-40B4-BE49-F238E27FC236}">
                  <a16:creationId xmlns:a16="http://schemas.microsoft.com/office/drawing/2014/main" xmlns="" id="{BA5371AD-213C-4FFB-A989-8108CF0AD8D4}"/>
                </a:ext>
              </a:extLst>
            </p:cNvPr>
            <p:cNvSpPr/>
            <p:nvPr/>
          </p:nvSpPr>
          <p:spPr bwMode="auto">
            <a:xfrm>
              <a:off x="1184356"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nvGrpSpPr>
            <p:cNvPr id="15" name="íşļïḋè">
              <a:extLst>
                <a:ext uri="{FF2B5EF4-FFF2-40B4-BE49-F238E27FC236}">
                  <a16:creationId xmlns:a16="http://schemas.microsoft.com/office/drawing/2014/main" xmlns="" id="{53806032-6CE3-4D2A-BD40-7F14EB3976F5}"/>
                </a:ext>
              </a:extLst>
            </p:cNvPr>
            <p:cNvGrpSpPr/>
            <p:nvPr/>
          </p:nvGrpSpPr>
          <p:grpSpPr>
            <a:xfrm>
              <a:off x="775891" y="3611716"/>
              <a:ext cx="621584" cy="183515"/>
              <a:chOff x="2710657" y="1989591"/>
              <a:chExt cx="500063" cy="147638"/>
            </a:xfrm>
            <a:grpFill/>
          </p:grpSpPr>
          <p:sp>
            <p:nvSpPr>
              <p:cNvPr id="36" name="îŝlïďé">
                <a:extLst>
                  <a:ext uri="{FF2B5EF4-FFF2-40B4-BE49-F238E27FC236}">
                    <a16:creationId xmlns:a16="http://schemas.microsoft.com/office/drawing/2014/main" xmlns="" id="{5B3A4442-69FE-4EF3-83C2-983E75B73994}"/>
                  </a:ext>
                </a:extLst>
              </p:cNvPr>
              <p:cNvSpPr/>
              <p:nvPr/>
            </p:nvSpPr>
            <p:spPr bwMode="auto">
              <a:xfrm rot="5400000">
                <a:off x="3095626"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7" name="íṣḷiḋê">
                <a:extLst>
                  <a:ext uri="{FF2B5EF4-FFF2-40B4-BE49-F238E27FC236}">
                    <a16:creationId xmlns:a16="http://schemas.microsoft.com/office/drawing/2014/main" xmlns="" id="{C8961698-60DA-437A-8BA1-84D675C3FBE1}"/>
                  </a:ext>
                </a:extLst>
              </p:cNvPr>
              <p:cNvSpPr/>
              <p:nvPr/>
            </p:nvSpPr>
            <p:spPr bwMode="auto">
              <a:xfrm rot="5400000">
                <a:off x="2883694"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8" name="íṧ1íďê">
                <a:extLst>
                  <a:ext uri="{FF2B5EF4-FFF2-40B4-BE49-F238E27FC236}">
                    <a16:creationId xmlns:a16="http://schemas.microsoft.com/office/drawing/2014/main" xmlns="" id="{A74B65CB-82FD-4B64-9BBB-72B5DBBA7430}"/>
                  </a:ext>
                </a:extLst>
              </p:cNvPr>
              <p:cNvSpPr/>
              <p:nvPr/>
            </p:nvSpPr>
            <p:spPr bwMode="auto">
              <a:xfrm rot="5400000">
                <a:off x="2678113"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6" name="îšľïḑè">
              <a:extLst>
                <a:ext uri="{FF2B5EF4-FFF2-40B4-BE49-F238E27FC236}">
                  <a16:creationId xmlns:a16="http://schemas.microsoft.com/office/drawing/2014/main" xmlns="" id="{99326F61-3FD1-4363-A85F-9687BD729CD8}"/>
                </a:ext>
              </a:extLst>
            </p:cNvPr>
            <p:cNvGrpSpPr/>
            <p:nvPr/>
          </p:nvGrpSpPr>
          <p:grpSpPr>
            <a:xfrm>
              <a:off x="1999322" y="3399083"/>
              <a:ext cx="1075389" cy="607795"/>
              <a:chOff x="2501167" y="1747497"/>
              <a:chExt cx="865148" cy="631034"/>
            </a:xfrm>
            <a:grpFill/>
          </p:grpSpPr>
          <p:sp>
            <p:nvSpPr>
              <p:cNvPr id="34" name="îŝḷiḋè">
                <a:extLst>
                  <a:ext uri="{FF2B5EF4-FFF2-40B4-BE49-F238E27FC236}">
                    <a16:creationId xmlns:a16="http://schemas.microsoft.com/office/drawing/2014/main" xmlns="" id="{EC9CA00A-A44B-43A0-A96B-CD1623C5F2CD}"/>
                  </a:ext>
                </a:extLst>
              </p:cNvPr>
              <p:cNvSpPr/>
              <p:nvPr/>
            </p:nvSpPr>
            <p:spPr bwMode="auto">
              <a:xfrm>
                <a:off x="2501167" y="2054772"/>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 fmla="*/ 12498 w 21556"/>
                  <a:gd name="connsiteY0" fmla="*/ 3 h 21546"/>
                  <a:gd name="connsiteX1" fmla="*/ 81 w 21556"/>
                  <a:gd name="connsiteY1" fmla="*/ 749 h 21546"/>
                  <a:gd name="connsiteX2" fmla="*/ 4141 w 21556"/>
                  <a:gd name="connsiteY2" fmla="*/ 5786 h 21546"/>
                  <a:gd name="connsiteX3" fmla="*/ 6171 w 21556"/>
                  <a:gd name="connsiteY3" fmla="*/ 8305 h 21546"/>
                  <a:gd name="connsiteX4" fmla="*/ 7562 w 21556"/>
                  <a:gd name="connsiteY4" fmla="*/ 9933 h 21546"/>
                  <a:gd name="connsiteX5" fmla="*/ 7792 w 21556"/>
                  <a:gd name="connsiteY5" fmla="*/ 10538 h 21546"/>
                  <a:gd name="connsiteX6" fmla="*/ 7572 w 21556"/>
                  <a:gd name="connsiteY6" fmla="*/ 11583 h 21546"/>
                  <a:gd name="connsiteX7" fmla="*/ 6171 w 21556"/>
                  <a:gd name="connsiteY7" fmla="*/ 13314 h 21546"/>
                  <a:gd name="connsiteX8" fmla="*/ 4141 w 21556"/>
                  <a:gd name="connsiteY8" fmla="*/ 15804 h 21546"/>
                  <a:gd name="connsiteX9" fmla="*/ 81 w 21556"/>
                  <a:gd name="connsiteY9" fmla="*/ 20785 h 21546"/>
                  <a:gd name="connsiteX10" fmla="*/ 81 w 21556"/>
                  <a:gd name="connsiteY10" fmla="*/ 21389 h 21546"/>
                  <a:gd name="connsiteX11" fmla="*/ 392 w 21556"/>
                  <a:gd name="connsiteY11" fmla="*/ 21538 h 21546"/>
                  <a:gd name="connsiteX12" fmla="*/ 12498 w 21556"/>
                  <a:gd name="connsiteY12" fmla="*/ 21538 h 21546"/>
                  <a:gd name="connsiteX13" fmla="*/ 13012 w 21556"/>
                  <a:gd name="connsiteY13" fmla="*/ 21443 h 21546"/>
                  <a:gd name="connsiteX14" fmla="*/ 13507 w 21556"/>
                  <a:gd name="connsiteY14" fmla="*/ 21084 h 21546"/>
                  <a:gd name="connsiteX15" fmla="*/ 13992 w 21556"/>
                  <a:gd name="connsiteY15" fmla="*/ 20589 h 21546"/>
                  <a:gd name="connsiteX16" fmla="*/ 17966 w 21556"/>
                  <a:gd name="connsiteY16" fmla="*/ 15685 h 21546"/>
                  <a:gd name="connsiteX17" fmla="*/ 19953 w 21556"/>
                  <a:gd name="connsiteY17" fmla="*/ 13233 h 21546"/>
                  <a:gd name="connsiteX18" fmla="*/ 20946 w 21556"/>
                  <a:gd name="connsiteY18" fmla="*/ 12007 h 21546"/>
                  <a:gd name="connsiteX19" fmla="*/ 21404 w 21556"/>
                  <a:gd name="connsiteY19" fmla="*/ 11418 h 21546"/>
                  <a:gd name="connsiteX20" fmla="*/ 21553 w 21556"/>
                  <a:gd name="connsiteY20" fmla="*/ 10680 h 21546"/>
                  <a:gd name="connsiteX21" fmla="*/ 21354 w 21556"/>
                  <a:gd name="connsiteY21" fmla="*/ 10062 h 21546"/>
                  <a:gd name="connsiteX22" fmla="*/ 20946 w 21556"/>
                  <a:gd name="connsiteY22" fmla="*/ 9552 h 21546"/>
                  <a:gd name="connsiteX23" fmla="*/ 19953 w 21556"/>
                  <a:gd name="connsiteY23" fmla="*/ 8322 h 21546"/>
                  <a:gd name="connsiteX24" fmla="*/ 17966 w 21556"/>
                  <a:gd name="connsiteY24" fmla="*/ 5863 h 21546"/>
                  <a:gd name="connsiteX25" fmla="*/ 13992 w 21556"/>
                  <a:gd name="connsiteY25" fmla="*/ 945 h 21546"/>
                  <a:gd name="connsiteX26" fmla="*/ 13507 w 21556"/>
                  <a:gd name="connsiteY26" fmla="*/ 457 h 21546"/>
                  <a:gd name="connsiteX27" fmla="*/ 13012 w 21556"/>
                  <a:gd name="connsiteY27" fmla="*/ 98 h 21546"/>
                  <a:gd name="connsiteX28" fmla="*/ 12498 w 21556"/>
                  <a:gd name="connsiteY28" fmla="*/ 3 h 21546"/>
                  <a:gd name="connsiteX0" fmla="*/ 12498 w 21556"/>
                  <a:gd name="connsiteY0" fmla="*/ 3 h 21546"/>
                  <a:gd name="connsiteX1" fmla="*/ 4141 w 21556"/>
                  <a:gd name="connsiteY1" fmla="*/ 5786 h 21546"/>
                  <a:gd name="connsiteX2" fmla="*/ 6171 w 21556"/>
                  <a:gd name="connsiteY2" fmla="*/ 8305 h 21546"/>
                  <a:gd name="connsiteX3" fmla="*/ 7562 w 21556"/>
                  <a:gd name="connsiteY3" fmla="*/ 9933 h 21546"/>
                  <a:gd name="connsiteX4" fmla="*/ 7792 w 21556"/>
                  <a:gd name="connsiteY4" fmla="*/ 10538 h 21546"/>
                  <a:gd name="connsiteX5" fmla="*/ 7572 w 21556"/>
                  <a:gd name="connsiteY5" fmla="*/ 11583 h 21546"/>
                  <a:gd name="connsiteX6" fmla="*/ 6171 w 21556"/>
                  <a:gd name="connsiteY6" fmla="*/ 13314 h 21546"/>
                  <a:gd name="connsiteX7" fmla="*/ 4141 w 21556"/>
                  <a:gd name="connsiteY7" fmla="*/ 15804 h 21546"/>
                  <a:gd name="connsiteX8" fmla="*/ 81 w 21556"/>
                  <a:gd name="connsiteY8" fmla="*/ 20785 h 21546"/>
                  <a:gd name="connsiteX9" fmla="*/ 81 w 21556"/>
                  <a:gd name="connsiteY9" fmla="*/ 21389 h 21546"/>
                  <a:gd name="connsiteX10" fmla="*/ 392 w 21556"/>
                  <a:gd name="connsiteY10" fmla="*/ 21538 h 21546"/>
                  <a:gd name="connsiteX11" fmla="*/ 12498 w 21556"/>
                  <a:gd name="connsiteY11" fmla="*/ 21538 h 21546"/>
                  <a:gd name="connsiteX12" fmla="*/ 13012 w 21556"/>
                  <a:gd name="connsiteY12" fmla="*/ 21443 h 21546"/>
                  <a:gd name="connsiteX13" fmla="*/ 13507 w 21556"/>
                  <a:gd name="connsiteY13" fmla="*/ 21084 h 21546"/>
                  <a:gd name="connsiteX14" fmla="*/ 13992 w 21556"/>
                  <a:gd name="connsiteY14" fmla="*/ 20589 h 21546"/>
                  <a:gd name="connsiteX15" fmla="*/ 17966 w 21556"/>
                  <a:gd name="connsiteY15" fmla="*/ 15685 h 21546"/>
                  <a:gd name="connsiteX16" fmla="*/ 19953 w 21556"/>
                  <a:gd name="connsiteY16" fmla="*/ 13233 h 21546"/>
                  <a:gd name="connsiteX17" fmla="*/ 20946 w 21556"/>
                  <a:gd name="connsiteY17" fmla="*/ 12007 h 21546"/>
                  <a:gd name="connsiteX18" fmla="*/ 21404 w 21556"/>
                  <a:gd name="connsiteY18" fmla="*/ 11418 h 21546"/>
                  <a:gd name="connsiteX19" fmla="*/ 21553 w 21556"/>
                  <a:gd name="connsiteY19" fmla="*/ 10680 h 21546"/>
                  <a:gd name="connsiteX20" fmla="*/ 21354 w 21556"/>
                  <a:gd name="connsiteY20" fmla="*/ 10062 h 21546"/>
                  <a:gd name="connsiteX21" fmla="*/ 20946 w 21556"/>
                  <a:gd name="connsiteY21" fmla="*/ 9552 h 21546"/>
                  <a:gd name="connsiteX22" fmla="*/ 19953 w 21556"/>
                  <a:gd name="connsiteY22" fmla="*/ 8322 h 21546"/>
                  <a:gd name="connsiteX23" fmla="*/ 17966 w 21556"/>
                  <a:gd name="connsiteY23" fmla="*/ 5863 h 21546"/>
                  <a:gd name="connsiteX24" fmla="*/ 13992 w 21556"/>
                  <a:gd name="connsiteY24" fmla="*/ 945 h 21546"/>
                  <a:gd name="connsiteX25" fmla="*/ 13507 w 21556"/>
                  <a:gd name="connsiteY25" fmla="*/ 457 h 21546"/>
                  <a:gd name="connsiteX26" fmla="*/ 13012 w 21556"/>
                  <a:gd name="connsiteY26" fmla="*/ 98 h 21546"/>
                  <a:gd name="connsiteX27" fmla="*/ 12498 w 21556"/>
                  <a:gd name="connsiteY27" fmla="*/ 3 h 21546"/>
                  <a:gd name="connsiteX0" fmla="*/ 13012 w 21556"/>
                  <a:gd name="connsiteY0" fmla="*/ 0 h 21448"/>
                  <a:gd name="connsiteX1" fmla="*/ 4141 w 21556"/>
                  <a:gd name="connsiteY1" fmla="*/ 5688 h 21448"/>
                  <a:gd name="connsiteX2" fmla="*/ 6171 w 21556"/>
                  <a:gd name="connsiteY2" fmla="*/ 8207 h 21448"/>
                  <a:gd name="connsiteX3" fmla="*/ 7562 w 21556"/>
                  <a:gd name="connsiteY3" fmla="*/ 9835 h 21448"/>
                  <a:gd name="connsiteX4" fmla="*/ 7792 w 21556"/>
                  <a:gd name="connsiteY4" fmla="*/ 10440 h 21448"/>
                  <a:gd name="connsiteX5" fmla="*/ 7572 w 21556"/>
                  <a:gd name="connsiteY5" fmla="*/ 11485 h 21448"/>
                  <a:gd name="connsiteX6" fmla="*/ 6171 w 21556"/>
                  <a:gd name="connsiteY6" fmla="*/ 13216 h 21448"/>
                  <a:gd name="connsiteX7" fmla="*/ 4141 w 21556"/>
                  <a:gd name="connsiteY7" fmla="*/ 15706 h 21448"/>
                  <a:gd name="connsiteX8" fmla="*/ 81 w 21556"/>
                  <a:gd name="connsiteY8" fmla="*/ 20687 h 21448"/>
                  <a:gd name="connsiteX9" fmla="*/ 81 w 21556"/>
                  <a:gd name="connsiteY9" fmla="*/ 21291 h 21448"/>
                  <a:gd name="connsiteX10" fmla="*/ 392 w 21556"/>
                  <a:gd name="connsiteY10" fmla="*/ 21440 h 21448"/>
                  <a:gd name="connsiteX11" fmla="*/ 12498 w 21556"/>
                  <a:gd name="connsiteY11" fmla="*/ 21440 h 21448"/>
                  <a:gd name="connsiteX12" fmla="*/ 13012 w 21556"/>
                  <a:gd name="connsiteY12" fmla="*/ 21345 h 21448"/>
                  <a:gd name="connsiteX13" fmla="*/ 13507 w 21556"/>
                  <a:gd name="connsiteY13" fmla="*/ 20986 h 21448"/>
                  <a:gd name="connsiteX14" fmla="*/ 13992 w 21556"/>
                  <a:gd name="connsiteY14" fmla="*/ 20491 h 21448"/>
                  <a:gd name="connsiteX15" fmla="*/ 17966 w 21556"/>
                  <a:gd name="connsiteY15" fmla="*/ 15587 h 21448"/>
                  <a:gd name="connsiteX16" fmla="*/ 19953 w 21556"/>
                  <a:gd name="connsiteY16" fmla="*/ 13135 h 21448"/>
                  <a:gd name="connsiteX17" fmla="*/ 20946 w 21556"/>
                  <a:gd name="connsiteY17" fmla="*/ 11909 h 21448"/>
                  <a:gd name="connsiteX18" fmla="*/ 21404 w 21556"/>
                  <a:gd name="connsiteY18" fmla="*/ 11320 h 21448"/>
                  <a:gd name="connsiteX19" fmla="*/ 21553 w 21556"/>
                  <a:gd name="connsiteY19" fmla="*/ 10582 h 21448"/>
                  <a:gd name="connsiteX20" fmla="*/ 21354 w 21556"/>
                  <a:gd name="connsiteY20" fmla="*/ 9964 h 21448"/>
                  <a:gd name="connsiteX21" fmla="*/ 20946 w 21556"/>
                  <a:gd name="connsiteY21" fmla="*/ 9454 h 21448"/>
                  <a:gd name="connsiteX22" fmla="*/ 19953 w 21556"/>
                  <a:gd name="connsiteY22" fmla="*/ 8224 h 21448"/>
                  <a:gd name="connsiteX23" fmla="*/ 17966 w 21556"/>
                  <a:gd name="connsiteY23" fmla="*/ 5765 h 21448"/>
                  <a:gd name="connsiteX24" fmla="*/ 13992 w 21556"/>
                  <a:gd name="connsiteY24" fmla="*/ 847 h 21448"/>
                  <a:gd name="connsiteX25" fmla="*/ 13507 w 21556"/>
                  <a:gd name="connsiteY25" fmla="*/ 359 h 21448"/>
                  <a:gd name="connsiteX26" fmla="*/ 13012 w 21556"/>
                  <a:gd name="connsiteY26" fmla="*/ 0 h 21448"/>
                  <a:gd name="connsiteX0" fmla="*/ 13507 w 21556"/>
                  <a:gd name="connsiteY0" fmla="*/ 289 h 21378"/>
                  <a:gd name="connsiteX1" fmla="*/ 4141 w 21556"/>
                  <a:gd name="connsiteY1" fmla="*/ 5618 h 21378"/>
                  <a:gd name="connsiteX2" fmla="*/ 6171 w 21556"/>
                  <a:gd name="connsiteY2" fmla="*/ 8137 h 21378"/>
                  <a:gd name="connsiteX3" fmla="*/ 7562 w 21556"/>
                  <a:gd name="connsiteY3" fmla="*/ 9765 h 21378"/>
                  <a:gd name="connsiteX4" fmla="*/ 7792 w 21556"/>
                  <a:gd name="connsiteY4" fmla="*/ 10370 h 21378"/>
                  <a:gd name="connsiteX5" fmla="*/ 7572 w 21556"/>
                  <a:gd name="connsiteY5" fmla="*/ 11415 h 21378"/>
                  <a:gd name="connsiteX6" fmla="*/ 6171 w 21556"/>
                  <a:gd name="connsiteY6" fmla="*/ 13146 h 21378"/>
                  <a:gd name="connsiteX7" fmla="*/ 4141 w 21556"/>
                  <a:gd name="connsiteY7" fmla="*/ 15636 h 21378"/>
                  <a:gd name="connsiteX8" fmla="*/ 81 w 21556"/>
                  <a:gd name="connsiteY8" fmla="*/ 20617 h 21378"/>
                  <a:gd name="connsiteX9" fmla="*/ 81 w 21556"/>
                  <a:gd name="connsiteY9" fmla="*/ 21221 h 21378"/>
                  <a:gd name="connsiteX10" fmla="*/ 392 w 21556"/>
                  <a:gd name="connsiteY10" fmla="*/ 21370 h 21378"/>
                  <a:gd name="connsiteX11" fmla="*/ 12498 w 21556"/>
                  <a:gd name="connsiteY11" fmla="*/ 21370 h 21378"/>
                  <a:gd name="connsiteX12" fmla="*/ 13012 w 21556"/>
                  <a:gd name="connsiteY12" fmla="*/ 21275 h 21378"/>
                  <a:gd name="connsiteX13" fmla="*/ 13507 w 21556"/>
                  <a:gd name="connsiteY13" fmla="*/ 20916 h 21378"/>
                  <a:gd name="connsiteX14" fmla="*/ 13992 w 21556"/>
                  <a:gd name="connsiteY14" fmla="*/ 20421 h 21378"/>
                  <a:gd name="connsiteX15" fmla="*/ 17966 w 21556"/>
                  <a:gd name="connsiteY15" fmla="*/ 15517 h 21378"/>
                  <a:gd name="connsiteX16" fmla="*/ 19953 w 21556"/>
                  <a:gd name="connsiteY16" fmla="*/ 13065 h 21378"/>
                  <a:gd name="connsiteX17" fmla="*/ 20946 w 21556"/>
                  <a:gd name="connsiteY17" fmla="*/ 11839 h 21378"/>
                  <a:gd name="connsiteX18" fmla="*/ 21404 w 21556"/>
                  <a:gd name="connsiteY18" fmla="*/ 11250 h 21378"/>
                  <a:gd name="connsiteX19" fmla="*/ 21553 w 21556"/>
                  <a:gd name="connsiteY19" fmla="*/ 10512 h 21378"/>
                  <a:gd name="connsiteX20" fmla="*/ 21354 w 21556"/>
                  <a:gd name="connsiteY20" fmla="*/ 9894 h 21378"/>
                  <a:gd name="connsiteX21" fmla="*/ 20946 w 21556"/>
                  <a:gd name="connsiteY21" fmla="*/ 9384 h 21378"/>
                  <a:gd name="connsiteX22" fmla="*/ 19953 w 21556"/>
                  <a:gd name="connsiteY22" fmla="*/ 8154 h 21378"/>
                  <a:gd name="connsiteX23" fmla="*/ 17966 w 21556"/>
                  <a:gd name="connsiteY23" fmla="*/ 5695 h 21378"/>
                  <a:gd name="connsiteX24" fmla="*/ 13992 w 21556"/>
                  <a:gd name="connsiteY24" fmla="*/ 777 h 21378"/>
                  <a:gd name="connsiteX25" fmla="*/ 13507 w 21556"/>
                  <a:gd name="connsiteY25" fmla="*/ 289 h 21378"/>
                  <a:gd name="connsiteX0" fmla="*/ 13992 w 21556"/>
                  <a:gd name="connsiteY0" fmla="*/ 1 h 20602"/>
                  <a:gd name="connsiteX1" fmla="*/ 4141 w 21556"/>
                  <a:gd name="connsiteY1" fmla="*/ 4842 h 20602"/>
                  <a:gd name="connsiteX2" fmla="*/ 6171 w 21556"/>
                  <a:gd name="connsiteY2" fmla="*/ 7361 h 20602"/>
                  <a:gd name="connsiteX3" fmla="*/ 7562 w 21556"/>
                  <a:gd name="connsiteY3" fmla="*/ 8989 h 20602"/>
                  <a:gd name="connsiteX4" fmla="*/ 7792 w 21556"/>
                  <a:gd name="connsiteY4" fmla="*/ 9594 h 20602"/>
                  <a:gd name="connsiteX5" fmla="*/ 7572 w 21556"/>
                  <a:gd name="connsiteY5" fmla="*/ 10639 h 20602"/>
                  <a:gd name="connsiteX6" fmla="*/ 6171 w 21556"/>
                  <a:gd name="connsiteY6" fmla="*/ 12370 h 20602"/>
                  <a:gd name="connsiteX7" fmla="*/ 4141 w 21556"/>
                  <a:gd name="connsiteY7" fmla="*/ 14860 h 20602"/>
                  <a:gd name="connsiteX8" fmla="*/ 81 w 21556"/>
                  <a:gd name="connsiteY8" fmla="*/ 19841 h 20602"/>
                  <a:gd name="connsiteX9" fmla="*/ 81 w 21556"/>
                  <a:gd name="connsiteY9" fmla="*/ 20445 h 20602"/>
                  <a:gd name="connsiteX10" fmla="*/ 392 w 21556"/>
                  <a:gd name="connsiteY10" fmla="*/ 20594 h 20602"/>
                  <a:gd name="connsiteX11" fmla="*/ 12498 w 21556"/>
                  <a:gd name="connsiteY11" fmla="*/ 20594 h 20602"/>
                  <a:gd name="connsiteX12" fmla="*/ 13012 w 21556"/>
                  <a:gd name="connsiteY12" fmla="*/ 20499 h 20602"/>
                  <a:gd name="connsiteX13" fmla="*/ 13507 w 21556"/>
                  <a:gd name="connsiteY13" fmla="*/ 20140 h 20602"/>
                  <a:gd name="connsiteX14" fmla="*/ 13992 w 21556"/>
                  <a:gd name="connsiteY14" fmla="*/ 19645 h 20602"/>
                  <a:gd name="connsiteX15" fmla="*/ 17966 w 21556"/>
                  <a:gd name="connsiteY15" fmla="*/ 14741 h 20602"/>
                  <a:gd name="connsiteX16" fmla="*/ 19953 w 21556"/>
                  <a:gd name="connsiteY16" fmla="*/ 12289 h 20602"/>
                  <a:gd name="connsiteX17" fmla="*/ 20946 w 21556"/>
                  <a:gd name="connsiteY17" fmla="*/ 11063 h 20602"/>
                  <a:gd name="connsiteX18" fmla="*/ 21404 w 21556"/>
                  <a:gd name="connsiteY18" fmla="*/ 10474 h 20602"/>
                  <a:gd name="connsiteX19" fmla="*/ 21553 w 21556"/>
                  <a:gd name="connsiteY19" fmla="*/ 9736 h 20602"/>
                  <a:gd name="connsiteX20" fmla="*/ 21354 w 21556"/>
                  <a:gd name="connsiteY20" fmla="*/ 9118 h 20602"/>
                  <a:gd name="connsiteX21" fmla="*/ 20946 w 21556"/>
                  <a:gd name="connsiteY21" fmla="*/ 8608 h 20602"/>
                  <a:gd name="connsiteX22" fmla="*/ 19953 w 21556"/>
                  <a:gd name="connsiteY22" fmla="*/ 7378 h 20602"/>
                  <a:gd name="connsiteX23" fmla="*/ 17966 w 21556"/>
                  <a:gd name="connsiteY23" fmla="*/ 4919 h 20602"/>
                  <a:gd name="connsiteX24" fmla="*/ 13992 w 21556"/>
                  <a:gd name="connsiteY24" fmla="*/ 1 h 20602"/>
                  <a:gd name="connsiteX0" fmla="*/ 17966 w 21556"/>
                  <a:gd name="connsiteY0" fmla="*/ 77 h 15760"/>
                  <a:gd name="connsiteX1" fmla="*/ 4141 w 21556"/>
                  <a:gd name="connsiteY1" fmla="*/ 0 h 15760"/>
                  <a:gd name="connsiteX2" fmla="*/ 6171 w 21556"/>
                  <a:gd name="connsiteY2" fmla="*/ 2519 h 15760"/>
                  <a:gd name="connsiteX3" fmla="*/ 7562 w 21556"/>
                  <a:gd name="connsiteY3" fmla="*/ 4147 h 15760"/>
                  <a:gd name="connsiteX4" fmla="*/ 7792 w 21556"/>
                  <a:gd name="connsiteY4" fmla="*/ 4752 h 15760"/>
                  <a:gd name="connsiteX5" fmla="*/ 7572 w 21556"/>
                  <a:gd name="connsiteY5" fmla="*/ 5797 h 15760"/>
                  <a:gd name="connsiteX6" fmla="*/ 6171 w 21556"/>
                  <a:gd name="connsiteY6" fmla="*/ 7528 h 15760"/>
                  <a:gd name="connsiteX7" fmla="*/ 4141 w 21556"/>
                  <a:gd name="connsiteY7" fmla="*/ 10018 h 15760"/>
                  <a:gd name="connsiteX8" fmla="*/ 81 w 21556"/>
                  <a:gd name="connsiteY8" fmla="*/ 14999 h 15760"/>
                  <a:gd name="connsiteX9" fmla="*/ 81 w 21556"/>
                  <a:gd name="connsiteY9" fmla="*/ 15603 h 15760"/>
                  <a:gd name="connsiteX10" fmla="*/ 392 w 21556"/>
                  <a:gd name="connsiteY10" fmla="*/ 15752 h 15760"/>
                  <a:gd name="connsiteX11" fmla="*/ 12498 w 21556"/>
                  <a:gd name="connsiteY11" fmla="*/ 15752 h 15760"/>
                  <a:gd name="connsiteX12" fmla="*/ 13012 w 21556"/>
                  <a:gd name="connsiteY12" fmla="*/ 15657 h 15760"/>
                  <a:gd name="connsiteX13" fmla="*/ 13507 w 21556"/>
                  <a:gd name="connsiteY13" fmla="*/ 15298 h 15760"/>
                  <a:gd name="connsiteX14" fmla="*/ 13992 w 21556"/>
                  <a:gd name="connsiteY14" fmla="*/ 14803 h 15760"/>
                  <a:gd name="connsiteX15" fmla="*/ 17966 w 21556"/>
                  <a:gd name="connsiteY15" fmla="*/ 9899 h 15760"/>
                  <a:gd name="connsiteX16" fmla="*/ 19953 w 21556"/>
                  <a:gd name="connsiteY16" fmla="*/ 7447 h 15760"/>
                  <a:gd name="connsiteX17" fmla="*/ 20946 w 21556"/>
                  <a:gd name="connsiteY17" fmla="*/ 6221 h 15760"/>
                  <a:gd name="connsiteX18" fmla="*/ 21404 w 21556"/>
                  <a:gd name="connsiteY18" fmla="*/ 5632 h 15760"/>
                  <a:gd name="connsiteX19" fmla="*/ 21553 w 21556"/>
                  <a:gd name="connsiteY19" fmla="*/ 4894 h 15760"/>
                  <a:gd name="connsiteX20" fmla="*/ 21354 w 21556"/>
                  <a:gd name="connsiteY20" fmla="*/ 4276 h 15760"/>
                  <a:gd name="connsiteX21" fmla="*/ 20946 w 21556"/>
                  <a:gd name="connsiteY21" fmla="*/ 3766 h 15760"/>
                  <a:gd name="connsiteX22" fmla="*/ 19953 w 21556"/>
                  <a:gd name="connsiteY22" fmla="*/ 2536 h 15760"/>
                  <a:gd name="connsiteX23" fmla="*/ 17966 w 21556"/>
                  <a:gd name="connsiteY23" fmla="*/ 77 h 15760"/>
                  <a:gd name="connsiteX0" fmla="*/ 17966 w 21556"/>
                  <a:gd name="connsiteY0" fmla="*/ 0 h 15683"/>
                  <a:gd name="connsiteX1" fmla="*/ 6171 w 21556"/>
                  <a:gd name="connsiteY1" fmla="*/ 2442 h 15683"/>
                  <a:gd name="connsiteX2" fmla="*/ 7562 w 21556"/>
                  <a:gd name="connsiteY2" fmla="*/ 4070 h 15683"/>
                  <a:gd name="connsiteX3" fmla="*/ 7792 w 21556"/>
                  <a:gd name="connsiteY3" fmla="*/ 4675 h 15683"/>
                  <a:gd name="connsiteX4" fmla="*/ 7572 w 21556"/>
                  <a:gd name="connsiteY4" fmla="*/ 5720 h 15683"/>
                  <a:gd name="connsiteX5" fmla="*/ 6171 w 21556"/>
                  <a:gd name="connsiteY5" fmla="*/ 7451 h 15683"/>
                  <a:gd name="connsiteX6" fmla="*/ 4141 w 21556"/>
                  <a:gd name="connsiteY6" fmla="*/ 9941 h 15683"/>
                  <a:gd name="connsiteX7" fmla="*/ 81 w 21556"/>
                  <a:gd name="connsiteY7" fmla="*/ 14922 h 15683"/>
                  <a:gd name="connsiteX8" fmla="*/ 81 w 21556"/>
                  <a:gd name="connsiteY8" fmla="*/ 15526 h 15683"/>
                  <a:gd name="connsiteX9" fmla="*/ 392 w 21556"/>
                  <a:gd name="connsiteY9" fmla="*/ 15675 h 15683"/>
                  <a:gd name="connsiteX10" fmla="*/ 12498 w 21556"/>
                  <a:gd name="connsiteY10" fmla="*/ 15675 h 15683"/>
                  <a:gd name="connsiteX11" fmla="*/ 13012 w 21556"/>
                  <a:gd name="connsiteY11" fmla="*/ 15580 h 15683"/>
                  <a:gd name="connsiteX12" fmla="*/ 13507 w 21556"/>
                  <a:gd name="connsiteY12" fmla="*/ 15221 h 15683"/>
                  <a:gd name="connsiteX13" fmla="*/ 13992 w 21556"/>
                  <a:gd name="connsiteY13" fmla="*/ 14726 h 15683"/>
                  <a:gd name="connsiteX14" fmla="*/ 17966 w 21556"/>
                  <a:gd name="connsiteY14" fmla="*/ 9822 h 15683"/>
                  <a:gd name="connsiteX15" fmla="*/ 19953 w 21556"/>
                  <a:gd name="connsiteY15" fmla="*/ 7370 h 15683"/>
                  <a:gd name="connsiteX16" fmla="*/ 20946 w 21556"/>
                  <a:gd name="connsiteY16" fmla="*/ 6144 h 15683"/>
                  <a:gd name="connsiteX17" fmla="*/ 21404 w 21556"/>
                  <a:gd name="connsiteY17" fmla="*/ 5555 h 15683"/>
                  <a:gd name="connsiteX18" fmla="*/ 21553 w 21556"/>
                  <a:gd name="connsiteY18" fmla="*/ 4817 h 15683"/>
                  <a:gd name="connsiteX19" fmla="*/ 21354 w 21556"/>
                  <a:gd name="connsiteY19" fmla="*/ 4199 h 15683"/>
                  <a:gd name="connsiteX20" fmla="*/ 20946 w 21556"/>
                  <a:gd name="connsiteY20" fmla="*/ 3689 h 15683"/>
                  <a:gd name="connsiteX21" fmla="*/ 19953 w 21556"/>
                  <a:gd name="connsiteY21" fmla="*/ 2459 h 15683"/>
                  <a:gd name="connsiteX22" fmla="*/ 17966 w 21556"/>
                  <a:gd name="connsiteY22" fmla="*/ 0 h 15683"/>
                  <a:gd name="connsiteX0" fmla="*/ 17966 w 21556"/>
                  <a:gd name="connsiteY0" fmla="*/ 0 h 15683"/>
                  <a:gd name="connsiteX1" fmla="*/ 7562 w 21556"/>
                  <a:gd name="connsiteY1" fmla="*/ 4070 h 15683"/>
                  <a:gd name="connsiteX2" fmla="*/ 7792 w 21556"/>
                  <a:gd name="connsiteY2" fmla="*/ 4675 h 15683"/>
                  <a:gd name="connsiteX3" fmla="*/ 7572 w 21556"/>
                  <a:gd name="connsiteY3" fmla="*/ 5720 h 15683"/>
                  <a:gd name="connsiteX4" fmla="*/ 6171 w 21556"/>
                  <a:gd name="connsiteY4" fmla="*/ 7451 h 15683"/>
                  <a:gd name="connsiteX5" fmla="*/ 4141 w 21556"/>
                  <a:gd name="connsiteY5" fmla="*/ 9941 h 15683"/>
                  <a:gd name="connsiteX6" fmla="*/ 81 w 21556"/>
                  <a:gd name="connsiteY6" fmla="*/ 14922 h 15683"/>
                  <a:gd name="connsiteX7" fmla="*/ 81 w 21556"/>
                  <a:gd name="connsiteY7" fmla="*/ 15526 h 15683"/>
                  <a:gd name="connsiteX8" fmla="*/ 392 w 21556"/>
                  <a:gd name="connsiteY8" fmla="*/ 15675 h 15683"/>
                  <a:gd name="connsiteX9" fmla="*/ 12498 w 21556"/>
                  <a:gd name="connsiteY9" fmla="*/ 15675 h 15683"/>
                  <a:gd name="connsiteX10" fmla="*/ 13012 w 21556"/>
                  <a:gd name="connsiteY10" fmla="*/ 15580 h 15683"/>
                  <a:gd name="connsiteX11" fmla="*/ 13507 w 21556"/>
                  <a:gd name="connsiteY11" fmla="*/ 15221 h 15683"/>
                  <a:gd name="connsiteX12" fmla="*/ 13992 w 21556"/>
                  <a:gd name="connsiteY12" fmla="*/ 14726 h 15683"/>
                  <a:gd name="connsiteX13" fmla="*/ 17966 w 21556"/>
                  <a:gd name="connsiteY13" fmla="*/ 9822 h 15683"/>
                  <a:gd name="connsiteX14" fmla="*/ 19953 w 21556"/>
                  <a:gd name="connsiteY14" fmla="*/ 7370 h 15683"/>
                  <a:gd name="connsiteX15" fmla="*/ 20946 w 21556"/>
                  <a:gd name="connsiteY15" fmla="*/ 6144 h 15683"/>
                  <a:gd name="connsiteX16" fmla="*/ 21404 w 21556"/>
                  <a:gd name="connsiteY16" fmla="*/ 5555 h 15683"/>
                  <a:gd name="connsiteX17" fmla="*/ 21553 w 21556"/>
                  <a:gd name="connsiteY17" fmla="*/ 4817 h 15683"/>
                  <a:gd name="connsiteX18" fmla="*/ 21354 w 21556"/>
                  <a:gd name="connsiteY18" fmla="*/ 4199 h 15683"/>
                  <a:gd name="connsiteX19" fmla="*/ 20946 w 21556"/>
                  <a:gd name="connsiteY19" fmla="*/ 3689 h 15683"/>
                  <a:gd name="connsiteX20" fmla="*/ 19953 w 21556"/>
                  <a:gd name="connsiteY20" fmla="*/ 2459 h 15683"/>
                  <a:gd name="connsiteX21" fmla="*/ 17966 w 21556"/>
                  <a:gd name="connsiteY21" fmla="*/ 0 h 15683"/>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562 w 21556"/>
                  <a:gd name="connsiteY1" fmla="*/ 1611 h 13224"/>
                  <a:gd name="connsiteX2" fmla="*/ 7792 w 21556"/>
                  <a:gd name="connsiteY2" fmla="*/ 2216 h 13224"/>
                  <a:gd name="connsiteX3" fmla="*/ 7613 w 21556"/>
                  <a:gd name="connsiteY3" fmla="*/ 1590 h 13224"/>
                  <a:gd name="connsiteX4" fmla="*/ 7572 w 21556"/>
                  <a:gd name="connsiteY4" fmla="*/ 3261 h 13224"/>
                  <a:gd name="connsiteX5" fmla="*/ 6171 w 21556"/>
                  <a:gd name="connsiteY5" fmla="*/ 4992 h 13224"/>
                  <a:gd name="connsiteX6" fmla="*/ 4141 w 21556"/>
                  <a:gd name="connsiteY6" fmla="*/ 7482 h 13224"/>
                  <a:gd name="connsiteX7" fmla="*/ 81 w 21556"/>
                  <a:gd name="connsiteY7" fmla="*/ 12463 h 13224"/>
                  <a:gd name="connsiteX8" fmla="*/ 81 w 21556"/>
                  <a:gd name="connsiteY8" fmla="*/ 13067 h 13224"/>
                  <a:gd name="connsiteX9" fmla="*/ 392 w 21556"/>
                  <a:gd name="connsiteY9" fmla="*/ 13216 h 13224"/>
                  <a:gd name="connsiteX10" fmla="*/ 12498 w 21556"/>
                  <a:gd name="connsiteY10" fmla="*/ 13216 h 13224"/>
                  <a:gd name="connsiteX11" fmla="*/ 13012 w 21556"/>
                  <a:gd name="connsiteY11" fmla="*/ 13121 h 13224"/>
                  <a:gd name="connsiteX12" fmla="*/ 13507 w 21556"/>
                  <a:gd name="connsiteY12" fmla="*/ 12762 h 13224"/>
                  <a:gd name="connsiteX13" fmla="*/ 13992 w 21556"/>
                  <a:gd name="connsiteY13" fmla="*/ 12267 h 13224"/>
                  <a:gd name="connsiteX14" fmla="*/ 17966 w 21556"/>
                  <a:gd name="connsiteY14" fmla="*/ 7363 h 13224"/>
                  <a:gd name="connsiteX15" fmla="*/ 19953 w 21556"/>
                  <a:gd name="connsiteY15" fmla="*/ 4911 h 13224"/>
                  <a:gd name="connsiteX16" fmla="*/ 20946 w 21556"/>
                  <a:gd name="connsiteY16" fmla="*/ 3685 h 13224"/>
                  <a:gd name="connsiteX17" fmla="*/ 21404 w 21556"/>
                  <a:gd name="connsiteY17" fmla="*/ 3096 h 13224"/>
                  <a:gd name="connsiteX18" fmla="*/ 21553 w 21556"/>
                  <a:gd name="connsiteY18" fmla="*/ 2358 h 13224"/>
                  <a:gd name="connsiteX19" fmla="*/ 21354 w 21556"/>
                  <a:gd name="connsiteY19" fmla="*/ 1740 h 13224"/>
                  <a:gd name="connsiteX20" fmla="*/ 20946 w 21556"/>
                  <a:gd name="connsiteY20" fmla="*/ 1230 h 13224"/>
                  <a:gd name="connsiteX21" fmla="*/ 19953 w 21556"/>
                  <a:gd name="connsiteY21" fmla="*/ 0 h 13224"/>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792 w 21556"/>
                  <a:gd name="connsiteY1" fmla="*/ 2216 h 13224"/>
                  <a:gd name="connsiteX2" fmla="*/ 7572 w 21556"/>
                  <a:gd name="connsiteY2" fmla="*/ 3261 h 13224"/>
                  <a:gd name="connsiteX3" fmla="*/ 6171 w 21556"/>
                  <a:gd name="connsiteY3" fmla="*/ 4992 h 13224"/>
                  <a:gd name="connsiteX4" fmla="*/ 4141 w 21556"/>
                  <a:gd name="connsiteY4" fmla="*/ 7482 h 13224"/>
                  <a:gd name="connsiteX5" fmla="*/ 81 w 21556"/>
                  <a:gd name="connsiteY5" fmla="*/ 12463 h 13224"/>
                  <a:gd name="connsiteX6" fmla="*/ 81 w 21556"/>
                  <a:gd name="connsiteY6" fmla="*/ 13067 h 13224"/>
                  <a:gd name="connsiteX7" fmla="*/ 392 w 21556"/>
                  <a:gd name="connsiteY7" fmla="*/ 13216 h 13224"/>
                  <a:gd name="connsiteX8" fmla="*/ 12498 w 21556"/>
                  <a:gd name="connsiteY8" fmla="*/ 13216 h 13224"/>
                  <a:gd name="connsiteX9" fmla="*/ 13012 w 21556"/>
                  <a:gd name="connsiteY9" fmla="*/ 13121 h 13224"/>
                  <a:gd name="connsiteX10" fmla="*/ 13507 w 21556"/>
                  <a:gd name="connsiteY10" fmla="*/ 12762 h 13224"/>
                  <a:gd name="connsiteX11" fmla="*/ 13992 w 21556"/>
                  <a:gd name="connsiteY11" fmla="*/ 12267 h 13224"/>
                  <a:gd name="connsiteX12" fmla="*/ 17966 w 21556"/>
                  <a:gd name="connsiteY12" fmla="*/ 7363 h 13224"/>
                  <a:gd name="connsiteX13" fmla="*/ 19953 w 21556"/>
                  <a:gd name="connsiteY13" fmla="*/ 4911 h 13224"/>
                  <a:gd name="connsiteX14" fmla="*/ 20946 w 21556"/>
                  <a:gd name="connsiteY14" fmla="*/ 3685 h 13224"/>
                  <a:gd name="connsiteX15" fmla="*/ 21404 w 21556"/>
                  <a:gd name="connsiteY15" fmla="*/ 3096 h 13224"/>
                  <a:gd name="connsiteX16" fmla="*/ 21553 w 21556"/>
                  <a:gd name="connsiteY16" fmla="*/ 2358 h 13224"/>
                  <a:gd name="connsiteX17" fmla="*/ 21354 w 21556"/>
                  <a:gd name="connsiteY17" fmla="*/ 1740 h 13224"/>
                  <a:gd name="connsiteX18" fmla="*/ 20946 w 21556"/>
                  <a:gd name="connsiteY18" fmla="*/ 1230 h 13224"/>
                  <a:gd name="connsiteX19" fmla="*/ 19953 w 21556"/>
                  <a:gd name="connsiteY19" fmla="*/ 0 h 13224"/>
                  <a:gd name="connsiteX0" fmla="*/ 20946 w 21556"/>
                  <a:gd name="connsiteY0" fmla="*/ 0 h 11994"/>
                  <a:gd name="connsiteX1" fmla="*/ 7792 w 21556"/>
                  <a:gd name="connsiteY1" fmla="*/ 986 h 11994"/>
                  <a:gd name="connsiteX2" fmla="*/ 7572 w 21556"/>
                  <a:gd name="connsiteY2" fmla="*/ 2031 h 11994"/>
                  <a:gd name="connsiteX3" fmla="*/ 6171 w 21556"/>
                  <a:gd name="connsiteY3" fmla="*/ 3762 h 11994"/>
                  <a:gd name="connsiteX4" fmla="*/ 4141 w 21556"/>
                  <a:gd name="connsiteY4" fmla="*/ 6252 h 11994"/>
                  <a:gd name="connsiteX5" fmla="*/ 81 w 21556"/>
                  <a:gd name="connsiteY5" fmla="*/ 11233 h 11994"/>
                  <a:gd name="connsiteX6" fmla="*/ 81 w 21556"/>
                  <a:gd name="connsiteY6" fmla="*/ 11837 h 11994"/>
                  <a:gd name="connsiteX7" fmla="*/ 392 w 21556"/>
                  <a:gd name="connsiteY7" fmla="*/ 11986 h 11994"/>
                  <a:gd name="connsiteX8" fmla="*/ 12498 w 21556"/>
                  <a:gd name="connsiteY8" fmla="*/ 11986 h 11994"/>
                  <a:gd name="connsiteX9" fmla="*/ 13012 w 21556"/>
                  <a:gd name="connsiteY9" fmla="*/ 11891 h 11994"/>
                  <a:gd name="connsiteX10" fmla="*/ 13507 w 21556"/>
                  <a:gd name="connsiteY10" fmla="*/ 11532 h 11994"/>
                  <a:gd name="connsiteX11" fmla="*/ 13992 w 21556"/>
                  <a:gd name="connsiteY11" fmla="*/ 11037 h 11994"/>
                  <a:gd name="connsiteX12" fmla="*/ 17966 w 21556"/>
                  <a:gd name="connsiteY12" fmla="*/ 6133 h 11994"/>
                  <a:gd name="connsiteX13" fmla="*/ 19953 w 21556"/>
                  <a:gd name="connsiteY13" fmla="*/ 3681 h 11994"/>
                  <a:gd name="connsiteX14" fmla="*/ 20946 w 21556"/>
                  <a:gd name="connsiteY14" fmla="*/ 2455 h 11994"/>
                  <a:gd name="connsiteX15" fmla="*/ 21404 w 21556"/>
                  <a:gd name="connsiteY15" fmla="*/ 1866 h 11994"/>
                  <a:gd name="connsiteX16" fmla="*/ 21553 w 21556"/>
                  <a:gd name="connsiteY16" fmla="*/ 1128 h 11994"/>
                  <a:gd name="connsiteX17" fmla="*/ 21354 w 21556"/>
                  <a:gd name="connsiteY17" fmla="*/ 510 h 11994"/>
                  <a:gd name="connsiteX18" fmla="*/ 20946 w 21556"/>
                  <a:gd name="connsiteY18" fmla="*/ 0 h 11994"/>
                  <a:gd name="connsiteX0" fmla="*/ 21354 w 21556"/>
                  <a:gd name="connsiteY0" fmla="*/ 0 h 11484"/>
                  <a:gd name="connsiteX1" fmla="*/ 7792 w 21556"/>
                  <a:gd name="connsiteY1" fmla="*/ 476 h 11484"/>
                  <a:gd name="connsiteX2" fmla="*/ 7572 w 21556"/>
                  <a:gd name="connsiteY2" fmla="*/ 1521 h 11484"/>
                  <a:gd name="connsiteX3" fmla="*/ 6171 w 21556"/>
                  <a:gd name="connsiteY3" fmla="*/ 3252 h 11484"/>
                  <a:gd name="connsiteX4" fmla="*/ 4141 w 21556"/>
                  <a:gd name="connsiteY4" fmla="*/ 5742 h 11484"/>
                  <a:gd name="connsiteX5" fmla="*/ 81 w 21556"/>
                  <a:gd name="connsiteY5" fmla="*/ 10723 h 11484"/>
                  <a:gd name="connsiteX6" fmla="*/ 81 w 21556"/>
                  <a:gd name="connsiteY6" fmla="*/ 11327 h 11484"/>
                  <a:gd name="connsiteX7" fmla="*/ 392 w 21556"/>
                  <a:gd name="connsiteY7" fmla="*/ 11476 h 11484"/>
                  <a:gd name="connsiteX8" fmla="*/ 12498 w 21556"/>
                  <a:gd name="connsiteY8" fmla="*/ 11476 h 11484"/>
                  <a:gd name="connsiteX9" fmla="*/ 13012 w 21556"/>
                  <a:gd name="connsiteY9" fmla="*/ 11381 h 11484"/>
                  <a:gd name="connsiteX10" fmla="*/ 13507 w 21556"/>
                  <a:gd name="connsiteY10" fmla="*/ 11022 h 11484"/>
                  <a:gd name="connsiteX11" fmla="*/ 13992 w 21556"/>
                  <a:gd name="connsiteY11" fmla="*/ 10527 h 11484"/>
                  <a:gd name="connsiteX12" fmla="*/ 17966 w 21556"/>
                  <a:gd name="connsiteY12" fmla="*/ 5623 h 11484"/>
                  <a:gd name="connsiteX13" fmla="*/ 19953 w 21556"/>
                  <a:gd name="connsiteY13" fmla="*/ 3171 h 11484"/>
                  <a:gd name="connsiteX14" fmla="*/ 20946 w 21556"/>
                  <a:gd name="connsiteY14" fmla="*/ 1945 h 11484"/>
                  <a:gd name="connsiteX15" fmla="*/ 21404 w 21556"/>
                  <a:gd name="connsiteY15" fmla="*/ 1356 h 11484"/>
                  <a:gd name="connsiteX16" fmla="*/ 21553 w 21556"/>
                  <a:gd name="connsiteY16" fmla="*/ 618 h 11484"/>
                  <a:gd name="connsiteX17" fmla="*/ 21354 w 21556"/>
                  <a:gd name="connsiteY17" fmla="*/ 0 h 11484"/>
                  <a:gd name="connsiteX0" fmla="*/ 21553 w 21556"/>
                  <a:gd name="connsiteY0" fmla="*/ 206 h 11072"/>
                  <a:gd name="connsiteX1" fmla="*/ 7792 w 21556"/>
                  <a:gd name="connsiteY1" fmla="*/ 64 h 11072"/>
                  <a:gd name="connsiteX2" fmla="*/ 7572 w 21556"/>
                  <a:gd name="connsiteY2" fmla="*/ 1109 h 11072"/>
                  <a:gd name="connsiteX3" fmla="*/ 6171 w 21556"/>
                  <a:gd name="connsiteY3" fmla="*/ 2840 h 11072"/>
                  <a:gd name="connsiteX4" fmla="*/ 4141 w 21556"/>
                  <a:gd name="connsiteY4" fmla="*/ 5330 h 11072"/>
                  <a:gd name="connsiteX5" fmla="*/ 81 w 21556"/>
                  <a:gd name="connsiteY5" fmla="*/ 10311 h 11072"/>
                  <a:gd name="connsiteX6" fmla="*/ 81 w 21556"/>
                  <a:gd name="connsiteY6" fmla="*/ 10915 h 11072"/>
                  <a:gd name="connsiteX7" fmla="*/ 392 w 21556"/>
                  <a:gd name="connsiteY7" fmla="*/ 11064 h 11072"/>
                  <a:gd name="connsiteX8" fmla="*/ 12498 w 21556"/>
                  <a:gd name="connsiteY8" fmla="*/ 11064 h 11072"/>
                  <a:gd name="connsiteX9" fmla="*/ 13012 w 21556"/>
                  <a:gd name="connsiteY9" fmla="*/ 10969 h 11072"/>
                  <a:gd name="connsiteX10" fmla="*/ 13507 w 21556"/>
                  <a:gd name="connsiteY10" fmla="*/ 10610 h 11072"/>
                  <a:gd name="connsiteX11" fmla="*/ 13992 w 21556"/>
                  <a:gd name="connsiteY11" fmla="*/ 10115 h 11072"/>
                  <a:gd name="connsiteX12" fmla="*/ 17966 w 21556"/>
                  <a:gd name="connsiteY12" fmla="*/ 5211 h 11072"/>
                  <a:gd name="connsiteX13" fmla="*/ 19953 w 21556"/>
                  <a:gd name="connsiteY13" fmla="*/ 2759 h 11072"/>
                  <a:gd name="connsiteX14" fmla="*/ 20946 w 21556"/>
                  <a:gd name="connsiteY14" fmla="*/ 1533 h 11072"/>
                  <a:gd name="connsiteX15" fmla="*/ 21404 w 21556"/>
                  <a:gd name="connsiteY15" fmla="*/ 944 h 11072"/>
                  <a:gd name="connsiteX16" fmla="*/ 21553 w 21556"/>
                  <a:gd name="connsiteY16" fmla="*/ 206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35" name="íṣļídé">
                <a:extLst>
                  <a:ext uri="{FF2B5EF4-FFF2-40B4-BE49-F238E27FC236}">
                    <a16:creationId xmlns:a16="http://schemas.microsoft.com/office/drawing/2014/main" xmlns="" id="{83F0ED86-FD4D-4D76-B100-D35C93A242E3}"/>
                  </a:ext>
                </a:extLst>
              </p:cNvPr>
              <p:cNvSpPr/>
              <p:nvPr/>
            </p:nvSpPr>
            <p:spPr bwMode="auto">
              <a:xfrm flipV="1">
                <a:off x="2501167" y="1747497"/>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 fmla="*/ 12498 w 21556"/>
                  <a:gd name="connsiteY0" fmla="*/ 3 h 21546"/>
                  <a:gd name="connsiteX1" fmla="*/ 81 w 21556"/>
                  <a:gd name="connsiteY1" fmla="*/ 749 h 21546"/>
                  <a:gd name="connsiteX2" fmla="*/ 4141 w 21556"/>
                  <a:gd name="connsiteY2" fmla="*/ 5786 h 21546"/>
                  <a:gd name="connsiteX3" fmla="*/ 6171 w 21556"/>
                  <a:gd name="connsiteY3" fmla="*/ 8305 h 21546"/>
                  <a:gd name="connsiteX4" fmla="*/ 7562 w 21556"/>
                  <a:gd name="connsiteY4" fmla="*/ 9933 h 21546"/>
                  <a:gd name="connsiteX5" fmla="*/ 7792 w 21556"/>
                  <a:gd name="connsiteY5" fmla="*/ 10538 h 21546"/>
                  <a:gd name="connsiteX6" fmla="*/ 7572 w 21556"/>
                  <a:gd name="connsiteY6" fmla="*/ 11583 h 21546"/>
                  <a:gd name="connsiteX7" fmla="*/ 6171 w 21556"/>
                  <a:gd name="connsiteY7" fmla="*/ 13314 h 21546"/>
                  <a:gd name="connsiteX8" fmla="*/ 4141 w 21556"/>
                  <a:gd name="connsiteY8" fmla="*/ 15804 h 21546"/>
                  <a:gd name="connsiteX9" fmla="*/ 81 w 21556"/>
                  <a:gd name="connsiteY9" fmla="*/ 20785 h 21546"/>
                  <a:gd name="connsiteX10" fmla="*/ 81 w 21556"/>
                  <a:gd name="connsiteY10" fmla="*/ 21389 h 21546"/>
                  <a:gd name="connsiteX11" fmla="*/ 392 w 21556"/>
                  <a:gd name="connsiteY11" fmla="*/ 21538 h 21546"/>
                  <a:gd name="connsiteX12" fmla="*/ 12498 w 21556"/>
                  <a:gd name="connsiteY12" fmla="*/ 21538 h 21546"/>
                  <a:gd name="connsiteX13" fmla="*/ 13012 w 21556"/>
                  <a:gd name="connsiteY13" fmla="*/ 21443 h 21546"/>
                  <a:gd name="connsiteX14" fmla="*/ 13507 w 21556"/>
                  <a:gd name="connsiteY14" fmla="*/ 21084 h 21546"/>
                  <a:gd name="connsiteX15" fmla="*/ 13992 w 21556"/>
                  <a:gd name="connsiteY15" fmla="*/ 20589 h 21546"/>
                  <a:gd name="connsiteX16" fmla="*/ 17966 w 21556"/>
                  <a:gd name="connsiteY16" fmla="*/ 15685 h 21546"/>
                  <a:gd name="connsiteX17" fmla="*/ 19953 w 21556"/>
                  <a:gd name="connsiteY17" fmla="*/ 13233 h 21546"/>
                  <a:gd name="connsiteX18" fmla="*/ 20946 w 21556"/>
                  <a:gd name="connsiteY18" fmla="*/ 12007 h 21546"/>
                  <a:gd name="connsiteX19" fmla="*/ 21404 w 21556"/>
                  <a:gd name="connsiteY19" fmla="*/ 11418 h 21546"/>
                  <a:gd name="connsiteX20" fmla="*/ 21553 w 21556"/>
                  <a:gd name="connsiteY20" fmla="*/ 10680 h 21546"/>
                  <a:gd name="connsiteX21" fmla="*/ 21354 w 21556"/>
                  <a:gd name="connsiteY21" fmla="*/ 10062 h 21546"/>
                  <a:gd name="connsiteX22" fmla="*/ 20946 w 21556"/>
                  <a:gd name="connsiteY22" fmla="*/ 9552 h 21546"/>
                  <a:gd name="connsiteX23" fmla="*/ 19953 w 21556"/>
                  <a:gd name="connsiteY23" fmla="*/ 8322 h 21546"/>
                  <a:gd name="connsiteX24" fmla="*/ 17966 w 21556"/>
                  <a:gd name="connsiteY24" fmla="*/ 5863 h 21546"/>
                  <a:gd name="connsiteX25" fmla="*/ 13992 w 21556"/>
                  <a:gd name="connsiteY25" fmla="*/ 945 h 21546"/>
                  <a:gd name="connsiteX26" fmla="*/ 13507 w 21556"/>
                  <a:gd name="connsiteY26" fmla="*/ 457 h 21546"/>
                  <a:gd name="connsiteX27" fmla="*/ 13012 w 21556"/>
                  <a:gd name="connsiteY27" fmla="*/ 98 h 21546"/>
                  <a:gd name="connsiteX28" fmla="*/ 12498 w 21556"/>
                  <a:gd name="connsiteY28" fmla="*/ 3 h 21546"/>
                  <a:gd name="connsiteX0" fmla="*/ 12498 w 21556"/>
                  <a:gd name="connsiteY0" fmla="*/ 3 h 21546"/>
                  <a:gd name="connsiteX1" fmla="*/ 4141 w 21556"/>
                  <a:gd name="connsiteY1" fmla="*/ 5786 h 21546"/>
                  <a:gd name="connsiteX2" fmla="*/ 6171 w 21556"/>
                  <a:gd name="connsiteY2" fmla="*/ 8305 h 21546"/>
                  <a:gd name="connsiteX3" fmla="*/ 7562 w 21556"/>
                  <a:gd name="connsiteY3" fmla="*/ 9933 h 21546"/>
                  <a:gd name="connsiteX4" fmla="*/ 7792 w 21556"/>
                  <a:gd name="connsiteY4" fmla="*/ 10538 h 21546"/>
                  <a:gd name="connsiteX5" fmla="*/ 7572 w 21556"/>
                  <a:gd name="connsiteY5" fmla="*/ 11583 h 21546"/>
                  <a:gd name="connsiteX6" fmla="*/ 6171 w 21556"/>
                  <a:gd name="connsiteY6" fmla="*/ 13314 h 21546"/>
                  <a:gd name="connsiteX7" fmla="*/ 4141 w 21556"/>
                  <a:gd name="connsiteY7" fmla="*/ 15804 h 21546"/>
                  <a:gd name="connsiteX8" fmla="*/ 81 w 21556"/>
                  <a:gd name="connsiteY8" fmla="*/ 20785 h 21546"/>
                  <a:gd name="connsiteX9" fmla="*/ 81 w 21556"/>
                  <a:gd name="connsiteY9" fmla="*/ 21389 h 21546"/>
                  <a:gd name="connsiteX10" fmla="*/ 392 w 21556"/>
                  <a:gd name="connsiteY10" fmla="*/ 21538 h 21546"/>
                  <a:gd name="connsiteX11" fmla="*/ 12498 w 21556"/>
                  <a:gd name="connsiteY11" fmla="*/ 21538 h 21546"/>
                  <a:gd name="connsiteX12" fmla="*/ 13012 w 21556"/>
                  <a:gd name="connsiteY12" fmla="*/ 21443 h 21546"/>
                  <a:gd name="connsiteX13" fmla="*/ 13507 w 21556"/>
                  <a:gd name="connsiteY13" fmla="*/ 21084 h 21546"/>
                  <a:gd name="connsiteX14" fmla="*/ 13992 w 21556"/>
                  <a:gd name="connsiteY14" fmla="*/ 20589 h 21546"/>
                  <a:gd name="connsiteX15" fmla="*/ 17966 w 21556"/>
                  <a:gd name="connsiteY15" fmla="*/ 15685 h 21546"/>
                  <a:gd name="connsiteX16" fmla="*/ 19953 w 21556"/>
                  <a:gd name="connsiteY16" fmla="*/ 13233 h 21546"/>
                  <a:gd name="connsiteX17" fmla="*/ 20946 w 21556"/>
                  <a:gd name="connsiteY17" fmla="*/ 12007 h 21546"/>
                  <a:gd name="connsiteX18" fmla="*/ 21404 w 21556"/>
                  <a:gd name="connsiteY18" fmla="*/ 11418 h 21546"/>
                  <a:gd name="connsiteX19" fmla="*/ 21553 w 21556"/>
                  <a:gd name="connsiteY19" fmla="*/ 10680 h 21546"/>
                  <a:gd name="connsiteX20" fmla="*/ 21354 w 21556"/>
                  <a:gd name="connsiteY20" fmla="*/ 10062 h 21546"/>
                  <a:gd name="connsiteX21" fmla="*/ 20946 w 21556"/>
                  <a:gd name="connsiteY21" fmla="*/ 9552 h 21546"/>
                  <a:gd name="connsiteX22" fmla="*/ 19953 w 21556"/>
                  <a:gd name="connsiteY22" fmla="*/ 8322 h 21546"/>
                  <a:gd name="connsiteX23" fmla="*/ 17966 w 21556"/>
                  <a:gd name="connsiteY23" fmla="*/ 5863 h 21546"/>
                  <a:gd name="connsiteX24" fmla="*/ 13992 w 21556"/>
                  <a:gd name="connsiteY24" fmla="*/ 945 h 21546"/>
                  <a:gd name="connsiteX25" fmla="*/ 13507 w 21556"/>
                  <a:gd name="connsiteY25" fmla="*/ 457 h 21546"/>
                  <a:gd name="connsiteX26" fmla="*/ 13012 w 21556"/>
                  <a:gd name="connsiteY26" fmla="*/ 98 h 21546"/>
                  <a:gd name="connsiteX27" fmla="*/ 12498 w 21556"/>
                  <a:gd name="connsiteY27" fmla="*/ 3 h 21546"/>
                  <a:gd name="connsiteX0" fmla="*/ 13012 w 21556"/>
                  <a:gd name="connsiteY0" fmla="*/ 0 h 21448"/>
                  <a:gd name="connsiteX1" fmla="*/ 4141 w 21556"/>
                  <a:gd name="connsiteY1" fmla="*/ 5688 h 21448"/>
                  <a:gd name="connsiteX2" fmla="*/ 6171 w 21556"/>
                  <a:gd name="connsiteY2" fmla="*/ 8207 h 21448"/>
                  <a:gd name="connsiteX3" fmla="*/ 7562 w 21556"/>
                  <a:gd name="connsiteY3" fmla="*/ 9835 h 21448"/>
                  <a:gd name="connsiteX4" fmla="*/ 7792 w 21556"/>
                  <a:gd name="connsiteY4" fmla="*/ 10440 h 21448"/>
                  <a:gd name="connsiteX5" fmla="*/ 7572 w 21556"/>
                  <a:gd name="connsiteY5" fmla="*/ 11485 h 21448"/>
                  <a:gd name="connsiteX6" fmla="*/ 6171 w 21556"/>
                  <a:gd name="connsiteY6" fmla="*/ 13216 h 21448"/>
                  <a:gd name="connsiteX7" fmla="*/ 4141 w 21556"/>
                  <a:gd name="connsiteY7" fmla="*/ 15706 h 21448"/>
                  <a:gd name="connsiteX8" fmla="*/ 81 w 21556"/>
                  <a:gd name="connsiteY8" fmla="*/ 20687 h 21448"/>
                  <a:gd name="connsiteX9" fmla="*/ 81 w 21556"/>
                  <a:gd name="connsiteY9" fmla="*/ 21291 h 21448"/>
                  <a:gd name="connsiteX10" fmla="*/ 392 w 21556"/>
                  <a:gd name="connsiteY10" fmla="*/ 21440 h 21448"/>
                  <a:gd name="connsiteX11" fmla="*/ 12498 w 21556"/>
                  <a:gd name="connsiteY11" fmla="*/ 21440 h 21448"/>
                  <a:gd name="connsiteX12" fmla="*/ 13012 w 21556"/>
                  <a:gd name="connsiteY12" fmla="*/ 21345 h 21448"/>
                  <a:gd name="connsiteX13" fmla="*/ 13507 w 21556"/>
                  <a:gd name="connsiteY13" fmla="*/ 20986 h 21448"/>
                  <a:gd name="connsiteX14" fmla="*/ 13992 w 21556"/>
                  <a:gd name="connsiteY14" fmla="*/ 20491 h 21448"/>
                  <a:gd name="connsiteX15" fmla="*/ 17966 w 21556"/>
                  <a:gd name="connsiteY15" fmla="*/ 15587 h 21448"/>
                  <a:gd name="connsiteX16" fmla="*/ 19953 w 21556"/>
                  <a:gd name="connsiteY16" fmla="*/ 13135 h 21448"/>
                  <a:gd name="connsiteX17" fmla="*/ 20946 w 21556"/>
                  <a:gd name="connsiteY17" fmla="*/ 11909 h 21448"/>
                  <a:gd name="connsiteX18" fmla="*/ 21404 w 21556"/>
                  <a:gd name="connsiteY18" fmla="*/ 11320 h 21448"/>
                  <a:gd name="connsiteX19" fmla="*/ 21553 w 21556"/>
                  <a:gd name="connsiteY19" fmla="*/ 10582 h 21448"/>
                  <a:gd name="connsiteX20" fmla="*/ 21354 w 21556"/>
                  <a:gd name="connsiteY20" fmla="*/ 9964 h 21448"/>
                  <a:gd name="connsiteX21" fmla="*/ 20946 w 21556"/>
                  <a:gd name="connsiteY21" fmla="*/ 9454 h 21448"/>
                  <a:gd name="connsiteX22" fmla="*/ 19953 w 21556"/>
                  <a:gd name="connsiteY22" fmla="*/ 8224 h 21448"/>
                  <a:gd name="connsiteX23" fmla="*/ 17966 w 21556"/>
                  <a:gd name="connsiteY23" fmla="*/ 5765 h 21448"/>
                  <a:gd name="connsiteX24" fmla="*/ 13992 w 21556"/>
                  <a:gd name="connsiteY24" fmla="*/ 847 h 21448"/>
                  <a:gd name="connsiteX25" fmla="*/ 13507 w 21556"/>
                  <a:gd name="connsiteY25" fmla="*/ 359 h 21448"/>
                  <a:gd name="connsiteX26" fmla="*/ 13012 w 21556"/>
                  <a:gd name="connsiteY26" fmla="*/ 0 h 21448"/>
                  <a:gd name="connsiteX0" fmla="*/ 13507 w 21556"/>
                  <a:gd name="connsiteY0" fmla="*/ 289 h 21378"/>
                  <a:gd name="connsiteX1" fmla="*/ 4141 w 21556"/>
                  <a:gd name="connsiteY1" fmla="*/ 5618 h 21378"/>
                  <a:gd name="connsiteX2" fmla="*/ 6171 w 21556"/>
                  <a:gd name="connsiteY2" fmla="*/ 8137 h 21378"/>
                  <a:gd name="connsiteX3" fmla="*/ 7562 w 21556"/>
                  <a:gd name="connsiteY3" fmla="*/ 9765 h 21378"/>
                  <a:gd name="connsiteX4" fmla="*/ 7792 w 21556"/>
                  <a:gd name="connsiteY4" fmla="*/ 10370 h 21378"/>
                  <a:gd name="connsiteX5" fmla="*/ 7572 w 21556"/>
                  <a:gd name="connsiteY5" fmla="*/ 11415 h 21378"/>
                  <a:gd name="connsiteX6" fmla="*/ 6171 w 21556"/>
                  <a:gd name="connsiteY6" fmla="*/ 13146 h 21378"/>
                  <a:gd name="connsiteX7" fmla="*/ 4141 w 21556"/>
                  <a:gd name="connsiteY7" fmla="*/ 15636 h 21378"/>
                  <a:gd name="connsiteX8" fmla="*/ 81 w 21556"/>
                  <a:gd name="connsiteY8" fmla="*/ 20617 h 21378"/>
                  <a:gd name="connsiteX9" fmla="*/ 81 w 21556"/>
                  <a:gd name="connsiteY9" fmla="*/ 21221 h 21378"/>
                  <a:gd name="connsiteX10" fmla="*/ 392 w 21556"/>
                  <a:gd name="connsiteY10" fmla="*/ 21370 h 21378"/>
                  <a:gd name="connsiteX11" fmla="*/ 12498 w 21556"/>
                  <a:gd name="connsiteY11" fmla="*/ 21370 h 21378"/>
                  <a:gd name="connsiteX12" fmla="*/ 13012 w 21556"/>
                  <a:gd name="connsiteY12" fmla="*/ 21275 h 21378"/>
                  <a:gd name="connsiteX13" fmla="*/ 13507 w 21556"/>
                  <a:gd name="connsiteY13" fmla="*/ 20916 h 21378"/>
                  <a:gd name="connsiteX14" fmla="*/ 13992 w 21556"/>
                  <a:gd name="connsiteY14" fmla="*/ 20421 h 21378"/>
                  <a:gd name="connsiteX15" fmla="*/ 17966 w 21556"/>
                  <a:gd name="connsiteY15" fmla="*/ 15517 h 21378"/>
                  <a:gd name="connsiteX16" fmla="*/ 19953 w 21556"/>
                  <a:gd name="connsiteY16" fmla="*/ 13065 h 21378"/>
                  <a:gd name="connsiteX17" fmla="*/ 20946 w 21556"/>
                  <a:gd name="connsiteY17" fmla="*/ 11839 h 21378"/>
                  <a:gd name="connsiteX18" fmla="*/ 21404 w 21556"/>
                  <a:gd name="connsiteY18" fmla="*/ 11250 h 21378"/>
                  <a:gd name="connsiteX19" fmla="*/ 21553 w 21556"/>
                  <a:gd name="connsiteY19" fmla="*/ 10512 h 21378"/>
                  <a:gd name="connsiteX20" fmla="*/ 21354 w 21556"/>
                  <a:gd name="connsiteY20" fmla="*/ 9894 h 21378"/>
                  <a:gd name="connsiteX21" fmla="*/ 20946 w 21556"/>
                  <a:gd name="connsiteY21" fmla="*/ 9384 h 21378"/>
                  <a:gd name="connsiteX22" fmla="*/ 19953 w 21556"/>
                  <a:gd name="connsiteY22" fmla="*/ 8154 h 21378"/>
                  <a:gd name="connsiteX23" fmla="*/ 17966 w 21556"/>
                  <a:gd name="connsiteY23" fmla="*/ 5695 h 21378"/>
                  <a:gd name="connsiteX24" fmla="*/ 13992 w 21556"/>
                  <a:gd name="connsiteY24" fmla="*/ 777 h 21378"/>
                  <a:gd name="connsiteX25" fmla="*/ 13507 w 21556"/>
                  <a:gd name="connsiteY25" fmla="*/ 289 h 21378"/>
                  <a:gd name="connsiteX0" fmla="*/ 13992 w 21556"/>
                  <a:gd name="connsiteY0" fmla="*/ 1 h 20602"/>
                  <a:gd name="connsiteX1" fmla="*/ 4141 w 21556"/>
                  <a:gd name="connsiteY1" fmla="*/ 4842 h 20602"/>
                  <a:gd name="connsiteX2" fmla="*/ 6171 w 21556"/>
                  <a:gd name="connsiteY2" fmla="*/ 7361 h 20602"/>
                  <a:gd name="connsiteX3" fmla="*/ 7562 w 21556"/>
                  <a:gd name="connsiteY3" fmla="*/ 8989 h 20602"/>
                  <a:gd name="connsiteX4" fmla="*/ 7792 w 21556"/>
                  <a:gd name="connsiteY4" fmla="*/ 9594 h 20602"/>
                  <a:gd name="connsiteX5" fmla="*/ 7572 w 21556"/>
                  <a:gd name="connsiteY5" fmla="*/ 10639 h 20602"/>
                  <a:gd name="connsiteX6" fmla="*/ 6171 w 21556"/>
                  <a:gd name="connsiteY6" fmla="*/ 12370 h 20602"/>
                  <a:gd name="connsiteX7" fmla="*/ 4141 w 21556"/>
                  <a:gd name="connsiteY7" fmla="*/ 14860 h 20602"/>
                  <a:gd name="connsiteX8" fmla="*/ 81 w 21556"/>
                  <a:gd name="connsiteY8" fmla="*/ 19841 h 20602"/>
                  <a:gd name="connsiteX9" fmla="*/ 81 w 21556"/>
                  <a:gd name="connsiteY9" fmla="*/ 20445 h 20602"/>
                  <a:gd name="connsiteX10" fmla="*/ 392 w 21556"/>
                  <a:gd name="connsiteY10" fmla="*/ 20594 h 20602"/>
                  <a:gd name="connsiteX11" fmla="*/ 12498 w 21556"/>
                  <a:gd name="connsiteY11" fmla="*/ 20594 h 20602"/>
                  <a:gd name="connsiteX12" fmla="*/ 13012 w 21556"/>
                  <a:gd name="connsiteY12" fmla="*/ 20499 h 20602"/>
                  <a:gd name="connsiteX13" fmla="*/ 13507 w 21556"/>
                  <a:gd name="connsiteY13" fmla="*/ 20140 h 20602"/>
                  <a:gd name="connsiteX14" fmla="*/ 13992 w 21556"/>
                  <a:gd name="connsiteY14" fmla="*/ 19645 h 20602"/>
                  <a:gd name="connsiteX15" fmla="*/ 17966 w 21556"/>
                  <a:gd name="connsiteY15" fmla="*/ 14741 h 20602"/>
                  <a:gd name="connsiteX16" fmla="*/ 19953 w 21556"/>
                  <a:gd name="connsiteY16" fmla="*/ 12289 h 20602"/>
                  <a:gd name="connsiteX17" fmla="*/ 20946 w 21556"/>
                  <a:gd name="connsiteY17" fmla="*/ 11063 h 20602"/>
                  <a:gd name="connsiteX18" fmla="*/ 21404 w 21556"/>
                  <a:gd name="connsiteY18" fmla="*/ 10474 h 20602"/>
                  <a:gd name="connsiteX19" fmla="*/ 21553 w 21556"/>
                  <a:gd name="connsiteY19" fmla="*/ 9736 h 20602"/>
                  <a:gd name="connsiteX20" fmla="*/ 21354 w 21556"/>
                  <a:gd name="connsiteY20" fmla="*/ 9118 h 20602"/>
                  <a:gd name="connsiteX21" fmla="*/ 20946 w 21556"/>
                  <a:gd name="connsiteY21" fmla="*/ 8608 h 20602"/>
                  <a:gd name="connsiteX22" fmla="*/ 19953 w 21556"/>
                  <a:gd name="connsiteY22" fmla="*/ 7378 h 20602"/>
                  <a:gd name="connsiteX23" fmla="*/ 17966 w 21556"/>
                  <a:gd name="connsiteY23" fmla="*/ 4919 h 20602"/>
                  <a:gd name="connsiteX24" fmla="*/ 13992 w 21556"/>
                  <a:gd name="connsiteY24" fmla="*/ 1 h 20602"/>
                  <a:gd name="connsiteX0" fmla="*/ 17966 w 21556"/>
                  <a:gd name="connsiteY0" fmla="*/ 77 h 15760"/>
                  <a:gd name="connsiteX1" fmla="*/ 4141 w 21556"/>
                  <a:gd name="connsiteY1" fmla="*/ 0 h 15760"/>
                  <a:gd name="connsiteX2" fmla="*/ 6171 w 21556"/>
                  <a:gd name="connsiteY2" fmla="*/ 2519 h 15760"/>
                  <a:gd name="connsiteX3" fmla="*/ 7562 w 21556"/>
                  <a:gd name="connsiteY3" fmla="*/ 4147 h 15760"/>
                  <a:gd name="connsiteX4" fmla="*/ 7792 w 21556"/>
                  <a:gd name="connsiteY4" fmla="*/ 4752 h 15760"/>
                  <a:gd name="connsiteX5" fmla="*/ 7572 w 21556"/>
                  <a:gd name="connsiteY5" fmla="*/ 5797 h 15760"/>
                  <a:gd name="connsiteX6" fmla="*/ 6171 w 21556"/>
                  <a:gd name="connsiteY6" fmla="*/ 7528 h 15760"/>
                  <a:gd name="connsiteX7" fmla="*/ 4141 w 21556"/>
                  <a:gd name="connsiteY7" fmla="*/ 10018 h 15760"/>
                  <a:gd name="connsiteX8" fmla="*/ 81 w 21556"/>
                  <a:gd name="connsiteY8" fmla="*/ 14999 h 15760"/>
                  <a:gd name="connsiteX9" fmla="*/ 81 w 21556"/>
                  <a:gd name="connsiteY9" fmla="*/ 15603 h 15760"/>
                  <a:gd name="connsiteX10" fmla="*/ 392 w 21556"/>
                  <a:gd name="connsiteY10" fmla="*/ 15752 h 15760"/>
                  <a:gd name="connsiteX11" fmla="*/ 12498 w 21556"/>
                  <a:gd name="connsiteY11" fmla="*/ 15752 h 15760"/>
                  <a:gd name="connsiteX12" fmla="*/ 13012 w 21556"/>
                  <a:gd name="connsiteY12" fmla="*/ 15657 h 15760"/>
                  <a:gd name="connsiteX13" fmla="*/ 13507 w 21556"/>
                  <a:gd name="connsiteY13" fmla="*/ 15298 h 15760"/>
                  <a:gd name="connsiteX14" fmla="*/ 13992 w 21556"/>
                  <a:gd name="connsiteY14" fmla="*/ 14803 h 15760"/>
                  <a:gd name="connsiteX15" fmla="*/ 17966 w 21556"/>
                  <a:gd name="connsiteY15" fmla="*/ 9899 h 15760"/>
                  <a:gd name="connsiteX16" fmla="*/ 19953 w 21556"/>
                  <a:gd name="connsiteY16" fmla="*/ 7447 h 15760"/>
                  <a:gd name="connsiteX17" fmla="*/ 20946 w 21556"/>
                  <a:gd name="connsiteY17" fmla="*/ 6221 h 15760"/>
                  <a:gd name="connsiteX18" fmla="*/ 21404 w 21556"/>
                  <a:gd name="connsiteY18" fmla="*/ 5632 h 15760"/>
                  <a:gd name="connsiteX19" fmla="*/ 21553 w 21556"/>
                  <a:gd name="connsiteY19" fmla="*/ 4894 h 15760"/>
                  <a:gd name="connsiteX20" fmla="*/ 21354 w 21556"/>
                  <a:gd name="connsiteY20" fmla="*/ 4276 h 15760"/>
                  <a:gd name="connsiteX21" fmla="*/ 20946 w 21556"/>
                  <a:gd name="connsiteY21" fmla="*/ 3766 h 15760"/>
                  <a:gd name="connsiteX22" fmla="*/ 19953 w 21556"/>
                  <a:gd name="connsiteY22" fmla="*/ 2536 h 15760"/>
                  <a:gd name="connsiteX23" fmla="*/ 17966 w 21556"/>
                  <a:gd name="connsiteY23" fmla="*/ 77 h 15760"/>
                  <a:gd name="connsiteX0" fmla="*/ 17966 w 21556"/>
                  <a:gd name="connsiteY0" fmla="*/ 0 h 15683"/>
                  <a:gd name="connsiteX1" fmla="*/ 6171 w 21556"/>
                  <a:gd name="connsiteY1" fmla="*/ 2442 h 15683"/>
                  <a:gd name="connsiteX2" fmla="*/ 7562 w 21556"/>
                  <a:gd name="connsiteY2" fmla="*/ 4070 h 15683"/>
                  <a:gd name="connsiteX3" fmla="*/ 7792 w 21556"/>
                  <a:gd name="connsiteY3" fmla="*/ 4675 h 15683"/>
                  <a:gd name="connsiteX4" fmla="*/ 7572 w 21556"/>
                  <a:gd name="connsiteY4" fmla="*/ 5720 h 15683"/>
                  <a:gd name="connsiteX5" fmla="*/ 6171 w 21556"/>
                  <a:gd name="connsiteY5" fmla="*/ 7451 h 15683"/>
                  <a:gd name="connsiteX6" fmla="*/ 4141 w 21556"/>
                  <a:gd name="connsiteY6" fmla="*/ 9941 h 15683"/>
                  <a:gd name="connsiteX7" fmla="*/ 81 w 21556"/>
                  <a:gd name="connsiteY7" fmla="*/ 14922 h 15683"/>
                  <a:gd name="connsiteX8" fmla="*/ 81 w 21556"/>
                  <a:gd name="connsiteY8" fmla="*/ 15526 h 15683"/>
                  <a:gd name="connsiteX9" fmla="*/ 392 w 21556"/>
                  <a:gd name="connsiteY9" fmla="*/ 15675 h 15683"/>
                  <a:gd name="connsiteX10" fmla="*/ 12498 w 21556"/>
                  <a:gd name="connsiteY10" fmla="*/ 15675 h 15683"/>
                  <a:gd name="connsiteX11" fmla="*/ 13012 w 21556"/>
                  <a:gd name="connsiteY11" fmla="*/ 15580 h 15683"/>
                  <a:gd name="connsiteX12" fmla="*/ 13507 w 21556"/>
                  <a:gd name="connsiteY12" fmla="*/ 15221 h 15683"/>
                  <a:gd name="connsiteX13" fmla="*/ 13992 w 21556"/>
                  <a:gd name="connsiteY13" fmla="*/ 14726 h 15683"/>
                  <a:gd name="connsiteX14" fmla="*/ 17966 w 21556"/>
                  <a:gd name="connsiteY14" fmla="*/ 9822 h 15683"/>
                  <a:gd name="connsiteX15" fmla="*/ 19953 w 21556"/>
                  <a:gd name="connsiteY15" fmla="*/ 7370 h 15683"/>
                  <a:gd name="connsiteX16" fmla="*/ 20946 w 21556"/>
                  <a:gd name="connsiteY16" fmla="*/ 6144 h 15683"/>
                  <a:gd name="connsiteX17" fmla="*/ 21404 w 21556"/>
                  <a:gd name="connsiteY17" fmla="*/ 5555 h 15683"/>
                  <a:gd name="connsiteX18" fmla="*/ 21553 w 21556"/>
                  <a:gd name="connsiteY18" fmla="*/ 4817 h 15683"/>
                  <a:gd name="connsiteX19" fmla="*/ 21354 w 21556"/>
                  <a:gd name="connsiteY19" fmla="*/ 4199 h 15683"/>
                  <a:gd name="connsiteX20" fmla="*/ 20946 w 21556"/>
                  <a:gd name="connsiteY20" fmla="*/ 3689 h 15683"/>
                  <a:gd name="connsiteX21" fmla="*/ 19953 w 21556"/>
                  <a:gd name="connsiteY21" fmla="*/ 2459 h 15683"/>
                  <a:gd name="connsiteX22" fmla="*/ 17966 w 21556"/>
                  <a:gd name="connsiteY22" fmla="*/ 0 h 15683"/>
                  <a:gd name="connsiteX0" fmla="*/ 17966 w 21556"/>
                  <a:gd name="connsiteY0" fmla="*/ 0 h 15683"/>
                  <a:gd name="connsiteX1" fmla="*/ 7562 w 21556"/>
                  <a:gd name="connsiteY1" fmla="*/ 4070 h 15683"/>
                  <a:gd name="connsiteX2" fmla="*/ 7792 w 21556"/>
                  <a:gd name="connsiteY2" fmla="*/ 4675 h 15683"/>
                  <a:gd name="connsiteX3" fmla="*/ 7572 w 21556"/>
                  <a:gd name="connsiteY3" fmla="*/ 5720 h 15683"/>
                  <a:gd name="connsiteX4" fmla="*/ 6171 w 21556"/>
                  <a:gd name="connsiteY4" fmla="*/ 7451 h 15683"/>
                  <a:gd name="connsiteX5" fmla="*/ 4141 w 21556"/>
                  <a:gd name="connsiteY5" fmla="*/ 9941 h 15683"/>
                  <a:gd name="connsiteX6" fmla="*/ 81 w 21556"/>
                  <a:gd name="connsiteY6" fmla="*/ 14922 h 15683"/>
                  <a:gd name="connsiteX7" fmla="*/ 81 w 21556"/>
                  <a:gd name="connsiteY7" fmla="*/ 15526 h 15683"/>
                  <a:gd name="connsiteX8" fmla="*/ 392 w 21556"/>
                  <a:gd name="connsiteY8" fmla="*/ 15675 h 15683"/>
                  <a:gd name="connsiteX9" fmla="*/ 12498 w 21556"/>
                  <a:gd name="connsiteY9" fmla="*/ 15675 h 15683"/>
                  <a:gd name="connsiteX10" fmla="*/ 13012 w 21556"/>
                  <a:gd name="connsiteY10" fmla="*/ 15580 h 15683"/>
                  <a:gd name="connsiteX11" fmla="*/ 13507 w 21556"/>
                  <a:gd name="connsiteY11" fmla="*/ 15221 h 15683"/>
                  <a:gd name="connsiteX12" fmla="*/ 13992 w 21556"/>
                  <a:gd name="connsiteY12" fmla="*/ 14726 h 15683"/>
                  <a:gd name="connsiteX13" fmla="*/ 17966 w 21556"/>
                  <a:gd name="connsiteY13" fmla="*/ 9822 h 15683"/>
                  <a:gd name="connsiteX14" fmla="*/ 19953 w 21556"/>
                  <a:gd name="connsiteY14" fmla="*/ 7370 h 15683"/>
                  <a:gd name="connsiteX15" fmla="*/ 20946 w 21556"/>
                  <a:gd name="connsiteY15" fmla="*/ 6144 h 15683"/>
                  <a:gd name="connsiteX16" fmla="*/ 21404 w 21556"/>
                  <a:gd name="connsiteY16" fmla="*/ 5555 h 15683"/>
                  <a:gd name="connsiteX17" fmla="*/ 21553 w 21556"/>
                  <a:gd name="connsiteY17" fmla="*/ 4817 h 15683"/>
                  <a:gd name="connsiteX18" fmla="*/ 21354 w 21556"/>
                  <a:gd name="connsiteY18" fmla="*/ 4199 h 15683"/>
                  <a:gd name="connsiteX19" fmla="*/ 20946 w 21556"/>
                  <a:gd name="connsiteY19" fmla="*/ 3689 h 15683"/>
                  <a:gd name="connsiteX20" fmla="*/ 19953 w 21556"/>
                  <a:gd name="connsiteY20" fmla="*/ 2459 h 15683"/>
                  <a:gd name="connsiteX21" fmla="*/ 17966 w 21556"/>
                  <a:gd name="connsiteY21" fmla="*/ 0 h 15683"/>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562 w 21556"/>
                  <a:gd name="connsiteY1" fmla="*/ 1611 h 13224"/>
                  <a:gd name="connsiteX2" fmla="*/ 7792 w 21556"/>
                  <a:gd name="connsiteY2" fmla="*/ 2216 h 13224"/>
                  <a:gd name="connsiteX3" fmla="*/ 7613 w 21556"/>
                  <a:gd name="connsiteY3" fmla="*/ 1590 h 13224"/>
                  <a:gd name="connsiteX4" fmla="*/ 7572 w 21556"/>
                  <a:gd name="connsiteY4" fmla="*/ 3261 h 13224"/>
                  <a:gd name="connsiteX5" fmla="*/ 6171 w 21556"/>
                  <a:gd name="connsiteY5" fmla="*/ 4992 h 13224"/>
                  <a:gd name="connsiteX6" fmla="*/ 4141 w 21556"/>
                  <a:gd name="connsiteY6" fmla="*/ 7482 h 13224"/>
                  <a:gd name="connsiteX7" fmla="*/ 81 w 21556"/>
                  <a:gd name="connsiteY7" fmla="*/ 12463 h 13224"/>
                  <a:gd name="connsiteX8" fmla="*/ 81 w 21556"/>
                  <a:gd name="connsiteY8" fmla="*/ 13067 h 13224"/>
                  <a:gd name="connsiteX9" fmla="*/ 392 w 21556"/>
                  <a:gd name="connsiteY9" fmla="*/ 13216 h 13224"/>
                  <a:gd name="connsiteX10" fmla="*/ 12498 w 21556"/>
                  <a:gd name="connsiteY10" fmla="*/ 13216 h 13224"/>
                  <a:gd name="connsiteX11" fmla="*/ 13012 w 21556"/>
                  <a:gd name="connsiteY11" fmla="*/ 13121 h 13224"/>
                  <a:gd name="connsiteX12" fmla="*/ 13507 w 21556"/>
                  <a:gd name="connsiteY12" fmla="*/ 12762 h 13224"/>
                  <a:gd name="connsiteX13" fmla="*/ 13992 w 21556"/>
                  <a:gd name="connsiteY13" fmla="*/ 12267 h 13224"/>
                  <a:gd name="connsiteX14" fmla="*/ 17966 w 21556"/>
                  <a:gd name="connsiteY14" fmla="*/ 7363 h 13224"/>
                  <a:gd name="connsiteX15" fmla="*/ 19953 w 21556"/>
                  <a:gd name="connsiteY15" fmla="*/ 4911 h 13224"/>
                  <a:gd name="connsiteX16" fmla="*/ 20946 w 21556"/>
                  <a:gd name="connsiteY16" fmla="*/ 3685 h 13224"/>
                  <a:gd name="connsiteX17" fmla="*/ 21404 w 21556"/>
                  <a:gd name="connsiteY17" fmla="*/ 3096 h 13224"/>
                  <a:gd name="connsiteX18" fmla="*/ 21553 w 21556"/>
                  <a:gd name="connsiteY18" fmla="*/ 2358 h 13224"/>
                  <a:gd name="connsiteX19" fmla="*/ 21354 w 21556"/>
                  <a:gd name="connsiteY19" fmla="*/ 1740 h 13224"/>
                  <a:gd name="connsiteX20" fmla="*/ 20946 w 21556"/>
                  <a:gd name="connsiteY20" fmla="*/ 1230 h 13224"/>
                  <a:gd name="connsiteX21" fmla="*/ 19953 w 21556"/>
                  <a:gd name="connsiteY21" fmla="*/ 0 h 13224"/>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792 w 21556"/>
                  <a:gd name="connsiteY1" fmla="*/ 2216 h 13224"/>
                  <a:gd name="connsiteX2" fmla="*/ 7572 w 21556"/>
                  <a:gd name="connsiteY2" fmla="*/ 3261 h 13224"/>
                  <a:gd name="connsiteX3" fmla="*/ 6171 w 21556"/>
                  <a:gd name="connsiteY3" fmla="*/ 4992 h 13224"/>
                  <a:gd name="connsiteX4" fmla="*/ 4141 w 21556"/>
                  <a:gd name="connsiteY4" fmla="*/ 7482 h 13224"/>
                  <a:gd name="connsiteX5" fmla="*/ 81 w 21556"/>
                  <a:gd name="connsiteY5" fmla="*/ 12463 h 13224"/>
                  <a:gd name="connsiteX6" fmla="*/ 81 w 21556"/>
                  <a:gd name="connsiteY6" fmla="*/ 13067 h 13224"/>
                  <a:gd name="connsiteX7" fmla="*/ 392 w 21556"/>
                  <a:gd name="connsiteY7" fmla="*/ 13216 h 13224"/>
                  <a:gd name="connsiteX8" fmla="*/ 12498 w 21556"/>
                  <a:gd name="connsiteY8" fmla="*/ 13216 h 13224"/>
                  <a:gd name="connsiteX9" fmla="*/ 13012 w 21556"/>
                  <a:gd name="connsiteY9" fmla="*/ 13121 h 13224"/>
                  <a:gd name="connsiteX10" fmla="*/ 13507 w 21556"/>
                  <a:gd name="connsiteY10" fmla="*/ 12762 h 13224"/>
                  <a:gd name="connsiteX11" fmla="*/ 13992 w 21556"/>
                  <a:gd name="connsiteY11" fmla="*/ 12267 h 13224"/>
                  <a:gd name="connsiteX12" fmla="*/ 17966 w 21556"/>
                  <a:gd name="connsiteY12" fmla="*/ 7363 h 13224"/>
                  <a:gd name="connsiteX13" fmla="*/ 19953 w 21556"/>
                  <a:gd name="connsiteY13" fmla="*/ 4911 h 13224"/>
                  <a:gd name="connsiteX14" fmla="*/ 20946 w 21556"/>
                  <a:gd name="connsiteY14" fmla="*/ 3685 h 13224"/>
                  <a:gd name="connsiteX15" fmla="*/ 21404 w 21556"/>
                  <a:gd name="connsiteY15" fmla="*/ 3096 h 13224"/>
                  <a:gd name="connsiteX16" fmla="*/ 21553 w 21556"/>
                  <a:gd name="connsiteY16" fmla="*/ 2358 h 13224"/>
                  <a:gd name="connsiteX17" fmla="*/ 21354 w 21556"/>
                  <a:gd name="connsiteY17" fmla="*/ 1740 h 13224"/>
                  <a:gd name="connsiteX18" fmla="*/ 20946 w 21556"/>
                  <a:gd name="connsiteY18" fmla="*/ 1230 h 13224"/>
                  <a:gd name="connsiteX19" fmla="*/ 19953 w 21556"/>
                  <a:gd name="connsiteY19" fmla="*/ 0 h 13224"/>
                  <a:gd name="connsiteX0" fmla="*/ 20946 w 21556"/>
                  <a:gd name="connsiteY0" fmla="*/ 0 h 11994"/>
                  <a:gd name="connsiteX1" fmla="*/ 7792 w 21556"/>
                  <a:gd name="connsiteY1" fmla="*/ 986 h 11994"/>
                  <a:gd name="connsiteX2" fmla="*/ 7572 w 21556"/>
                  <a:gd name="connsiteY2" fmla="*/ 2031 h 11994"/>
                  <a:gd name="connsiteX3" fmla="*/ 6171 w 21556"/>
                  <a:gd name="connsiteY3" fmla="*/ 3762 h 11994"/>
                  <a:gd name="connsiteX4" fmla="*/ 4141 w 21556"/>
                  <a:gd name="connsiteY4" fmla="*/ 6252 h 11994"/>
                  <a:gd name="connsiteX5" fmla="*/ 81 w 21556"/>
                  <a:gd name="connsiteY5" fmla="*/ 11233 h 11994"/>
                  <a:gd name="connsiteX6" fmla="*/ 81 w 21556"/>
                  <a:gd name="connsiteY6" fmla="*/ 11837 h 11994"/>
                  <a:gd name="connsiteX7" fmla="*/ 392 w 21556"/>
                  <a:gd name="connsiteY7" fmla="*/ 11986 h 11994"/>
                  <a:gd name="connsiteX8" fmla="*/ 12498 w 21556"/>
                  <a:gd name="connsiteY8" fmla="*/ 11986 h 11994"/>
                  <a:gd name="connsiteX9" fmla="*/ 13012 w 21556"/>
                  <a:gd name="connsiteY9" fmla="*/ 11891 h 11994"/>
                  <a:gd name="connsiteX10" fmla="*/ 13507 w 21556"/>
                  <a:gd name="connsiteY10" fmla="*/ 11532 h 11994"/>
                  <a:gd name="connsiteX11" fmla="*/ 13992 w 21556"/>
                  <a:gd name="connsiteY11" fmla="*/ 11037 h 11994"/>
                  <a:gd name="connsiteX12" fmla="*/ 17966 w 21556"/>
                  <a:gd name="connsiteY12" fmla="*/ 6133 h 11994"/>
                  <a:gd name="connsiteX13" fmla="*/ 19953 w 21556"/>
                  <a:gd name="connsiteY13" fmla="*/ 3681 h 11994"/>
                  <a:gd name="connsiteX14" fmla="*/ 20946 w 21556"/>
                  <a:gd name="connsiteY14" fmla="*/ 2455 h 11994"/>
                  <a:gd name="connsiteX15" fmla="*/ 21404 w 21556"/>
                  <a:gd name="connsiteY15" fmla="*/ 1866 h 11994"/>
                  <a:gd name="connsiteX16" fmla="*/ 21553 w 21556"/>
                  <a:gd name="connsiteY16" fmla="*/ 1128 h 11994"/>
                  <a:gd name="connsiteX17" fmla="*/ 21354 w 21556"/>
                  <a:gd name="connsiteY17" fmla="*/ 510 h 11994"/>
                  <a:gd name="connsiteX18" fmla="*/ 20946 w 21556"/>
                  <a:gd name="connsiteY18" fmla="*/ 0 h 11994"/>
                  <a:gd name="connsiteX0" fmla="*/ 21354 w 21556"/>
                  <a:gd name="connsiteY0" fmla="*/ 0 h 11484"/>
                  <a:gd name="connsiteX1" fmla="*/ 7792 w 21556"/>
                  <a:gd name="connsiteY1" fmla="*/ 476 h 11484"/>
                  <a:gd name="connsiteX2" fmla="*/ 7572 w 21556"/>
                  <a:gd name="connsiteY2" fmla="*/ 1521 h 11484"/>
                  <a:gd name="connsiteX3" fmla="*/ 6171 w 21556"/>
                  <a:gd name="connsiteY3" fmla="*/ 3252 h 11484"/>
                  <a:gd name="connsiteX4" fmla="*/ 4141 w 21556"/>
                  <a:gd name="connsiteY4" fmla="*/ 5742 h 11484"/>
                  <a:gd name="connsiteX5" fmla="*/ 81 w 21556"/>
                  <a:gd name="connsiteY5" fmla="*/ 10723 h 11484"/>
                  <a:gd name="connsiteX6" fmla="*/ 81 w 21556"/>
                  <a:gd name="connsiteY6" fmla="*/ 11327 h 11484"/>
                  <a:gd name="connsiteX7" fmla="*/ 392 w 21556"/>
                  <a:gd name="connsiteY7" fmla="*/ 11476 h 11484"/>
                  <a:gd name="connsiteX8" fmla="*/ 12498 w 21556"/>
                  <a:gd name="connsiteY8" fmla="*/ 11476 h 11484"/>
                  <a:gd name="connsiteX9" fmla="*/ 13012 w 21556"/>
                  <a:gd name="connsiteY9" fmla="*/ 11381 h 11484"/>
                  <a:gd name="connsiteX10" fmla="*/ 13507 w 21556"/>
                  <a:gd name="connsiteY10" fmla="*/ 11022 h 11484"/>
                  <a:gd name="connsiteX11" fmla="*/ 13992 w 21556"/>
                  <a:gd name="connsiteY11" fmla="*/ 10527 h 11484"/>
                  <a:gd name="connsiteX12" fmla="*/ 17966 w 21556"/>
                  <a:gd name="connsiteY12" fmla="*/ 5623 h 11484"/>
                  <a:gd name="connsiteX13" fmla="*/ 19953 w 21556"/>
                  <a:gd name="connsiteY13" fmla="*/ 3171 h 11484"/>
                  <a:gd name="connsiteX14" fmla="*/ 20946 w 21556"/>
                  <a:gd name="connsiteY14" fmla="*/ 1945 h 11484"/>
                  <a:gd name="connsiteX15" fmla="*/ 21404 w 21556"/>
                  <a:gd name="connsiteY15" fmla="*/ 1356 h 11484"/>
                  <a:gd name="connsiteX16" fmla="*/ 21553 w 21556"/>
                  <a:gd name="connsiteY16" fmla="*/ 618 h 11484"/>
                  <a:gd name="connsiteX17" fmla="*/ 21354 w 21556"/>
                  <a:gd name="connsiteY17" fmla="*/ 0 h 11484"/>
                  <a:gd name="connsiteX0" fmla="*/ 21553 w 21556"/>
                  <a:gd name="connsiteY0" fmla="*/ 206 h 11072"/>
                  <a:gd name="connsiteX1" fmla="*/ 7792 w 21556"/>
                  <a:gd name="connsiteY1" fmla="*/ 64 h 11072"/>
                  <a:gd name="connsiteX2" fmla="*/ 7572 w 21556"/>
                  <a:gd name="connsiteY2" fmla="*/ 1109 h 11072"/>
                  <a:gd name="connsiteX3" fmla="*/ 6171 w 21556"/>
                  <a:gd name="connsiteY3" fmla="*/ 2840 h 11072"/>
                  <a:gd name="connsiteX4" fmla="*/ 4141 w 21556"/>
                  <a:gd name="connsiteY4" fmla="*/ 5330 h 11072"/>
                  <a:gd name="connsiteX5" fmla="*/ 81 w 21556"/>
                  <a:gd name="connsiteY5" fmla="*/ 10311 h 11072"/>
                  <a:gd name="connsiteX6" fmla="*/ 81 w 21556"/>
                  <a:gd name="connsiteY6" fmla="*/ 10915 h 11072"/>
                  <a:gd name="connsiteX7" fmla="*/ 392 w 21556"/>
                  <a:gd name="connsiteY7" fmla="*/ 11064 h 11072"/>
                  <a:gd name="connsiteX8" fmla="*/ 12498 w 21556"/>
                  <a:gd name="connsiteY8" fmla="*/ 11064 h 11072"/>
                  <a:gd name="connsiteX9" fmla="*/ 13012 w 21556"/>
                  <a:gd name="connsiteY9" fmla="*/ 10969 h 11072"/>
                  <a:gd name="connsiteX10" fmla="*/ 13507 w 21556"/>
                  <a:gd name="connsiteY10" fmla="*/ 10610 h 11072"/>
                  <a:gd name="connsiteX11" fmla="*/ 13992 w 21556"/>
                  <a:gd name="connsiteY11" fmla="*/ 10115 h 11072"/>
                  <a:gd name="connsiteX12" fmla="*/ 17966 w 21556"/>
                  <a:gd name="connsiteY12" fmla="*/ 5211 h 11072"/>
                  <a:gd name="connsiteX13" fmla="*/ 19953 w 21556"/>
                  <a:gd name="connsiteY13" fmla="*/ 2759 h 11072"/>
                  <a:gd name="connsiteX14" fmla="*/ 20946 w 21556"/>
                  <a:gd name="connsiteY14" fmla="*/ 1533 h 11072"/>
                  <a:gd name="connsiteX15" fmla="*/ 21404 w 21556"/>
                  <a:gd name="connsiteY15" fmla="*/ 944 h 11072"/>
                  <a:gd name="connsiteX16" fmla="*/ 21553 w 21556"/>
                  <a:gd name="connsiteY16" fmla="*/ 206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grpSp>
          <p:nvGrpSpPr>
            <p:cNvPr id="17" name="íşlïḋè">
              <a:extLst>
                <a:ext uri="{FF2B5EF4-FFF2-40B4-BE49-F238E27FC236}">
                  <a16:creationId xmlns:a16="http://schemas.microsoft.com/office/drawing/2014/main" xmlns="" id="{0D1480D9-0119-400A-AA68-BC7178050A60}"/>
                </a:ext>
              </a:extLst>
            </p:cNvPr>
            <p:cNvGrpSpPr/>
            <p:nvPr/>
          </p:nvGrpSpPr>
          <p:grpSpPr>
            <a:xfrm>
              <a:off x="4527659" y="3399083"/>
              <a:ext cx="1075389" cy="607795"/>
              <a:chOff x="3692188" y="1747497"/>
              <a:chExt cx="865148" cy="631034"/>
            </a:xfrm>
            <a:grpFill/>
          </p:grpSpPr>
          <p:sp>
            <p:nvSpPr>
              <p:cNvPr id="32" name="íṩḷidè">
                <a:extLst>
                  <a:ext uri="{FF2B5EF4-FFF2-40B4-BE49-F238E27FC236}">
                    <a16:creationId xmlns:a16="http://schemas.microsoft.com/office/drawing/2014/main" xmlns="" id="{EBC235C5-8995-47FF-95FB-90D20604E70E}"/>
                  </a:ext>
                </a:extLst>
              </p:cNvPr>
              <p:cNvSpPr/>
              <p:nvPr/>
            </p:nvSpPr>
            <p:spPr bwMode="auto">
              <a:xfrm>
                <a:off x="3692188" y="2054772"/>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 fmla="*/ 12498 w 21556"/>
                  <a:gd name="connsiteY0" fmla="*/ 3 h 21546"/>
                  <a:gd name="connsiteX1" fmla="*/ 81 w 21556"/>
                  <a:gd name="connsiteY1" fmla="*/ 749 h 21546"/>
                  <a:gd name="connsiteX2" fmla="*/ 4141 w 21556"/>
                  <a:gd name="connsiteY2" fmla="*/ 5786 h 21546"/>
                  <a:gd name="connsiteX3" fmla="*/ 6171 w 21556"/>
                  <a:gd name="connsiteY3" fmla="*/ 8305 h 21546"/>
                  <a:gd name="connsiteX4" fmla="*/ 7562 w 21556"/>
                  <a:gd name="connsiteY4" fmla="*/ 9933 h 21546"/>
                  <a:gd name="connsiteX5" fmla="*/ 7792 w 21556"/>
                  <a:gd name="connsiteY5" fmla="*/ 10538 h 21546"/>
                  <a:gd name="connsiteX6" fmla="*/ 7572 w 21556"/>
                  <a:gd name="connsiteY6" fmla="*/ 11583 h 21546"/>
                  <a:gd name="connsiteX7" fmla="*/ 6171 w 21556"/>
                  <a:gd name="connsiteY7" fmla="*/ 13314 h 21546"/>
                  <a:gd name="connsiteX8" fmla="*/ 4141 w 21556"/>
                  <a:gd name="connsiteY8" fmla="*/ 15804 h 21546"/>
                  <a:gd name="connsiteX9" fmla="*/ 81 w 21556"/>
                  <a:gd name="connsiteY9" fmla="*/ 20785 h 21546"/>
                  <a:gd name="connsiteX10" fmla="*/ 81 w 21556"/>
                  <a:gd name="connsiteY10" fmla="*/ 21389 h 21546"/>
                  <a:gd name="connsiteX11" fmla="*/ 392 w 21556"/>
                  <a:gd name="connsiteY11" fmla="*/ 21538 h 21546"/>
                  <a:gd name="connsiteX12" fmla="*/ 12498 w 21556"/>
                  <a:gd name="connsiteY12" fmla="*/ 21538 h 21546"/>
                  <a:gd name="connsiteX13" fmla="*/ 13012 w 21556"/>
                  <a:gd name="connsiteY13" fmla="*/ 21443 h 21546"/>
                  <a:gd name="connsiteX14" fmla="*/ 13507 w 21556"/>
                  <a:gd name="connsiteY14" fmla="*/ 21084 h 21546"/>
                  <a:gd name="connsiteX15" fmla="*/ 13992 w 21556"/>
                  <a:gd name="connsiteY15" fmla="*/ 20589 h 21546"/>
                  <a:gd name="connsiteX16" fmla="*/ 17966 w 21556"/>
                  <a:gd name="connsiteY16" fmla="*/ 15685 h 21546"/>
                  <a:gd name="connsiteX17" fmla="*/ 19953 w 21556"/>
                  <a:gd name="connsiteY17" fmla="*/ 13233 h 21546"/>
                  <a:gd name="connsiteX18" fmla="*/ 20946 w 21556"/>
                  <a:gd name="connsiteY18" fmla="*/ 12007 h 21546"/>
                  <a:gd name="connsiteX19" fmla="*/ 21404 w 21556"/>
                  <a:gd name="connsiteY19" fmla="*/ 11418 h 21546"/>
                  <a:gd name="connsiteX20" fmla="*/ 21553 w 21556"/>
                  <a:gd name="connsiteY20" fmla="*/ 10680 h 21546"/>
                  <a:gd name="connsiteX21" fmla="*/ 21354 w 21556"/>
                  <a:gd name="connsiteY21" fmla="*/ 10062 h 21546"/>
                  <a:gd name="connsiteX22" fmla="*/ 20946 w 21556"/>
                  <a:gd name="connsiteY22" fmla="*/ 9552 h 21546"/>
                  <a:gd name="connsiteX23" fmla="*/ 19953 w 21556"/>
                  <a:gd name="connsiteY23" fmla="*/ 8322 h 21546"/>
                  <a:gd name="connsiteX24" fmla="*/ 17966 w 21556"/>
                  <a:gd name="connsiteY24" fmla="*/ 5863 h 21546"/>
                  <a:gd name="connsiteX25" fmla="*/ 13992 w 21556"/>
                  <a:gd name="connsiteY25" fmla="*/ 945 h 21546"/>
                  <a:gd name="connsiteX26" fmla="*/ 13507 w 21556"/>
                  <a:gd name="connsiteY26" fmla="*/ 457 h 21546"/>
                  <a:gd name="connsiteX27" fmla="*/ 13012 w 21556"/>
                  <a:gd name="connsiteY27" fmla="*/ 98 h 21546"/>
                  <a:gd name="connsiteX28" fmla="*/ 12498 w 21556"/>
                  <a:gd name="connsiteY28" fmla="*/ 3 h 21546"/>
                  <a:gd name="connsiteX0" fmla="*/ 12498 w 21556"/>
                  <a:gd name="connsiteY0" fmla="*/ 3 h 21546"/>
                  <a:gd name="connsiteX1" fmla="*/ 4141 w 21556"/>
                  <a:gd name="connsiteY1" fmla="*/ 5786 h 21546"/>
                  <a:gd name="connsiteX2" fmla="*/ 6171 w 21556"/>
                  <a:gd name="connsiteY2" fmla="*/ 8305 h 21546"/>
                  <a:gd name="connsiteX3" fmla="*/ 7562 w 21556"/>
                  <a:gd name="connsiteY3" fmla="*/ 9933 h 21546"/>
                  <a:gd name="connsiteX4" fmla="*/ 7792 w 21556"/>
                  <a:gd name="connsiteY4" fmla="*/ 10538 h 21546"/>
                  <a:gd name="connsiteX5" fmla="*/ 7572 w 21556"/>
                  <a:gd name="connsiteY5" fmla="*/ 11583 h 21546"/>
                  <a:gd name="connsiteX6" fmla="*/ 6171 w 21556"/>
                  <a:gd name="connsiteY6" fmla="*/ 13314 h 21546"/>
                  <a:gd name="connsiteX7" fmla="*/ 4141 w 21556"/>
                  <a:gd name="connsiteY7" fmla="*/ 15804 h 21546"/>
                  <a:gd name="connsiteX8" fmla="*/ 81 w 21556"/>
                  <a:gd name="connsiteY8" fmla="*/ 20785 h 21546"/>
                  <a:gd name="connsiteX9" fmla="*/ 81 w 21556"/>
                  <a:gd name="connsiteY9" fmla="*/ 21389 h 21546"/>
                  <a:gd name="connsiteX10" fmla="*/ 392 w 21556"/>
                  <a:gd name="connsiteY10" fmla="*/ 21538 h 21546"/>
                  <a:gd name="connsiteX11" fmla="*/ 12498 w 21556"/>
                  <a:gd name="connsiteY11" fmla="*/ 21538 h 21546"/>
                  <a:gd name="connsiteX12" fmla="*/ 13012 w 21556"/>
                  <a:gd name="connsiteY12" fmla="*/ 21443 h 21546"/>
                  <a:gd name="connsiteX13" fmla="*/ 13507 w 21556"/>
                  <a:gd name="connsiteY13" fmla="*/ 21084 h 21546"/>
                  <a:gd name="connsiteX14" fmla="*/ 13992 w 21556"/>
                  <a:gd name="connsiteY14" fmla="*/ 20589 h 21546"/>
                  <a:gd name="connsiteX15" fmla="*/ 17966 w 21556"/>
                  <a:gd name="connsiteY15" fmla="*/ 15685 h 21546"/>
                  <a:gd name="connsiteX16" fmla="*/ 19953 w 21556"/>
                  <a:gd name="connsiteY16" fmla="*/ 13233 h 21546"/>
                  <a:gd name="connsiteX17" fmla="*/ 20946 w 21556"/>
                  <a:gd name="connsiteY17" fmla="*/ 12007 h 21546"/>
                  <a:gd name="connsiteX18" fmla="*/ 21404 w 21556"/>
                  <a:gd name="connsiteY18" fmla="*/ 11418 h 21546"/>
                  <a:gd name="connsiteX19" fmla="*/ 21553 w 21556"/>
                  <a:gd name="connsiteY19" fmla="*/ 10680 h 21546"/>
                  <a:gd name="connsiteX20" fmla="*/ 21354 w 21556"/>
                  <a:gd name="connsiteY20" fmla="*/ 10062 h 21546"/>
                  <a:gd name="connsiteX21" fmla="*/ 20946 w 21556"/>
                  <a:gd name="connsiteY21" fmla="*/ 9552 h 21546"/>
                  <a:gd name="connsiteX22" fmla="*/ 19953 w 21556"/>
                  <a:gd name="connsiteY22" fmla="*/ 8322 h 21546"/>
                  <a:gd name="connsiteX23" fmla="*/ 17966 w 21556"/>
                  <a:gd name="connsiteY23" fmla="*/ 5863 h 21546"/>
                  <a:gd name="connsiteX24" fmla="*/ 13992 w 21556"/>
                  <a:gd name="connsiteY24" fmla="*/ 945 h 21546"/>
                  <a:gd name="connsiteX25" fmla="*/ 13507 w 21556"/>
                  <a:gd name="connsiteY25" fmla="*/ 457 h 21546"/>
                  <a:gd name="connsiteX26" fmla="*/ 13012 w 21556"/>
                  <a:gd name="connsiteY26" fmla="*/ 98 h 21546"/>
                  <a:gd name="connsiteX27" fmla="*/ 12498 w 21556"/>
                  <a:gd name="connsiteY27" fmla="*/ 3 h 21546"/>
                  <a:gd name="connsiteX0" fmla="*/ 13012 w 21556"/>
                  <a:gd name="connsiteY0" fmla="*/ 0 h 21448"/>
                  <a:gd name="connsiteX1" fmla="*/ 4141 w 21556"/>
                  <a:gd name="connsiteY1" fmla="*/ 5688 h 21448"/>
                  <a:gd name="connsiteX2" fmla="*/ 6171 w 21556"/>
                  <a:gd name="connsiteY2" fmla="*/ 8207 h 21448"/>
                  <a:gd name="connsiteX3" fmla="*/ 7562 w 21556"/>
                  <a:gd name="connsiteY3" fmla="*/ 9835 h 21448"/>
                  <a:gd name="connsiteX4" fmla="*/ 7792 w 21556"/>
                  <a:gd name="connsiteY4" fmla="*/ 10440 h 21448"/>
                  <a:gd name="connsiteX5" fmla="*/ 7572 w 21556"/>
                  <a:gd name="connsiteY5" fmla="*/ 11485 h 21448"/>
                  <a:gd name="connsiteX6" fmla="*/ 6171 w 21556"/>
                  <a:gd name="connsiteY6" fmla="*/ 13216 h 21448"/>
                  <a:gd name="connsiteX7" fmla="*/ 4141 w 21556"/>
                  <a:gd name="connsiteY7" fmla="*/ 15706 h 21448"/>
                  <a:gd name="connsiteX8" fmla="*/ 81 w 21556"/>
                  <a:gd name="connsiteY8" fmla="*/ 20687 h 21448"/>
                  <a:gd name="connsiteX9" fmla="*/ 81 w 21556"/>
                  <a:gd name="connsiteY9" fmla="*/ 21291 h 21448"/>
                  <a:gd name="connsiteX10" fmla="*/ 392 w 21556"/>
                  <a:gd name="connsiteY10" fmla="*/ 21440 h 21448"/>
                  <a:gd name="connsiteX11" fmla="*/ 12498 w 21556"/>
                  <a:gd name="connsiteY11" fmla="*/ 21440 h 21448"/>
                  <a:gd name="connsiteX12" fmla="*/ 13012 w 21556"/>
                  <a:gd name="connsiteY12" fmla="*/ 21345 h 21448"/>
                  <a:gd name="connsiteX13" fmla="*/ 13507 w 21556"/>
                  <a:gd name="connsiteY13" fmla="*/ 20986 h 21448"/>
                  <a:gd name="connsiteX14" fmla="*/ 13992 w 21556"/>
                  <a:gd name="connsiteY14" fmla="*/ 20491 h 21448"/>
                  <a:gd name="connsiteX15" fmla="*/ 17966 w 21556"/>
                  <a:gd name="connsiteY15" fmla="*/ 15587 h 21448"/>
                  <a:gd name="connsiteX16" fmla="*/ 19953 w 21556"/>
                  <a:gd name="connsiteY16" fmla="*/ 13135 h 21448"/>
                  <a:gd name="connsiteX17" fmla="*/ 20946 w 21556"/>
                  <a:gd name="connsiteY17" fmla="*/ 11909 h 21448"/>
                  <a:gd name="connsiteX18" fmla="*/ 21404 w 21556"/>
                  <a:gd name="connsiteY18" fmla="*/ 11320 h 21448"/>
                  <a:gd name="connsiteX19" fmla="*/ 21553 w 21556"/>
                  <a:gd name="connsiteY19" fmla="*/ 10582 h 21448"/>
                  <a:gd name="connsiteX20" fmla="*/ 21354 w 21556"/>
                  <a:gd name="connsiteY20" fmla="*/ 9964 h 21448"/>
                  <a:gd name="connsiteX21" fmla="*/ 20946 w 21556"/>
                  <a:gd name="connsiteY21" fmla="*/ 9454 h 21448"/>
                  <a:gd name="connsiteX22" fmla="*/ 19953 w 21556"/>
                  <a:gd name="connsiteY22" fmla="*/ 8224 h 21448"/>
                  <a:gd name="connsiteX23" fmla="*/ 17966 w 21556"/>
                  <a:gd name="connsiteY23" fmla="*/ 5765 h 21448"/>
                  <a:gd name="connsiteX24" fmla="*/ 13992 w 21556"/>
                  <a:gd name="connsiteY24" fmla="*/ 847 h 21448"/>
                  <a:gd name="connsiteX25" fmla="*/ 13507 w 21556"/>
                  <a:gd name="connsiteY25" fmla="*/ 359 h 21448"/>
                  <a:gd name="connsiteX26" fmla="*/ 13012 w 21556"/>
                  <a:gd name="connsiteY26" fmla="*/ 0 h 21448"/>
                  <a:gd name="connsiteX0" fmla="*/ 13507 w 21556"/>
                  <a:gd name="connsiteY0" fmla="*/ 289 h 21378"/>
                  <a:gd name="connsiteX1" fmla="*/ 4141 w 21556"/>
                  <a:gd name="connsiteY1" fmla="*/ 5618 h 21378"/>
                  <a:gd name="connsiteX2" fmla="*/ 6171 w 21556"/>
                  <a:gd name="connsiteY2" fmla="*/ 8137 h 21378"/>
                  <a:gd name="connsiteX3" fmla="*/ 7562 w 21556"/>
                  <a:gd name="connsiteY3" fmla="*/ 9765 h 21378"/>
                  <a:gd name="connsiteX4" fmla="*/ 7792 w 21556"/>
                  <a:gd name="connsiteY4" fmla="*/ 10370 h 21378"/>
                  <a:gd name="connsiteX5" fmla="*/ 7572 w 21556"/>
                  <a:gd name="connsiteY5" fmla="*/ 11415 h 21378"/>
                  <a:gd name="connsiteX6" fmla="*/ 6171 w 21556"/>
                  <a:gd name="connsiteY6" fmla="*/ 13146 h 21378"/>
                  <a:gd name="connsiteX7" fmla="*/ 4141 w 21556"/>
                  <a:gd name="connsiteY7" fmla="*/ 15636 h 21378"/>
                  <a:gd name="connsiteX8" fmla="*/ 81 w 21556"/>
                  <a:gd name="connsiteY8" fmla="*/ 20617 h 21378"/>
                  <a:gd name="connsiteX9" fmla="*/ 81 w 21556"/>
                  <a:gd name="connsiteY9" fmla="*/ 21221 h 21378"/>
                  <a:gd name="connsiteX10" fmla="*/ 392 w 21556"/>
                  <a:gd name="connsiteY10" fmla="*/ 21370 h 21378"/>
                  <a:gd name="connsiteX11" fmla="*/ 12498 w 21556"/>
                  <a:gd name="connsiteY11" fmla="*/ 21370 h 21378"/>
                  <a:gd name="connsiteX12" fmla="*/ 13012 w 21556"/>
                  <a:gd name="connsiteY12" fmla="*/ 21275 h 21378"/>
                  <a:gd name="connsiteX13" fmla="*/ 13507 w 21556"/>
                  <a:gd name="connsiteY13" fmla="*/ 20916 h 21378"/>
                  <a:gd name="connsiteX14" fmla="*/ 13992 w 21556"/>
                  <a:gd name="connsiteY14" fmla="*/ 20421 h 21378"/>
                  <a:gd name="connsiteX15" fmla="*/ 17966 w 21556"/>
                  <a:gd name="connsiteY15" fmla="*/ 15517 h 21378"/>
                  <a:gd name="connsiteX16" fmla="*/ 19953 w 21556"/>
                  <a:gd name="connsiteY16" fmla="*/ 13065 h 21378"/>
                  <a:gd name="connsiteX17" fmla="*/ 20946 w 21556"/>
                  <a:gd name="connsiteY17" fmla="*/ 11839 h 21378"/>
                  <a:gd name="connsiteX18" fmla="*/ 21404 w 21556"/>
                  <a:gd name="connsiteY18" fmla="*/ 11250 h 21378"/>
                  <a:gd name="connsiteX19" fmla="*/ 21553 w 21556"/>
                  <a:gd name="connsiteY19" fmla="*/ 10512 h 21378"/>
                  <a:gd name="connsiteX20" fmla="*/ 21354 w 21556"/>
                  <a:gd name="connsiteY20" fmla="*/ 9894 h 21378"/>
                  <a:gd name="connsiteX21" fmla="*/ 20946 w 21556"/>
                  <a:gd name="connsiteY21" fmla="*/ 9384 h 21378"/>
                  <a:gd name="connsiteX22" fmla="*/ 19953 w 21556"/>
                  <a:gd name="connsiteY22" fmla="*/ 8154 h 21378"/>
                  <a:gd name="connsiteX23" fmla="*/ 17966 w 21556"/>
                  <a:gd name="connsiteY23" fmla="*/ 5695 h 21378"/>
                  <a:gd name="connsiteX24" fmla="*/ 13992 w 21556"/>
                  <a:gd name="connsiteY24" fmla="*/ 777 h 21378"/>
                  <a:gd name="connsiteX25" fmla="*/ 13507 w 21556"/>
                  <a:gd name="connsiteY25" fmla="*/ 289 h 21378"/>
                  <a:gd name="connsiteX0" fmla="*/ 13992 w 21556"/>
                  <a:gd name="connsiteY0" fmla="*/ 1 h 20602"/>
                  <a:gd name="connsiteX1" fmla="*/ 4141 w 21556"/>
                  <a:gd name="connsiteY1" fmla="*/ 4842 h 20602"/>
                  <a:gd name="connsiteX2" fmla="*/ 6171 w 21556"/>
                  <a:gd name="connsiteY2" fmla="*/ 7361 h 20602"/>
                  <a:gd name="connsiteX3" fmla="*/ 7562 w 21556"/>
                  <a:gd name="connsiteY3" fmla="*/ 8989 h 20602"/>
                  <a:gd name="connsiteX4" fmla="*/ 7792 w 21556"/>
                  <a:gd name="connsiteY4" fmla="*/ 9594 h 20602"/>
                  <a:gd name="connsiteX5" fmla="*/ 7572 w 21556"/>
                  <a:gd name="connsiteY5" fmla="*/ 10639 h 20602"/>
                  <a:gd name="connsiteX6" fmla="*/ 6171 w 21556"/>
                  <a:gd name="connsiteY6" fmla="*/ 12370 h 20602"/>
                  <a:gd name="connsiteX7" fmla="*/ 4141 w 21556"/>
                  <a:gd name="connsiteY7" fmla="*/ 14860 h 20602"/>
                  <a:gd name="connsiteX8" fmla="*/ 81 w 21556"/>
                  <a:gd name="connsiteY8" fmla="*/ 19841 h 20602"/>
                  <a:gd name="connsiteX9" fmla="*/ 81 w 21556"/>
                  <a:gd name="connsiteY9" fmla="*/ 20445 h 20602"/>
                  <a:gd name="connsiteX10" fmla="*/ 392 w 21556"/>
                  <a:gd name="connsiteY10" fmla="*/ 20594 h 20602"/>
                  <a:gd name="connsiteX11" fmla="*/ 12498 w 21556"/>
                  <a:gd name="connsiteY11" fmla="*/ 20594 h 20602"/>
                  <a:gd name="connsiteX12" fmla="*/ 13012 w 21556"/>
                  <a:gd name="connsiteY12" fmla="*/ 20499 h 20602"/>
                  <a:gd name="connsiteX13" fmla="*/ 13507 w 21556"/>
                  <a:gd name="connsiteY13" fmla="*/ 20140 h 20602"/>
                  <a:gd name="connsiteX14" fmla="*/ 13992 w 21556"/>
                  <a:gd name="connsiteY14" fmla="*/ 19645 h 20602"/>
                  <a:gd name="connsiteX15" fmla="*/ 17966 w 21556"/>
                  <a:gd name="connsiteY15" fmla="*/ 14741 h 20602"/>
                  <a:gd name="connsiteX16" fmla="*/ 19953 w 21556"/>
                  <a:gd name="connsiteY16" fmla="*/ 12289 h 20602"/>
                  <a:gd name="connsiteX17" fmla="*/ 20946 w 21556"/>
                  <a:gd name="connsiteY17" fmla="*/ 11063 h 20602"/>
                  <a:gd name="connsiteX18" fmla="*/ 21404 w 21556"/>
                  <a:gd name="connsiteY18" fmla="*/ 10474 h 20602"/>
                  <a:gd name="connsiteX19" fmla="*/ 21553 w 21556"/>
                  <a:gd name="connsiteY19" fmla="*/ 9736 h 20602"/>
                  <a:gd name="connsiteX20" fmla="*/ 21354 w 21556"/>
                  <a:gd name="connsiteY20" fmla="*/ 9118 h 20602"/>
                  <a:gd name="connsiteX21" fmla="*/ 20946 w 21556"/>
                  <a:gd name="connsiteY21" fmla="*/ 8608 h 20602"/>
                  <a:gd name="connsiteX22" fmla="*/ 19953 w 21556"/>
                  <a:gd name="connsiteY22" fmla="*/ 7378 h 20602"/>
                  <a:gd name="connsiteX23" fmla="*/ 17966 w 21556"/>
                  <a:gd name="connsiteY23" fmla="*/ 4919 h 20602"/>
                  <a:gd name="connsiteX24" fmla="*/ 13992 w 21556"/>
                  <a:gd name="connsiteY24" fmla="*/ 1 h 20602"/>
                  <a:gd name="connsiteX0" fmla="*/ 17966 w 21556"/>
                  <a:gd name="connsiteY0" fmla="*/ 77 h 15760"/>
                  <a:gd name="connsiteX1" fmla="*/ 4141 w 21556"/>
                  <a:gd name="connsiteY1" fmla="*/ 0 h 15760"/>
                  <a:gd name="connsiteX2" fmla="*/ 6171 w 21556"/>
                  <a:gd name="connsiteY2" fmla="*/ 2519 h 15760"/>
                  <a:gd name="connsiteX3" fmla="*/ 7562 w 21556"/>
                  <a:gd name="connsiteY3" fmla="*/ 4147 h 15760"/>
                  <a:gd name="connsiteX4" fmla="*/ 7792 w 21556"/>
                  <a:gd name="connsiteY4" fmla="*/ 4752 h 15760"/>
                  <a:gd name="connsiteX5" fmla="*/ 7572 w 21556"/>
                  <a:gd name="connsiteY5" fmla="*/ 5797 h 15760"/>
                  <a:gd name="connsiteX6" fmla="*/ 6171 w 21556"/>
                  <a:gd name="connsiteY6" fmla="*/ 7528 h 15760"/>
                  <a:gd name="connsiteX7" fmla="*/ 4141 w 21556"/>
                  <a:gd name="connsiteY7" fmla="*/ 10018 h 15760"/>
                  <a:gd name="connsiteX8" fmla="*/ 81 w 21556"/>
                  <a:gd name="connsiteY8" fmla="*/ 14999 h 15760"/>
                  <a:gd name="connsiteX9" fmla="*/ 81 w 21556"/>
                  <a:gd name="connsiteY9" fmla="*/ 15603 h 15760"/>
                  <a:gd name="connsiteX10" fmla="*/ 392 w 21556"/>
                  <a:gd name="connsiteY10" fmla="*/ 15752 h 15760"/>
                  <a:gd name="connsiteX11" fmla="*/ 12498 w 21556"/>
                  <a:gd name="connsiteY11" fmla="*/ 15752 h 15760"/>
                  <a:gd name="connsiteX12" fmla="*/ 13012 w 21556"/>
                  <a:gd name="connsiteY12" fmla="*/ 15657 h 15760"/>
                  <a:gd name="connsiteX13" fmla="*/ 13507 w 21556"/>
                  <a:gd name="connsiteY13" fmla="*/ 15298 h 15760"/>
                  <a:gd name="connsiteX14" fmla="*/ 13992 w 21556"/>
                  <a:gd name="connsiteY14" fmla="*/ 14803 h 15760"/>
                  <a:gd name="connsiteX15" fmla="*/ 17966 w 21556"/>
                  <a:gd name="connsiteY15" fmla="*/ 9899 h 15760"/>
                  <a:gd name="connsiteX16" fmla="*/ 19953 w 21556"/>
                  <a:gd name="connsiteY16" fmla="*/ 7447 h 15760"/>
                  <a:gd name="connsiteX17" fmla="*/ 20946 w 21556"/>
                  <a:gd name="connsiteY17" fmla="*/ 6221 h 15760"/>
                  <a:gd name="connsiteX18" fmla="*/ 21404 w 21556"/>
                  <a:gd name="connsiteY18" fmla="*/ 5632 h 15760"/>
                  <a:gd name="connsiteX19" fmla="*/ 21553 w 21556"/>
                  <a:gd name="connsiteY19" fmla="*/ 4894 h 15760"/>
                  <a:gd name="connsiteX20" fmla="*/ 21354 w 21556"/>
                  <a:gd name="connsiteY20" fmla="*/ 4276 h 15760"/>
                  <a:gd name="connsiteX21" fmla="*/ 20946 w 21556"/>
                  <a:gd name="connsiteY21" fmla="*/ 3766 h 15760"/>
                  <a:gd name="connsiteX22" fmla="*/ 19953 w 21556"/>
                  <a:gd name="connsiteY22" fmla="*/ 2536 h 15760"/>
                  <a:gd name="connsiteX23" fmla="*/ 17966 w 21556"/>
                  <a:gd name="connsiteY23" fmla="*/ 77 h 15760"/>
                  <a:gd name="connsiteX0" fmla="*/ 17966 w 21556"/>
                  <a:gd name="connsiteY0" fmla="*/ 0 h 15683"/>
                  <a:gd name="connsiteX1" fmla="*/ 6171 w 21556"/>
                  <a:gd name="connsiteY1" fmla="*/ 2442 h 15683"/>
                  <a:gd name="connsiteX2" fmla="*/ 7562 w 21556"/>
                  <a:gd name="connsiteY2" fmla="*/ 4070 h 15683"/>
                  <a:gd name="connsiteX3" fmla="*/ 7792 w 21556"/>
                  <a:gd name="connsiteY3" fmla="*/ 4675 h 15683"/>
                  <a:gd name="connsiteX4" fmla="*/ 7572 w 21556"/>
                  <a:gd name="connsiteY4" fmla="*/ 5720 h 15683"/>
                  <a:gd name="connsiteX5" fmla="*/ 6171 w 21556"/>
                  <a:gd name="connsiteY5" fmla="*/ 7451 h 15683"/>
                  <a:gd name="connsiteX6" fmla="*/ 4141 w 21556"/>
                  <a:gd name="connsiteY6" fmla="*/ 9941 h 15683"/>
                  <a:gd name="connsiteX7" fmla="*/ 81 w 21556"/>
                  <a:gd name="connsiteY7" fmla="*/ 14922 h 15683"/>
                  <a:gd name="connsiteX8" fmla="*/ 81 w 21556"/>
                  <a:gd name="connsiteY8" fmla="*/ 15526 h 15683"/>
                  <a:gd name="connsiteX9" fmla="*/ 392 w 21556"/>
                  <a:gd name="connsiteY9" fmla="*/ 15675 h 15683"/>
                  <a:gd name="connsiteX10" fmla="*/ 12498 w 21556"/>
                  <a:gd name="connsiteY10" fmla="*/ 15675 h 15683"/>
                  <a:gd name="connsiteX11" fmla="*/ 13012 w 21556"/>
                  <a:gd name="connsiteY11" fmla="*/ 15580 h 15683"/>
                  <a:gd name="connsiteX12" fmla="*/ 13507 w 21556"/>
                  <a:gd name="connsiteY12" fmla="*/ 15221 h 15683"/>
                  <a:gd name="connsiteX13" fmla="*/ 13992 w 21556"/>
                  <a:gd name="connsiteY13" fmla="*/ 14726 h 15683"/>
                  <a:gd name="connsiteX14" fmla="*/ 17966 w 21556"/>
                  <a:gd name="connsiteY14" fmla="*/ 9822 h 15683"/>
                  <a:gd name="connsiteX15" fmla="*/ 19953 w 21556"/>
                  <a:gd name="connsiteY15" fmla="*/ 7370 h 15683"/>
                  <a:gd name="connsiteX16" fmla="*/ 20946 w 21556"/>
                  <a:gd name="connsiteY16" fmla="*/ 6144 h 15683"/>
                  <a:gd name="connsiteX17" fmla="*/ 21404 w 21556"/>
                  <a:gd name="connsiteY17" fmla="*/ 5555 h 15683"/>
                  <a:gd name="connsiteX18" fmla="*/ 21553 w 21556"/>
                  <a:gd name="connsiteY18" fmla="*/ 4817 h 15683"/>
                  <a:gd name="connsiteX19" fmla="*/ 21354 w 21556"/>
                  <a:gd name="connsiteY19" fmla="*/ 4199 h 15683"/>
                  <a:gd name="connsiteX20" fmla="*/ 20946 w 21556"/>
                  <a:gd name="connsiteY20" fmla="*/ 3689 h 15683"/>
                  <a:gd name="connsiteX21" fmla="*/ 19953 w 21556"/>
                  <a:gd name="connsiteY21" fmla="*/ 2459 h 15683"/>
                  <a:gd name="connsiteX22" fmla="*/ 17966 w 21556"/>
                  <a:gd name="connsiteY22" fmla="*/ 0 h 15683"/>
                  <a:gd name="connsiteX0" fmla="*/ 17966 w 21556"/>
                  <a:gd name="connsiteY0" fmla="*/ 0 h 15683"/>
                  <a:gd name="connsiteX1" fmla="*/ 7562 w 21556"/>
                  <a:gd name="connsiteY1" fmla="*/ 4070 h 15683"/>
                  <a:gd name="connsiteX2" fmla="*/ 7792 w 21556"/>
                  <a:gd name="connsiteY2" fmla="*/ 4675 h 15683"/>
                  <a:gd name="connsiteX3" fmla="*/ 7572 w 21556"/>
                  <a:gd name="connsiteY3" fmla="*/ 5720 h 15683"/>
                  <a:gd name="connsiteX4" fmla="*/ 6171 w 21556"/>
                  <a:gd name="connsiteY4" fmla="*/ 7451 h 15683"/>
                  <a:gd name="connsiteX5" fmla="*/ 4141 w 21556"/>
                  <a:gd name="connsiteY5" fmla="*/ 9941 h 15683"/>
                  <a:gd name="connsiteX6" fmla="*/ 81 w 21556"/>
                  <a:gd name="connsiteY6" fmla="*/ 14922 h 15683"/>
                  <a:gd name="connsiteX7" fmla="*/ 81 w 21556"/>
                  <a:gd name="connsiteY7" fmla="*/ 15526 h 15683"/>
                  <a:gd name="connsiteX8" fmla="*/ 392 w 21556"/>
                  <a:gd name="connsiteY8" fmla="*/ 15675 h 15683"/>
                  <a:gd name="connsiteX9" fmla="*/ 12498 w 21556"/>
                  <a:gd name="connsiteY9" fmla="*/ 15675 h 15683"/>
                  <a:gd name="connsiteX10" fmla="*/ 13012 w 21556"/>
                  <a:gd name="connsiteY10" fmla="*/ 15580 h 15683"/>
                  <a:gd name="connsiteX11" fmla="*/ 13507 w 21556"/>
                  <a:gd name="connsiteY11" fmla="*/ 15221 h 15683"/>
                  <a:gd name="connsiteX12" fmla="*/ 13992 w 21556"/>
                  <a:gd name="connsiteY12" fmla="*/ 14726 h 15683"/>
                  <a:gd name="connsiteX13" fmla="*/ 17966 w 21556"/>
                  <a:gd name="connsiteY13" fmla="*/ 9822 h 15683"/>
                  <a:gd name="connsiteX14" fmla="*/ 19953 w 21556"/>
                  <a:gd name="connsiteY14" fmla="*/ 7370 h 15683"/>
                  <a:gd name="connsiteX15" fmla="*/ 20946 w 21556"/>
                  <a:gd name="connsiteY15" fmla="*/ 6144 h 15683"/>
                  <a:gd name="connsiteX16" fmla="*/ 21404 w 21556"/>
                  <a:gd name="connsiteY16" fmla="*/ 5555 h 15683"/>
                  <a:gd name="connsiteX17" fmla="*/ 21553 w 21556"/>
                  <a:gd name="connsiteY17" fmla="*/ 4817 h 15683"/>
                  <a:gd name="connsiteX18" fmla="*/ 21354 w 21556"/>
                  <a:gd name="connsiteY18" fmla="*/ 4199 h 15683"/>
                  <a:gd name="connsiteX19" fmla="*/ 20946 w 21556"/>
                  <a:gd name="connsiteY19" fmla="*/ 3689 h 15683"/>
                  <a:gd name="connsiteX20" fmla="*/ 19953 w 21556"/>
                  <a:gd name="connsiteY20" fmla="*/ 2459 h 15683"/>
                  <a:gd name="connsiteX21" fmla="*/ 17966 w 21556"/>
                  <a:gd name="connsiteY21" fmla="*/ 0 h 15683"/>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562 w 21556"/>
                  <a:gd name="connsiteY1" fmla="*/ 1611 h 13224"/>
                  <a:gd name="connsiteX2" fmla="*/ 7792 w 21556"/>
                  <a:gd name="connsiteY2" fmla="*/ 2216 h 13224"/>
                  <a:gd name="connsiteX3" fmla="*/ 7613 w 21556"/>
                  <a:gd name="connsiteY3" fmla="*/ 1590 h 13224"/>
                  <a:gd name="connsiteX4" fmla="*/ 7572 w 21556"/>
                  <a:gd name="connsiteY4" fmla="*/ 3261 h 13224"/>
                  <a:gd name="connsiteX5" fmla="*/ 6171 w 21556"/>
                  <a:gd name="connsiteY5" fmla="*/ 4992 h 13224"/>
                  <a:gd name="connsiteX6" fmla="*/ 4141 w 21556"/>
                  <a:gd name="connsiteY6" fmla="*/ 7482 h 13224"/>
                  <a:gd name="connsiteX7" fmla="*/ 81 w 21556"/>
                  <a:gd name="connsiteY7" fmla="*/ 12463 h 13224"/>
                  <a:gd name="connsiteX8" fmla="*/ 81 w 21556"/>
                  <a:gd name="connsiteY8" fmla="*/ 13067 h 13224"/>
                  <a:gd name="connsiteX9" fmla="*/ 392 w 21556"/>
                  <a:gd name="connsiteY9" fmla="*/ 13216 h 13224"/>
                  <a:gd name="connsiteX10" fmla="*/ 12498 w 21556"/>
                  <a:gd name="connsiteY10" fmla="*/ 13216 h 13224"/>
                  <a:gd name="connsiteX11" fmla="*/ 13012 w 21556"/>
                  <a:gd name="connsiteY11" fmla="*/ 13121 h 13224"/>
                  <a:gd name="connsiteX12" fmla="*/ 13507 w 21556"/>
                  <a:gd name="connsiteY12" fmla="*/ 12762 h 13224"/>
                  <a:gd name="connsiteX13" fmla="*/ 13992 w 21556"/>
                  <a:gd name="connsiteY13" fmla="*/ 12267 h 13224"/>
                  <a:gd name="connsiteX14" fmla="*/ 17966 w 21556"/>
                  <a:gd name="connsiteY14" fmla="*/ 7363 h 13224"/>
                  <a:gd name="connsiteX15" fmla="*/ 19953 w 21556"/>
                  <a:gd name="connsiteY15" fmla="*/ 4911 h 13224"/>
                  <a:gd name="connsiteX16" fmla="*/ 20946 w 21556"/>
                  <a:gd name="connsiteY16" fmla="*/ 3685 h 13224"/>
                  <a:gd name="connsiteX17" fmla="*/ 21404 w 21556"/>
                  <a:gd name="connsiteY17" fmla="*/ 3096 h 13224"/>
                  <a:gd name="connsiteX18" fmla="*/ 21553 w 21556"/>
                  <a:gd name="connsiteY18" fmla="*/ 2358 h 13224"/>
                  <a:gd name="connsiteX19" fmla="*/ 21354 w 21556"/>
                  <a:gd name="connsiteY19" fmla="*/ 1740 h 13224"/>
                  <a:gd name="connsiteX20" fmla="*/ 20946 w 21556"/>
                  <a:gd name="connsiteY20" fmla="*/ 1230 h 13224"/>
                  <a:gd name="connsiteX21" fmla="*/ 19953 w 21556"/>
                  <a:gd name="connsiteY21" fmla="*/ 0 h 13224"/>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792 w 21556"/>
                  <a:gd name="connsiteY1" fmla="*/ 2216 h 13224"/>
                  <a:gd name="connsiteX2" fmla="*/ 7572 w 21556"/>
                  <a:gd name="connsiteY2" fmla="*/ 3261 h 13224"/>
                  <a:gd name="connsiteX3" fmla="*/ 6171 w 21556"/>
                  <a:gd name="connsiteY3" fmla="*/ 4992 h 13224"/>
                  <a:gd name="connsiteX4" fmla="*/ 4141 w 21556"/>
                  <a:gd name="connsiteY4" fmla="*/ 7482 h 13224"/>
                  <a:gd name="connsiteX5" fmla="*/ 81 w 21556"/>
                  <a:gd name="connsiteY5" fmla="*/ 12463 h 13224"/>
                  <a:gd name="connsiteX6" fmla="*/ 81 w 21556"/>
                  <a:gd name="connsiteY6" fmla="*/ 13067 h 13224"/>
                  <a:gd name="connsiteX7" fmla="*/ 392 w 21556"/>
                  <a:gd name="connsiteY7" fmla="*/ 13216 h 13224"/>
                  <a:gd name="connsiteX8" fmla="*/ 12498 w 21556"/>
                  <a:gd name="connsiteY8" fmla="*/ 13216 h 13224"/>
                  <a:gd name="connsiteX9" fmla="*/ 13012 w 21556"/>
                  <a:gd name="connsiteY9" fmla="*/ 13121 h 13224"/>
                  <a:gd name="connsiteX10" fmla="*/ 13507 w 21556"/>
                  <a:gd name="connsiteY10" fmla="*/ 12762 h 13224"/>
                  <a:gd name="connsiteX11" fmla="*/ 13992 w 21556"/>
                  <a:gd name="connsiteY11" fmla="*/ 12267 h 13224"/>
                  <a:gd name="connsiteX12" fmla="*/ 17966 w 21556"/>
                  <a:gd name="connsiteY12" fmla="*/ 7363 h 13224"/>
                  <a:gd name="connsiteX13" fmla="*/ 19953 w 21556"/>
                  <a:gd name="connsiteY13" fmla="*/ 4911 h 13224"/>
                  <a:gd name="connsiteX14" fmla="*/ 20946 w 21556"/>
                  <a:gd name="connsiteY14" fmla="*/ 3685 h 13224"/>
                  <a:gd name="connsiteX15" fmla="*/ 21404 w 21556"/>
                  <a:gd name="connsiteY15" fmla="*/ 3096 h 13224"/>
                  <a:gd name="connsiteX16" fmla="*/ 21553 w 21556"/>
                  <a:gd name="connsiteY16" fmla="*/ 2358 h 13224"/>
                  <a:gd name="connsiteX17" fmla="*/ 21354 w 21556"/>
                  <a:gd name="connsiteY17" fmla="*/ 1740 h 13224"/>
                  <a:gd name="connsiteX18" fmla="*/ 20946 w 21556"/>
                  <a:gd name="connsiteY18" fmla="*/ 1230 h 13224"/>
                  <a:gd name="connsiteX19" fmla="*/ 19953 w 21556"/>
                  <a:gd name="connsiteY19" fmla="*/ 0 h 13224"/>
                  <a:gd name="connsiteX0" fmla="*/ 20946 w 21556"/>
                  <a:gd name="connsiteY0" fmla="*/ 0 h 11994"/>
                  <a:gd name="connsiteX1" fmla="*/ 7792 w 21556"/>
                  <a:gd name="connsiteY1" fmla="*/ 986 h 11994"/>
                  <a:gd name="connsiteX2" fmla="*/ 7572 w 21556"/>
                  <a:gd name="connsiteY2" fmla="*/ 2031 h 11994"/>
                  <a:gd name="connsiteX3" fmla="*/ 6171 w 21556"/>
                  <a:gd name="connsiteY3" fmla="*/ 3762 h 11994"/>
                  <a:gd name="connsiteX4" fmla="*/ 4141 w 21556"/>
                  <a:gd name="connsiteY4" fmla="*/ 6252 h 11994"/>
                  <a:gd name="connsiteX5" fmla="*/ 81 w 21556"/>
                  <a:gd name="connsiteY5" fmla="*/ 11233 h 11994"/>
                  <a:gd name="connsiteX6" fmla="*/ 81 w 21556"/>
                  <a:gd name="connsiteY6" fmla="*/ 11837 h 11994"/>
                  <a:gd name="connsiteX7" fmla="*/ 392 w 21556"/>
                  <a:gd name="connsiteY7" fmla="*/ 11986 h 11994"/>
                  <a:gd name="connsiteX8" fmla="*/ 12498 w 21556"/>
                  <a:gd name="connsiteY8" fmla="*/ 11986 h 11994"/>
                  <a:gd name="connsiteX9" fmla="*/ 13012 w 21556"/>
                  <a:gd name="connsiteY9" fmla="*/ 11891 h 11994"/>
                  <a:gd name="connsiteX10" fmla="*/ 13507 w 21556"/>
                  <a:gd name="connsiteY10" fmla="*/ 11532 h 11994"/>
                  <a:gd name="connsiteX11" fmla="*/ 13992 w 21556"/>
                  <a:gd name="connsiteY11" fmla="*/ 11037 h 11994"/>
                  <a:gd name="connsiteX12" fmla="*/ 17966 w 21556"/>
                  <a:gd name="connsiteY12" fmla="*/ 6133 h 11994"/>
                  <a:gd name="connsiteX13" fmla="*/ 19953 w 21556"/>
                  <a:gd name="connsiteY13" fmla="*/ 3681 h 11994"/>
                  <a:gd name="connsiteX14" fmla="*/ 20946 w 21556"/>
                  <a:gd name="connsiteY14" fmla="*/ 2455 h 11994"/>
                  <a:gd name="connsiteX15" fmla="*/ 21404 w 21556"/>
                  <a:gd name="connsiteY15" fmla="*/ 1866 h 11994"/>
                  <a:gd name="connsiteX16" fmla="*/ 21553 w 21556"/>
                  <a:gd name="connsiteY16" fmla="*/ 1128 h 11994"/>
                  <a:gd name="connsiteX17" fmla="*/ 21354 w 21556"/>
                  <a:gd name="connsiteY17" fmla="*/ 510 h 11994"/>
                  <a:gd name="connsiteX18" fmla="*/ 20946 w 21556"/>
                  <a:gd name="connsiteY18" fmla="*/ 0 h 11994"/>
                  <a:gd name="connsiteX0" fmla="*/ 21354 w 21556"/>
                  <a:gd name="connsiteY0" fmla="*/ 0 h 11484"/>
                  <a:gd name="connsiteX1" fmla="*/ 7792 w 21556"/>
                  <a:gd name="connsiteY1" fmla="*/ 476 h 11484"/>
                  <a:gd name="connsiteX2" fmla="*/ 7572 w 21556"/>
                  <a:gd name="connsiteY2" fmla="*/ 1521 h 11484"/>
                  <a:gd name="connsiteX3" fmla="*/ 6171 w 21556"/>
                  <a:gd name="connsiteY3" fmla="*/ 3252 h 11484"/>
                  <a:gd name="connsiteX4" fmla="*/ 4141 w 21556"/>
                  <a:gd name="connsiteY4" fmla="*/ 5742 h 11484"/>
                  <a:gd name="connsiteX5" fmla="*/ 81 w 21556"/>
                  <a:gd name="connsiteY5" fmla="*/ 10723 h 11484"/>
                  <a:gd name="connsiteX6" fmla="*/ 81 w 21556"/>
                  <a:gd name="connsiteY6" fmla="*/ 11327 h 11484"/>
                  <a:gd name="connsiteX7" fmla="*/ 392 w 21556"/>
                  <a:gd name="connsiteY7" fmla="*/ 11476 h 11484"/>
                  <a:gd name="connsiteX8" fmla="*/ 12498 w 21556"/>
                  <a:gd name="connsiteY8" fmla="*/ 11476 h 11484"/>
                  <a:gd name="connsiteX9" fmla="*/ 13012 w 21556"/>
                  <a:gd name="connsiteY9" fmla="*/ 11381 h 11484"/>
                  <a:gd name="connsiteX10" fmla="*/ 13507 w 21556"/>
                  <a:gd name="connsiteY10" fmla="*/ 11022 h 11484"/>
                  <a:gd name="connsiteX11" fmla="*/ 13992 w 21556"/>
                  <a:gd name="connsiteY11" fmla="*/ 10527 h 11484"/>
                  <a:gd name="connsiteX12" fmla="*/ 17966 w 21556"/>
                  <a:gd name="connsiteY12" fmla="*/ 5623 h 11484"/>
                  <a:gd name="connsiteX13" fmla="*/ 19953 w 21556"/>
                  <a:gd name="connsiteY13" fmla="*/ 3171 h 11484"/>
                  <a:gd name="connsiteX14" fmla="*/ 20946 w 21556"/>
                  <a:gd name="connsiteY14" fmla="*/ 1945 h 11484"/>
                  <a:gd name="connsiteX15" fmla="*/ 21404 w 21556"/>
                  <a:gd name="connsiteY15" fmla="*/ 1356 h 11484"/>
                  <a:gd name="connsiteX16" fmla="*/ 21553 w 21556"/>
                  <a:gd name="connsiteY16" fmla="*/ 618 h 11484"/>
                  <a:gd name="connsiteX17" fmla="*/ 21354 w 21556"/>
                  <a:gd name="connsiteY17" fmla="*/ 0 h 11484"/>
                  <a:gd name="connsiteX0" fmla="*/ 21553 w 21556"/>
                  <a:gd name="connsiteY0" fmla="*/ 206 h 11072"/>
                  <a:gd name="connsiteX1" fmla="*/ 7792 w 21556"/>
                  <a:gd name="connsiteY1" fmla="*/ 64 h 11072"/>
                  <a:gd name="connsiteX2" fmla="*/ 7572 w 21556"/>
                  <a:gd name="connsiteY2" fmla="*/ 1109 h 11072"/>
                  <a:gd name="connsiteX3" fmla="*/ 6171 w 21556"/>
                  <a:gd name="connsiteY3" fmla="*/ 2840 h 11072"/>
                  <a:gd name="connsiteX4" fmla="*/ 4141 w 21556"/>
                  <a:gd name="connsiteY4" fmla="*/ 5330 h 11072"/>
                  <a:gd name="connsiteX5" fmla="*/ 81 w 21556"/>
                  <a:gd name="connsiteY5" fmla="*/ 10311 h 11072"/>
                  <a:gd name="connsiteX6" fmla="*/ 81 w 21556"/>
                  <a:gd name="connsiteY6" fmla="*/ 10915 h 11072"/>
                  <a:gd name="connsiteX7" fmla="*/ 392 w 21556"/>
                  <a:gd name="connsiteY7" fmla="*/ 11064 h 11072"/>
                  <a:gd name="connsiteX8" fmla="*/ 12498 w 21556"/>
                  <a:gd name="connsiteY8" fmla="*/ 11064 h 11072"/>
                  <a:gd name="connsiteX9" fmla="*/ 13012 w 21556"/>
                  <a:gd name="connsiteY9" fmla="*/ 10969 h 11072"/>
                  <a:gd name="connsiteX10" fmla="*/ 13507 w 21556"/>
                  <a:gd name="connsiteY10" fmla="*/ 10610 h 11072"/>
                  <a:gd name="connsiteX11" fmla="*/ 13992 w 21556"/>
                  <a:gd name="connsiteY11" fmla="*/ 10115 h 11072"/>
                  <a:gd name="connsiteX12" fmla="*/ 17966 w 21556"/>
                  <a:gd name="connsiteY12" fmla="*/ 5211 h 11072"/>
                  <a:gd name="connsiteX13" fmla="*/ 19953 w 21556"/>
                  <a:gd name="connsiteY13" fmla="*/ 2759 h 11072"/>
                  <a:gd name="connsiteX14" fmla="*/ 20946 w 21556"/>
                  <a:gd name="connsiteY14" fmla="*/ 1533 h 11072"/>
                  <a:gd name="connsiteX15" fmla="*/ 21404 w 21556"/>
                  <a:gd name="connsiteY15" fmla="*/ 944 h 11072"/>
                  <a:gd name="connsiteX16" fmla="*/ 21553 w 21556"/>
                  <a:gd name="connsiteY16" fmla="*/ 206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33" name="iš1ídê">
                <a:extLst>
                  <a:ext uri="{FF2B5EF4-FFF2-40B4-BE49-F238E27FC236}">
                    <a16:creationId xmlns:a16="http://schemas.microsoft.com/office/drawing/2014/main" xmlns="" id="{E0E80F6A-9F52-400C-8235-9E0DEFE3589A}"/>
                  </a:ext>
                </a:extLst>
              </p:cNvPr>
              <p:cNvSpPr/>
              <p:nvPr/>
            </p:nvSpPr>
            <p:spPr bwMode="auto">
              <a:xfrm flipV="1">
                <a:off x="3692188" y="1747497"/>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 fmla="*/ 12498 w 21556"/>
                  <a:gd name="connsiteY0" fmla="*/ 3 h 21546"/>
                  <a:gd name="connsiteX1" fmla="*/ 81 w 21556"/>
                  <a:gd name="connsiteY1" fmla="*/ 749 h 21546"/>
                  <a:gd name="connsiteX2" fmla="*/ 4141 w 21556"/>
                  <a:gd name="connsiteY2" fmla="*/ 5786 h 21546"/>
                  <a:gd name="connsiteX3" fmla="*/ 6171 w 21556"/>
                  <a:gd name="connsiteY3" fmla="*/ 8305 h 21546"/>
                  <a:gd name="connsiteX4" fmla="*/ 7562 w 21556"/>
                  <a:gd name="connsiteY4" fmla="*/ 9933 h 21546"/>
                  <a:gd name="connsiteX5" fmla="*/ 7792 w 21556"/>
                  <a:gd name="connsiteY5" fmla="*/ 10538 h 21546"/>
                  <a:gd name="connsiteX6" fmla="*/ 7572 w 21556"/>
                  <a:gd name="connsiteY6" fmla="*/ 11583 h 21546"/>
                  <a:gd name="connsiteX7" fmla="*/ 6171 w 21556"/>
                  <a:gd name="connsiteY7" fmla="*/ 13314 h 21546"/>
                  <a:gd name="connsiteX8" fmla="*/ 4141 w 21556"/>
                  <a:gd name="connsiteY8" fmla="*/ 15804 h 21546"/>
                  <a:gd name="connsiteX9" fmla="*/ 81 w 21556"/>
                  <a:gd name="connsiteY9" fmla="*/ 20785 h 21546"/>
                  <a:gd name="connsiteX10" fmla="*/ 81 w 21556"/>
                  <a:gd name="connsiteY10" fmla="*/ 21389 h 21546"/>
                  <a:gd name="connsiteX11" fmla="*/ 392 w 21556"/>
                  <a:gd name="connsiteY11" fmla="*/ 21538 h 21546"/>
                  <a:gd name="connsiteX12" fmla="*/ 12498 w 21556"/>
                  <a:gd name="connsiteY12" fmla="*/ 21538 h 21546"/>
                  <a:gd name="connsiteX13" fmla="*/ 13012 w 21556"/>
                  <a:gd name="connsiteY13" fmla="*/ 21443 h 21546"/>
                  <a:gd name="connsiteX14" fmla="*/ 13507 w 21556"/>
                  <a:gd name="connsiteY14" fmla="*/ 21084 h 21546"/>
                  <a:gd name="connsiteX15" fmla="*/ 13992 w 21556"/>
                  <a:gd name="connsiteY15" fmla="*/ 20589 h 21546"/>
                  <a:gd name="connsiteX16" fmla="*/ 17966 w 21556"/>
                  <a:gd name="connsiteY16" fmla="*/ 15685 h 21546"/>
                  <a:gd name="connsiteX17" fmla="*/ 19953 w 21556"/>
                  <a:gd name="connsiteY17" fmla="*/ 13233 h 21546"/>
                  <a:gd name="connsiteX18" fmla="*/ 20946 w 21556"/>
                  <a:gd name="connsiteY18" fmla="*/ 12007 h 21546"/>
                  <a:gd name="connsiteX19" fmla="*/ 21404 w 21556"/>
                  <a:gd name="connsiteY19" fmla="*/ 11418 h 21546"/>
                  <a:gd name="connsiteX20" fmla="*/ 21553 w 21556"/>
                  <a:gd name="connsiteY20" fmla="*/ 10680 h 21546"/>
                  <a:gd name="connsiteX21" fmla="*/ 21354 w 21556"/>
                  <a:gd name="connsiteY21" fmla="*/ 10062 h 21546"/>
                  <a:gd name="connsiteX22" fmla="*/ 20946 w 21556"/>
                  <a:gd name="connsiteY22" fmla="*/ 9552 h 21546"/>
                  <a:gd name="connsiteX23" fmla="*/ 19953 w 21556"/>
                  <a:gd name="connsiteY23" fmla="*/ 8322 h 21546"/>
                  <a:gd name="connsiteX24" fmla="*/ 17966 w 21556"/>
                  <a:gd name="connsiteY24" fmla="*/ 5863 h 21546"/>
                  <a:gd name="connsiteX25" fmla="*/ 13992 w 21556"/>
                  <a:gd name="connsiteY25" fmla="*/ 945 h 21546"/>
                  <a:gd name="connsiteX26" fmla="*/ 13507 w 21556"/>
                  <a:gd name="connsiteY26" fmla="*/ 457 h 21546"/>
                  <a:gd name="connsiteX27" fmla="*/ 13012 w 21556"/>
                  <a:gd name="connsiteY27" fmla="*/ 98 h 21546"/>
                  <a:gd name="connsiteX28" fmla="*/ 12498 w 21556"/>
                  <a:gd name="connsiteY28" fmla="*/ 3 h 21546"/>
                  <a:gd name="connsiteX0" fmla="*/ 12498 w 21556"/>
                  <a:gd name="connsiteY0" fmla="*/ 3 h 21546"/>
                  <a:gd name="connsiteX1" fmla="*/ 4141 w 21556"/>
                  <a:gd name="connsiteY1" fmla="*/ 5786 h 21546"/>
                  <a:gd name="connsiteX2" fmla="*/ 6171 w 21556"/>
                  <a:gd name="connsiteY2" fmla="*/ 8305 h 21546"/>
                  <a:gd name="connsiteX3" fmla="*/ 7562 w 21556"/>
                  <a:gd name="connsiteY3" fmla="*/ 9933 h 21546"/>
                  <a:gd name="connsiteX4" fmla="*/ 7792 w 21556"/>
                  <a:gd name="connsiteY4" fmla="*/ 10538 h 21546"/>
                  <a:gd name="connsiteX5" fmla="*/ 7572 w 21556"/>
                  <a:gd name="connsiteY5" fmla="*/ 11583 h 21546"/>
                  <a:gd name="connsiteX6" fmla="*/ 6171 w 21556"/>
                  <a:gd name="connsiteY6" fmla="*/ 13314 h 21546"/>
                  <a:gd name="connsiteX7" fmla="*/ 4141 w 21556"/>
                  <a:gd name="connsiteY7" fmla="*/ 15804 h 21546"/>
                  <a:gd name="connsiteX8" fmla="*/ 81 w 21556"/>
                  <a:gd name="connsiteY8" fmla="*/ 20785 h 21546"/>
                  <a:gd name="connsiteX9" fmla="*/ 81 w 21556"/>
                  <a:gd name="connsiteY9" fmla="*/ 21389 h 21546"/>
                  <a:gd name="connsiteX10" fmla="*/ 392 w 21556"/>
                  <a:gd name="connsiteY10" fmla="*/ 21538 h 21546"/>
                  <a:gd name="connsiteX11" fmla="*/ 12498 w 21556"/>
                  <a:gd name="connsiteY11" fmla="*/ 21538 h 21546"/>
                  <a:gd name="connsiteX12" fmla="*/ 13012 w 21556"/>
                  <a:gd name="connsiteY12" fmla="*/ 21443 h 21546"/>
                  <a:gd name="connsiteX13" fmla="*/ 13507 w 21556"/>
                  <a:gd name="connsiteY13" fmla="*/ 21084 h 21546"/>
                  <a:gd name="connsiteX14" fmla="*/ 13992 w 21556"/>
                  <a:gd name="connsiteY14" fmla="*/ 20589 h 21546"/>
                  <a:gd name="connsiteX15" fmla="*/ 17966 w 21556"/>
                  <a:gd name="connsiteY15" fmla="*/ 15685 h 21546"/>
                  <a:gd name="connsiteX16" fmla="*/ 19953 w 21556"/>
                  <a:gd name="connsiteY16" fmla="*/ 13233 h 21546"/>
                  <a:gd name="connsiteX17" fmla="*/ 20946 w 21556"/>
                  <a:gd name="connsiteY17" fmla="*/ 12007 h 21546"/>
                  <a:gd name="connsiteX18" fmla="*/ 21404 w 21556"/>
                  <a:gd name="connsiteY18" fmla="*/ 11418 h 21546"/>
                  <a:gd name="connsiteX19" fmla="*/ 21553 w 21556"/>
                  <a:gd name="connsiteY19" fmla="*/ 10680 h 21546"/>
                  <a:gd name="connsiteX20" fmla="*/ 21354 w 21556"/>
                  <a:gd name="connsiteY20" fmla="*/ 10062 h 21546"/>
                  <a:gd name="connsiteX21" fmla="*/ 20946 w 21556"/>
                  <a:gd name="connsiteY21" fmla="*/ 9552 h 21546"/>
                  <a:gd name="connsiteX22" fmla="*/ 19953 w 21556"/>
                  <a:gd name="connsiteY22" fmla="*/ 8322 h 21546"/>
                  <a:gd name="connsiteX23" fmla="*/ 17966 w 21556"/>
                  <a:gd name="connsiteY23" fmla="*/ 5863 h 21546"/>
                  <a:gd name="connsiteX24" fmla="*/ 13992 w 21556"/>
                  <a:gd name="connsiteY24" fmla="*/ 945 h 21546"/>
                  <a:gd name="connsiteX25" fmla="*/ 13507 w 21556"/>
                  <a:gd name="connsiteY25" fmla="*/ 457 h 21546"/>
                  <a:gd name="connsiteX26" fmla="*/ 13012 w 21556"/>
                  <a:gd name="connsiteY26" fmla="*/ 98 h 21546"/>
                  <a:gd name="connsiteX27" fmla="*/ 12498 w 21556"/>
                  <a:gd name="connsiteY27" fmla="*/ 3 h 21546"/>
                  <a:gd name="connsiteX0" fmla="*/ 13012 w 21556"/>
                  <a:gd name="connsiteY0" fmla="*/ 0 h 21448"/>
                  <a:gd name="connsiteX1" fmla="*/ 4141 w 21556"/>
                  <a:gd name="connsiteY1" fmla="*/ 5688 h 21448"/>
                  <a:gd name="connsiteX2" fmla="*/ 6171 w 21556"/>
                  <a:gd name="connsiteY2" fmla="*/ 8207 h 21448"/>
                  <a:gd name="connsiteX3" fmla="*/ 7562 w 21556"/>
                  <a:gd name="connsiteY3" fmla="*/ 9835 h 21448"/>
                  <a:gd name="connsiteX4" fmla="*/ 7792 w 21556"/>
                  <a:gd name="connsiteY4" fmla="*/ 10440 h 21448"/>
                  <a:gd name="connsiteX5" fmla="*/ 7572 w 21556"/>
                  <a:gd name="connsiteY5" fmla="*/ 11485 h 21448"/>
                  <a:gd name="connsiteX6" fmla="*/ 6171 w 21556"/>
                  <a:gd name="connsiteY6" fmla="*/ 13216 h 21448"/>
                  <a:gd name="connsiteX7" fmla="*/ 4141 w 21556"/>
                  <a:gd name="connsiteY7" fmla="*/ 15706 h 21448"/>
                  <a:gd name="connsiteX8" fmla="*/ 81 w 21556"/>
                  <a:gd name="connsiteY8" fmla="*/ 20687 h 21448"/>
                  <a:gd name="connsiteX9" fmla="*/ 81 w 21556"/>
                  <a:gd name="connsiteY9" fmla="*/ 21291 h 21448"/>
                  <a:gd name="connsiteX10" fmla="*/ 392 w 21556"/>
                  <a:gd name="connsiteY10" fmla="*/ 21440 h 21448"/>
                  <a:gd name="connsiteX11" fmla="*/ 12498 w 21556"/>
                  <a:gd name="connsiteY11" fmla="*/ 21440 h 21448"/>
                  <a:gd name="connsiteX12" fmla="*/ 13012 w 21556"/>
                  <a:gd name="connsiteY12" fmla="*/ 21345 h 21448"/>
                  <a:gd name="connsiteX13" fmla="*/ 13507 w 21556"/>
                  <a:gd name="connsiteY13" fmla="*/ 20986 h 21448"/>
                  <a:gd name="connsiteX14" fmla="*/ 13992 w 21556"/>
                  <a:gd name="connsiteY14" fmla="*/ 20491 h 21448"/>
                  <a:gd name="connsiteX15" fmla="*/ 17966 w 21556"/>
                  <a:gd name="connsiteY15" fmla="*/ 15587 h 21448"/>
                  <a:gd name="connsiteX16" fmla="*/ 19953 w 21556"/>
                  <a:gd name="connsiteY16" fmla="*/ 13135 h 21448"/>
                  <a:gd name="connsiteX17" fmla="*/ 20946 w 21556"/>
                  <a:gd name="connsiteY17" fmla="*/ 11909 h 21448"/>
                  <a:gd name="connsiteX18" fmla="*/ 21404 w 21556"/>
                  <a:gd name="connsiteY18" fmla="*/ 11320 h 21448"/>
                  <a:gd name="connsiteX19" fmla="*/ 21553 w 21556"/>
                  <a:gd name="connsiteY19" fmla="*/ 10582 h 21448"/>
                  <a:gd name="connsiteX20" fmla="*/ 21354 w 21556"/>
                  <a:gd name="connsiteY20" fmla="*/ 9964 h 21448"/>
                  <a:gd name="connsiteX21" fmla="*/ 20946 w 21556"/>
                  <a:gd name="connsiteY21" fmla="*/ 9454 h 21448"/>
                  <a:gd name="connsiteX22" fmla="*/ 19953 w 21556"/>
                  <a:gd name="connsiteY22" fmla="*/ 8224 h 21448"/>
                  <a:gd name="connsiteX23" fmla="*/ 17966 w 21556"/>
                  <a:gd name="connsiteY23" fmla="*/ 5765 h 21448"/>
                  <a:gd name="connsiteX24" fmla="*/ 13992 w 21556"/>
                  <a:gd name="connsiteY24" fmla="*/ 847 h 21448"/>
                  <a:gd name="connsiteX25" fmla="*/ 13507 w 21556"/>
                  <a:gd name="connsiteY25" fmla="*/ 359 h 21448"/>
                  <a:gd name="connsiteX26" fmla="*/ 13012 w 21556"/>
                  <a:gd name="connsiteY26" fmla="*/ 0 h 21448"/>
                  <a:gd name="connsiteX0" fmla="*/ 13507 w 21556"/>
                  <a:gd name="connsiteY0" fmla="*/ 289 h 21378"/>
                  <a:gd name="connsiteX1" fmla="*/ 4141 w 21556"/>
                  <a:gd name="connsiteY1" fmla="*/ 5618 h 21378"/>
                  <a:gd name="connsiteX2" fmla="*/ 6171 w 21556"/>
                  <a:gd name="connsiteY2" fmla="*/ 8137 h 21378"/>
                  <a:gd name="connsiteX3" fmla="*/ 7562 w 21556"/>
                  <a:gd name="connsiteY3" fmla="*/ 9765 h 21378"/>
                  <a:gd name="connsiteX4" fmla="*/ 7792 w 21556"/>
                  <a:gd name="connsiteY4" fmla="*/ 10370 h 21378"/>
                  <a:gd name="connsiteX5" fmla="*/ 7572 w 21556"/>
                  <a:gd name="connsiteY5" fmla="*/ 11415 h 21378"/>
                  <a:gd name="connsiteX6" fmla="*/ 6171 w 21556"/>
                  <a:gd name="connsiteY6" fmla="*/ 13146 h 21378"/>
                  <a:gd name="connsiteX7" fmla="*/ 4141 w 21556"/>
                  <a:gd name="connsiteY7" fmla="*/ 15636 h 21378"/>
                  <a:gd name="connsiteX8" fmla="*/ 81 w 21556"/>
                  <a:gd name="connsiteY8" fmla="*/ 20617 h 21378"/>
                  <a:gd name="connsiteX9" fmla="*/ 81 w 21556"/>
                  <a:gd name="connsiteY9" fmla="*/ 21221 h 21378"/>
                  <a:gd name="connsiteX10" fmla="*/ 392 w 21556"/>
                  <a:gd name="connsiteY10" fmla="*/ 21370 h 21378"/>
                  <a:gd name="connsiteX11" fmla="*/ 12498 w 21556"/>
                  <a:gd name="connsiteY11" fmla="*/ 21370 h 21378"/>
                  <a:gd name="connsiteX12" fmla="*/ 13012 w 21556"/>
                  <a:gd name="connsiteY12" fmla="*/ 21275 h 21378"/>
                  <a:gd name="connsiteX13" fmla="*/ 13507 w 21556"/>
                  <a:gd name="connsiteY13" fmla="*/ 20916 h 21378"/>
                  <a:gd name="connsiteX14" fmla="*/ 13992 w 21556"/>
                  <a:gd name="connsiteY14" fmla="*/ 20421 h 21378"/>
                  <a:gd name="connsiteX15" fmla="*/ 17966 w 21556"/>
                  <a:gd name="connsiteY15" fmla="*/ 15517 h 21378"/>
                  <a:gd name="connsiteX16" fmla="*/ 19953 w 21556"/>
                  <a:gd name="connsiteY16" fmla="*/ 13065 h 21378"/>
                  <a:gd name="connsiteX17" fmla="*/ 20946 w 21556"/>
                  <a:gd name="connsiteY17" fmla="*/ 11839 h 21378"/>
                  <a:gd name="connsiteX18" fmla="*/ 21404 w 21556"/>
                  <a:gd name="connsiteY18" fmla="*/ 11250 h 21378"/>
                  <a:gd name="connsiteX19" fmla="*/ 21553 w 21556"/>
                  <a:gd name="connsiteY19" fmla="*/ 10512 h 21378"/>
                  <a:gd name="connsiteX20" fmla="*/ 21354 w 21556"/>
                  <a:gd name="connsiteY20" fmla="*/ 9894 h 21378"/>
                  <a:gd name="connsiteX21" fmla="*/ 20946 w 21556"/>
                  <a:gd name="connsiteY21" fmla="*/ 9384 h 21378"/>
                  <a:gd name="connsiteX22" fmla="*/ 19953 w 21556"/>
                  <a:gd name="connsiteY22" fmla="*/ 8154 h 21378"/>
                  <a:gd name="connsiteX23" fmla="*/ 17966 w 21556"/>
                  <a:gd name="connsiteY23" fmla="*/ 5695 h 21378"/>
                  <a:gd name="connsiteX24" fmla="*/ 13992 w 21556"/>
                  <a:gd name="connsiteY24" fmla="*/ 777 h 21378"/>
                  <a:gd name="connsiteX25" fmla="*/ 13507 w 21556"/>
                  <a:gd name="connsiteY25" fmla="*/ 289 h 21378"/>
                  <a:gd name="connsiteX0" fmla="*/ 13992 w 21556"/>
                  <a:gd name="connsiteY0" fmla="*/ 1 h 20602"/>
                  <a:gd name="connsiteX1" fmla="*/ 4141 w 21556"/>
                  <a:gd name="connsiteY1" fmla="*/ 4842 h 20602"/>
                  <a:gd name="connsiteX2" fmla="*/ 6171 w 21556"/>
                  <a:gd name="connsiteY2" fmla="*/ 7361 h 20602"/>
                  <a:gd name="connsiteX3" fmla="*/ 7562 w 21556"/>
                  <a:gd name="connsiteY3" fmla="*/ 8989 h 20602"/>
                  <a:gd name="connsiteX4" fmla="*/ 7792 w 21556"/>
                  <a:gd name="connsiteY4" fmla="*/ 9594 h 20602"/>
                  <a:gd name="connsiteX5" fmla="*/ 7572 w 21556"/>
                  <a:gd name="connsiteY5" fmla="*/ 10639 h 20602"/>
                  <a:gd name="connsiteX6" fmla="*/ 6171 w 21556"/>
                  <a:gd name="connsiteY6" fmla="*/ 12370 h 20602"/>
                  <a:gd name="connsiteX7" fmla="*/ 4141 w 21556"/>
                  <a:gd name="connsiteY7" fmla="*/ 14860 h 20602"/>
                  <a:gd name="connsiteX8" fmla="*/ 81 w 21556"/>
                  <a:gd name="connsiteY8" fmla="*/ 19841 h 20602"/>
                  <a:gd name="connsiteX9" fmla="*/ 81 w 21556"/>
                  <a:gd name="connsiteY9" fmla="*/ 20445 h 20602"/>
                  <a:gd name="connsiteX10" fmla="*/ 392 w 21556"/>
                  <a:gd name="connsiteY10" fmla="*/ 20594 h 20602"/>
                  <a:gd name="connsiteX11" fmla="*/ 12498 w 21556"/>
                  <a:gd name="connsiteY11" fmla="*/ 20594 h 20602"/>
                  <a:gd name="connsiteX12" fmla="*/ 13012 w 21556"/>
                  <a:gd name="connsiteY12" fmla="*/ 20499 h 20602"/>
                  <a:gd name="connsiteX13" fmla="*/ 13507 w 21556"/>
                  <a:gd name="connsiteY13" fmla="*/ 20140 h 20602"/>
                  <a:gd name="connsiteX14" fmla="*/ 13992 w 21556"/>
                  <a:gd name="connsiteY14" fmla="*/ 19645 h 20602"/>
                  <a:gd name="connsiteX15" fmla="*/ 17966 w 21556"/>
                  <a:gd name="connsiteY15" fmla="*/ 14741 h 20602"/>
                  <a:gd name="connsiteX16" fmla="*/ 19953 w 21556"/>
                  <a:gd name="connsiteY16" fmla="*/ 12289 h 20602"/>
                  <a:gd name="connsiteX17" fmla="*/ 20946 w 21556"/>
                  <a:gd name="connsiteY17" fmla="*/ 11063 h 20602"/>
                  <a:gd name="connsiteX18" fmla="*/ 21404 w 21556"/>
                  <a:gd name="connsiteY18" fmla="*/ 10474 h 20602"/>
                  <a:gd name="connsiteX19" fmla="*/ 21553 w 21556"/>
                  <a:gd name="connsiteY19" fmla="*/ 9736 h 20602"/>
                  <a:gd name="connsiteX20" fmla="*/ 21354 w 21556"/>
                  <a:gd name="connsiteY20" fmla="*/ 9118 h 20602"/>
                  <a:gd name="connsiteX21" fmla="*/ 20946 w 21556"/>
                  <a:gd name="connsiteY21" fmla="*/ 8608 h 20602"/>
                  <a:gd name="connsiteX22" fmla="*/ 19953 w 21556"/>
                  <a:gd name="connsiteY22" fmla="*/ 7378 h 20602"/>
                  <a:gd name="connsiteX23" fmla="*/ 17966 w 21556"/>
                  <a:gd name="connsiteY23" fmla="*/ 4919 h 20602"/>
                  <a:gd name="connsiteX24" fmla="*/ 13992 w 21556"/>
                  <a:gd name="connsiteY24" fmla="*/ 1 h 20602"/>
                  <a:gd name="connsiteX0" fmla="*/ 17966 w 21556"/>
                  <a:gd name="connsiteY0" fmla="*/ 77 h 15760"/>
                  <a:gd name="connsiteX1" fmla="*/ 4141 w 21556"/>
                  <a:gd name="connsiteY1" fmla="*/ 0 h 15760"/>
                  <a:gd name="connsiteX2" fmla="*/ 6171 w 21556"/>
                  <a:gd name="connsiteY2" fmla="*/ 2519 h 15760"/>
                  <a:gd name="connsiteX3" fmla="*/ 7562 w 21556"/>
                  <a:gd name="connsiteY3" fmla="*/ 4147 h 15760"/>
                  <a:gd name="connsiteX4" fmla="*/ 7792 w 21556"/>
                  <a:gd name="connsiteY4" fmla="*/ 4752 h 15760"/>
                  <a:gd name="connsiteX5" fmla="*/ 7572 w 21556"/>
                  <a:gd name="connsiteY5" fmla="*/ 5797 h 15760"/>
                  <a:gd name="connsiteX6" fmla="*/ 6171 w 21556"/>
                  <a:gd name="connsiteY6" fmla="*/ 7528 h 15760"/>
                  <a:gd name="connsiteX7" fmla="*/ 4141 w 21556"/>
                  <a:gd name="connsiteY7" fmla="*/ 10018 h 15760"/>
                  <a:gd name="connsiteX8" fmla="*/ 81 w 21556"/>
                  <a:gd name="connsiteY8" fmla="*/ 14999 h 15760"/>
                  <a:gd name="connsiteX9" fmla="*/ 81 w 21556"/>
                  <a:gd name="connsiteY9" fmla="*/ 15603 h 15760"/>
                  <a:gd name="connsiteX10" fmla="*/ 392 w 21556"/>
                  <a:gd name="connsiteY10" fmla="*/ 15752 h 15760"/>
                  <a:gd name="connsiteX11" fmla="*/ 12498 w 21556"/>
                  <a:gd name="connsiteY11" fmla="*/ 15752 h 15760"/>
                  <a:gd name="connsiteX12" fmla="*/ 13012 w 21556"/>
                  <a:gd name="connsiteY12" fmla="*/ 15657 h 15760"/>
                  <a:gd name="connsiteX13" fmla="*/ 13507 w 21556"/>
                  <a:gd name="connsiteY13" fmla="*/ 15298 h 15760"/>
                  <a:gd name="connsiteX14" fmla="*/ 13992 w 21556"/>
                  <a:gd name="connsiteY14" fmla="*/ 14803 h 15760"/>
                  <a:gd name="connsiteX15" fmla="*/ 17966 w 21556"/>
                  <a:gd name="connsiteY15" fmla="*/ 9899 h 15760"/>
                  <a:gd name="connsiteX16" fmla="*/ 19953 w 21556"/>
                  <a:gd name="connsiteY16" fmla="*/ 7447 h 15760"/>
                  <a:gd name="connsiteX17" fmla="*/ 20946 w 21556"/>
                  <a:gd name="connsiteY17" fmla="*/ 6221 h 15760"/>
                  <a:gd name="connsiteX18" fmla="*/ 21404 w 21556"/>
                  <a:gd name="connsiteY18" fmla="*/ 5632 h 15760"/>
                  <a:gd name="connsiteX19" fmla="*/ 21553 w 21556"/>
                  <a:gd name="connsiteY19" fmla="*/ 4894 h 15760"/>
                  <a:gd name="connsiteX20" fmla="*/ 21354 w 21556"/>
                  <a:gd name="connsiteY20" fmla="*/ 4276 h 15760"/>
                  <a:gd name="connsiteX21" fmla="*/ 20946 w 21556"/>
                  <a:gd name="connsiteY21" fmla="*/ 3766 h 15760"/>
                  <a:gd name="connsiteX22" fmla="*/ 19953 w 21556"/>
                  <a:gd name="connsiteY22" fmla="*/ 2536 h 15760"/>
                  <a:gd name="connsiteX23" fmla="*/ 17966 w 21556"/>
                  <a:gd name="connsiteY23" fmla="*/ 77 h 15760"/>
                  <a:gd name="connsiteX0" fmla="*/ 17966 w 21556"/>
                  <a:gd name="connsiteY0" fmla="*/ 0 h 15683"/>
                  <a:gd name="connsiteX1" fmla="*/ 6171 w 21556"/>
                  <a:gd name="connsiteY1" fmla="*/ 2442 h 15683"/>
                  <a:gd name="connsiteX2" fmla="*/ 7562 w 21556"/>
                  <a:gd name="connsiteY2" fmla="*/ 4070 h 15683"/>
                  <a:gd name="connsiteX3" fmla="*/ 7792 w 21556"/>
                  <a:gd name="connsiteY3" fmla="*/ 4675 h 15683"/>
                  <a:gd name="connsiteX4" fmla="*/ 7572 w 21556"/>
                  <a:gd name="connsiteY4" fmla="*/ 5720 h 15683"/>
                  <a:gd name="connsiteX5" fmla="*/ 6171 w 21556"/>
                  <a:gd name="connsiteY5" fmla="*/ 7451 h 15683"/>
                  <a:gd name="connsiteX6" fmla="*/ 4141 w 21556"/>
                  <a:gd name="connsiteY6" fmla="*/ 9941 h 15683"/>
                  <a:gd name="connsiteX7" fmla="*/ 81 w 21556"/>
                  <a:gd name="connsiteY7" fmla="*/ 14922 h 15683"/>
                  <a:gd name="connsiteX8" fmla="*/ 81 w 21556"/>
                  <a:gd name="connsiteY8" fmla="*/ 15526 h 15683"/>
                  <a:gd name="connsiteX9" fmla="*/ 392 w 21556"/>
                  <a:gd name="connsiteY9" fmla="*/ 15675 h 15683"/>
                  <a:gd name="connsiteX10" fmla="*/ 12498 w 21556"/>
                  <a:gd name="connsiteY10" fmla="*/ 15675 h 15683"/>
                  <a:gd name="connsiteX11" fmla="*/ 13012 w 21556"/>
                  <a:gd name="connsiteY11" fmla="*/ 15580 h 15683"/>
                  <a:gd name="connsiteX12" fmla="*/ 13507 w 21556"/>
                  <a:gd name="connsiteY12" fmla="*/ 15221 h 15683"/>
                  <a:gd name="connsiteX13" fmla="*/ 13992 w 21556"/>
                  <a:gd name="connsiteY13" fmla="*/ 14726 h 15683"/>
                  <a:gd name="connsiteX14" fmla="*/ 17966 w 21556"/>
                  <a:gd name="connsiteY14" fmla="*/ 9822 h 15683"/>
                  <a:gd name="connsiteX15" fmla="*/ 19953 w 21556"/>
                  <a:gd name="connsiteY15" fmla="*/ 7370 h 15683"/>
                  <a:gd name="connsiteX16" fmla="*/ 20946 w 21556"/>
                  <a:gd name="connsiteY16" fmla="*/ 6144 h 15683"/>
                  <a:gd name="connsiteX17" fmla="*/ 21404 w 21556"/>
                  <a:gd name="connsiteY17" fmla="*/ 5555 h 15683"/>
                  <a:gd name="connsiteX18" fmla="*/ 21553 w 21556"/>
                  <a:gd name="connsiteY18" fmla="*/ 4817 h 15683"/>
                  <a:gd name="connsiteX19" fmla="*/ 21354 w 21556"/>
                  <a:gd name="connsiteY19" fmla="*/ 4199 h 15683"/>
                  <a:gd name="connsiteX20" fmla="*/ 20946 w 21556"/>
                  <a:gd name="connsiteY20" fmla="*/ 3689 h 15683"/>
                  <a:gd name="connsiteX21" fmla="*/ 19953 w 21556"/>
                  <a:gd name="connsiteY21" fmla="*/ 2459 h 15683"/>
                  <a:gd name="connsiteX22" fmla="*/ 17966 w 21556"/>
                  <a:gd name="connsiteY22" fmla="*/ 0 h 15683"/>
                  <a:gd name="connsiteX0" fmla="*/ 17966 w 21556"/>
                  <a:gd name="connsiteY0" fmla="*/ 0 h 15683"/>
                  <a:gd name="connsiteX1" fmla="*/ 7562 w 21556"/>
                  <a:gd name="connsiteY1" fmla="*/ 4070 h 15683"/>
                  <a:gd name="connsiteX2" fmla="*/ 7792 w 21556"/>
                  <a:gd name="connsiteY2" fmla="*/ 4675 h 15683"/>
                  <a:gd name="connsiteX3" fmla="*/ 7572 w 21556"/>
                  <a:gd name="connsiteY3" fmla="*/ 5720 h 15683"/>
                  <a:gd name="connsiteX4" fmla="*/ 6171 w 21556"/>
                  <a:gd name="connsiteY4" fmla="*/ 7451 h 15683"/>
                  <a:gd name="connsiteX5" fmla="*/ 4141 w 21556"/>
                  <a:gd name="connsiteY5" fmla="*/ 9941 h 15683"/>
                  <a:gd name="connsiteX6" fmla="*/ 81 w 21556"/>
                  <a:gd name="connsiteY6" fmla="*/ 14922 h 15683"/>
                  <a:gd name="connsiteX7" fmla="*/ 81 w 21556"/>
                  <a:gd name="connsiteY7" fmla="*/ 15526 h 15683"/>
                  <a:gd name="connsiteX8" fmla="*/ 392 w 21556"/>
                  <a:gd name="connsiteY8" fmla="*/ 15675 h 15683"/>
                  <a:gd name="connsiteX9" fmla="*/ 12498 w 21556"/>
                  <a:gd name="connsiteY9" fmla="*/ 15675 h 15683"/>
                  <a:gd name="connsiteX10" fmla="*/ 13012 w 21556"/>
                  <a:gd name="connsiteY10" fmla="*/ 15580 h 15683"/>
                  <a:gd name="connsiteX11" fmla="*/ 13507 w 21556"/>
                  <a:gd name="connsiteY11" fmla="*/ 15221 h 15683"/>
                  <a:gd name="connsiteX12" fmla="*/ 13992 w 21556"/>
                  <a:gd name="connsiteY12" fmla="*/ 14726 h 15683"/>
                  <a:gd name="connsiteX13" fmla="*/ 17966 w 21556"/>
                  <a:gd name="connsiteY13" fmla="*/ 9822 h 15683"/>
                  <a:gd name="connsiteX14" fmla="*/ 19953 w 21556"/>
                  <a:gd name="connsiteY14" fmla="*/ 7370 h 15683"/>
                  <a:gd name="connsiteX15" fmla="*/ 20946 w 21556"/>
                  <a:gd name="connsiteY15" fmla="*/ 6144 h 15683"/>
                  <a:gd name="connsiteX16" fmla="*/ 21404 w 21556"/>
                  <a:gd name="connsiteY16" fmla="*/ 5555 h 15683"/>
                  <a:gd name="connsiteX17" fmla="*/ 21553 w 21556"/>
                  <a:gd name="connsiteY17" fmla="*/ 4817 h 15683"/>
                  <a:gd name="connsiteX18" fmla="*/ 21354 w 21556"/>
                  <a:gd name="connsiteY18" fmla="*/ 4199 h 15683"/>
                  <a:gd name="connsiteX19" fmla="*/ 20946 w 21556"/>
                  <a:gd name="connsiteY19" fmla="*/ 3689 h 15683"/>
                  <a:gd name="connsiteX20" fmla="*/ 19953 w 21556"/>
                  <a:gd name="connsiteY20" fmla="*/ 2459 h 15683"/>
                  <a:gd name="connsiteX21" fmla="*/ 17966 w 21556"/>
                  <a:gd name="connsiteY21" fmla="*/ 0 h 15683"/>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562 w 21556"/>
                  <a:gd name="connsiteY1" fmla="*/ 1611 h 13224"/>
                  <a:gd name="connsiteX2" fmla="*/ 7792 w 21556"/>
                  <a:gd name="connsiteY2" fmla="*/ 2216 h 13224"/>
                  <a:gd name="connsiteX3" fmla="*/ 7613 w 21556"/>
                  <a:gd name="connsiteY3" fmla="*/ 1590 h 13224"/>
                  <a:gd name="connsiteX4" fmla="*/ 7572 w 21556"/>
                  <a:gd name="connsiteY4" fmla="*/ 3261 h 13224"/>
                  <a:gd name="connsiteX5" fmla="*/ 6171 w 21556"/>
                  <a:gd name="connsiteY5" fmla="*/ 4992 h 13224"/>
                  <a:gd name="connsiteX6" fmla="*/ 4141 w 21556"/>
                  <a:gd name="connsiteY6" fmla="*/ 7482 h 13224"/>
                  <a:gd name="connsiteX7" fmla="*/ 81 w 21556"/>
                  <a:gd name="connsiteY7" fmla="*/ 12463 h 13224"/>
                  <a:gd name="connsiteX8" fmla="*/ 81 w 21556"/>
                  <a:gd name="connsiteY8" fmla="*/ 13067 h 13224"/>
                  <a:gd name="connsiteX9" fmla="*/ 392 w 21556"/>
                  <a:gd name="connsiteY9" fmla="*/ 13216 h 13224"/>
                  <a:gd name="connsiteX10" fmla="*/ 12498 w 21556"/>
                  <a:gd name="connsiteY10" fmla="*/ 13216 h 13224"/>
                  <a:gd name="connsiteX11" fmla="*/ 13012 w 21556"/>
                  <a:gd name="connsiteY11" fmla="*/ 13121 h 13224"/>
                  <a:gd name="connsiteX12" fmla="*/ 13507 w 21556"/>
                  <a:gd name="connsiteY12" fmla="*/ 12762 h 13224"/>
                  <a:gd name="connsiteX13" fmla="*/ 13992 w 21556"/>
                  <a:gd name="connsiteY13" fmla="*/ 12267 h 13224"/>
                  <a:gd name="connsiteX14" fmla="*/ 17966 w 21556"/>
                  <a:gd name="connsiteY14" fmla="*/ 7363 h 13224"/>
                  <a:gd name="connsiteX15" fmla="*/ 19953 w 21556"/>
                  <a:gd name="connsiteY15" fmla="*/ 4911 h 13224"/>
                  <a:gd name="connsiteX16" fmla="*/ 20946 w 21556"/>
                  <a:gd name="connsiteY16" fmla="*/ 3685 h 13224"/>
                  <a:gd name="connsiteX17" fmla="*/ 21404 w 21556"/>
                  <a:gd name="connsiteY17" fmla="*/ 3096 h 13224"/>
                  <a:gd name="connsiteX18" fmla="*/ 21553 w 21556"/>
                  <a:gd name="connsiteY18" fmla="*/ 2358 h 13224"/>
                  <a:gd name="connsiteX19" fmla="*/ 21354 w 21556"/>
                  <a:gd name="connsiteY19" fmla="*/ 1740 h 13224"/>
                  <a:gd name="connsiteX20" fmla="*/ 20946 w 21556"/>
                  <a:gd name="connsiteY20" fmla="*/ 1230 h 13224"/>
                  <a:gd name="connsiteX21" fmla="*/ 19953 w 21556"/>
                  <a:gd name="connsiteY21" fmla="*/ 0 h 13224"/>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792 w 21556"/>
                  <a:gd name="connsiteY1" fmla="*/ 2216 h 13224"/>
                  <a:gd name="connsiteX2" fmla="*/ 7572 w 21556"/>
                  <a:gd name="connsiteY2" fmla="*/ 3261 h 13224"/>
                  <a:gd name="connsiteX3" fmla="*/ 6171 w 21556"/>
                  <a:gd name="connsiteY3" fmla="*/ 4992 h 13224"/>
                  <a:gd name="connsiteX4" fmla="*/ 4141 w 21556"/>
                  <a:gd name="connsiteY4" fmla="*/ 7482 h 13224"/>
                  <a:gd name="connsiteX5" fmla="*/ 81 w 21556"/>
                  <a:gd name="connsiteY5" fmla="*/ 12463 h 13224"/>
                  <a:gd name="connsiteX6" fmla="*/ 81 w 21556"/>
                  <a:gd name="connsiteY6" fmla="*/ 13067 h 13224"/>
                  <a:gd name="connsiteX7" fmla="*/ 392 w 21556"/>
                  <a:gd name="connsiteY7" fmla="*/ 13216 h 13224"/>
                  <a:gd name="connsiteX8" fmla="*/ 12498 w 21556"/>
                  <a:gd name="connsiteY8" fmla="*/ 13216 h 13224"/>
                  <a:gd name="connsiteX9" fmla="*/ 13012 w 21556"/>
                  <a:gd name="connsiteY9" fmla="*/ 13121 h 13224"/>
                  <a:gd name="connsiteX10" fmla="*/ 13507 w 21556"/>
                  <a:gd name="connsiteY10" fmla="*/ 12762 h 13224"/>
                  <a:gd name="connsiteX11" fmla="*/ 13992 w 21556"/>
                  <a:gd name="connsiteY11" fmla="*/ 12267 h 13224"/>
                  <a:gd name="connsiteX12" fmla="*/ 17966 w 21556"/>
                  <a:gd name="connsiteY12" fmla="*/ 7363 h 13224"/>
                  <a:gd name="connsiteX13" fmla="*/ 19953 w 21556"/>
                  <a:gd name="connsiteY13" fmla="*/ 4911 h 13224"/>
                  <a:gd name="connsiteX14" fmla="*/ 20946 w 21556"/>
                  <a:gd name="connsiteY14" fmla="*/ 3685 h 13224"/>
                  <a:gd name="connsiteX15" fmla="*/ 21404 w 21556"/>
                  <a:gd name="connsiteY15" fmla="*/ 3096 h 13224"/>
                  <a:gd name="connsiteX16" fmla="*/ 21553 w 21556"/>
                  <a:gd name="connsiteY16" fmla="*/ 2358 h 13224"/>
                  <a:gd name="connsiteX17" fmla="*/ 21354 w 21556"/>
                  <a:gd name="connsiteY17" fmla="*/ 1740 h 13224"/>
                  <a:gd name="connsiteX18" fmla="*/ 20946 w 21556"/>
                  <a:gd name="connsiteY18" fmla="*/ 1230 h 13224"/>
                  <a:gd name="connsiteX19" fmla="*/ 19953 w 21556"/>
                  <a:gd name="connsiteY19" fmla="*/ 0 h 13224"/>
                  <a:gd name="connsiteX0" fmla="*/ 20946 w 21556"/>
                  <a:gd name="connsiteY0" fmla="*/ 0 h 11994"/>
                  <a:gd name="connsiteX1" fmla="*/ 7792 w 21556"/>
                  <a:gd name="connsiteY1" fmla="*/ 986 h 11994"/>
                  <a:gd name="connsiteX2" fmla="*/ 7572 w 21556"/>
                  <a:gd name="connsiteY2" fmla="*/ 2031 h 11994"/>
                  <a:gd name="connsiteX3" fmla="*/ 6171 w 21556"/>
                  <a:gd name="connsiteY3" fmla="*/ 3762 h 11994"/>
                  <a:gd name="connsiteX4" fmla="*/ 4141 w 21556"/>
                  <a:gd name="connsiteY4" fmla="*/ 6252 h 11994"/>
                  <a:gd name="connsiteX5" fmla="*/ 81 w 21556"/>
                  <a:gd name="connsiteY5" fmla="*/ 11233 h 11994"/>
                  <a:gd name="connsiteX6" fmla="*/ 81 w 21556"/>
                  <a:gd name="connsiteY6" fmla="*/ 11837 h 11994"/>
                  <a:gd name="connsiteX7" fmla="*/ 392 w 21556"/>
                  <a:gd name="connsiteY7" fmla="*/ 11986 h 11994"/>
                  <a:gd name="connsiteX8" fmla="*/ 12498 w 21556"/>
                  <a:gd name="connsiteY8" fmla="*/ 11986 h 11994"/>
                  <a:gd name="connsiteX9" fmla="*/ 13012 w 21556"/>
                  <a:gd name="connsiteY9" fmla="*/ 11891 h 11994"/>
                  <a:gd name="connsiteX10" fmla="*/ 13507 w 21556"/>
                  <a:gd name="connsiteY10" fmla="*/ 11532 h 11994"/>
                  <a:gd name="connsiteX11" fmla="*/ 13992 w 21556"/>
                  <a:gd name="connsiteY11" fmla="*/ 11037 h 11994"/>
                  <a:gd name="connsiteX12" fmla="*/ 17966 w 21556"/>
                  <a:gd name="connsiteY12" fmla="*/ 6133 h 11994"/>
                  <a:gd name="connsiteX13" fmla="*/ 19953 w 21556"/>
                  <a:gd name="connsiteY13" fmla="*/ 3681 h 11994"/>
                  <a:gd name="connsiteX14" fmla="*/ 20946 w 21556"/>
                  <a:gd name="connsiteY14" fmla="*/ 2455 h 11994"/>
                  <a:gd name="connsiteX15" fmla="*/ 21404 w 21556"/>
                  <a:gd name="connsiteY15" fmla="*/ 1866 h 11994"/>
                  <a:gd name="connsiteX16" fmla="*/ 21553 w 21556"/>
                  <a:gd name="connsiteY16" fmla="*/ 1128 h 11994"/>
                  <a:gd name="connsiteX17" fmla="*/ 21354 w 21556"/>
                  <a:gd name="connsiteY17" fmla="*/ 510 h 11994"/>
                  <a:gd name="connsiteX18" fmla="*/ 20946 w 21556"/>
                  <a:gd name="connsiteY18" fmla="*/ 0 h 11994"/>
                  <a:gd name="connsiteX0" fmla="*/ 21354 w 21556"/>
                  <a:gd name="connsiteY0" fmla="*/ 0 h 11484"/>
                  <a:gd name="connsiteX1" fmla="*/ 7792 w 21556"/>
                  <a:gd name="connsiteY1" fmla="*/ 476 h 11484"/>
                  <a:gd name="connsiteX2" fmla="*/ 7572 w 21556"/>
                  <a:gd name="connsiteY2" fmla="*/ 1521 h 11484"/>
                  <a:gd name="connsiteX3" fmla="*/ 6171 w 21556"/>
                  <a:gd name="connsiteY3" fmla="*/ 3252 h 11484"/>
                  <a:gd name="connsiteX4" fmla="*/ 4141 w 21556"/>
                  <a:gd name="connsiteY4" fmla="*/ 5742 h 11484"/>
                  <a:gd name="connsiteX5" fmla="*/ 81 w 21556"/>
                  <a:gd name="connsiteY5" fmla="*/ 10723 h 11484"/>
                  <a:gd name="connsiteX6" fmla="*/ 81 w 21556"/>
                  <a:gd name="connsiteY6" fmla="*/ 11327 h 11484"/>
                  <a:gd name="connsiteX7" fmla="*/ 392 w 21556"/>
                  <a:gd name="connsiteY7" fmla="*/ 11476 h 11484"/>
                  <a:gd name="connsiteX8" fmla="*/ 12498 w 21556"/>
                  <a:gd name="connsiteY8" fmla="*/ 11476 h 11484"/>
                  <a:gd name="connsiteX9" fmla="*/ 13012 w 21556"/>
                  <a:gd name="connsiteY9" fmla="*/ 11381 h 11484"/>
                  <a:gd name="connsiteX10" fmla="*/ 13507 w 21556"/>
                  <a:gd name="connsiteY10" fmla="*/ 11022 h 11484"/>
                  <a:gd name="connsiteX11" fmla="*/ 13992 w 21556"/>
                  <a:gd name="connsiteY11" fmla="*/ 10527 h 11484"/>
                  <a:gd name="connsiteX12" fmla="*/ 17966 w 21556"/>
                  <a:gd name="connsiteY12" fmla="*/ 5623 h 11484"/>
                  <a:gd name="connsiteX13" fmla="*/ 19953 w 21556"/>
                  <a:gd name="connsiteY13" fmla="*/ 3171 h 11484"/>
                  <a:gd name="connsiteX14" fmla="*/ 20946 w 21556"/>
                  <a:gd name="connsiteY14" fmla="*/ 1945 h 11484"/>
                  <a:gd name="connsiteX15" fmla="*/ 21404 w 21556"/>
                  <a:gd name="connsiteY15" fmla="*/ 1356 h 11484"/>
                  <a:gd name="connsiteX16" fmla="*/ 21553 w 21556"/>
                  <a:gd name="connsiteY16" fmla="*/ 618 h 11484"/>
                  <a:gd name="connsiteX17" fmla="*/ 21354 w 21556"/>
                  <a:gd name="connsiteY17" fmla="*/ 0 h 11484"/>
                  <a:gd name="connsiteX0" fmla="*/ 21553 w 21556"/>
                  <a:gd name="connsiteY0" fmla="*/ 206 h 11072"/>
                  <a:gd name="connsiteX1" fmla="*/ 7792 w 21556"/>
                  <a:gd name="connsiteY1" fmla="*/ 64 h 11072"/>
                  <a:gd name="connsiteX2" fmla="*/ 7572 w 21556"/>
                  <a:gd name="connsiteY2" fmla="*/ 1109 h 11072"/>
                  <a:gd name="connsiteX3" fmla="*/ 6171 w 21556"/>
                  <a:gd name="connsiteY3" fmla="*/ 2840 h 11072"/>
                  <a:gd name="connsiteX4" fmla="*/ 4141 w 21556"/>
                  <a:gd name="connsiteY4" fmla="*/ 5330 h 11072"/>
                  <a:gd name="connsiteX5" fmla="*/ 81 w 21556"/>
                  <a:gd name="connsiteY5" fmla="*/ 10311 h 11072"/>
                  <a:gd name="connsiteX6" fmla="*/ 81 w 21556"/>
                  <a:gd name="connsiteY6" fmla="*/ 10915 h 11072"/>
                  <a:gd name="connsiteX7" fmla="*/ 392 w 21556"/>
                  <a:gd name="connsiteY7" fmla="*/ 11064 h 11072"/>
                  <a:gd name="connsiteX8" fmla="*/ 12498 w 21556"/>
                  <a:gd name="connsiteY8" fmla="*/ 11064 h 11072"/>
                  <a:gd name="connsiteX9" fmla="*/ 13012 w 21556"/>
                  <a:gd name="connsiteY9" fmla="*/ 10969 h 11072"/>
                  <a:gd name="connsiteX10" fmla="*/ 13507 w 21556"/>
                  <a:gd name="connsiteY10" fmla="*/ 10610 h 11072"/>
                  <a:gd name="connsiteX11" fmla="*/ 13992 w 21556"/>
                  <a:gd name="connsiteY11" fmla="*/ 10115 h 11072"/>
                  <a:gd name="connsiteX12" fmla="*/ 17966 w 21556"/>
                  <a:gd name="connsiteY12" fmla="*/ 5211 h 11072"/>
                  <a:gd name="connsiteX13" fmla="*/ 19953 w 21556"/>
                  <a:gd name="connsiteY13" fmla="*/ 2759 h 11072"/>
                  <a:gd name="connsiteX14" fmla="*/ 20946 w 21556"/>
                  <a:gd name="connsiteY14" fmla="*/ 1533 h 11072"/>
                  <a:gd name="connsiteX15" fmla="*/ 21404 w 21556"/>
                  <a:gd name="connsiteY15" fmla="*/ 944 h 11072"/>
                  <a:gd name="connsiteX16" fmla="*/ 21553 w 21556"/>
                  <a:gd name="connsiteY16" fmla="*/ 206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sp>
          <p:nvSpPr>
            <p:cNvPr id="18" name="ïṡḻiḓè">
              <a:extLst>
                <a:ext uri="{FF2B5EF4-FFF2-40B4-BE49-F238E27FC236}">
                  <a16:creationId xmlns:a16="http://schemas.microsoft.com/office/drawing/2014/main" xmlns="" id="{7C1F4586-CA09-4C96-8938-3C9B0CF65EF0}"/>
                </a:ext>
              </a:extLst>
            </p:cNvPr>
            <p:cNvSpPr/>
            <p:nvPr/>
          </p:nvSpPr>
          <p:spPr bwMode="auto">
            <a:xfrm>
              <a:off x="6656261"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19" name="îṣliḍé">
              <a:extLst>
                <a:ext uri="{FF2B5EF4-FFF2-40B4-BE49-F238E27FC236}">
                  <a16:creationId xmlns:a16="http://schemas.microsoft.com/office/drawing/2014/main" xmlns="" id="{7FF93535-09C9-4BAB-AC4E-7FC2A7DA594A}"/>
                </a:ext>
              </a:extLst>
            </p:cNvPr>
            <p:cNvSpPr/>
            <p:nvPr/>
          </p:nvSpPr>
          <p:spPr bwMode="auto">
            <a:xfrm>
              <a:off x="6247791" y="3399959"/>
              <a:ext cx="640330" cy="607027"/>
            </a:xfrm>
            <a:custGeom>
              <a:avLst/>
              <a:gdLst>
                <a:gd name="T0" fmla="*/ 515146 w 21528"/>
                <a:gd name="T1" fmla="*/ 631658 h 21553"/>
                <a:gd name="T2" fmla="*/ 515146 w 21528"/>
                <a:gd name="T3" fmla="*/ 631658 h 21553"/>
                <a:gd name="T4" fmla="*/ 515146 w 21528"/>
                <a:gd name="T5" fmla="*/ 631658 h 21553"/>
                <a:gd name="T6" fmla="*/ 515146 w 21528"/>
                <a:gd name="T7" fmla="*/ 631658 h 215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28" h="21553">
                  <a:moveTo>
                    <a:pt x="659" y="10"/>
                  </a:moveTo>
                  <a:cubicBezTo>
                    <a:pt x="466" y="-24"/>
                    <a:pt x="266" y="31"/>
                    <a:pt x="137" y="152"/>
                  </a:cubicBezTo>
                  <a:cubicBezTo>
                    <a:pt x="-47" y="325"/>
                    <a:pt x="-43" y="582"/>
                    <a:pt x="137" y="756"/>
                  </a:cubicBezTo>
                  <a:cubicBezTo>
                    <a:pt x="2416" y="2424"/>
                    <a:pt x="4683" y="4104"/>
                    <a:pt x="6939" y="5793"/>
                  </a:cubicBezTo>
                  <a:cubicBezTo>
                    <a:pt x="8067" y="6638"/>
                    <a:pt x="9192" y="7485"/>
                    <a:pt x="10340" y="8312"/>
                  </a:cubicBezTo>
                  <a:cubicBezTo>
                    <a:pt x="11107" y="8864"/>
                    <a:pt x="11884" y="9407"/>
                    <a:pt x="12670" y="9940"/>
                  </a:cubicBezTo>
                  <a:cubicBezTo>
                    <a:pt x="12869" y="10106"/>
                    <a:pt x="13002" y="10317"/>
                    <a:pt x="13055" y="10545"/>
                  </a:cubicBezTo>
                  <a:cubicBezTo>
                    <a:pt x="13141" y="10922"/>
                    <a:pt x="13005" y="11309"/>
                    <a:pt x="12687" y="11590"/>
                  </a:cubicBezTo>
                  <a:cubicBezTo>
                    <a:pt x="11906" y="12168"/>
                    <a:pt x="11123" y="12745"/>
                    <a:pt x="10340" y="13321"/>
                  </a:cubicBezTo>
                  <a:cubicBezTo>
                    <a:pt x="9208" y="14152"/>
                    <a:pt x="8073" y="14982"/>
                    <a:pt x="6939" y="15811"/>
                  </a:cubicBezTo>
                  <a:cubicBezTo>
                    <a:pt x="4670" y="17470"/>
                    <a:pt x="2403" y="19131"/>
                    <a:pt x="137" y="20792"/>
                  </a:cubicBezTo>
                  <a:cubicBezTo>
                    <a:pt x="-44" y="20966"/>
                    <a:pt x="-44" y="21222"/>
                    <a:pt x="137" y="21396"/>
                  </a:cubicBezTo>
                  <a:cubicBezTo>
                    <a:pt x="265" y="21519"/>
                    <a:pt x="465" y="21576"/>
                    <a:pt x="659" y="21545"/>
                  </a:cubicBezTo>
                  <a:lnTo>
                    <a:pt x="6353" y="21545"/>
                  </a:lnTo>
                  <a:cubicBezTo>
                    <a:pt x="6645" y="21560"/>
                    <a:pt x="6938" y="21528"/>
                    <a:pt x="7215" y="21450"/>
                  </a:cubicBezTo>
                  <a:cubicBezTo>
                    <a:pt x="7512" y="21367"/>
                    <a:pt x="7782" y="21233"/>
                    <a:pt x="8043" y="21091"/>
                  </a:cubicBezTo>
                  <a:cubicBezTo>
                    <a:pt x="8324" y="20937"/>
                    <a:pt x="8595" y="20772"/>
                    <a:pt x="8856" y="20596"/>
                  </a:cubicBezTo>
                  <a:cubicBezTo>
                    <a:pt x="11078" y="18964"/>
                    <a:pt x="13297" y="17329"/>
                    <a:pt x="15513" y="15692"/>
                  </a:cubicBezTo>
                  <a:cubicBezTo>
                    <a:pt x="16621" y="14873"/>
                    <a:pt x="17728" y="14054"/>
                    <a:pt x="18842" y="13240"/>
                  </a:cubicBezTo>
                  <a:cubicBezTo>
                    <a:pt x="19398" y="12833"/>
                    <a:pt x="19957" y="12428"/>
                    <a:pt x="20506" y="12014"/>
                  </a:cubicBezTo>
                  <a:cubicBezTo>
                    <a:pt x="20764" y="11820"/>
                    <a:pt x="21020" y="11623"/>
                    <a:pt x="21274" y="11425"/>
                  </a:cubicBezTo>
                  <a:cubicBezTo>
                    <a:pt x="21464" y="11212"/>
                    <a:pt x="21553" y="10949"/>
                    <a:pt x="21522" y="10687"/>
                  </a:cubicBezTo>
                  <a:cubicBezTo>
                    <a:pt x="21495" y="10457"/>
                    <a:pt x="21378" y="10240"/>
                    <a:pt x="21189" y="10069"/>
                  </a:cubicBezTo>
                  <a:cubicBezTo>
                    <a:pt x="20962" y="9899"/>
                    <a:pt x="20734" y="9728"/>
                    <a:pt x="20506" y="9559"/>
                  </a:cubicBezTo>
                  <a:cubicBezTo>
                    <a:pt x="19953" y="9147"/>
                    <a:pt x="19397" y="8739"/>
                    <a:pt x="18842" y="8329"/>
                  </a:cubicBezTo>
                  <a:cubicBezTo>
                    <a:pt x="17731" y="7511"/>
                    <a:pt x="16622" y="6690"/>
                    <a:pt x="15513" y="5870"/>
                  </a:cubicBezTo>
                  <a:cubicBezTo>
                    <a:pt x="13295" y="4230"/>
                    <a:pt x="11076" y="2591"/>
                    <a:pt x="8856" y="952"/>
                  </a:cubicBezTo>
                  <a:cubicBezTo>
                    <a:pt x="8597" y="778"/>
                    <a:pt x="8323" y="617"/>
                    <a:pt x="8043" y="464"/>
                  </a:cubicBezTo>
                  <a:cubicBezTo>
                    <a:pt x="7782" y="322"/>
                    <a:pt x="7512" y="188"/>
                    <a:pt x="7215" y="105"/>
                  </a:cubicBezTo>
                  <a:cubicBezTo>
                    <a:pt x="6938" y="27"/>
                    <a:pt x="6644" y="-3"/>
                    <a:pt x="6353" y="10"/>
                  </a:cubicBezTo>
                  <a:lnTo>
                    <a:pt x="659" y="10"/>
                  </a:ln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nvGrpSpPr>
            <p:cNvPr id="20" name="íṡḻíḓè">
              <a:extLst>
                <a:ext uri="{FF2B5EF4-FFF2-40B4-BE49-F238E27FC236}">
                  <a16:creationId xmlns:a16="http://schemas.microsoft.com/office/drawing/2014/main" xmlns="" id="{7C0AF102-BF42-4B15-A38D-4E992BAC1B4C}"/>
                </a:ext>
              </a:extLst>
            </p:cNvPr>
            <p:cNvGrpSpPr/>
            <p:nvPr/>
          </p:nvGrpSpPr>
          <p:grpSpPr>
            <a:xfrm>
              <a:off x="5839328" y="3606992"/>
              <a:ext cx="621584" cy="183515"/>
              <a:chOff x="2710657" y="1989591"/>
              <a:chExt cx="500063" cy="147638"/>
            </a:xfrm>
            <a:grpFill/>
          </p:grpSpPr>
          <p:sp>
            <p:nvSpPr>
              <p:cNvPr id="29" name="isľiḓê">
                <a:extLst>
                  <a:ext uri="{FF2B5EF4-FFF2-40B4-BE49-F238E27FC236}">
                    <a16:creationId xmlns:a16="http://schemas.microsoft.com/office/drawing/2014/main" xmlns="" id="{9F662F2E-4638-4563-9572-F8BAD9A4BDE6}"/>
                  </a:ext>
                </a:extLst>
              </p:cNvPr>
              <p:cNvSpPr/>
              <p:nvPr/>
            </p:nvSpPr>
            <p:spPr bwMode="auto">
              <a:xfrm rot="5400000">
                <a:off x="3095626"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0" name="iṡļîḋê">
                <a:extLst>
                  <a:ext uri="{FF2B5EF4-FFF2-40B4-BE49-F238E27FC236}">
                    <a16:creationId xmlns:a16="http://schemas.microsoft.com/office/drawing/2014/main" xmlns="" id="{4C7031AF-5A77-46DA-83F8-F0B964EE4B99}"/>
                  </a:ext>
                </a:extLst>
              </p:cNvPr>
              <p:cNvSpPr/>
              <p:nvPr/>
            </p:nvSpPr>
            <p:spPr bwMode="auto">
              <a:xfrm rot="5400000">
                <a:off x="2883694"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1" name="îśḷidê">
                <a:extLst>
                  <a:ext uri="{FF2B5EF4-FFF2-40B4-BE49-F238E27FC236}">
                    <a16:creationId xmlns:a16="http://schemas.microsoft.com/office/drawing/2014/main" xmlns="" id="{19794969-8C67-4308-92D6-C98E6E8865B6}"/>
                  </a:ext>
                </a:extLst>
              </p:cNvPr>
              <p:cNvSpPr/>
              <p:nvPr/>
            </p:nvSpPr>
            <p:spPr bwMode="auto">
              <a:xfrm rot="5400000">
                <a:off x="2678113" y="2022135"/>
                <a:ext cx="147638" cy="82550"/>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21" name="iŝ1íḑé">
              <a:extLst>
                <a:ext uri="{FF2B5EF4-FFF2-40B4-BE49-F238E27FC236}">
                  <a16:creationId xmlns:a16="http://schemas.microsoft.com/office/drawing/2014/main" xmlns="" id="{0E3B6FF4-3462-40C8-A2E6-200E766BAD3C}"/>
                </a:ext>
              </a:extLst>
            </p:cNvPr>
            <p:cNvGrpSpPr/>
            <p:nvPr/>
          </p:nvGrpSpPr>
          <p:grpSpPr>
            <a:xfrm>
              <a:off x="7062781" y="3399083"/>
              <a:ext cx="1075389" cy="607795"/>
              <a:chOff x="5731690" y="1747497"/>
              <a:chExt cx="865148" cy="631034"/>
            </a:xfrm>
            <a:grpFill/>
          </p:grpSpPr>
          <p:sp>
            <p:nvSpPr>
              <p:cNvPr id="27" name="î$ḻiḑé">
                <a:extLst>
                  <a:ext uri="{FF2B5EF4-FFF2-40B4-BE49-F238E27FC236}">
                    <a16:creationId xmlns:a16="http://schemas.microsoft.com/office/drawing/2014/main" xmlns="" id="{70C20892-ACE0-4B50-8DF4-500D70A5226F}"/>
                  </a:ext>
                </a:extLst>
              </p:cNvPr>
              <p:cNvSpPr/>
              <p:nvPr/>
            </p:nvSpPr>
            <p:spPr bwMode="auto">
              <a:xfrm>
                <a:off x="5731690" y="2054772"/>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 fmla="*/ 12498 w 21556"/>
                  <a:gd name="connsiteY0" fmla="*/ 3 h 21546"/>
                  <a:gd name="connsiteX1" fmla="*/ 81 w 21556"/>
                  <a:gd name="connsiteY1" fmla="*/ 749 h 21546"/>
                  <a:gd name="connsiteX2" fmla="*/ 4141 w 21556"/>
                  <a:gd name="connsiteY2" fmla="*/ 5786 h 21546"/>
                  <a:gd name="connsiteX3" fmla="*/ 6171 w 21556"/>
                  <a:gd name="connsiteY3" fmla="*/ 8305 h 21546"/>
                  <a:gd name="connsiteX4" fmla="*/ 7562 w 21556"/>
                  <a:gd name="connsiteY4" fmla="*/ 9933 h 21546"/>
                  <a:gd name="connsiteX5" fmla="*/ 7792 w 21556"/>
                  <a:gd name="connsiteY5" fmla="*/ 10538 h 21546"/>
                  <a:gd name="connsiteX6" fmla="*/ 7572 w 21556"/>
                  <a:gd name="connsiteY6" fmla="*/ 11583 h 21546"/>
                  <a:gd name="connsiteX7" fmla="*/ 6171 w 21556"/>
                  <a:gd name="connsiteY7" fmla="*/ 13314 h 21546"/>
                  <a:gd name="connsiteX8" fmla="*/ 4141 w 21556"/>
                  <a:gd name="connsiteY8" fmla="*/ 15804 h 21546"/>
                  <a:gd name="connsiteX9" fmla="*/ 81 w 21556"/>
                  <a:gd name="connsiteY9" fmla="*/ 20785 h 21546"/>
                  <a:gd name="connsiteX10" fmla="*/ 81 w 21556"/>
                  <a:gd name="connsiteY10" fmla="*/ 21389 h 21546"/>
                  <a:gd name="connsiteX11" fmla="*/ 392 w 21556"/>
                  <a:gd name="connsiteY11" fmla="*/ 21538 h 21546"/>
                  <a:gd name="connsiteX12" fmla="*/ 12498 w 21556"/>
                  <a:gd name="connsiteY12" fmla="*/ 21538 h 21546"/>
                  <a:gd name="connsiteX13" fmla="*/ 13012 w 21556"/>
                  <a:gd name="connsiteY13" fmla="*/ 21443 h 21546"/>
                  <a:gd name="connsiteX14" fmla="*/ 13507 w 21556"/>
                  <a:gd name="connsiteY14" fmla="*/ 21084 h 21546"/>
                  <a:gd name="connsiteX15" fmla="*/ 13992 w 21556"/>
                  <a:gd name="connsiteY15" fmla="*/ 20589 h 21546"/>
                  <a:gd name="connsiteX16" fmla="*/ 17966 w 21556"/>
                  <a:gd name="connsiteY16" fmla="*/ 15685 h 21546"/>
                  <a:gd name="connsiteX17" fmla="*/ 19953 w 21556"/>
                  <a:gd name="connsiteY17" fmla="*/ 13233 h 21546"/>
                  <a:gd name="connsiteX18" fmla="*/ 20946 w 21556"/>
                  <a:gd name="connsiteY18" fmla="*/ 12007 h 21546"/>
                  <a:gd name="connsiteX19" fmla="*/ 21404 w 21556"/>
                  <a:gd name="connsiteY19" fmla="*/ 11418 h 21546"/>
                  <a:gd name="connsiteX20" fmla="*/ 21553 w 21556"/>
                  <a:gd name="connsiteY20" fmla="*/ 10680 h 21546"/>
                  <a:gd name="connsiteX21" fmla="*/ 21354 w 21556"/>
                  <a:gd name="connsiteY21" fmla="*/ 10062 h 21546"/>
                  <a:gd name="connsiteX22" fmla="*/ 20946 w 21556"/>
                  <a:gd name="connsiteY22" fmla="*/ 9552 h 21546"/>
                  <a:gd name="connsiteX23" fmla="*/ 19953 w 21556"/>
                  <a:gd name="connsiteY23" fmla="*/ 8322 h 21546"/>
                  <a:gd name="connsiteX24" fmla="*/ 17966 w 21556"/>
                  <a:gd name="connsiteY24" fmla="*/ 5863 h 21546"/>
                  <a:gd name="connsiteX25" fmla="*/ 13992 w 21556"/>
                  <a:gd name="connsiteY25" fmla="*/ 945 h 21546"/>
                  <a:gd name="connsiteX26" fmla="*/ 13507 w 21556"/>
                  <a:gd name="connsiteY26" fmla="*/ 457 h 21546"/>
                  <a:gd name="connsiteX27" fmla="*/ 13012 w 21556"/>
                  <a:gd name="connsiteY27" fmla="*/ 98 h 21546"/>
                  <a:gd name="connsiteX28" fmla="*/ 12498 w 21556"/>
                  <a:gd name="connsiteY28" fmla="*/ 3 h 21546"/>
                  <a:gd name="connsiteX0" fmla="*/ 12498 w 21556"/>
                  <a:gd name="connsiteY0" fmla="*/ 3 h 21546"/>
                  <a:gd name="connsiteX1" fmla="*/ 4141 w 21556"/>
                  <a:gd name="connsiteY1" fmla="*/ 5786 h 21546"/>
                  <a:gd name="connsiteX2" fmla="*/ 6171 w 21556"/>
                  <a:gd name="connsiteY2" fmla="*/ 8305 h 21546"/>
                  <a:gd name="connsiteX3" fmla="*/ 7562 w 21556"/>
                  <a:gd name="connsiteY3" fmla="*/ 9933 h 21546"/>
                  <a:gd name="connsiteX4" fmla="*/ 7792 w 21556"/>
                  <a:gd name="connsiteY4" fmla="*/ 10538 h 21546"/>
                  <a:gd name="connsiteX5" fmla="*/ 7572 w 21556"/>
                  <a:gd name="connsiteY5" fmla="*/ 11583 h 21546"/>
                  <a:gd name="connsiteX6" fmla="*/ 6171 w 21556"/>
                  <a:gd name="connsiteY6" fmla="*/ 13314 h 21546"/>
                  <a:gd name="connsiteX7" fmla="*/ 4141 w 21556"/>
                  <a:gd name="connsiteY7" fmla="*/ 15804 h 21546"/>
                  <a:gd name="connsiteX8" fmla="*/ 81 w 21556"/>
                  <a:gd name="connsiteY8" fmla="*/ 20785 h 21546"/>
                  <a:gd name="connsiteX9" fmla="*/ 81 w 21556"/>
                  <a:gd name="connsiteY9" fmla="*/ 21389 h 21546"/>
                  <a:gd name="connsiteX10" fmla="*/ 392 w 21556"/>
                  <a:gd name="connsiteY10" fmla="*/ 21538 h 21546"/>
                  <a:gd name="connsiteX11" fmla="*/ 12498 w 21556"/>
                  <a:gd name="connsiteY11" fmla="*/ 21538 h 21546"/>
                  <a:gd name="connsiteX12" fmla="*/ 13012 w 21556"/>
                  <a:gd name="connsiteY12" fmla="*/ 21443 h 21546"/>
                  <a:gd name="connsiteX13" fmla="*/ 13507 w 21556"/>
                  <a:gd name="connsiteY13" fmla="*/ 21084 h 21546"/>
                  <a:gd name="connsiteX14" fmla="*/ 13992 w 21556"/>
                  <a:gd name="connsiteY14" fmla="*/ 20589 h 21546"/>
                  <a:gd name="connsiteX15" fmla="*/ 17966 w 21556"/>
                  <a:gd name="connsiteY15" fmla="*/ 15685 h 21546"/>
                  <a:gd name="connsiteX16" fmla="*/ 19953 w 21556"/>
                  <a:gd name="connsiteY16" fmla="*/ 13233 h 21546"/>
                  <a:gd name="connsiteX17" fmla="*/ 20946 w 21556"/>
                  <a:gd name="connsiteY17" fmla="*/ 12007 h 21546"/>
                  <a:gd name="connsiteX18" fmla="*/ 21404 w 21556"/>
                  <a:gd name="connsiteY18" fmla="*/ 11418 h 21546"/>
                  <a:gd name="connsiteX19" fmla="*/ 21553 w 21556"/>
                  <a:gd name="connsiteY19" fmla="*/ 10680 h 21546"/>
                  <a:gd name="connsiteX20" fmla="*/ 21354 w 21556"/>
                  <a:gd name="connsiteY20" fmla="*/ 10062 h 21546"/>
                  <a:gd name="connsiteX21" fmla="*/ 20946 w 21556"/>
                  <a:gd name="connsiteY21" fmla="*/ 9552 h 21546"/>
                  <a:gd name="connsiteX22" fmla="*/ 19953 w 21556"/>
                  <a:gd name="connsiteY22" fmla="*/ 8322 h 21546"/>
                  <a:gd name="connsiteX23" fmla="*/ 17966 w 21556"/>
                  <a:gd name="connsiteY23" fmla="*/ 5863 h 21546"/>
                  <a:gd name="connsiteX24" fmla="*/ 13992 w 21556"/>
                  <a:gd name="connsiteY24" fmla="*/ 945 h 21546"/>
                  <a:gd name="connsiteX25" fmla="*/ 13507 w 21556"/>
                  <a:gd name="connsiteY25" fmla="*/ 457 h 21546"/>
                  <a:gd name="connsiteX26" fmla="*/ 13012 w 21556"/>
                  <a:gd name="connsiteY26" fmla="*/ 98 h 21546"/>
                  <a:gd name="connsiteX27" fmla="*/ 12498 w 21556"/>
                  <a:gd name="connsiteY27" fmla="*/ 3 h 21546"/>
                  <a:gd name="connsiteX0" fmla="*/ 13012 w 21556"/>
                  <a:gd name="connsiteY0" fmla="*/ 0 h 21448"/>
                  <a:gd name="connsiteX1" fmla="*/ 4141 w 21556"/>
                  <a:gd name="connsiteY1" fmla="*/ 5688 h 21448"/>
                  <a:gd name="connsiteX2" fmla="*/ 6171 w 21556"/>
                  <a:gd name="connsiteY2" fmla="*/ 8207 h 21448"/>
                  <a:gd name="connsiteX3" fmla="*/ 7562 w 21556"/>
                  <a:gd name="connsiteY3" fmla="*/ 9835 h 21448"/>
                  <a:gd name="connsiteX4" fmla="*/ 7792 w 21556"/>
                  <a:gd name="connsiteY4" fmla="*/ 10440 h 21448"/>
                  <a:gd name="connsiteX5" fmla="*/ 7572 w 21556"/>
                  <a:gd name="connsiteY5" fmla="*/ 11485 h 21448"/>
                  <a:gd name="connsiteX6" fmla="*/ 6171 w 21556"/>
                  <a:gd name="connsiteY6" fmla="*/ 13216 h 21448"/>
                  <a:gd name="connsiteX7" fmla="*/ 4141 w 21556"/>
                  <a:gd name="connsiteY7" fmla="*/ 15706 h 21448"/>
                  <a:gd name="connsiteX8" fmla="*/ 81 w 21556"/>
                  <a:gd name="connsiteY8" fmla="*/ 20687 h 21448"/>
                  <a:gd name="connsiteX9" fmla="*/ 81 w 21556"/>
                  <a:gd name="connsiteY9" fmla="*/ 21291 h 21448"/>
                  <a:gd name="connsiteX10" fmla="*/ 392 w 21556"/>
                  <a:gd name="connsiteY10" fmla="*/ 21440 h 21448"/>
                  <a:gd name="connsiteX11" fmla="*/ 12498 w 21556"/>
                  <a:gd name="connsiteY11" fmla="*/ 21440 h 21448"/>
                  <a:gd name="connsiteX12" fmla="*/ 13012 w 21556"/>
                  <a:gd name="connsiteY12" fmla="*/ 21345 h 21448"/>
                  <a:gd name="connsiteX13" fmla="*/ 13507 w 21556"/>
                  <a:gd name="connsiteY13" fmla="*/ 20986 h 21448"/>
                  <a:gd name="connsiteX14" fmla="*/ 13992 w 21556"/>
                  <a:gd name="connsiteY14" fmla="*/ 20491 h 21448"/>
                  <a:gd name="connsiteX15" fmla="*/ 17966 w 21556"/>
                  <a:gd name="connsiteY15" fmla="*/ 15587 h 21448"/>
                  <a:gd name="connsiteX16" fmla="*/ 19953 w 21556"/>
                  <a:gd name="connsiteY16" fmla="*/ 13135 h 21448"/>
                  <a:gd name="connsiteX17" fmla="*/ 20946 w 21556"/>
                  <a:gd name="connsiteY17" fmla="*/ 11909 h 21448"/>
                  <a:gd name="connsiteX18" fmla="*/ 21404 w 21556"/>
                  <a:gd name="connsiteY18" fmla="*/ 11320 h 21448"/>
                  <a:gd name="connsiteX19" fmla="*/ 21553 w 21556"/>
                  <a:gd name="connsiteY19" fmla="*/ 10582 h 21448"/>
                  <a:gd name="connsiteX20" fmla="*/ 21354 w 21556"/>
                  <a:gd name="connsiteY20" fmla="*/ 9964 h 21448"/>
                  <a:gd name="connsiteX21" fmla="*/ 20946 w 21556"/>
                  <a:gd name="connsiteY21" fmla="*/ 9454 h 21448"/>
                  <a:gd name="connsiteX22" fmla="*/ 19953 w 21556"/>
                  <a:gd name="connsiteY22" fmla="*/ 8224 h 21448"/>
                  <a:gd name="connsiteX23" fmla="*/ 17966 w 21556"/>
                  <a:gd name="connsiteY23" fmla="*/ 5765 h 21448"/>
                  <a:gd name="connsiteX24" fmla="*/ 13992 w 21556"/>
                  <a:gd name="connsiteY24" fmla="*/ 847 h 21448"/>
                  <a:gd name="connsiteX25" fmla="*/ 13507 w 21556"/>
                  <a:gd name="connsiteY25" fmla="*/ 359 h 21448"/>
                  <a:gd name="connsiteX26" fmla="*/ 13012 w 21556"/>
                  <a:gd name="connsiteY26" fmla="*/ 0 h 21448"/>
                  <a:gd name="connsiteX0" fmla="*/ 13507 w 21556"/>
                  <a:gd name="connsiteY0" fmla="*/ 289 h 21378"/>
                  <a:gd name="connsiteX1" fmla="*/ 4141 w 21556"/>
                  <a:gd name="connsiteY1" fmla="*/ 5618 h 21378"/>
                  <a:gd name="connsiteX2" fmla="*/ 6171 w 21556"/>
                  <a:gd name="connsiteY2" fmla="*/ 8137 h 21378"/>
                  <a:gd name="connsiteX3" fmla="*/ 7562 w 21556"/>
                  <a:gd name="connsiteY3" fmla="*/ 9765 h 21378"/>
                  <a:gd name="connsiteX4" fmla="*/ 7792 w 21556"/>
                  <a:gd name="connsiteY4" fmla="*/ 10370 h 21378"/>
                  <a:gd name="connsiteX5" fmla="*/ 7572 w 21556"/>
                  <a:gd name="connsiteY5" fmla="*/ 11415 h 21378"/>
                  <a:gd name="connsiteX6" fmla="*/ 6171 w 21556"/>
                  <a:gd name="connsiteY6" fmla="*/ 13146 h 21378"/>
                  <a:gd name="connsiteX7" fmla="*/ 4141 w 21556"/>
                  <a:gd name="connsiteY7" fmla="*/ 15636 h 21378"/>
                  <a:gd name="connsiteX8" fmla="*/ 81 w 21556"/>
                  <a:gd name="connsiteY8" fmla="*/ 20617 h 21378"/>
                  <a:gd name="connsiteX9" fmla="*/ 81 w 21556"/>
                  <a:gd name="connsiteY9" fmla="*/ 21221 h 21378"/>
                  <a:gd name="connsiteX10" fmla="*/ 392 w 21556"/>
                  <a:gd name="connsiteY10" fmla="*/ 21370 h 21378"/>
                  <a:gd name="connsiteX11" fmla="*/ 12498 w 21556"/>
                  <a:gd name="connsiteY11" fmla="*/ 21370 h 21378"/>
                  <a:gd name="connsiteX12" fmla="*/ 13012 w 21556"/>
                  <a:gd name="connsiteY12" fmla="*/ 21275 h 21378"/>
                  <a:gd name="connsiteX13" fmla="*/ 13507 w 21556"/>
                  <a:gd name="connsiteY13" fmla="*/ 20916 h 21378"/>
                  <a:gd name="connsiteX14" fmla="*/ 13992 w 21556"/>
                  <a:gd name="connsiteY14" fmla="*/ 20421 h 21378"/>
                  <a:gd name="connsiteX15" fmla="*/ 17966 w 21556"/>
                  <a:gd name="connsiteY15" fmla="*/ 15517 h 21378"/>
                  <a:gd name="connsiteX16" fmla="*/ 19953 w 21556"/>
                  <a:gd name="connsiteY16" fmla="*/ 13065 h 21378"/>
                  <a:gd name="connsiteX17" fmla="*/ 20946 w 21556"/>
                  <a:gd name="connsiteY17" fmla="*/ 11839 h 21378"/>
                  <a:gd name="connsiteX18" fmla="*/ 21404 w 21556"/>
                  <a:gd name="connsiteY18" fmla="*/ 11250 h 21378"/>
                  <a:gd name="connsiteX19" fmla="*/ 21553 w 21556"/>
                  <a:gd name="connsiteY19" fmla="*/ 10512 h 21378"/>
                  <a:gd name="connsiteX20" fmla="*/ 21354 w 21556"/>
                  <a:gd name="connsiteY20" fmla="*/ 9894 h 21378"/>
                  <a:gd name="connsiteX21" fmla="*/ 20946 w 21556"/>
                  <a:gd name="connsiteY21" fmla="*/ 9384 h 21378"/>
                  <a:gd name="connsiteX22" fmla="*/ 19953 w 21556"/>
                  <a:gd name="connsiteY22" fmla="*/ 8154 h 21378"/>
                  <a:gd name="connsiteX23" fmla="*/ 17966 w 21556"/>
                  <a:gd name="connsiteY23" fmla="*/ 5695 h 21378"/>
                  <a:gd name="connsiteX24" fmla="*/ 13992 w 21556"/>
                  <a:gd name="connsiteY24" fmla="*/ 777 h 21378"/>
                  <a:gd name="connsiteX25" fmla="*/ 13507 w 21556"/>
                  <a:gd name="connsiteY25" fmla="*/ 289 h 21378"/>
                  <a:gd name="connsiteX0" fmla="*/ 13992 w 21556"/>
                  <a:gd name="connsiteY0" fmla="*/ 1 h 20602"/>
                  <a:gd name="connsiteX1" fmla="*/ 4141 w 21556"/>
                  <a:gd name="connsiteY1" fmla="*/ 4842 h 20602"/>
                  <a:gd name="connsiteX2" fmla="*/ 6171 w 21556"/>
                  <a:gd name="connsiteY2" fmla="*/ 7361 h 20602"/>
                  <a:gd name="connsiteX3" fmla="*/ 7562 w 21556"/>
                  <a:gd name="connsiteY3" fmla="*/ 8989 h 20602"/>
                  <a:gd name="connsiteX4" fmla="*/ 7792 w 21556"/>
                  <a:gd name="connsiteY4" fmla="*/ 9594 h 20602"/>
                  <a:gd name="connsiteX5" fmla="*/ 7572 w 21556"/>
                  <a:gd name="connsiteY5" fmla="*/ 10639 h 20602"/>
                  <a:gd name="connsiteX6" fmla="*/ 6171 w 21556"/>
                  <a:gd name="connsiteY6" fmla="*/ 12370 h 20602"/>
                  <a:gd name="connsiteX7" fmla="*/ 4141 w 21556"/>
                  <a:gd name="connsiteY7" fmla="*/ 14860 h 20602"/>
                  <a:gd name="connsiteX8" fmla="*/ 81 w 21556"/>
                  <a:gd name="connsiteY8" fmla="*/ 19841 h 20602"/>
                  <a:gd name="connsiteX9" fmla="*/ 81 w 21556"/>
                  <a:gd name="connsiteY9" fmla="*/ 20445 h 20602"/>
                  <a:gd name="connsiteX10" fmla="*/ 392 w 21556"/>
                  <a:gd name="connsiteY10" fmla="*/ 20594 h 20602"/>
                  <a:gd name="connsiteX11" fmla="*/ 12498 w 21556"/>
                  <a:gd name="connsiteY11" fmla="*/ 20594 h 20602"/>
                  <a:gd name="connsiteX12" fmla="*/ 13012 w 21556"/>
                  <a:gd name="connsiteY12" fmla="*/ 20499 h 20602"/>
                  <a:gd name="connsiteX13" fmla="*/ 13507 w 21556"/>
                  <a:gd name="connsiteY13" fmla="*/ 20140 h 20602"/>
                  <a:gd name="connsiteX14" fmla="*/ 13992 w 21556"/>
                  <a:gd name="connsiteY14" fmla="*/ 19645 h 20602"/>
                  <a:gd name="connsiteX15" fmla="*/ 17966 w 21556"/>
                  <a:gd name="connsiteY15" fmla="*/ 14741 h 20602"/>
                  <a:gd name="connsiteX16" fmla="*/ 19953 w 21556"/>
                  <a:gd name="connsiteY16" fmla="*/ 12289 h 20602"/>
                  <a:gd name="connsiteX17" fmla="*/ 20946 w 21556"/>
                  <a:gd name="connsiteY17" fmla="*/ 11063 h 20602"/>
                  <a:gd name="connsiteX18" fmla="*/ 21404 w 21556"/>
                  <a:gd name="connsiteY18" fmla="*/ 10474 h 20602"/>
                  <a:gd name="connsiteX19" fmla="*/ 21553 w 21556"/>
                  <a:gd name="connsiteY19" fmla="*/ 9736 h 20602"/>
                  <a:gd name="connsiteX20" fmla="*/ 21354 w 21556"/>
                  <a:gd name="connsiteY20" fmla="*/ 9118 h 20602"/>
                  <a:gd name="connsiteX21" fmla="*/ 20946 w 21556"/>
                  <a:gd name="connsiteY21" fmla="*/ 8608 h 20602"/>
                  <a:gd name="connsiteX22" fmla="*/ 19953 w 21556"/>
                  <a:gd name="connsiteY22" fmla="*/ 7378 h 20602"/>
                  <a:gd name="connsiteX23" fmla="*/ 17966 w 21556"/>
                  <a:gd name="connsiteY23" fmla="*/ 4919 h 20602"/>
                  <a:gd name="connsiteX24" fmla="*/ 13992 w 21556"/>
                  <a:gd name="connsiteY24" fmla="*/ 1 h 20602"/>
                  <a:gd name="connsiteX0" fmla="*/ 17966 w 21556"/>
                  <a:gd name="connsiteY0" fmla="*/ 77 h 15760"/>
                  <a:gd name="connsiteX1" fmla="*/ 4141 w 21556"/>
                  <a:gd name="connsiteY1" fmla="*/ 0 h 15760"/>
                  <a:gd name="connsiteX2" fmla="*/ 6171 w 21556"/>
                  <a:gd name="connsiteY2" fmla="*/ 2519 h 15760"/>
                  <a:gd name="connsiteX3" fmla="*/ 7562 w 21556"/>
                  <a:gd name="connsiteY3" fmla="*/ 4147 h 15760"/>
                  <a:gd name="connsiteX4" fmla="*/ 7792 w 21556"/>
                  <a:gd name="connsiteY4" fmla="*/ 4752 h 15760"/>
                  <a:gd name="connsiteX5" fmla="*/ 7572 w 21556"/>
                  <a:gd name="connsiteY5" fmla="*/ 5797 h 15760"/>
                  <a:gd name="connsiteX6" fmla="*/ 6171 w 21556"/>
                  <a:gd name="connsiteY6" fmla="*/ 7528 h 15760"/>
                  <a:gd name="connsiteX7" fmla="*/ 4141 w 21556"/>
                  <a:gd name="connsiteY7" fmla="*/ 10018 h 15760"/>
                  <a:gd name="connsiteX8" fmla="*/ 81 w 21556"/>
                  <a:gd name="connsiteY8" fmla="*/ 14999 h 15760"/>
                  <a:gd name="connsiteX9" fmla="*/ 81 w 21556"/>
                  <a:gd name="connsiteY9" fmla="*/ 15603 h 15760"/>
                  <a:gd name="connsiteX10" fmla="*/ 392 w 21556"/>
                  <a:gd name="connsiteY10" fmla="*/ 15752 h 15760"/>
                  <a:gd name="connsiteX11" fmla="*/ 12498 w 21556"/>
                  <a:gd name="connsiteY11" fmla="*/ 15752 h 15760"/>
                  <a:gd name="connsiteX12" fmla="*/ 13012 w 21556"/>
                  <a:gd name="connsiteY12" fmla="*/ 15657 h 15760"/>
                  <a:gd name="connsiteX13" fmla="*/ 13507 w 21556"/>
                  <a:gd name="connsiteY13" fmla="*/ 15298 h 15760"/>
                  <a:gd name="connsiteX14" fmla="*/ 13992 w 21556"/>
                  <a:gd name="connsiteY14" fmla="*/ 14803 h 15760"/>
                  <a:gd name="connsiteX15" fmla="*/ 17966 w 21556"/>
                  <a:gd name="connsiteY15" fmla="*/ 9899 h 15760"/>
                  <a:gd name="connsiteX16" fmla="*/ 19953 w 21556"/>
                  <a:gd name="connsiteY16" fmla="*/ 7447 h 15760"/>
                  <a:gd name="connsiteX17" fmla="*/ 20946 w 21556"/>
                  <a:gd name="connsiteY17" fmla="*/ 6221 h 15760"/>
                  <a:gd name="connsiteX18" fmla="*/ 21404 w 21556"/>
                  <a:gd name="connsiteY18" fmla="*/ 5632 h 15760"/>
                  <a:gd name="connsiteX19" fmla="*/ 21553 w 21556"/>
                  <a:gd name="connsiteY19" fmla="*/ 4894 h 15760"/>
                  <a:gd name="connsiteX20" fmla="*/ 21354 w 21556"/>
                  <a:gd name="connsiteY20" fmla="*/ 4276 h 15760"/>
                  <a:gd name="connsiteX21" fmla="*/ 20946 w 21556"/>
                  <a:gd name="connsiteY21" fmla="*/ 3766 h 15760"/>
                  <a:gd name="connsiteX22" fmla="*/ 19953 w 21556"/>
                  <a:gd name="connsiteY22" fmla="*/ 2536 h 15760"/>
                  <a:gd name="connsiteX23" fmla="*/ 17966 w 21556"/>
                  <a:gd name="connsiteY23" fmla="*/ 77 h 15760"/>
                  <a:gd name="connsiteX0" fmla="*/ 17966 w 21556"/>
                  <a:gd name="connsiteY0" fmla="*/ 0 h 15683"/>
                  <a:gd name="connsiteX1" fmla="*/ 6171 w 21556"/>
                  <a:gd name="connsiteY1" fmla="*/ 2442 h 15683"/>
                  <a:gd name="connsiteX2" fmla="*/ 7562 w 21556"/>
                  <a:gd name="connsiteY2" fmla="*/ 4070 h 15683"/>
                  <a:gd name="connsiteX3" fmla="*/ 7792 w 21556"/>
                  <a:gd name="connsiteY3" fmla="*/ 4675 h 15683"/>
                  <a:gd name="connsiteX4" fmla="*/ 7572 w 21556"/>
                  <a:gd name="connsiteY4" fmla="*/ 5720 h 15683"/>
                  <a:gd name="connsiteX5" fmla="*/ 6171 w 21556"/>
                  <a:gd name="connsiteY5" fmla="*/ 7451 h 15683"/>
                  <a:gd name="connsiteX6" fmla="*/ 4141 w 21556"/>
                  <a:gd name="connsiteY6" fmla="*/ 9941 h 15683"/>
                  <a:gd name="connsiteX7" fmla="*/ 81 w 21556"/>
                  <a:gd name="connsiteY7" fmla="*/ 14922 h 15683"/>
                  <a:gd name="connsiteX8" fmla="*/ 81 w 21556"/>
                  <a:gd name="connsiteY8" fmla="*/ 15526 h 15683"/>
                  <a:gd name="connsiteX9" fmla="*/ 392 w 21556"/>
                  <a:gd name="connsiteY9" fmla="*/ 15675 h 15683"/>
                  <a:gd name="connsiteX10" fmla="*/ 12498 w 21556"/>
                  <a:gd name="connsiteY10" fmla="*/ 15675 h 15683"/>
                  <a:gd name="connsiteX11" fmla="*/ 13012 w 21556"/>
                  <a:gd name="connsiteY11" fmla="*/ 15580 h 15683"/>
                  <a:gd name="connsiteX12" fmla="*/ 13507 w 21556"/>
                  <a:gd name="connsiteY12" fmla="*/ 15221 h 15683"/>
                  <a:gd name="connsiteX13" fmla="*/ 13992 w 21556"/>
                  <a:gd name="connsiteY13" fmla="*/ 14726 h 15683"/>
                  <a:gd name="connsiteX14" fmla="*/ 17966 w 21556"/>
                  <a:gd name="connsiteY14" fmla="*/ 9822 h 15683"/>
                  <a:gd name="connsiteX15" fmla="*/ 19953 w 21556"/>
                  <a:gd name="connsiteY15" fmla="*/ 7370 h 15683"/>
                  <a:gd name="connsiteX16" fmla="*/ 20946 w 21556"/>
                  <a:gd name="connsiteY16" fmla="*/ 6144 h 15683"/>
                  <a:gd name="connsiteX17" fmla="*/ 21404 w 21556"/>
                  <a:gd name="connsiteY17" fmla="*/ 5555 h 15683"/>
                  <a:gd name="connsiteX18" fmla="*/ 21553 w 21556"/>
                  <a:gd name="connsiteY18" fmla="*/ 4817 h 15683"/>
                  <a:gd name="connsiteX19" fmla="*/ 21354 w 21556"/>
                  <a:gd name="connsiteY19" fmla="*/ 4199 h 15683"/>
                  <a:gd name="connsiteX20" fmla="*/ 20946 w 21556"/>
                  <a:gd name="connsiteY20" fmla="*/ 3689 h 15683"/>
                  <a:gd name="connsiteX21" fmla="*/ 19953 w 21556"/>
                  <a:gd name="connsiteY21" fmla="*/ 2459 h 15683"/>
                  <a:gd name="connsiteX22" fmla="*/ 17966 w 21556"/>
                  <a:gd name="connsiteY22" fmla="*/ 0 h 15683"/>
                  <a:gd name="connsiteX0" fmla="*/ 17966 w 21556"/>
                  <a:gd name="connsiteY0" fmla="*/ 0 h 15683"/>
                  <a:gd name="connsiteX1" fmla="*/ 7562 w 21556"/>
                  <a:gd name="connsiteY1" fmla="*/ 4070 h 15683"/>
                  <a:gd name="connsiteX2" fmla="*/ 7792 w 21556"/>
                  <a:gd name="connsiteY2" fmla="*/ 4675 h 15683"/>
                  <a:gd name="connsiteX3" fmla="*/ 7572 w 21556"/>
                  <a:gd name="connsiteY3" fmla="*/ 5720 h 15683"/>
                  <a:gd name="connsiteX4" fmla="*/ 6171 w 21556"/>
                  <a:gd name="connsiteY4" fmla="*/ 7451 h 15683"/>
                  <a:gd name="connsiteX5" fmla="*/ 4141 w 21556"/>
                  <a:gd name="connsiteY5" fmla="*/ 9941 h 15683"/>
                  <a:gd name="connsiteX6" fmla="*/ 81 w 21556"/>
                  <a:gd name="connsiteY6" fmla="*/ 14922 h 15683"/>
                  <a:gd name="connsiteX7" fmla="*/ 81 w 21556"/>
                  <a:gd name="connsiteY7" fmla="*/ 15526 h 15683"/>
                  <a:gd name="connsiteX8" fmla="*/ 392 w 21556"/>
                  <a:gd name="connsiteY8" fmla="*/ 15675 h 15683"/>
                  <a:gd name="connsiteX9" fmla="*/ 12498 w 21556"/>
                  <a:gd name="connsiteY9" fmla="*/ 15675 h 15683"/>
                  <a:gd name="connsiteX10" fmla="*/ 13012 w 21556"/>
                  <a:gd name="connsiteY10" fmla="*/ 15580 h 15683"/>
                  <a:gd name="connsiteX11" fmla="*/ 13507 w 21556"/>
                  <a:gd name="connsiteY11" fmla="*/ 15221 h 15683"/>
                  <a:gd name="connsiteX12" fmla="*/ 13992 w 21556"/>
                  <a:gd name="connsiteY12" fmla="*/ 14726 h 15683"/>
                  <a:gd name="connsiteX13" fmla="*/ 17966 w 21556"/>
                  <a:gd name="connsiteY13" fmla="*/ 9822 h 15683"/>
                  <a:gd name="connsiteX14" fmla="*/ 19953 w 21556"/>
                  <a:gd name="connsiteY14" fmla="*/ 7370 h 15683"/>
                  <a:gd name="connsiteX15" fmla="*/ 20946 w 21556"/>
                  <a:gd name="connsiteY15" fmla="*/ 6144 h 15683"/>
                  <a:gd name="connsiteX16" fmla="*/ 21404 w 21556"/>
                  <a:gd name="connsiteY16" fmla="*/ 5555 h 15683"/>
                  <a:gd name="connsiteX17" fmla="*/ 21553 w 21556"/>
                  <a:gd name="connsiteY17" fmla="*/ 4817 h 15683"/>
                  <a:gd name="connsiteX18" fmla="*/ 21354 w 21556"/>
                  <a:gd name="connsiteY18" fmla="*/ 4199 h 15683"/>
                  <a:gd name="connsiteX19" fmla="*/ 20946 w 21556"/>
                  <a:gd name="connsiteY19" fmla="*/ 3689 h 15683"/>
                  <a:gd name="connsiteX20" fmla="*/ 19953 w 21556"/>
                  <a:gd name="connsiteY20" fmla="*/ 2459 h 15683"/>
                  <a:gd name="connsiteX21" fmla="*/ 17966 w 21556"/>
                  <a:gd name="connsiteY21" fmla="*/ 0 h 15683"/>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562 w 21556"/>
                  <a:gd name="connsiteY1" fmla="*/ 1611 h 13224"/>
                  <a:gd name="connsiteX2" fmla="*/ 7792 w 21556"/>
                  <a:gd name="connsiteY2" fmla="*/ 2216 h 13224"/>
                  <a:gd name="connsiteX3" fmla="*/ 7613 w 21556"/>
                  <a:gd name="connsiteY3" fmla="*/ 1590 h 13224"/>
                  <a:gd name="connsiteX4" fmla="*/ 7572 w 21556"/>
                  <a:gd name="connsiteY4" fmla="*/ 3261 h 13224"/>
                  <a:gd name="connsiteX5" fmla="*/ 6171 w 21556"/>
                  <a:gd name="connsiteY5" fmla="*/ 4992 h 13224"/>
                  <a:gd name="connsiteX6" fmla="*/ 4141 w 21556"/>
                  <a:gd name="connsiteY6" fmla="*/ 7482 h 13224"/>
                  <a:gd name="connsiteX7" fmla="*/ 81 w 21556"/>
                  <a:gd name="connsiteY7" fmla="*/ 12463 h 13224"/>
                  <a:gd name="connsiteX8" fmla="*/ 81 w 21556"/>
                  <a:gd name="connsiteY8" fmla="*/ 13067 h 13224"/>
                  <a:gd name="connsiteX9" fmla="*/ 392 w 21556"/>
                  <a:gd name="connsiteY9" fmla="*/ 13216 h 13224"/>
                  <a:gd name="connsiteX10" fmla="*/ 12498 w 21556"/>
                  <a:gd name="connsiteY10" fmla="*/ 13216 h 13224"/>
                  <a:gd name="connsiteX11" fmla="*/ 13012 w 21556"/>
                  <a:gd name="connsiteY11" fmla="*/ 13121 h 13224"/>
                  <a:gd name="connsiteX12" fmla="*/ 13507 w 21556"/>
                  <a:gd name="connsiteY12" fmla="*/ 12762 h 13224"/>
                  <a:gd name="connsiteX13" fmla="*/ 13992 w 21556"/>
                  <a:gd name="connsiteY13" fmla="*/ 12267 h 13224"/>
                  <a:gd name="connsiteX14" fmla="*/ 17966 w 21556"/>
                  <a:gd name="connsiteY14" fmla="*/ 7363 h 13224"/>
                  <a:gd name="connsiteX15" fmla="*/ 19953 w 21556"/>
                  <a:gd name="connsiteY15" fmla="*/ 4911 h 13224"/>
                  <a:gd name="connsiteX16" fmla="*/ 20946 w 21556"/>
                  <a:gd name="connsiteY16" fmla="*/ 3685 h 13224"/>
                  <a:gd name="connsiteX17" fmla="*/ 21404 w 21556"/>
                  <a:gd name="connsiteY17" fmla="*/ 3096 h 13224"/>
                  <a:gd name="connsiteX18" fmla="*/ 21553 w 21556"/>
                  <a:gd name="connsiteY18" fmla="*/ 2358 h 13224"/>
                  <a:gd name="connsiteX19" fmla="*/ 21354 w 21556"/>
                  <a:gd name="connsiteY19" fmla="*/ 1740 h 13224"/>
                  <a:gd name="connsiteX20" fmla="*/ 20946 w 21556"/>
                  <a:gd name="connsiteY20" fmla="*/ 1230 h 13224"/>
                  <a:gd name="connsiteX21" fmla="*/ 19953 w 21556"/>
                  <a:gd name="connsiteY21" fmla="*/ 0 h 13224"/>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792 w 21556"/>
                  <a:gd name="connsiteY1" fmla="*/ 2216 h 13224"/>
                  <a:gd name="connsiteX2" fmla="*/ 7572 w 21556"/>
                  <a:gd name="connsiteY2" fmla="*/ 3261 h 13224"/>
                  <a:gd name="connsiteX3" fmla="*/ 6171 w 21556"/>
                  <a:gd name="connsiteY3" fmla="*/ 4992 h 13224"/>
                  <a:gd name="connsiteX4" fmla="*/ 4141 w 21556"/>
                  <a:gd name="connsiteY4" fmla="*/ 7482 h 13224"/>
                  <a:gd name="connsiteX5" fmla="*/ 81 w 21556"/>
                  <a:gd name="connsiteY5" fmla="*/ 12463 h 13224"/>
                  <a:gd name="connsiteX6" fmla="*/ 81 w 21556"/>
                  <a:gd name="connsiteY6" fmla="*/ 13067 h 13224"/>
                  <a:gd name="connsiteX7" fmla="*/ 392 w 21556"/>
                  <a:gd name="connsiteY7" fmla="*/ 13216 h 13224"/>
                  <a:gd name="connsiteX8" fmla="*/ 12498 w 21556"/>
                  <a:gd name="connsiteY8" fmla="*/ 13216 h 13224"/>
                  <a:gd name="connsiteX9" fmla="*/ 13012 w 21556"/>
                  <a:gd name="connsiteY9" fmla="*/ 13121 h 13224"/>
                  <a:gd name="connsiteX10" fmla="*/ 13507 w 21556"/>
                  <a:gd name="connsiteY10" fmla="*/ 12762 h 13224"/>
                  <a:gd name="connsiteX11" fmla="*/ 13992 w 21556"/>
                  <a:gd name="connsiteY11" fmla="*/ 12267 h 13224"/>
                  <a:gd name="connsiteX12" fmla="*/ 17966 w 21556"/>
                  <a:gd name="connsiteY12" fmla="*/ 7363 h 13224"/>
                  <a:gd name="connsiteX13" fmla="*/ 19953 w 21556"/>
                  <a:gd name="connsiteY13" fmla="*/ 4911 h 13224"/>
                  <a:gd name="connsiteX14" fmla="*/ 20946 w 21556"/>
                  <a:gd name="connsiteY14" fmla="*/ 3685 h 13224"/>
                  <a:gd name="connsiteX15" fmla="*/ 21404 w 21556"/>
                  <a:gd name="connsiteY15" fmla="*/ 3096 h 13224"/>
                  <a:gd name="connsiteX16" fmla="*/ 21553 w 21556"/>
                  <a:gd name="connsiteY16" fmla="*/ 2358 h 13224"/>
                  <a:gd name="connsiteX17" fmla="*/ 21354 w 21556"/>
                  <a:gd name="connsiteY17" fmla="*/ 1740 h 13224"/>
                  <a:gd name="connsiteX18" fmla="*/ 20946 w 21556"/>
                  <a:gd name="connsiteY18" fmla="*/ 1230 h 13224"/>
                  <a:gd name="connsiteX19" fmla="*/ 19953 w 21556"/>
                  <a:gd name="connsiteY19" fmla="*/ 0 h 13224"/>
                  <a:gd name="connsiteX0" fmla="*/ 20946 w 21556"/>
                  <a:gd name="connsiteY0" fmla="*/ 0 h 11994"/>
                  <a:gd name="connsiteX1" fmla="*/ 7792 w 21556"/>
                  <a:gd name="connsiteY1" fmla="*/ 986 h 11994"/>
                  <a:gd name="connsiteX2" fmla="*/ 7572 w 21556"/>
                  <a:gd name="connsiteY2" fmla="*/ 2031 h 11994"/>
                  <a:gd name="connsiteX3" fmla="*/ 6171 w 21556"/>
                  <a:gd name="connsiteY3" fmla="*/ 3762 h 11994"/>
                  <a:gd name="connsiteX4" fmla="*/ 4141 w 21556"/>
                  <a:gd name="connsiteY4" fmla="*/ 6252 h 11994"/>
                  <a:gd name="connsiteX5" fmla="*/ 81 w 21556"/>
                  <a:gd name="connsiteY5" fmla="*/ 11233 h 11994"/>
                  <a:gd name="connsiteX6" fmla="*/ 81 w 21556"/>
                  <a:gd name="connsiteY6" fmla="*/ 11837 h 11994"/>
                  <a:gd name="connsiteX7" fmla="*/ 392 w 21556"/>
                  <a:gd name="connsiteY7" fmla="*/ 11986 h 11994"/>
                  <a:gd name="connsiteX8" fmla="*/ 12498 w 21556"/>
                  <a:gd name="connsiteY8" fmla="*/ 11986 h 11994"/>
                  <a:gd name="connsiteX9" fmla="*/ 13012 w 21556"/>
                  <a:gd name="connsiteY9" fmla="*/ 11891 h 11994"/>
                  <a:gd name="connsiteX10" fmla="*/ 13507 w 21556"/>
                  <a:gd name="connsiteY10" fmla="*/ 11532 h 11994"/>
                  <a:gd name="connsiteX11" fmla="*/ 13992 w 21556"/>
                  <a:gd name="connsiteY11" fmla="*/ 11037 h 11994"/>
                  <a:gd name="connsiteX12" fmla="*/ 17966 w 21556"/>
                  <a:gd name="connsiteY12" fmla="*/ 6133 h 11994"/>
                  <a:gd name="connsiteX13" fmla="*/ 19953 w 21556"/>
                  <a:gd name="connsiteY13" fmla="*/ 3681 h 11994"/>
                  <a:gd name="connsiteX14" fmla="*/ 20946 w 21556"/>
                  <a:gd name="connsiteY14" fmla="*/ 2455 h 11994"/>
                  <a:gd name="connsiteX15" fmla="*/ 21404 w 21556"/>
                  <a:gd name="connsiteY15" fmla="*/ 1866 h 11994"/>
                  <a:gd name="connsiteX16" fmla="*/ 21553 w 21556"/>
                  <a:gd name="connsiteY16" fmla="*/ 1128 h 11994"/>
                  <a:gd name="connsiteX17" fmla="*/ 21354 w 21556"/>
                  <a:gd name="connsiteY17" fmla="*/ 510 h 11994"/>
                  <a:gd name="connsiteX18" fmla="*/ 20946 w 21556"/>
                  <a:gd name="connsiteY18" fmla="*/ 0 h 11994"/>
                  <a:gd name="connsiteX0" fmla="*/ 21354 w 21556"/>
                  <a:gd name="connsiteY0" fmla="*/ 0 h 11484"/>
                  <a:gd name="connsiteX1" fmla="*/ 7792 w 21556"/>
                  <a:gd name="connsiteY1" fmla="*/ 476 h 11484"/>
                  <a:gd name="connsiteX2" fmla="*/ 7572 w 21556"/>
                  <a:gd name="connsiteY2" fmla="*/ 1521 h 11484"/>
                  <a:gd name="connsiteX3" fmla="*/ 6171 w 21556"/>
                  <a:gd name="connsiteY3" fmla="*/ 3252 h 11484"/>
                  <a:gd name="connsiteX4" fmla="*/ 4141 w 21556"/>
                  <a:gd name="connsiteY4" fmla="*/ 5742 h 11484"/>
                  <a:gd name="connsiteX5" fmla="*/ 81 w 21556"/>
                  <a:gd name="connsiteY5" fmla="*/ 10723 h 11484"/>
                  <a:gd name="connsiteX6" fmla="*/ 81 w 21556"/>
                  <a:gd name="connsiteY6" fmla="*/ 11327 h 11484"/>
                  <a:gd name="connsiteX7" fmla="*/ 392 w 21556"/>
                  <a:gd name="connsiteY7" fmla="*/ 11476 h 11484"/>
                  <a:gd name="connsiteX8" fmla="*/ 12498 w 21556"/>
                  <a:gd name="connsiteY8" fmla="*/ 11476 h 11484"/>
                  <a:gd name="connsiteX9" fmla="*/ 13012 w 21556"/>
                  <a:gd name="connsiteY9" fmla="*/ 11381 h 11484"/>
                  <a:gd name="connsiteX10" fmla="*/ 13507 w 21556"/>
                  <a:gd name="connsiteY10" fmla="*/ 11022 h 11484"/>
                  <a:gd name="connsiteX11" fmla="*/ 13992 w 21556"/>
                  <a:gd name="connsiteY11" fmla="*/ 10527 h 11484"/>
                  <a:gd name="connsiteX12" fmla="*/ 17966 w 21556"/>
                  <a:gd name="connsiteY12" fmla="*/ 5623 h 11484"/>
                  <a:gd name="connsiteX13" fmla="*/ 19953 w 21556"/>
                  <a:gd name="connsiteY13" fmla="*/ 3171 h 11484"/>
                  <a:gd name="connsiteX14" fmla="*/ 20946 w 21556"/>
                  <a:gd name="connsiteY14" fmla="*/ 1945 h 11484"/>
                  <a:gd name="connsiteX15" fmla="*/ 21404 w 21556"/>
                  <a:gd name="connsiteY15" fmla="*/ 1356 h 11484"/>
                  <a:gd name="connsiteX16" fmla="*/ 21553 w 21556"/>
                  <a:gd name="connsiteY16" fmla="*/ 618 h 11484"/>
                  <a:gd name="connsiteX17" fmla="*/ 21354 w 21556"/>
                  <a:gd name="connsiteY17" fmla="*/ 0 h 11484"/>
                  <a:gd name="connsiteX0" fmla="*/ 21553 w 21556"/>
                  <a:gd name="connsiteY0" fmla="*/ 206 h 11072"/>
                  <a:gd name="connsiteX1" fmla="*/ 7792 w 21556"/>
                  <a:gd name="connsiteY1" fmla="*/ 64 h 11072"/>
                  <a:gd name="connsiteX2" fmla="*/ 7572 w 21556"/>
                  <a:gd name="connsiteY2" fmla="*/ 1109 h 11072"/>
                  <a:gd name="connsiteX3" fmla="*/ 6171 w 21556"/>
                  <a:gd name="connsiteY3" fmla="*/ 2840 h 11072"/>
                  <a:gd name="connsiteX4" fmla="*/ 4141 w 21556"/>
                  <a:gd name="connsiteY4" fmla="*/ 5330 h 11072"/>
                  <a:gd name="connsiteX5" fmla="*/ 81 w 21556"/>
                  <a:gd name="connsiteY5" fmla="*/ 10311 h 11072"/>
                  <a:gd name="connsiteX6" fmla="*/ 81 w 21556"/>
                  <a:gd name="connsiteY6" fmla="*/ 10915 h 11072"/>
                  <a:gd name="connsiteX7" fmla="*/ 392 w 21556"/>
                  <a:gd name="connsiteY7" fmla="*/ 11064 h 11072"/>
                  <a:gd name="connsiteX8" fmla="*/ 12498 w 21556"/>
                  <a:gd name="connsiteY8" fmla="*/ 11064 h 11072"/>
                  <a:gd name="connsiteX9" fmla="*/ 13012 w 21556"/>
                  <a:gd name="connsiteY9" fmla="*/ 10969 h 11072"/>
                  <a:gd name="connsiteX10" fmla="*/ 13507 w 21556"/>
                  <a:gd name="connsiteY10" fmla="*/ 10610 h 11072"/>
                  <a:gd name="connsiteX11" fmla="*/ 13992 w 21556"/>
                  <a:gd name="connsiteY11" fmla="*/ 10115 h 11072"/>
                  <a:gd name="connsiteX12" fmla="*/ 17966 w 21556"/>
                  <a:gd name="connsiteY12" fmla="*/ 5211 h 11072"/>
                  <a:gd name="connsiteX13" fmla="*/ 19953 w 21556"/>
                  <a:gd name="connsiteY13" fmla="*/ 2759 h 11072"/>
                  <a:gd name="connsiteX14" fmla="*/ 20946 w 21556"/>
                  <a:gd name="connsiteY14" fmla="*/ 1533 h 11072"/>
                  <a:gd name="connsiteX15" fmla="*/ 21404 w 21556"/>
                  <a:gd name="connsiteY15" fmla="*/ 944 h 11072"/>
                  <a:gd name="connsiteX16" fmla="*/ 21553 w 21556"/>
                  <a:gd name="connsiteY16" fmla="*/ 206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28" name="iṡḻidé">
                <a:extLst>
                  <a:ext uri="{FF2B5EF4-FFF2-40B4-BE49-F238E27FC236}">
                    <a16:creationId xmlns:a16="http://schemas.microsoft.com/office/drawing/2014/main" xmlns="" id="{0E16299A-D995-4870-978A-9140B979BC74}"/>
                  </a:ext>
                </a:extLst>
              </p:cNvPr>
              <p:cNvSpPr/>
              <p:nvPr/>
            </p:nvSpPr>
            <p:spPr bwMode="auto">
              <a:xfrm flipV="1">
                <a:off x="5731690" y="1747497"/>
                <a:ext cx="865148" cy="323759"/>
              </a:xfrm>
              <a:custGeom>
                <a:avLst/>
                <a:gdLst>
                  <a:gd name="T0" fmla="*/ 865151 w 21557"/>
                  <a:gd name="T1" fmla="*/ 631658 h 21553"/>
                  <a:gd name="T2" fmla="*/ 865151 w 21557"/>
                  <a:gd name="T3" fmla="*/ 631658 h 21553"/>
                  <a:gd name="T4" fmla="*/ 865151 w 21557"/>
                  <a:gd name="T5" fmla="*/ 631658 h 21553"/>
                  <a:gd name="T6" fmla="*/ 865151 w 21557"/>
                  <a:gd name="T7" fmla="*/ 631658 h 21553"/>
                  <a:gd name="T8" fmla="*/ 0 60000 65536"/>
                  <a:gd name="T9" fmla="*/ 0 60000 65536"/>
                  <a:gd name="T10" fmla="*/ 0 60000 65536"/>
                  <a:gd name="T11" fmla="*/ 0 60000 65536"/>
                  <a:gd name="connsiteX0" fmla="*/ 12499 w 21557"/>
                  <a:gd name="connsiteY0" fmla="*/ 3 h 21546"/>
                  <a:gd name="connsiteX1" fmla="*/ 82 w 21557"/>
                  <a:gd name="connsiteY1" fmla="*/ 145 h 21546"/>
                  <a:gd name="connsiteX2" fmla="*/ 82 w 21557"/>
                  <a:gd name="connsiteY2" fmla="*/ 749 h 21546"/>
                  <a:gd name="connsiteX3" fmla="*/ 4142 w 21557"/>
                  <a:gd name="connsiteY3" fmla="*/ 5786 h 21546"/>
                  <a:gd name="connsiteX4" fmla="*/ 6172 w 21557"/>
                  <a:gd name="connsiteY4" fmla="*/ 8305 h 21546"/>
                  <a:gd name="connsiteX5" fmla="*/ 7563 w 21557"/>
                  <a:gd name="connsiteY5" fmla="*/ 9933 h 21546"/>
                  <a:gd name="connsiteX6" fmla="*/ 7793 w 21557"/>
                  <a:gd name="connsiteY6" fmla="*/ 10538 h 21546"/>
                  <a:gd name="connsiteX7" fmla="*/ 7573 w 21557"/>
                  <a:gd name="connsiteY7" fmla="*/ 11583 h 21546"/>
                  <a:gd name="connsiteX8" fmla="*/ 6172 w 21557"/>
                  <a:gd name="connsiteY8" fmla="*/ 13314 h 21546"/>
                  <a:gd name="connsiteX9" fmla="*/ 4142 w 21557"/>
                  <a:gd name="connsiteY9" fmla="*/ 15804 h 21546"/>
                  <a:gd name="connsiteX10" fmla="*/ 82 w 21557"/>
                  <a:gd name="connsiteY10" fmla="*/ 20785 h 21546"/>
                  <a:gd name="connsiteX11" fmla="*/ 82 w 21557"/>
                  <a:gd name="connsiteY11" fmla="*/ 21389 h 21546"/>
                  <a:gd name="connsiteX12" fmla="*/ 393 w 21557"/>
                  <a:gd name="connsiteY12" fmla="*/ 21538 h 21546"/>
                  <a:gd name="connsiteX13" fmla="*/ 12499 w 21557"/>
                  <a:gd name="connsiteY13" fmla="*/ 21538 h 21546"/>
                  <a:gd name="connsiteX14" fmla="*/ 13013 w 21557"/>
                  <a:gd name="connsiteY14" fmla="*/ 21443 h 21546"/>
                  <a:gd name="connsiteX15" fmla="*/ 13508 w 21557"/>
                  <a:gd name="connsiteY15" fmla="*/ 21084 h 21546"/>
                  <a:gd name="connsiteX16" fmla="*/ 13993 w 21557"/>
                  <a:gd name="connsiteY16" fmla="*/ 20589 h 21546"/>
                  <a:gd name="connsiteX17" fmla="*/ 17967 w 21557"/>
                  <a:gd name="connsiteY17" fmla="*/ 15685 h 21546"/>
                  <a:gd name="connsiteX18" fmla="*/ 19954 w 21557"/>
                  <a:gd name="connsiteY18" fmla="*/ 13233 h 21546"/>
                  <a:gd name="connsiteX19" fmla="*/ 20947 w 21557"/>
                  <a:gd name="connsiteY19" fmla="*/ 12007 h 21546"/>
                  <a:gd name="connsiteX20" fmla="*/ 21405 w 21557"/>
                  <a:gd name="connsiteY20" fmla="*/ 11418 h 21546"/>
                  <a:gd name="connsiteX21" fmla="*/ 21554 w 21557"/>
                  <a:gd name="connsiteY21" fmla="*/ 10680 h 21546"/>
                  <a:gd name="connsiteX22" fmla="*/ 21355 w 21557"/>
                  <a:gd name="connsiteY22" fmla="*/ 10062 h 21546"/>
                  <a:gd name="connsiteX23" fmla="*/ 20947 w 21557"/>
                  <a:gd name="connsiteY23" fmla="*/ 9552 h 21546"/>
                  <a:gd name="connsiteX24" fmla="*/ 19954 w 21557"/>
                  <a:gd name="connsiteY24" fmla="*/ 8322 h 21546"/>
                  <a:gd name="connsiteX25" fmla="*/ 17967 w 21557"/>
                  <a:gd name="connsiteY25" fmla="*/ 5863 h 21546"/>
                  <a:gd name="connsiteX26" fmla="*/ 13993 w 21557"/>
                  <a:gd name="connsiteY26" fmla="*/ 945 h 21546"/>
                  <a:gd name="connsiteX27" fmla="*/ 13508 w 21557"/>
                  <a:gd name="connsiteY27" fmla="*/ 457 h 21546"/>
                  <a:gd name="connsiteX28" fmla="*/ 13013 w 21557"/>
                  <a:gd name="connsiteY28" fmla="*/ 98 h 21546"/>
                  <a:gd name="connsiteX29" fmla="*/ 12499 w 21557"/>
                  <a:gd name="connsiteY29" fmla="*/ 3 h 21546"/>
                  <a:gd name="connsiteX0" fmla="*/ 12498 w 21556"/>
                  <a:gd name="connsiteY0" fmla="*/ 3 h 21546"/>
                  <a:gd name="connsiteX1" fmla="*/ 81 w 21556"/>
                  <a:gd name="connsiteY1" fmla="*/ 749 h 21546"/>
                  <a:gd name="connsiteX2" fmla="*/ 4141 w 21556"/>
                  <a:gd name="connsiteY2" fmla="*/ 5786 h 21546"/>
                  <a:gd name="connsiteX3" fmla="*/ 6171 w 21556"/>
                  <a:gd name="connsiteY3" fmla="*/ 8305 h 21546"/>
                  <a:gd name="connsiteX4" fmla="*/ 7562 w 21556"/>
                  <a:gd name="connsiteY4" fmla="*/ 9933 h 21546"/>
                  <a:gd name="connsiteX5" fmla="*/ 7792 w 21556"/>
                  <a:gd name="connsiteY5" fmla="*/ 10538 h 21546"/>
                  <a:gd name="connsiteX6" fmla="*/ 7572 w 21556"/>
                  <a:gd name="connsiteY6" fmla="*/ 11583 h 21546"/>
                  <a:gd name="connsiteX7" fmla="*/ 6171 w 21556"/>
                  <a:gd name="connsiteY7" fmla="*/ 13314 h 21546"/>
                  <a:gd name="connsiteX8" fmla="*/ 4141 w 21556"/>
                  <a:gd name="connsiteY8" fmla="*/ 15804 h 21546"/>
                  <a:gd name="connsiteX9" fmla="*/ 81 w 21556"/>
                  <a:gd name="connsiteY9" fmla="*/ 20785 h 21546"/>
                  <a:gd name="connsiteX10" fmla="*/ 81 w 21556"/>
                  <a:gd name="connsiteY10" fmla="*/ 21389 h 21546"/>
                  <a:gd name="connsiteX11" fmla="*/ 392 w 21556"/>
                  <a:gd name="connsiteY11" fmla="*/ 21538 h 21546"/>
                  <a:gd name="connsiteX12" fmla="*/ 12498 w 21556"/>
                  <a:gd name="connsiteY12" fmla="*/ 21538 h 21546"/>
                  <a:gd name="connsiteX13" fmla="*/ 13012 w 21556"/>
                  <a:gd name="connsiteY13" fmla="*/ 21443 h 21546"/>
                  <a:gd name="connsiteX14" fmla="*/ 13507 w 21556"/>
                  <a:gd name="connsiteY14" fmla="*/ 21084 h 21546"/>
                  <a:gd name="connsiteX15" fmla="*/ 13992 w 21556"/>
                  <a:gd name="connsiteY15" fmla="*/ 20589 h 21546"/>
                  <a:gd name="connsiteX16" fmla="*/ 17966 w 21556"/>
                  <a:gd name="connsiteY16" fmla="*/ 15685 h 21546"/>
                  <a:gd name="connsiteX17" fmla="*/ 19953 w 21556"/>
                  <a:gd name="connsiteY17" fmla="*/ 13233 h 21546"/>
                  <a:gd name="connsiteX18" fmla="*/ 20946 w 21556"/>
                  <a:gd name="connsiteY18" fmla="*/ 12007 h 21546"/>
                  <a:gd name="connsiteX19" fmla="*/ 21404 w 21556"/>
                  <a:gd name="connsiteY19" fmla="*/ 11418 h 21546"/>
                  <a:gd name="connsiteX20" fmla="*/ 21553 w 21556"/>
                  <a:gd name="connsiteY20" fmla="*/ 10680 h 21546"/>
                  <a:gd name="connsiteX21" fmla="*/ 21354 w 21556"/>
                  <a:gd name="connsiteY21" fmla="*/ 10062 h 21546"/>
                  <a:gd name="connsiteX22" fmla="*/ 20946 w 21556"/>
                  <a:gd name="connsiteY22" fmla="*/ 9552 h 21546"/>
                  <a:gd name="connsiteX23" fmla="*/ 19953 w 21556"/>
                  <a:gd name="connsiteY23" fmla="*/ 8322 h 21546"/>
                  <a:gd name="connsiteX24" fmla="*/ 17966 w 21556"/>
                  <a:gd name="connsiteY24" fmla="*/ 5863 h 21546"/>
                  <a:gd name="connsiteX25" fmla="*/ 13992 w 21556"/>
                  <a:gd name="connsiteY25" fmla="*/ 945 h 21546"/>
                  <a:gd name="connsiteX26" fmla="*/ 13507 w 21556"/>
                  <a:gd name="connsiteY26" fmla="*/ 457 h 21546"/>
                  <a:gd name="connsiteX27" fmla="*/ 13012 w 21556"/>
                  <a:gd name="connsiteY27" fmla="*/ 98 h 21546"/>
                  <a:gd name="connsiteX28" fmla="*/ 12498 w 21556"/>
                  <a:gd name="connsiteY28" fmla="*/ 3 h 21546"/>
                  <a:gd name="connsiteX0" fmla="*/ 12498 w 21556"/>
                  <a:gd name="connsiteY0" fmla="*/ 3 h 21546"/>
                  <a:gd name="connsiteX1" fmla="*/ 4141 w 21556"/>
                  <a:gd name="connsiteY1" fmla="*/ 5786 h 21546"/>
                  <a:gd name="connsiteX2" fmla="*/ 6171 w 21556"/>
                  <a:gd name="connsiteY2" fmla="*/ 8305 h 21546"/>
                  <a:gd name="connsiteX3" fmla="*/ 7562 w 21556"/>
                  <a:gd name="connsiteY3" fmla="*/ 9933 h 21546"/>
                  <a:gd name="connsiteX4" fmla="*/ 7792 w 21556"/>
                  <a:gd name="connsiteY4" fmla="*/ 10538 h 21546"/>
                  <a:gd name="connsiteX5" fmla="*/ 7572 w 21556"/>
                  <a:gd name="connsiteY5" fmla="*/ 11583 h 21546"/>
                  <a:gd name="connsiteX6" fmla="*/ 6171 w 21556"/>
                  <a:gd name="connsiteY6" fmla="*/ 13314 h 21546"/>
                  <a:gd name="connsiteX7" fmla="*/ 4141 w 21556"/>
                  <a:gd name="connsiteY7" fmla="*/ 15804 h 21546"/>
                  <a:gd name="connsiteX8" fmla="*/ 81 w 21556"/>
                  <a:gd name="connsiteY8" fmla="*/ 20785 h 21546"/>
                  <a:gd name="connsiteX9" fmla="*/ 81 w 21556"/>
                  <a:gd name="connsiteY9" fmla="*/ 21389 h 21546"/>
                  <a:gd name="connsiteX10" fmla="*/ 392 w 21556"/>
                  <a:gd name="connsiteY10" fmla="*/ 21538 h 21546"/>
                  <a:gd name="connsiteX11" fmla="*/ 12498 w 21556"/>
                  <a:gd name="connsiteY11" fmla="*/ 21538 h 21546"/>
                  <a:gd name="connsiteX12" fmla="*/ 13012 w 21556"/>
                  <a:gd name="connsiteY12" fmla="*/ 21443 h 21546"/>
                  <a:gd name="connsiteX13" fmla="*/ 13507 w 21556"/>
                  <a:gd name="connsiteY13" fmla="*/ 21084 h 21546"/>
                  <a:gd name="connsiteX14" fmla="*/ 13992 w 21556"/>
                  <a:gd name="connsiteY14" fmla="*/ 20589 h 21546"/>
                  <a:gd name="connsiteX15" fmla="*/ 17966 w 21556"/>
                  <a:gd name="connsiteY15" fmla="*/ 15685 h 21546"/>
                  <a:gd name="connsiteX16" fmla="*/ 19953 w 21556"/>
                  <a:gd name="connsiteY16" fmla="*/ 13233 h 21546"/>
                  <a:gd name="connsiteX17" fmla="*/ 20946 w 21556"/>
                  <a:gd name="connsiteY17" fmla="*/ 12007 h 21546"/>
                  <a:gd name="connsiteX18" fmla="*/ 21404 w 21556"/>
                  <a:gd name="connsiteY18" fmla="*/ 11418 h 21546"/>
                  <a:gd name="connsiteX19" fmla="*/ 21553 w 21556"/>
                  <a:gd name="connsiteY19" fmla="*/ 10680 h 21546"/>
                  <a:gd name="connsiteX20" fmla="*/ 21354 w 21556"/>
                  <a:gd name="connsiteY20" fmla="*/ 10062 h 21546"/>
                  <a:gd name="connsiteX21" fmla="*/ 20946 w 21556"/>
                  <a:gd name="connsiteY21" fmla="*/ 9552 h 21546"/>
                  <a:gd name="connsiteX22" fmla="*/ 19953 w 21556"/>
                  <a:gd name="connsiteY22" fmla="*/ 8322 h 21546"/>
                  <a:gd name="connsiteX23" fmla="*/ 17966 w 21556"/>
                  <a:gd name="connsiteY23" fmla="*/ 5863 h 21546"/>
                  <a:gd name="connsiteX24" fmla="*/ 13992 w 21556"/>
                  <a:gd name="connsiteY24" fmla="*/ 945 h 21546"/>
                  <a:gd name="connsiteX25" fmla="*/ 13507 w 21556"/>
                  <a:gd name="connsiteY25" fmla="*/ 457 h 21546"/>
                  <a:gd name="connsiteX26" fmla="*/ 13012 w 21556"/>
                  <a:gd name="connsiteY26" fmla="*/ 98 h 21546"/>
                  <a:gd name="connsiteX27" fmla="*/ 12498 w 21556"/>
                  <a:gd name="connsiteY27" fmla="*/ 3 h 21546"/>
                  <a:gd name="connsiteX0" fmla="*/ 13012 w 21556"/>
                  <a:gd name="connsiteY0" fmla="*/ 0 h 21448"/>
                  <a:gd name="connsiteX1" fmla="*/ 4141 w 21556"/>
                  <a:gd name="connsiteY1" fmla="*/ 5688 h 21448"/>
                  <a:gd name="connsiteX2" fmla="*/ 6171 w 21556"/>
                  <a:gd name="connsiteY2" fmla="*/ 8207 h 21448"/>
                  <a:gd name="connsiteX3" fmla="*/ 7562 w 21556"/>
                  <a:gd name="connsiteY3" fmla="*/ 9835 h 21448"/>
                  <a:gd name="connsiteX4" fmla="*/ 7792 w 21556"/>
                  <a:gd name="connsiteY4" fmla="*/ 10440 h 21448"/>
                  <a:gd name="connsiteX5" fmla="*/ 7572 w 21556"/>
                  <a:gd name="connsiteY5" fmla="*/ 11485 h 21448"/>
                  <a:gd name="connsiteX6" fmla="*/ 6171 w 21556"/>
                  <a:gd name="connsiteY6" fmla="*/ 13216 h 21448"/>
                  <a:gd name="connsiteX7" fmla="*/ 4141 w 21556"/>
                  <a:gd name="connsiteY7" fmla="*/ 15706 h 21448"/>
                  <a:gd name="connsiteX8" fmla="*/ 81 w 21556"/>
                  <a:gd name="connsiteY8" fmla="*/ 20687 h 21448"/>
                  <a:gd name="connsiteX9" fmla="*/ 81 w 21556"/>
                  <a:gd name="connsiteY9" fmla="*/ 21291 h 21448"/>
                  <a:gd name="connsiteX10" fmla="*/ 392 w 21556"/>
                  <a:gd name="connsiteY10" fmla="*/ 21440 h 21448"/>
                  <a:gd name="connsiteX11" fmla="*/ 12498 w 21556"/>
                  <a:gd name="connsiteY11" fmla="*/ 21440 h 21448"/>
                  <a:gd name="connsiteX12" fmla="*/ 13012 w 21556"/>
                  <a:gd name="connsiteY12" fmla="*/ 21345 h 21448"/>
                  <a:gd name="connsiteX13" fmla="*/ 13507 w 21556"/>
                  <a:gd name="connsiteY13" fmla="*/ 20986 h 21448"/>
                  <a:gd name="connsiteX14" fmla="*/ 13992 w 21556"/>
                  <a:gd name="connsiteY14" fmla="*/ 20491 h 21448"/>
                  <a:gd name="connsiteX15" fmla="*/ 17966 w 21556"/>
                  <a:gd name="connsiteY15" fmla="*/ 15587 h 21448"/>
                  <a:gd name="connsiteX16" fmla="*/ 19953 w 21556"/>
                  <a:gd name="connsiteY16" fmla="*/ 13135 h 21448"/>
                  <a:gd name="connsiteX17" fmla="*/ 20946 w 21556"/>
                  <a:gd name="connsiteY17" fmla="*/ 11909 h 21448"/>
                  <a:gd name="connsiteX18" fmla="*/ 21404 w 21556"/>
                  <a:gd name="connsiteY18" fmla="*/ 11320 h 21448"/>
                  <a:gd name="connsiteX19" fmla="*/ 21553 w 21556"/>
                  <a:gd name="connsiteY19" fmla="*/ 10582 h 21448"/>
                  <a:gd name="connsiteX20" fmla="*/ 21354 w 21556"/>
                  <a:gd name="connsiteY20" fmla="*/ 9964 h 21448"/>
                  <a:gd name="connsiteX21" fmla="*/ 20946 w 21556"/>
                  <a:gd name="connsiteY21" fmla="*/ 9454 h 21448"/>
                  <a:gd name="connsiteX22" fmla="*/ 19953 w 21556"/>
                  <a:gd name="connsiteY22" fmla="*/ 8224 h 21448"/>
                  <a:gd name="connsiteX23" fmla="*/ 17966 w 21556"/>
                  <a:gd name="connsiteY23" fmla="*/ 5765 h 21448"/>
                  <a:gd name="connsiteX24" fmla="*/ 13992 w 21556"/>
                  <a:gd name="connsiteY24" fmla="*/ 847 h 21448"/>
                  <a:gd name="connsiteX25" fmla="*/ 13507 w 21556"/>
                  <a:gd name="connsiteY25" fmla="*/ 359 h 21448"/>
                  <a:gd name="connsiteX26" fmla="*/ 13012 w 21556"/>
                  <a:gd name="connsiteY26" fmla="*/ 0 h 21448"/>
                  <a:gd name="connsiteX0" fmla="*/ 13507 w 21556"/>
                  <a:gd name="connsiteY0" fmla="*/ 289 h 21378"/>
                  <a:gd name="connsiteX1" fmla="*/ 4141 w 21556"/>
                  <a:gd name="connsiteY1" fmla="*/ 5618 h 21378"/>
                  <a:gd name="connsiteX2" fmla="*/ 6171 w 21556"/>
                  <a:gd name="connsiteY2" fmla="*/ 8137 h 21378"/>
                  <a:gd name="connsiteX3" fmla="*/ 7562 w 21556"/>
                  <a:gd name="connsiteY3" fmla="*/ 9765 h 21378"/>
                  <a:gd name="connsiteX4" fmla="*/ 7792 w 21556"/>
                  <a:gd name="connsiteY4" fmla="*/ 10370 h 21378"/>
                  <a:gd name="connsiteX5" fmla="*/ 7572 w 21556"/>
                  <a:gd name="connsiteY5" fmla="*/ 11415 h 21378"/>
                  <a:gd name="connsiteX6" fmla="*/ 6171 w 21556"/>
                  <a:gd name="connsiteY6" fmla="*/ 13146 h 21378"/>
                  <a:gd name="connsiteX7" fmla="*/ 4141 w 21556"/>
                  <a:gd name="connsiteY7" fmla="*/ 15636 h 21378"/>
                  <a:gd name="connsiteX8" fmla="*/ 81 w 21556"/>
                  <a:gd name="connsiteY8" fmla="*/ 20617 h 21378"/>
                  <a:gd name="connsiteX9" fmla="*/ 81 w 21556"/>
                  <a:gd name="connsiteY9" fmla="*/ 21221 h 21378"/>
                  <a:gd name="connsiteX10" fmla="*/ 392 w 21556"/>
                  <a:gd name="connsiteY10" fmla="*/ 21370 h 21378"/>
                  <a:gd name="connsiteX11" fmla="*/ 12498 w 21556"/>
                  <a:gd name="connsiteY11" fmla="*/ 21370 h 21378"/>
                  <a:gd name="connsiteX12" fmla="*/ 13012 w 21556"/>
                  <a:gd name="connsiteY12" fmla="*/ 21275 h 21378"/>
                  <a:gd name="connsiteX13" fmla="*/ 13507 w 21556"/>
                  <a:gd name="connsiteY13" fmla="*/ 20916 h 21378"/>
                  <a:gd name="connsiteX14" fmla="*/ 13992 w 21556"/>
                  <a:gd name="connsiteY14" fmla="*/ 20421 h 21378"/>
                  <a:gd name="connsiteX15" fmla="*/ 17966 w 21556"/>
                  <a:gd name="connsiteY15" fmla="*/ 15517 h 21378"/>
                  <a:gd name="connsiteX16" fmla="*/ 19953 w 21556"/>
                  <a:gd name="connsiteY16" fmla="*/ 13065 h 21378"/>
                  <a:gd name="connsiteX17" fmla="*/ 20946 w 21556"/>
                  <a:gd name="connsiteY17" fmla="*/ 11839 h 21378"/>
                  <a:gd name="connsiteX18" fmla="*/ 21404 w 21556"/>
                  <a:gd name="connsiteY18" fmla="*/ 11250 h 21378"/>
                  <a:gd name="connsiteX19" fmla="*/ 21553 w 21556"/>
                  <a:gd name="connsiteY19" fmla="*/ 10512 h 21378"/>
                  <a:gd name="connsiteX20" fmla="*/ 21354 w 21556"/>
                  <a:gd name="connsiteY20" fmla="*/ 9894 h 21378"/>
                  <a:gd name="connsiteX21" fmla="*/ 20946 w 21556"/>
                  <a:gd name="connsiteY21" fmla="*/ 9384 h 21378"/>
                  <a:gd name="connsiteX22" fmla="*/ 19953 w 21556"/>
                  <a:gd name="connsiteY22" fmla="*/ 8154 h 21378"/>
                  <a:gd name="connsiteX23" fmla="*/ 17966 w 21556"/>
                  <a:gd name="connsiteY23" fmla="*/ 5695 h 21378"/>
                  <a:gd name="connsiteX24" fmla="*/ 13992 w 21556"/>
                  <a:gd name="connsiteY24" fmla="*/ 777 h 21378"/>
                  <a:gd name="connsiteX25" fmla="*/ 13507 w 21556"/>
                  <a:gd name="connsiteY25" fmla="*/ 289 h 21378"/>
                  <a:gd name="connsiteX0" fmla="*/ 13992 w 21556"/>
                  <a:gd name="connsiteY0" fmla="*/ 1 h 20602"/>
                  <a:gd name="connsiteX1" fmla="*/ 4141 w 21556"/>
                  <a:gd name="connsiteY1" fmla="*/ 4842 h 20602"/>
                  <a:gd name="connsiteX2" fmla="*/ 6171 w 21556"/>
                  <a:gd name="connsiteY2" fmla="*/ 7361 h 20602"/>
                  <a:gd name="connsiteX3" fmla="*/ 7562 w 21556"/>
                  <a:gd name="connsiteY3" fmla="*/ 8989 h 20602"/>
                  <a:gd name="connsiteX4" fmla="*/ 7792 w 21556"/>
                  <a:gd name="connsiteY4" fmla="*/ 9594 h 20602"/>
                  <a:gd name="connsiteX5" fmla="*/ 7572 w 21556"/>
                  <a:gd name="connsiteY5" fmla="*/ 10639 h 20602"/>
                  <a:gd name="connsiteX6" fmla="*/ 6171 w 21556"/>
                  <a:gd name="connsiteY6" fmla="*/ 12370 h 20602"/>
                  <a:gd name="connsiteX7" fmla="*/ 4141 w 21556"/>
                  <a:gd name="connsiteY7" fmla="*/ 14860 h 20602"/>
                  <a:gd name="connsiteX8" fmla="*/ 81 w 21556"/>
                  <a:gd name="connsiteY8" fmla="*/ 19841 h 20602"/>
                  <a:gd name="connsiteX9" fmla="*/ 81 w 21556"/>
                  <a:gd name="connsiteY9" fmla="*/ 20445 h 20602"/>
                  <a:gd name="connsiteX10" fmla="*/ 392 w 21556"/>
                  <a:gd name="connsiteY10" fmla="*/ 20594 h 20602"/>
                  <a:gd name="connsiteX11" fmla="*/ 12498 w 21556"/>
                  <a:gd name="connsiteY11" fmla="*/ 20594 h 20602"/>
                  <a:gd name="connsiteX12" fmla="*/ 13012 w 21556"/>
                  <a:gd name="connsiteY12" fmla="*/ 20499 h 20602"/>
                  <a:gd name="connsiteX13" fmla="*/ 13507 w 21556"/>
                  <a:gd name="connsiteY13" fmla="*/ 20140 h 20602"/>
                  <a:gd name="connsiteX14" fmla="*/ 13992 w 21556"/>
                  <a:gd name="connsiteY14" fmla="*/ 19645 h 20602"/>
                  <a:gd name="connsiteX15" fmla="*/ 17966 w 21556"/>
                  <a:gd name="connsiteY15" fmla="*/ 14741 h 20602"/>
                  <a:gd name="connsiteX16" fmla="*/ 19953 w 21556"/>
                  <a:gd name="connsiteY16" fmla="*/ 12289 h 20602"/>
                  <a:gd name="connsiteX17" fmla="*/ 20946 w 21556"/>
                  <a:gd name="connsiteY17" fmla="*/ 11063 h 20602"/>
                  <a:gd name="connsiteX18" fmla="*/ 21404 w 21556"/>
                  <a:gd name="connsiteY18" fmla="*/ 10474 h 20602"/>
                  <a:gd name="connsiteX19" fmla="*/ 21553 w 21556"/>
                  <a:gd name="connsiteY19" fmla="*/ 9736 h 20602"/>
                  <a:gd name="connsiteX20" fmla="*/ 21354 w 21556"/>
                  <a:gd name="connsiteY20" fmla="*/ 9118 h 20602"/>
                  <a:gd name="connsiteX21" fmla="*/ 20946 w 21556"/>
                  <a:gd name="connsiteY21" fmla="*/ 8608 h 20602"/>
                  <a:gd name="connsiteX22" fmla="*/ 19953 w 21556"/>
                  <a:gd name="connsiteY22" fmla="*/ 7378 h 20602"/>
                  <a:gd name="connsiteX23" fmla="*/ 17966 w 21556"/>
                  <a:gd name="connsiteY23" fmla="*/ 4919 h 20602"/>
                  <a:gd name="connsiteX24" fmla="*/ 13992 w 21556"/>
                  <a:gd name="connsiteY24" fmla="*/ 1 h 20602"/>
                  <a:gd name="connsiteX0" fmla="*/ 17966 w 21556"/>
                  <a:gd name="connsiteY0" fmla="*/ 77 h 15760"/>
                  <a:gd name="connsiteX1" fmla="*/ 4141 w 21556"/>
                  <a:gd name="connsiteY1" fmla="*/ 0 h 15760"/>
                  <a:gd name="connsiteX2" fmla="*/ 6171 w 21556"/>
                  <a:gd name="connsiteY2" fmla="*/ 2519 h 15760"/>
                  <a:gd name="connsiteX3" fmla="*/ 7562 w 21556"/>
                  <a:gd name="connsiteY3" fmla="*/ 4147 h 15760"/>
                  <a:gd name="connsiteX4" fmla="*/ 7792 w 21556"/>
                  <a:gd name="connsiteY4" fmla="*/ 4752 h 15760"/>
                  <a:gd name="connsiteX5" fmla="*/ 7572 w 21556"/>
                  <a:gd name="connsiteY5" fmla="*/ 5797 h 15760"/>
                  <a:gd name="connsiteX6" fmla="*/ 6171 w 21556"/>
                  <a:gd name="connsiteY6" fmla="*/ 7528 h 15760"/>
                  <a:gd name="connsiteX7" fmla="*/ 4141 w 21556"/>
                  <a:gd name="connsiteY7" fmla="*/ 10018 h 15760"/>
                  <a:gd name="connsiteX8" fmla="*/ 81 w 21556"/>
                  <a:gd name="connsiteY8" fmla="*/ 14999 h 15760"/>
                  <a:gd name="connsiteX9" fmla="*/ 81 w 21556"/>
                  <a:gd name="connsiteY9" fmla="*/ 15603 h 15760"/>
                  <a:gd name="connsiteX10" fmla="*/ 392 w 21556"/>
                  <a:gd name="connsiteY10" fmla="*/ 15752 h 15760"/>
                  <a:gd name="connsiteX11" fmla="*/ 12498 w 21556"/>
                  <a:gd name="connsiteY11" fmla="*/ 15752 h 15760"/>
                  <a:gd name="connsiteX12" fmla="*/ 13012 w 21556"/>
                  <a:gd name="connsiteY12" fmla="*/ 15657 h 15760"/>
                  <a:gd name="connsiteX13" fmla="*/ 13507 w 21556"/>
                  <a:gd name="connsiteY13" fmla="*/ 15298 h 15760"/>
                  <a:gd name="connsiteX14" fmla="*/ 13992 w 21556"/>
                  <a:gd name="connsiteY14" fmla="*/ 14803 h 15760"/>
                  <a:gd name="connsiteX15" fmla="*/ 17966 w 21556"/>
                  <a:gd name="connsiteY15" fmla="*/ 9899 h 15760"/>
                  <a:gd name="connsiteX16" fmla="*/ 19953 w 21556"/>
                  <a:gd name="connsiteY16" fmla="*/ 7447 h 15760"/>
                  <a:gd name="connsiteX17" fmla="*/ 20946 w 21556"/>
                  <a:gd name="connsiteY17" fmla="*/ 6221 h 15760"/>
                  <a:gd name="connsiteX18" fmla="*/ 21404 w 21556"/>
                  <a:gd name="connsiteY18" fmla="*/ 5632 h 15760"/>
                  <a:gd name="connsiteX19" fmla="*/ 21553 w 21556"/>
                  <a:gd name="connsiteY19" fmla="*/ 4894 h 15760"/>
                  <a:gd name="connsiteX20" fmla="*/ 21354 w 21556"/>
                  <a:gd name="connsiteY20" fmla="*/ 4276 h 15760"/>
                  <a:gd name="connsiteX21" fmla="*/ 20946 w 21556"/>
                  <a:gd name="connsiteY21" fmla="*/ 3766 h 15760"/>
                  <a:gd name="connsiteX22" fmla="*/ 19953 w 21556"/>
                  <a:gd name="connsiteY22" fmla="*/ 2536 h 15760"/>
                  <a:gd name="connsiteX23" fmla="*/ 17966 w 21556"/>
                  <a:gd name="connsiteY23" fmla="*/ 77 h 15760"/>
                  <a:gd name="connsiteX0" fmla="*/ 17966 w 21556"/>
                  <a:gd name="connsiteY0" fmla="*/ 0 h 15683"/>
                  <a:gd name="connsiteX1" fmla="*/ 6171 w 21556"/>
                  <a:gd name="connsiteY1" fmla="*/ 2442 h 15683"/>
                  <a:gd name="connsiteX2" fmla="*/ 7562 w 21556"/>
                  <a:gd name="connsiteY2" fmla="*/ 4070 h 15683"/>
                  <a:gd name="connsiteX3" fmla="*/ 7792 w 21556"/>
                  <a:gd name="connsiteY3" fmla="*/ 4675 h 15683"/>
                  <a:gd name="connsiteX4" fmla="*/ 7572 w 21556"/>
                  <a:gd name="connsiteY4" fmla="*/ 5720 h 15683"/>
                  <a:gd name="connsiteX5" fmla="*/ 6171 w 21556"/>
                  <a:gd name="connsiteY5" fmla="*/ 7451 h 15683"/>
                  <a:gd name="connsiteX6" fmla="*/ 4141 w 21556"/>
                  <a:gd name="connsiteY6" fmla="*/ 9941 h 15683"/>
                  <a:gd name="connsiteX7" fmla="*/ 81 w 21556"/>
                  <a:gd name="connsiteY7" fmla="*/ 14922 h 15683"/>
                  <a:gd name="connsiteX8" fmla="*/ 81 w 21556"/>
                  <a:gd name="connsiteY8" fmla="*/ 15526 h 15683"/>
                  <a:gd name="connsiteX9" fmla="*/ 392 w 21556"/>
                  <a:gd name="connsiteY9" fmla="*/ 15675 h 15683"/>
                  <a:gd name="connsiteX10" fmla="*/ 12498 w 21556"/>
                  <a:gd name="connsiteY10" fmla="*/ 15675 h 15683"/>
                  <a:gd name="connsiteX11" fmla="*/ 13012 w 21556"/>
                  <a:gd name="connsiteY11" fmla="*/ 15580 h 15683"/>
                  <a:gd name="connsiteX12" fmla="*/ 13507 w 21556"/>
                  <a:gd name="connsiteY12" fmla="*/ 15221 h 15683"/>
                  <a:gd name="connsiteX13" fmla="*/ 13992 w 21556"/>
                  <a:gd name="connsiteY13" fmla="*/ 14726 h 15683"/>
                  <a:gd name="connsiteX14" fmla="*/ 17966 w 21556"/>
                  <a:gd name="connsiteY14" fmla="*/ 9822 h 15683"/>
                  <a:gd name="connsiteX15" fmla="*/ 19953 w 21556"/>
                  <a:gd name="connsiteY15" fmla="*/ 7370 h 15683"/>
                  <a:gd name="connsiteX16" fmla="*/ 20946 w 21556"/>
                  <a:gd name="connsiteY16" fmla="*/ 6144 h 15683"/>
                  <a:gd name="connsiteX17" fmla="*/ 21404 w 21556"/>
                  <a:gd name="connsiteY17" fmla="*/ 5555 h 15683"/>
                  <a:gd name="connsiteX18" fmla="*/ 21553 w 21556"/>
                  <a:gd name="connsiteY18" fmla="*/ 4817 h 15683"/>
                  <a:gd name="connsiteX19" fmla="*/ 21354 w 21556"/>
                  <a:gd name="connsiteY19" fmla="*/ 4199 h 15683"/>
                  <a:gd name="connsiteX20" fmla="*/ 20946 w 21556"/>
                  <a:gd name="connsiteY20" fmla="*/ 3689 h 15683"/>
                  <a:gd name="connsiteX21" fmla="*/ 19953 w 21556"/>
                  <a:gd name="connsiteY21" fmla="*/ 2459 h 15683"/>
                  <a:gd name="connsiteX22" fmla="*/ 17966 w 21556"/>
                  <a:gd name="connsiteY22" fmla="*/ 0 h 15683"/>
                  <a:gd name="connsiteX0" fmla="*/ 17966 w 21556"/>
                  <a:gd name="connsiteY0" fmla="*/ 0 h 15683"/>
                  <a:gd name="connsiteX1" fmla="*/ 7562 w 21556"/>
                  <a:gd name="connsiteY1" fmla="*/ 4070 h 15683"/>
                  <a:gd name="connsiteX2" fmla="*/ 7792 w 21556"/>
                  <a:gd name="connsiteY2" fmla="*/ 4675 h 15683"/>
                  <a:gd name="connsiteX3" fmla="*/ 7572 w 21556"/>
                  <a:gd name="connsiteY3" fmla="*/ 5720 h 15683"/>
                  <a:gd name="connsiteX4" fmla="*/ 6171 w 21556"/>
                  <a:gd name="connsiteY4" fmla="*/ 7451 h 15683"/>
                  <a:gd name="connsiteX5" fmla="*/ 4141 w 21556"/>
                  <a:gd name="connsiteY5" fmla="*/ 9941 h 15683"/>
                  <a:gd name="connsiteX6" fmla="*/ 81 w 21556"/>
                  <a:gd name="connsiteY6" fmla="*/ 14922 h 15683"/>
                  <a:gd name="connsiteX7" fmla="*/ 81 w 21556"/>
                  <a:gd name="connsiteY7" fmla="*/ 15526 h 15683"/>
                  <a:gd name="connsiteX8" fmla="*/ 392 w 21556"/>
                  <a:gd name="connsiteY8" fmla="*/ 15675 h 15683"/>
                  <a:gd name="connsiteX9" fmla="*/ 12498 w 21556"/>
                  <a:gd name="connsiteY9" fmla="*/ 15675 h 15683"/>
                  <a:gd name="connsiteX10" fmla="*/ 13012 w 21556"/>
                  <a:gd name="connsiteY10" fmla="*/ 15580 h 15683"/>
                  <a:gd name="connsiteX11" fmla="*/ 13507 w 21556"/>
                  <a:gd name="connsiteY11" fmla="*/ 15221 h 15683"/>
                  <a:gd name="connsiteX12" fmla="*/ 13992 w 21556"/>
                  <a:gd name="connsiteY12" fmla="*/ 14726 h 15683"/>
                  <a:gd name="connsiteX13" fmla="*/ 17966 w 21556"/>
                  <a:gd name="connsiteY13" fmla="*/ 9822 h 15683"/>
                  <a:gd name="connsiteX14" fmla="*/ 19953 w 21556"/>
                  <a:gd name="connsiteY14" fmla="*/ 7370 h 15683"/>
                  <a:gd name="connsiteX15" fmla="*/ 20946 w 21556"/>
                  <a:gd name="connsiteY15" fmla="*/ 6144 h 15683"/>
                  <a:gd name="connsiteX16" fmla="*/ 21404 w 21556"/>
                  <a:gd name="connsiteY16" fmla="*/ 5555 h 15683"/>
                  <a:gd name="connsiteX17" fmla="*/ 21553 w 21556"/>
                  <a:gd name="connsiteY17" fmla="*/ 4817 h 15683"/>
                  <a:gd name="connsiteX18" fmla="*/ 21354 w 21556"/>
                  <a:gd name="connsiteY18" fmla="*/ 4199 h 15683"/>
                  <a:gd name="connsiteX19" fmla="*/ 20946 w 21556"/>
                  <a:gd name="connsiteY19" fmla="*/ 3689 h 15683"/>
                  <a:gd name="connsiteX20" fmla="*/ 19953 w 21556"/>
                  <a:gd name="connsiteY20" fmla="*/ 2459 h 15683"/>
                  <a:gd name="connsiteX21" fmla="*/ 17966 w 21556"/>
                  <a:gd name="connsiteY21" fmla="*/ 0 h 15683"/>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562 w 21556"/>
                  <a:gd name="connsiteY1" fmla="*/ 1611 h 13224"/>
                  <a:gd name="connsiteX2" fmla="*/ 7792 w 21556"/>
                  <a:gd name="connsiteY2" fmla="*/ 2216 h 13224"/>
                  <a:gd name="connsiteX3" fmla="*/ 7613 w 21556"/>
                  <a:gd name="connsiteY3" fmla="*/ 1590 h 13224"/>
                  <a:gd name="connsiteX4" fmla="*/ 7572 w 21556"/>
                  <a:gd name="connsiteY4" fmla="*/ 3261 h 13224"/>
                  <a:gd name="connsiteX5" fmla="*/ 6171 w 21556"/>
                  <a:gd name="connsiteY5" fmla="*/ 4992 h 13224"/>
                  <a:gd name="connsiteX6" fmla="*/ 4141 w 21556"/>
                  <a:gd name="connsiteY6" fmla="*/ 7482 h 13224"/>
                  <a:gd name="connsiteX7" fmla="*/ 81 w 21556"/>
                  <a:gd name="connsiteY7" fmla="*/ 12463 h 13224"/>
                  <a:gd name="connsiteX8" fmla="*/ 81 w 21556"/>
                  <a:gd name="connsiteY8" fmla="*/ 13067 h 13224"/>
                  <a:gd name="connsiteX9" fmla="*/ 392 w 21556"/>
                  <a:gd name="connsiteY9" fmla="*/ 13216 h 13224"/>
                  <a:gd name="connsiteX10" fmla="*/ 12498 w 21556"/>
                  <a:gd name="connsiteY10" fmla="*/ 13216 h 13224"/>
                  <a:gd name="connsiteX11" fmla="*/ 13012 w 21556"/>
                  <a:gd name="connsiteY11" fmla="*/ 13121 h 13224"/>
                  <a:gd name="connsiteX12" fmla="*/ 13507 w 21556"/>
                  <a:gd name="connsiteY12" fmla="*/ 12762 h 13224"/>
                  <a:gd name="connsiteX13" fmla="*/ 13992 w 21556"/>
                  <a:gd name="connsiteY13" fmla="*/ 12267 h 13224"/>
                  <a:gd name="connsiteX14" fmla="*/ 17966 w 21556"/>
                  <a:gd name="connsiteY14" fmla="*/ 7363 h 13224"/>
                  <a:gd name="connsiteX15" fmla="*/ 19953 w 21556"/>
                  <a:gd name="connsiteY15" fmla="*/ 4911 h 13224"/>
                  <a:gd name="connsiteX16" fmla="*/ 20946 w 21556"/>
                  <a:gd name="connsiteY16" fmla="*/ 3685 h 13224"/>
                  <a:gd name="connsiteX17" fmla="*/ 21404 w 21556"/>
                  <a:gd name="connsiteY17" fmla="*/ 3096 h 13224"/>
                  <a:gd name="connsiteX18" fmla="*/ 21553 w 21556"/>
                  <a:gd name="connsiteY18" fmla="*/ 2358 h 13224"/>
                  <a:gd name="connsiteX19" fmla="*/ 21354 w 21556"/>
                  <a:gd name="connsiteY19" fmla="*/ 1740 h 13224"/>
                  <a:gd name="connsiteX20" fmla="*/ 20946 w 21556"/>
                  <a:gd name="connsiteY20" fmla="*/ 1230 h 13224"/>
                  <a:gd name="connsiteX21" fmla="*/ 19953 w 21556"/>
                  <a:gd name="connsiteY21" fmla="*/ 0 h 13224"/>
                  <a:gd name="connsiteX0" fmla="*/ 19953 w 21556"/>
                  <a:gd name="connsiteY0" fmla="*/ 0 h 13224"/>
                  <a:gd name="connsiteX1" fmla="*/ 7562 w 21556"/>
                  <a:gd name="connsiteY1" fmla="*/ 1611 h 13224"/>
                  <a:gd name="connsiteX2" fmla="*/ 7792 w 21556"/>
                  <a:gd name="connsiteY2" fmla="*/ 2216 h 13224"/>
                  <a:gd name="connsiteX3" fmla="*/ 7572 w 21556"/>
                  <a:gd name="connsiteY3" fmla="*/ 3261 h 13224"/>
                  <a:gd name="connsiteX4" fmla="*/ 6171 w 21556"/>
                  <a:gd name="connsiteY4" fmla="*/ 4992 h 13224"/>
                  <a:gd name="connsiteX5" fmla="*/ 4141 w 21556"/>
                  <a:gd name="connsiteY5" fmla="*/ 7482 h 13224"/>
                  <a:gd name="connsiteX6" fmla="*/ 81 w 21556"/>
                  <a:gd name="connsiteY6" fmla="*/ 12463 h 13224"/>
                  <a:gd name="connsiteX7" fmla="*/ 81 w 21556"/>
                  <a:gd name="connsiteY7" fmla="*/ 13067 h 13224"/>
                  <a:gd name="connsiteX8" fmla="*/ 392 w 21556"/>
                  <a:gd name="connsiteY8" fmla="*/ 13216 h 13224"/>
                  <a:gd name="connsiteX9" fmla="*/ 12498 w 21556"/>
                  <a:gd name="connsiteY9" fmla="*/ 13216 h 13224"/>
                  <a:gd name="connsiteX10" fmla="*/ 13012 w 21556"/>
                  <a:gd name="connsiteY10" fmla="*/ 13121 h 13224"/>
                  <a:gd name="connsiteX11" fmla="*/ 13507 w 21556"/>
                  <a:gd name="connsiteY11" fmla="*/ 12762 h 13224"/>
                  <a:gd name="connsiteX12" fmla="*/ 13992 w 21556"/>
                  <a:gd name="connsiteY12" fmla="*/ 12267 h 13224"/>
                  <a:gd name="connsiteX13" fmla="*/ 17966 w 21556"/>
                  <a:gd name="connsiteY13" fmla="*/ 7363 h 13224"/>
                  <a:gd name="connsiteX14" fmla="*/ 19953 w 21556"/>
                  <a:gd name="connsiteY14" fmla="*/ 4911 h 13224"/>
                  <a:gd name="connsiteX15" fmla="*/ 20946 w 21556"/>
                  <a:gd name="connsiteY15" fmla="*/ 3685 h 13224"/>
                  <a:gd name="connsiteX16" fmla="*/ 21404 w 21556"/>
                  <a:gd name="connsiteY16" fmla="*/ 3096 h 13224"/>
                  <a:gd name="connsiteX17" fmla="*/ 21553 w 21556"/>
                  <a:gd name="connsiteY17" fmla="*/ 2358 h 13224"/>
                  <a:gd name="connsiteX18" fmla="*/ 21354 w 21556"/>
                  <a:gd name="connsiteY18" fmla="*/ 1740 h 13224"/>
                  <a:gd name="connsiteX19" fmla="*/ 20946 w 21556"/>
                  <a:gd name="connsiteY19" fmla="*/ 1230 h 13224"/>
                  <a:gd name="connsiteX20" fmla="*/ 19953 w 21556"/>
                  <a:gd name="connsiteY20" fmla="*/ 0 h 13224"/>
                  <a:gd name="connsiteX0" fmla="*/ 19953 w 21556"/>
                  <a:gd name="connsiteY0" fmla="*/ 0 h 13224"/>
                  <a:gd name="connsiteX1" fmla="*/ 7792 w 21556"/>
                  <a:gd name="connsiteY1" fmla="*/ 2216 h 13224"/>
                  <a:gd name="connsiteX2" fmla="*/ 7572 w 21556"/>
                  <a:gd name="connsiteY2" fmla="*/ 3261 h 13224"/>
                  <a:gd name="connsiteX3" fmla="*/ 6171 w 21556"/>
                  <a:gd name="connsiteY3" fmla="*/ 4992 h 13224"/>
                  <a:gd name="connsiteX4" fmla="*/ 4141 w 21556"/>
                  <a:gd name="connsiteY4" fmla="*/ 7482 h 13224"/>
                  <a:gd name="connsiteX5" fmla="*/ 81 w 21556"/>
                  <a:gd name="connsiteY5" fmla="*/ 12463 h 13224"/>
                  <a:gd name="connsiteX6" fmla="*/ 81 w 21556"/>
                  <a:gd name="connsiteY6" fmla="*/ 13067 h 13224"/>
                  <a:gd name="connsiteX7" fmla="*/ 392 w 21556"/>
                  <a:gd name="connsiteY7" fmla="*/ 13216 h 13224"/>
                  <a:gd name="connsiteX8" fmla="*/ 12498 w 21556"/>
                  <a:gd name="connsiteY8" fmla="*/ 13216 h 13224"/>
                  <a:gd name="connsiteX9" fmla="*/ 13012 w 21556"/>
                  <a:gd name="connsiteY9" fmla="*/ 13121 h 13224"/>
                  <a:gd name="connsiteX10" fmla="*/ 13507 w 21556"/>
                  <a:gd name="connsiteY10" fmla="*/ 12762 h 13224"/>
                  <a:gd name="connsiteX11" fmla="*/ 13992 w 21556"/>
                  <a:gd name="connsiteY11" fmla="*/ 12267 h 13224"/>
                  <a:gd name="connsiteX12" fmla="*/ 17966 w 21556"/>
                  <a:gd name="connsiteY12" fmla="*/ 7363 h 13224"/>
                  <a:gd name="connsiteX13" fmla="*/ 19953 w 21556"/>
                  <a:gd name="connsiteY13" fmla="*/ 4911 h 13224"/>
                  <a:gd name="connsiteX14" fmla="*/ 20946 w 21556"/>
                  <a:gd name="connsiteY14" fmla="*/ 3685 h 13224"/>
                  <a:gd name="connsiteX15" fmla="*/ 21404 w 21556"/>
                  <a:gd name="connsiteY15" fmla="*/ 3096 h 13224"/>
                  <a:gd name="connsiteX16" fmla="*/ 21553 w 21556"/>
                  <a:gd name="connsiteY16" fmla="*/ 2358 h 13224"/>
                  <a:gd name="connsiteX17" fmla="*/ 21354 w 21556"/>
                  <a:gd name="connsiteY17" fmla="*/ 1740 h 13224"/>
                  <a:gd name="connsiteX18" fmla="*/ 20946 w 21556"/>
                  <a:gd name="connsiteY18" fmla="*/ 1230 h 13224"/>
                  <a:gd name="connsiteX19" fmla="*/ 19953 w 21556"/>
                  <a:gd name="connsiteY19" fmla="*/ 0 h 13224"/>
                  <a:gd name="connsiteX0" fmla="*/ 20946 w 21556"/>
                  <a:gd name="connsiteY0" fmla="*/ 0 h 11994"/>
                  <a:gd name="connsiteX1" fmla="*/ 7792 w 21556"/>
                  <a:gd name="connsiteY1" fmla="*/ 986 h 11994"/>
                  <a:gd name="connsiteX2" fmla="*/ 7572 w 21556"/>
                  <a:gd name="connsiteY2" fmla="*/ 2031 h 11994"/>
                  <a:gd name="connsiteX3" fmla="*/ 6171 w 21556"/>
                  <a:gd name="connsiteY3" fmla="*/ 3762 h 11994"/>
                  <a:gd name="connsiteX4" fmla="*/ 4141 w 21556"/>
                  <a:gd name="connsiteY4" fmla="*/ 6252 h 11994"/>
                  <a:gd name="connsiteX5" fmla="*/ 81 w 21556"/>
                  <a:gd name="connsiteY5" fmla="*/ 11233 h 11994"/>
                  <a:gd name="connsiteX6" fmla="*/ 81 w 21556"/>
                  <a:gd name="connsiteY6" fmla="*/ 11837 h 11994"/>
                  <a:gd name="connsiteX7" fmla="*/ 392 w 21556"/>
                  <a:gd name="connsiteY7" fmla="*/ 11986 h 11994"/>
                  <a:gd name="connsiteX8" fmla="*/ 12498 w 21556"/>
                  <a:gd name="connsiteY8" fmla="*/ 11986 h 11994"/>
                  <a:gd name="connsiteX9" fmla="*/ 13012 w 21556"/>
                  <a:gd name="connsiteY9" fmla="*/ 11891 h 11994"/>
                  <a:gd name="connsiteX10" fmla="*/ 13507 w 21556"/>
                  <a:gd name="connsiteY10" fmla="*/ 11532 h 11994"/>
                  <a:gd name="connsiteX11" fmla="*/ 13992 w 21556"/>
                  <a:gd name="connsiteY11" fmla="*/ 11037 h 11994"/>
                  <a:gd name="connsiteX12" fmla="*/ 17966 w 21556"/>
                  <a:gd name="connsiteY12" fmla="*/ 6133 h 11994"/>
                  <a:gd name="connsiteX13" fmla="*/ 19953 w 21556"/>
                  <a:gd name="connsiteY13" fmla="*/ 3681 h 11994"/>
                  <a:gd name="connsiteX14" fmla="*/ 20946 w 21556"/>
                  <a:gd name="connsiteY14" fmla="*/ 2455 h 11994"/>
                  <a:gd name="connsiteX15" fmla="*/ 21404 w 21556"/>
                  <a:gd name="connsiteY15" fmla="*/ 1866 h 11994"/>
                  <a:gd name="connsiteX16" fmla="*/ 21553 w 21556"/>
                  <a:gd name="connsiteY16" fmla="*/ 1128 h 11994"/>
                  <a:gd name="connsiteX17" fmla="*/ 21354 w 21556"/>
                  <a:gd name="connsiteY17" fmla="*/ 510 h 11994"/>
                  <a:gd name="connsiteX18" fmla="*/ 20946 w 21556"/>
                  <a:gd name="connsiteY18" fmla="*/ 0 h 11994"/>
                  <a:gd name="connsiteX0" fmla="*/ 21354 w 21556"/>
                  <a:gd name="connsiteY0" fmla="*/ 0 h 11484"/>
                  <a:gd name="connsiteX1" fmla="*/ 7792 w 21556"/>
                  <a:gd name="connsiteY1" fmla="*/ 476 h 11484"/>
                  <a:gd name="connsiteX2" fmla="*/ 7572 w 21556"/>
                  <a:gd name="connsiteY2" fmla="*/ 1521 h 11484"/>
                  <a:gd name="connsiteX3" fmla="*/ 6171 w 21556"/>
                  <a:gd name="connsiteY3" fmla="*/ 3252 h 11484"/>
                  <a:gd name="connsiteX4" fmla="*/ 4141 w 21556"/>
                  <a:gd name="connsiteY4" fmla="*/ 5742 h 11484"/>
                  <a:gd name="connsiteX5" fmla="*/ 81 w 21556"/>
                  <a:gd name="connsiteY5" fmla="*/ 10723 h 11484"/>
                  <a:gd name="connsiteX6" fmla="*/ 81 w 21556"/>
                  <a:gd name="connsiteY6" fmla="*/ 11327 h 11484"/>
                  <a:gd name="connsiteX7" fmla="*/ 392 w 21556"/>
                  <a:gd name="connsiteY7" fmla="*/ 11476 h 11484"/>
                  <a:gd name="connsiteX8" fmla="*/ 12498 w 21556"/>
                  <a:gd name="connsiteY8" fmla="*/ 11476 h 11484"/>
                  <a:gd name="connsiteX9" fmla="*/ 13012 w 21556"/>
                  <a:gd name="connsiteY9" fmla="*/ 11381 h 11484"/>
                  <a:gd name="connsiteX10" fmla="*/ 13507 w 21556"/>
                  <a:gd name="connsiteY10" fmla="*/ 11022 h 11484"/>
                  <a:gd name="connsiteX11" fmla="*/ 13992 w 21556"/>
                  <a:gd name="connsiteY11" fmla="*/ 10527 h 11484"/>
                  <a:gd name="connsiteX12" fmla="*/ 17966 w 21556"/>
                  <a:gd name="connsiteY12" fmla="*/ 5623 h 11484"/>
                  <a:gd name="connsiteX13" fmla="*/ 19953 w 21556"/>
                  <a:gd name="connsiteY13" fmla="*/ 3171 h 11484"/>
                  <a:gd name="connsiteX14" fmla="*/ 20946 w 21556"/>
                  <a:gd name="connsiteY14" fmla="*/ 1945 h 11484"/>
                  <a:gd name="connsiteX15" fmla="*/ 21404 w 21556"/>
                  <a:gd name="connsiteY15" fmla="*/ 1356 h 11484"/>
                  <a:gd name="connsiteX16" fmla="*/ 21553 w 21556"/>
                  <a:gd name="connsiteY16" fmla="*/ 618 h 11484"/>
                  <a:gd name="connsiteX17" fmla="*/ 21354 w 21556"/>
                  <a:gd name="connsiteY17" fmla="*/ 0 h 11484"/>
                  <a:gd name="connsiteX0" fmla="*/ 21553 w 21556"/>
                  <a:gd name="connsiteY0" fmla="*/ 206 h 11072"/>
                  <a:gd name="connsiteX1" fmla="*/ 7792 w 21556"/>
                  <a:gd name="connsiteY1" fmla="*/ 64 h 11072"/>
                  <a:gd name="connsiteX2" fmla="*/ 7572 w 21556"/>
                  <a:gd name="connsiteY2" fmla="*/ 1109 h 11072"/>
                  <a:gd name="connsiteX3" fmla="*/ 6171 w 21556"/>
                  <a:gd name="connsiteY3" fmla="*/ 2840 h 11072"/>
                  <a:gd name="connsiteX4" fmla="*/ 4141 w 21556"/>
                  <a:gd name="connsiteY4" fmla="*/ 5330 h 11072"/>
                  <a:gd name="connsiteX5" fmla="*/ 81 w 21556"/>
                  <a:gd name="connsiteY5" fmla="*/ 10311 h 11072"/>
                  <a:gd name="connsiteX6" fmla="*/ 81 w 21556"/>
                  <a:gd name="connsiteY6" fmla="*/ 10915 h 11072"/>
                  <a:gd name="connsiteX7" fmla="*/ 392 w 21556"/>
                  <a:gd name="connsiteY7" fmla="*/ 11064 h 11072"/>
                  <a:gd name="connsiteX8" fmla="*/ 12498 w 21556"/>
                  <a:gd name="connsiteY8" fmla="*/ 11064 h 11072"/>
                  <a:gd name="connsiteX9" fmla="*/ 13012 w 21556"/>
                  <a:gd name="connsiteY9" fmla="*/ 10969 h 11072"/>
                  <a:gd name="connsiteX10" fmla="*/ 13507 w 21556"/>
                  <a:gd name="connsiteY10" fmla="*/ 10610 h 11072"/>
                  <a:gd name="connsiteX11" fmla="*/ 13992 w 21556"/>
                  <a:gd name="connsiteY11" fmla="*/ 10115 h 11072"/>
                  <a:gd name="connsiteX12" fmla="*/ 17966 w 21556"/>
                  <a:gd name="connsiteY12" fmla="*/ 5211 h 11072"/>
                  <a:gd name="connsiteX13" fmla="*/ 19953 w 21556"/>
                  <a:gd name="connsiteY13" fmla="*/ 2759 h 11072"/>
                  <a:gd name="connsiteX14" fmla="*/ 20946 w 21556"/>
                  <a:gd name="connsiteY14" fmla="*/ 1533 h 11072"/>
                  <a:gd name="connsiteX15" fmla="*/ 21404 w 21556"/>
                  <a:gd name="connsiteY15" fmla="*/ 944 h 11072"/>
                  <a:gd name="connsiteX16" fmla="*/ 21553 w 21556"/>
                  <a:gd name="connsiteY16" fmla="*/ 206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56" h="11072">
                    <a:moveTo>
                      <a:pt x="21553" y="206"/>
                    </a:moveTo>
                    <a:cubicBezTo>
                      <a:pt x="19284" y="59"/>
                      <a:pt x="10122" y="-86"/>
                      <a:pt x="7792" y="64"/>
                    </a:cubicBezTo>
                    <a:cubicBezTo>
                      <a:pt x="7794" y="339"/>
                      <a:pt x="7842" y="646"/>
                      <a:pt x="7572" y="1109"/>
                    </a:cubicBezTo>
                    <a:lnTo>
                      <a:pt x="6171" y="2840"/>
                    </a:lnTo>
                    <a:lnTo>
                      <a:pt x="4141" y="5330"/>
                    </a:lnTo>
                    <a:lnTo>
                      <a:pt x="81" y="10311"/>
                    </a:lnTo>
                    <a:cubicBezTo>
                      <a:pt x="-27" y="10485"/>
                      <a:pt x="-27" y="10741"/>
                      <a:pt x="81" y="10915"/>
                    </a:cubicBezTo>
                    <a:cubicBezTo>
                      <a:pt x="157" y="11038"/>
                      <a:pt x="276" y="11095"/>
                      <a:pt x="392" y="11064"/>
                    </a:cubicBezTo>
                    <a:lnTo>
                      <a:pt x="12498" y="11064"/>
                    </a:lnTo>
                    <a:cubicBezTo>
                      <a:pt x="12672" y="11079"/>
                      <a:pt x="12847" y="11047"/>
                      <a:pt x="13012" y="10969"/>
                    </a:cubicBezTo>
                    <a:cubicBezTo>
                      <a:pt x="13190" y="10886"/>
                      <a:pt x="13351" y="10752"/>
                      <a:pt x="13507" y="10610"/>
                    </a:cubicBezTo>
                    <a:cubicBezTo>
                      <a:pt x="13675" y="10456"/>
                      <a:pt x="13836" y="10291"/>
                      <a:pt x="13992" y="10115"/>
                    </a:cubicBezTo>
                    <a:lnTo>
                      <a:pt x="17966" y="5211"/>
                    </a:lnTo>
                    <a:lnTo>
                      <a:pt x="19953" y="2759"/>
                    </a:lnTo>
                    <a:cubicBezTo>
                      <a:pt x="20285" y="2352"/>
                      <a:pt x="20618" y="1947"/>
                      <a:pt x="20946" y="1533"/>
                    </a:cubicBezTo>
                    <a:cubicBezTo>
                      <a:pt x="21100" y="1339"/>
                      <a:pt x="21253" y="1142"/>
                      <a:pt x="21404" y="944"/>
                    </a:cubicBezTo>
                    <a:cubicBezTo>
                      <a:pt x="21518" y="731"/>
                      <a:pt x="21571" y="468"/>
                      <a:pt x="21553" y="206"/>
                    </a:cubicBezTo>
                    <a:close/>
                  </a:path>
                </a:pathLst>
              </a:custGeom>
              <a:grp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IQ"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grpSp>
          <p:nvGrpSpPr>
            <p:cNvPr id="22" name="íśļïďe">
              <a:extLst>
                <a:ext uri="{FF2B5EF4-FFF2-40B4-BE49-F238E27FC236}">
                  <a16:creationId xmlns:a16="http://schemas.microsoft.com/office/drawing/2014/main" xmlns="" id="{892F2332-75B9-420E-946A-D1D4AF57BDCA}"/>
                </a:ext>
              </a:extLst>
            </p:cNvPr>
            <p:cNvGrpSpPr>
              <a:grpSpLocks/>
            </p:cNvGrpSpPr>
            <p:nvPr/>
          </p:nvGrpSpPr>
          <p:grpSpPr bwMode="auto">
            <a:xfrm>
              <a:off x="10902759" y="3611717"/>
              <a:ext cx="621583" cy="183515"/>
              <a:chOff x="-12" y="-114"/>
              <a:chExt cx="1000130" cy="295297"/>
            </a:xfrm>
            <a:grpFill/>
          </p:grpSpPr>
          <p:sp>
            <p:nvSpPr>
              <p:cNvPr id="23" name="ïṡļïḋê">
                <a:extLst>
                  <a:ext uri="{FF2B5EF4-FFF2-40B4-BE49-F238E27FC236}">
                    <a16:creationId xmlns:a16="http://schemas.microsoft.com/office/drawing/2014/main" xmlns="" id="{F90A811C-E5CA-42A9-808D-FF4ACFABBD70}"/>
                  </a:ext>
                </a:extLst>
              </p:cNvPr>
              <p:cNvSpPr/>
              <p:nvPr/>
            </p:nvSpPr>
            <p:spPr bwMode="auto">
              <a:xfrm rot="5400000">
                <a:off x="769919" y="64984"/>
                <a:ext cx="295297" cy="165101"/>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4" name="íṧļidè">
                <a:extLst>
                  <a:ext uri="{FF2B5EF4-FFF2-40B4-BE49-F238E27FC236}">
                    <a16:creationId xmlns:a16="http://schemas.microsoft.com/office/drawing/2014/main" xmlns="" id="{AC8273B9-A62B-4FFC-AF5B-DC0683A2B0D6}"/>
                  </a:ext>
                </a:extLst>
              </p:cNvPr>
              <p:cNvSpPr/>
              <p:nvPr/>
            </p:nvSpPr>
            <p:spPr bwMode="auto">
              <a:xfrm rot="5400000">
                <a:off x="346054" y="64984"/>
                <a:ext cx="295297" cy="165101"/>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6" name="ïşľíḍe">
                <a:extLst>
                  <a:ext uri="{FF2B5EF4-FFF2-40B4-BE49-F238E27FC236}">
                    <a16:creationId xmlns:a16="http://schemas.microsoft.com/office/drawing/2014/main" xmlns="" id="{24BE88B1-521E-4DC0-B897-6F8B180FB2D6}"/>
                  </a:ext>
                </a:extLst>
              </p:cNvPr>
              <p:cNvSpPr/>
              <p:nvPr/>
            </p:nvSpPr>
            <p:spPr bwMode="auto">
              <a:xfrm rot="5400000">
                <a:off x="-65110" y="64984"/>
                <a:ext cx="295297" cy="165101"/>
              </a:xfrm>
              <a:custGeom>
                <a:avLst/>
                <a:gdLst>
                  <a:gd name="T0" fmla="*/ 147649 w 21600"/>
                  <a:gd name="T1" fmla="*/ 82551 h 21600"/>
                  <a:gd name="T2" fmla="*/ 147649 w 21600"/>
                  <a:gd name="T3" fmla="*/ 82551 h 21600"/>
                  <a:gd name="T4" fmla="*/ 147649 w 21600"/>
                  <a:gd name="T5" fmla="*/ 82551 h 21600"/>
                  <a:gd name="T6" fmla="*/ 147649 w 21600"/>
                  <a:gd name="T7" fmla="*/ 8255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600" y="21600"/>
                    </a:lnTo>
                    <a:lnTo>
                      <a:pt x="0" y="21600"/>
                    </a:lnTo>
                    <a:lnTo>
                      <a:pt x="10800" y="0"/>
                    </a:ln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fontScale="25000" lnSpcReduction="20000"/>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ar-IQ" sz="9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grpSp>
      </p:grpSp>
      <p:grpSp>
        <p:nvGrpSpPr>
          <p:cNvPr id="47" name="组合 46">
            <a:extLst>
              <a:ext uri="{FF2B5EF4-FFF2-40B4-BE49-F238E27FC236}">
                <a16:creationId xmlns:a16="http://schemas.microsoft.com/office/drawing/2014/main" xmlns="" id="{49CB76CE-259C-4F12-8992-855A817DD218}"/>
              </a:ext>
            </a:extLst>
          </p:cNvPr>
          <p:cNvGrpSpPr/>
          <p:nvPr/>
        </p:nvGrpSpPr>
        <p:grpSpPr>
          <a:xfrm>
            <a:off x="1099485" y="1920540"/>
            <a:ext cx="2174968" cy="1199549"/>
            <a:chOff x="944052" y="1890623"/>
            <a:chExt cx="2174968" cy="1199549"/>
          </a:xfrm>
        </p:grpSpPr>
        <p:sp>
          <p:nvSpPr>
            <p:cNvPr id="48" name="矩形 47">
              <a:extLst>
                <a:ext uri="{FF2B5EF4-FFF2-40B4-BE49-F238E27FC236}">
                  <a16:creationId xmlns:a16="http://schemas.microsoft.com/office/drawing/2014/main" xmlns="" id="{D2F4C68C-D243-4A8C-BB62-253BCC13A486}"/>
                </a:ext>
              </a:extLst>
            </p:cNvPr>
            <p:cNvSpPr/>
            <p:nvPr/>
          </p:nvSpPr>
          <p:spPr>
            <a:xfrm>
              <a:off x="1306895" y="1890623"/>
              <a:ext cx="1449281" cy="338554"/>
            </a:xfrm>
            <a:prstGeom prst="rect">
              <a:avLst/>
            </a:prstGeom>
          </p:spPr>
          <p:txBody>
            <a:bodyPr vert="horz" lIns="91440" tIns="45720" rIns="91440" bIns="45720" rtlCol="0" anchor="b">
              <a:noAutofit/>
            </a:bodyPr>
            <a:lstStyle/>
            <a:p>
              <a:pPr algn="ctr">
                <a:lnSpc>
                  <a:spcPct val="90000"/>
                </a:lnSpc>
                <a:spcBef>
                  <a:spcPct val="0"/>
                </a:spcBef>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j-cs"/>
                  <a:sym typeface="思源黑体" panose="020B0400000000000000" pitchFamily="34" charset="-122"/>
                </a:rPr>
                <a:t>添加标题</a:t>
              </a:r>
            </a:p>
          </p:txBody>
        </p:sp>
        <p:sp>
          <p:nvSpPr>
            <p:cNvPr id="49" name="TextBox 5">
              <a:extLst>
                <a:ext uri="{FF2B5EF4-FFF2-40B4-BE49-F238E27FC236}">
                  <a16:creationId xmlns:a16="http://schemas.microsoft.com/office/drawing/2014/main" xmlns="" id="{ED1FAA2D-665C-4C36-8E72-D1BCD5257446}"/>
                </a:ext>
              </a:extLst>
            </p:cNvPr>
            <p:cNvSpPr txBox="1"/>
            <p:nvPr/>
          </p:nvSpPr>
          <p:spPr>
            <a:xfrm>
              <a:off x="944052" y="2179282"/>
              <a:ext cx="2174968" cy="910890"/>
            </a:xfrm>
            <a:prstGeom prst="rect">
              <a:avLst/>
            </a:prstGeom>
            <a:noFill/>
          </p:spPr>
          <p:txBody>
            <a:bodyPr wrap="square" rtlCol="0">
              <a:spAutoFit/>
            </a:bodyPr>
            <a:lstStyle>
              <a:defPPr>
                <a:defRPr lang="zh-CN"/>
              </a:defPPr>
              <a:lvl1pPr lvl="0">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nvGrpSpPr>
          <p:cNvPr id="50" name="组合 49">
            <a:extLst>
              <a:ext uri="{FF2B5EF4-FFF2-40B4-BE49-F238E27FC236}">
                <a16:creationId xmlns:a16="http://schemas.microsoft.com/office/drawing/2014/main" xmlns="" id="{F5F07BA6-45E3-4594-BF12-F441541C4AF9}"/>
              </a:ext>
            </a:extLst>
          </p:cNvPr>
          <p:cNvGrpSpPr/>
          <p:nvPr/>
        </p:nvGrpSpPr>
        <p:grpSpPr>
          <a:xfrm>
            <a:off x="3670022" y="4520024"/>
            <a:ext cx="2174968" cy="1249444"/>
            <a:chOff x="3514589" y="4490107"/>
            <a:chExt cx="2174968" cy="1249444"/>
          </a:xfrm>
        </p:grpSpPr>
        <p:sp>
          <p:nvSpPr>
            <p:cNvPr id="51" name="矩形 50">
              <a:extLst>
                <a:ext uri="{FF2B5EF4-FFF2-40B4-BE49-F238E27FC236}">
                  <a16:creationId xmlns:a16="http://schemas.microsoft.com/office/drawing/2014/main" xmlns="" id="{C4CBB10B-2A4F-4F1F-8A46-BFE64C64643F}"/>
                </a:ext>
              </a:extLst>
            </p:cNvPr>
            <p:cNvSpPr/>
            <p:nvPr/>
          </p:nvSpPr>
          <p:spPr>
            <a:xfrm>
              <a:off x="3877891" y="4490107"/>
              <a:ext cx="1414228" cy="338554"/>
            </a:xfrm>
            <a:prstGeom prst="rect">
              <a:avLst/>
            </a:prstGeom>
          </p:spPr>
          <p:txBody>
            <a:bodyPr vert="horz" lIns="91440" tIns="45720" rIns="91440" bIns="45720" rtlCol="0" anchor="b">
              <a:noAutofit/>
            </a:bodyPr>
            <a:lstStyle/>
            <a:p>
              <a:pPr algn="ctr">
                <a:lnSpc>
                  <a:spcPct val="90000"/>
                </a:lnSpc>
                <a:spcBef>
                  <a:spcPct val="0"/>
                </a:spcBef>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j-cs"/>
                  <a:sym typeface="思源黑体" panose="020B0400000000000000" pitchFamily="34" charset="-122"/>
                </a:rPr>
                <a:t>添加标题</a:t>
              </a:r>
            </a:p>
          </p:txBody>
        </p:sp>
        <p:sp>
          <p:nvSpPr>
            <p:cNvPr id="52" name="TextBox 5">
              <a:extLst>
                <a:ext uri="{FF2B5EF4-FFF2-40B4-BE49-F238E27FC236}">
                  <a16:creationId xmlns:a16="http://schemas.microsoft.com/office/drawing/2014/main" xmlns="" id="{1E7BCBDB-721A-447A-9D63-18851B17D49F}"/>
                </a:ext>
              </a:extLst>
            </p:cNvPr>
            <p:cNvSpPr txBox="1"/>
            <p:nvPr/>
          </p:nvSpPr>
          <p:spPr>
            <a:xfrm>
              <a:off x="3514589" y="4828661"/>
              <a:ext cx="2174968" cy="910890"/>
            </a:xfrm>
            <a:prstGeom prst="rect">
              <a:avLst/>
            </a:prstGeom>
            <a:noFill/>
          </p:spPr>
          <p:txBody>
            <a:bodyPr wrap="square" rtlCol="0">
              <a:spAutoFit/>
            </a:bodyPr>
            <a:lstStyle>
              <a:defPPr>
                <a:defRPr lang="zh-CN"/>
              </a:defPPr>
              <a:lvl1pPr lvl="0" algn="ctr">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nvGrpSpPr>
          <p:cNvPr id="53" name="组合 52">
            <a:extLst>
              <a:ext uri="{FF2B5EF4-FFF2-40B4-BE49-F238E27FC236}">
                <a16:creationId xmlns:a16="http://schemas.microsoft.com/office/drawing/2014/main" xmlns="" id="{D640D278-0279-4D43-A341-7A269FA62C42}"/>
              </a:ext>
            </a:extLst>
          </p:cNvPr>
          <p:cNvGrpSpPr/>
          <p:nvPr/>
        </p:nvGrpSpPr>
        <p:grpSpPr>
          <a:xfrm>
            <a:off x="6086458" y="1919341"/>
            <a:ext cx="2174968" cy="1204173"/>
            <a:chOff x="5931025" y="1889424"/>
            <a:chExt cx="2174968" cy="1204173"/>
          </a:xfrm>
        </p:grpSpPr>
        <p:sp>
          <p:nvSpPr>
            <p:cNvPr id="54" name="矩形 53">
              <a:extLst>
                <a:ext uri="{FF2B5EF4-FFF2-40B4-BE49-F238E27FC236}">
                  <a16:creationId xmlns:a16="http://schemas.microsoft.com/office/drawing/2014/main" xmlns="" id="{0F51196F-EA2E-4160-8E6D-56779C4A0711}"/>
                </a:ext>
              </a:extLst>
            </p:cNvPr>
            <p:cNvSpPr/>
            <p:nvPr/>
          </p:nvSpPr>
          <p:spPr>
            <a:xfrm>
              <a:off x="6310429" y="1889424"/>
              <a:ext cx="1449281" cy="338554"/>
            </a:xfrm>
            <a:prstGeom prst="rect">
              <a:avLst/>
            </a:prstGeom>
          </p:spPr>
          <p:txBody>
            <a:bodyPr vert="horz" lIns="91440" tIns="45720" rIns="91440" bIns="45720" rtlCol="0" anchor="b">
              <a:noAutofit/>
            </a:bodyPr>
            <a:lstStyle/>
            <a:p>
              <a:pPr algn="ctr">
                <a:lnSpc>
                  <a:spcPct val="90000"/>
                </a:lnSpc>
                <a:spcBef>
                  <a:spcPct val="0"/>
                </a:spcBef>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j-cs"/>
                  <a:sym typeface="思源黑体" panose="020B0400000000000000" pitchFamily="34" charset="-122"/>
                </a:rPr>
                <a:t>添加标题</a:t>
              </a:r>
            </a:p>
          </p:txBody>
        </p:sp>
        <p:sp>
          <p:nvSpPr>
            <p:cNvPr id="55" name="TextBox 5">
              <a:extLst>
                <a:ext uri="{FF2B5EF4-FFF2-40B4-BE49-F238E27FC236}">
                  <a16:creationId xmlns:a16="http://schemas.microsoft.com/office/drawing/2014/main" xmlns="" id="{00C5BC41-8610-4414-90B1-2E1F9D07B0F4}"/>
                </a:ext>
              </a:extLst>
            </p:cNvPr>
            <p:cNvSpPr txBox="1"/>
            <p:nvPr/>
          </p:nvSpPr>
          <p:spPr>
            <a:xfrm>
              <a:off x="5931025" y="2182707"/>
              <a:ext cx="2174968" cy="910890"/>
            </a:xfrm>
            <a:prstGeom prst="rect">
              <a:avLst/>
            </a:prstGeom>
            <a:noFill/>
          </p:spPr>
          <p:txBody>
            <a:bodyPr wrap="square" rtlCol="0">
              <a:spAutoFit/>
            </a:bodyPr>
            <a:lstStyle>
              <a:defPPr>
                <a:defRPr lang="zh-CN"/>
              </a:defPPr>
              <a:lvl1pPr lvl="0" algn="ctr">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nvGrpSpPr>
          <p:cNvPr id="56" name="组合 55">
            <a:extLst>
              <a:ext uri="{FF2B5EF4-FFF2-40B4-BE49-F238E27FC236}">
                <a16:creationId xmlns:a16="http://schemas.microsoft.com/office/drawing/2014/main" xmlns="" id="{2AF9ED1B-5F0E-42D1-9202-BBF144E5E29C}"/>
              </a:ext>
            </a:extLst>
          </p:cNvPr>
          <p:cNvGrpSpPr/>
          <p:nvPr/>
        </p:nvGrpSpPr>
        <p:grpSpPr>
          <a:xfrm>
            <a:off x="8706855" y="4520024"/>
            <a:ext cx="2174968" cy="1249444"/>
            <a:chOff x="8551422" y="4490107"/>
            <a:chExt cx="2174968" cy="1249444"/>
          </a:xfrm>
        </p:grpSpPr>
        <p:sp>
          <p:nvSpPr>
            <p:cNvPr id="57" name="矩形 56">
              <a:extLst>
                <a:ext uri="{FF2B5EF4-FFF2-40B4-BE49-F238E27FC236}">
                  <a16:creationId xmlns:a16="http://schemas.microsoft.com/office/drawing/2014/main" xmlns="" id="{8271891D-7866-439C-8DEE-13421DF762DE}"/>
                </a:ext>
              </a:extLst>
            </p:cNvPr>
            <p:cNvSpPr/>
            <p:nvPr/>
          </p:nvSpPr>
          <p:spPr>
            <a:xfrm>
              <a:off x="8833444" y="4490107"/>
              <a:ext cx="1620958" cy="338554"/>
            </a:xfrm>
            <a:prstGeom prst="rect">
              <a:avLst/>
            </a:prstGeom>
          </p:spPr>
          <p:txBody>
            <a:bodyPr vert="horz" lIns="91440" tIns="45720" rIns="91440" bIns="45720" rtlCol="0" anchor="b">
              <a:noAutofit/>
            </a:bodyPr>
            <a:lstStyle/>
            <a:p>
              <a:pPr algn="ctr">
                <a:lnSpc>
                  <a:spcPct val="90000"/>
                </a:lnSpc>
                <a:spcBef>
                  <a:spcPct val="0"/>
                </a:spcBef>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j-cs"/>
                  <a:sym typeface="思源黑体" panose="020B0400000000000000" pitchFamily="34" charset="-122"/>
                </a:rPr>
                <a:t>添加标题</a:t>
              </a:r>
            </a:p>
          </p:txBody>
        </p:sp>
        <p:sp>
          <p:nvSpPr>
            <p:cNvPr id="58" name="TextBox 5">
              <a:extLst>
                <a:ext uri="{FF2B5EF4-FFF2-40B4-BE49-F238E27FC236}">
                  <a16:creationId xmlns:a16="http://schemas.microsoft.com/office/drawing/2014/main" xmlns="" id="{119244B1-E4AB-4406-B917-91A61936A098}"/>
                </a:ext>
              </a:extLst>
            </p:cNvPr>
            <p:cNvSpPr txBox="1"/>
            <p:nvPr/>
          </p:nvSpPr>
          <p:spPr>
            <a:xfrm>
              <a:off x="8551422" y="4828661"/>
              <a:ext cx="2174968" cy="910890"/>
            </a:xfrm>
            <a:prstGeom prst="rect">
              <a:avLst/>
            </a:prstGeom>
            <a:noFill/>
          </p:spPr>
          <p:txBody>
            <a:bodyPr wrap="square" rtlCol="0">
              <a:spAutoFit/>
            </a:bodyPr>
            <a:lstStyle>
              <a:defPPr>
                <a:defRPr lang="zh-CN"/>
              </a:defPPr>
              <a:lvl1pPr lvl="0" algn="ctr">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spTree>
    <p:extLst>
      <p:ext uri="{BB962C8B-B14F-4D97-AF65-F5344CB8AC3E}">
        <p14:creationId xmlns:p14="http://schemas.microsoft.com/office/powerpoint/2010/main" val="336604913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50"/>
                                        <p:tgtEl>
                                          <p:spTgt spid="5"/>
                                        </p:tgtEl>
                                      </p:cBhvr>
                                    </p:animEffect>
                                  </p:childTnLst>
                                </p:cTn>
                              </p:par>
                            </p:childTnLst>
                          </p:cTn>
                        </p:par>
                        <p:par>
                          <p:cTn id="8" fill="hold">
                            <p:stCondLst>
                              <p:cond delay="750"/>
                            </p:stCondLst>
                            <p:childTnLst>
                              <p:par>
                                <p:cTn id="9" presetID="22" presetClass="entr" presetSubtype="4"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down)">
                                      <p:cBhvr>
                                        <p:cTn id="11" dur="750"/>
                                        <p:tgtEl>
                                          <p:spTgt spid="47"/>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up)">
                                      <p:cBhvr>
                                        <p:cTn id="15" dur="750"/>
                                        <p:tgtEl>
                                          <p:spTgt spid="50"/>
                                        </p:tgtEl>
                                      </p:cBhvr>
                                    </p:animEffect>
                                  </p:childTnLst>
                                </p:cTn>
                              </p:par>
                            </p:childTnLst>
                          </p:cTn>
                        </p:par>
                        <p:par>
                          <p:cTn id="16" fill="hold">
                            <p:stCondLst>
                              <p:cond delay="2250"/>
                            </p:stCondLst>
                            <p:childTnLst>
                              <p:par>
                                <p:cTn id="17" presetID="22" presetClass="entr" presetSubtype="4"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down)">
                                      <p:cBhvr>
                                        <p:cTn id="19" dur="750"/>
                                        <p:tgtEl>
                                          <p:spTgt spid="53"/>
                                        </p:tgtEl>
                                      </p:cBhvr>
                                    </p:animEffect>
                                  </p:childTnLst>
                                </p:cTn>
                              </p:par>
                            </p:childTnLst>
                          </p:cTn>
                        </p:par>
                        <p:par>
                          <p:cTn id="20" fill="hold">
                            <p:stCondLst>
                              <p:cond delay="3000"/>
                            </p:stCondLst>
                            <p:childTnLst>
                              <p:par>
                                <p:cTn id="21" presetID="22" presetClass="entr" presetSubtype="1" fill="hold" nodeType="after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wipe(up)">
                                      <p:cBhvr>
                                        <p:cTn id="23" dur="7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1.</a:t>
            </a:r>
            <a:r>
              <a:rPr lang="zh-CN" altLang="en-US" sz="3200" dirty="0">
                <a:solidFill>
                  <a:srgbClr val="B82B2A"/>
                </a:solidFill>
                <a:latin typeface="思源黑体 CN Bold" panose="020B0800000000000000" pitchFamily="34" charset="-122"/>
                <a:ea typeface="思源黑体 CN Bold" panose="020B0800000000000000" pitchFamily="34" charset="-122"/>
              </a:rPr>
              <a:t>年度工作总结</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a:extLst>
              <a:ext uri="{FF2B5EF4-FFF2-40B4-BE49-F238E27FC236}">
                <a16:creationId xmlns:a16="http://schemas.microsoft.com/office/drawing/2014/main" xmlns="" id="{8B60DB32-57BD-4153-959B-C0B9EBD9EC34}"/>
              </a:ext>
            </a:extLst>
          </p:cNvPr>
          <p:cNvGrpSpPr/>
          <p:nvPr/>
        </p:nvGrpSpPr>
        <p:grpSpPr>
          <a:xfrm>
            <a:off x="6208021" y="2106414"/>
            <a:ext cx="1977936" cy="2238871"/>
            <a:chOff x="5987173" y="3044094"/>
            <a:chExt cx="1796700" cy="1976578"/>
          </a:xfrm>
        </p:grpSpPr>
        <p:sp>
          <p:nvSpPr>
            <p:cNvPr id="6" name="任意多边形 19">
              <a:extLst>
                <a:ext uri="{FF2B5EF4-FFF2-40B4-BE49-F238E27FC236}">
                  <a16:creationId xmlns:a16="http://schemas.microsoft.com/office/drawing/2014/main" xmlns="" id="{9E9CCE71-5096-440E-83F8-8788FB53CDD8}"/>
                </a:ext>
              </a:extLst>
            </p:cNvPr>
            <p:cNvSpPr/>
            <p:nvPr/>
          </p:nvSpPr>
          <p:spPr>
            <a:xfrm>
              <a:off x="5987173" y="3044094"/>
              <a:ext cx="1796700" cy="1976578"/>
            </a:xfrm>
            <a:custGeom>
              <a:avLst/>
              <a:gdLst>
                <a:gd name="connsiteX0" fmla="*/ 898350 w 1796700"/>
                <a:gd name="connsiteY0" fmla="*/ 0 h 1976578"/>
                <a:gd name="connsiteX1" fmla="*/ 1796700 w 1796700"/>
                <a:gd name="connsiteY1" fmla="*/ 898350 h 1976578"/>
                <a:gd name="connsiteX2" fmla="*/ 1079399 w 1796700"/>
                <a:gd name="connsiteY2" fmla="*/ 1778449 h 1976578"/>
                <a:gd name="connsiteX3" fmla="*/ 1005825 w 1796700"/>
                <a:gd name="connsiteY3" fmla="*/ 1789678 h 1976578"/>
                <a:gd name="connsiteX4" fmla="*/ 910290 w 1796700"/>
                <a:gd name="connsiteY4" fmla="*/ 1976578 h 1976578"/>
                <a:gd name="connsiteX5" fmla="*/ 821270 w 1796700"/>
                <a:gd name="connsiteY5" fmla="*/ 1792808 h 1976578"/>
                <a:gd name="connsiteX6" fmla="*/ 806499 w 1796700"/>
                <a:gd name="connsiteY6" fmla="*/ 1792062 h 1976578"/>
                <a:gd name="connsiteX7" fmla="*/ 0 w 1796700"/>
                <a:gd name="connsiteY7" fmla="*/ 898350 h 1976578"/>
                <a:gd name="connsiteX8" fmla="*/ 898350 w 1796700"/>
                <a:gd name="connsiteY8" fmla="*/ 0 h 197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6700" h="1976578">
                  <a:moveTo>
                    <a:pt x="898350" y="0"/>
                  </a:moveTo>
                  <a:cubicBezTo>
                    <a:pt x="1394495" y="0"/>
                    <a:pt x="1796700" y="402205"/>
                    <a:pt x="1796700" y="898350"/>
                  </a:cubicBezTo>
                  <a:cubicBezTo>
                    <a:pt x="1796700" y="1332477"/>
                    <a:pt x="1488762" y="1694681"/>
                    <a:pt x="1079399" y="1778449"/>
                  </a:cubicBezTo>
                  <a:lnTo>
                    <a:pt x="1005825" y="1789678"/>
                  </a:lnTo>
                  <a:lnTo>
                    <a:pt x="910290" y="1976578"/>
                  </a:lnTo>
                  <a:lnTo>
                    <a:pt x="821270" y="1792808"/>
                  </a:lnTo>
                  <a:lnTo>
                    <a:pt x="806499" y="1792062"/>
                  </a:lnTo>
                  <a:cubicBezTo>
                    <a:pt x="353501" y="1746058"/>
                    <a:pt x="0" y="1363486"/>
                    <a:pt x="0" y="898350"/>
                  </a:cubicBezTo>
                  <a:cubicBezTo>
                    <a:pt x="0" y="402205"/>
                    <a:pt x="402205" y="0"/>
                    <a:pt x="898350" y="0"/>
                  </a:cubicBezTo>
                  <a:close/>
                </a:path>
              </a:pathLst>
            </a:cu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7" name="KSO_Shape">
              <a:extLst>
                <a:ext uri="{FF2B5EF4-FFF2-40B4-BE49-F238E27FC236}">
                  <a16:creationId xmlns:a16="http://schemas.microsoft.com/office/drawing/2014/main" xmlns="" id="{900567AB-FA15-4B1A-BA41-9EA7995426EE}"/>
                </a:ext>
              </a:extLst>
            </p:cNvPr>
            <p:cNvSpPr>
              <a:spLocks/>
            </p:cNvSpPr>
            <p:nvPr/>
          </p:nvSpPr>
          <p:spPr bwMode="auto">
            <a:xfrm>
              <a:off x="6664272" y="3431336"/>
              <a:ext cx="453627" cy="453627"/>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7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7"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7"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7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7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rgbClr val="FFFFFF"/>
            </a:solidFill>
            <a:ln>
              <a:noFill/>
            </a:ln>
          </p:spPr>
          <p:txBody>
            <a:bodyPr anchor="ctr">
              <a:scene3d>
                <a:camera prst="orthographicFront"/>
                <a:lightRig rig="threePt" dir="t"/>
              </a:scene3d>
              <a:sp3d>
                <a:contourClr>
                  <a:srgbClr val="FFFFFF"/>
                </a:contourClr>
              </a:sp3d>
            </a:bodyPr>
            <a:lstStyle/>
            <a:p>
              <a:pPr algn="ctr">
                <a:defRPr/>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8" name="文本框 62">
              <a:extLst>
                <a:ext uri="{FF2B5EF4-FFF2-40B4-BE49-F238E27FC236}">
                  <a16:creationId xmlns:a16="http://schemas.microsoft.com/office/drawing/2014/main" xmlns="" id="{FF59202A-D86E-4A74-802A-3FE638D12CCC}"/>
                </a:ext>
              </a:extLst>
            </p:cNvPr>
            <p:cNvSpPr txBox="1"/>
            <p:nvPr/>
          </p:nvSpPr>
          <p:spPr>
            <a:xfrm>
              <a:off x="6329724" y="3989043"/>
              <a:ext cx="1313565" cy="407579"/>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输入标题</a:t>
              </a:r>
            </a:p>
          </p:txBody>
        </p:sp>
      </p:grpSp>
      <p:grpSp>
        <p:nvGrpSpPr>
          <p:cNvPr id="3" name="组合 2">
            <a:extLst>
              <a:ext uri="{FF2B5EF4-FFF2-40B4-BE49-F238E27FC236}">
                <a16:creationId xmlns:a16="http://schemas.microsoft.com/office/drawing/2014/main" xmlns="" id="{929A1C6A-C097-426D-886B-3F09EB4845FC}"/>
              </a:ext>
            </a:extLst>
          </p:cNvPr>
          <p:cNvGrpSpPr/>
          <p:nvPr/>
        </p:nvGrpSpPr>
        <p:grpSpPr>
          <a:xfrm>
            <a:off x="1134641" y="4409982"/>
            <a:ext cx="9922718" cy="165827"/>
            <a:chOff x="1134641" y="4409982"/>
            <a:chExt cx="9922718" cy="165827"/>
          </a:xfrm>
        </p:grpSpPr>
        <p:cxnSp>
          <p:nvCxnSpPr>
            <p:cNvPr id="9" name="直接连接符 8">
              <a:extLst>
                <a:ext uri="{FF2B5EF4-FFF2-40B4-BE49-F238E27FC236}">
                  <a16:creationId xmlns:a16="http://schemas.microsoft.com/office/drawing/2014/main" xmlns="" id="{66CA5A5A-45E1-49B7-9361-CF6FCE0EB3BE}"/>
                </a:ext>
              </a:extLst>
            </p:cNvPr>
            <p:cNvCxnSpPr/>
            <p:nvPr/>
          </p:nvCxnSpPr>
          <p:spPr>
            <a:xfrm>
              <a:off x="1244848" y="4492896"/>
              <a:ext cx="9731927" cy="0"/>
            </a:xfrm>
            <a:prstGeom prst="line">
              <a:avLst/>
            </a:prstGeom>
            <a:ln>
              <a:solidFill>
                <a:srgbClr val="2C3637"/>
              </a:solidFill>
              <a:prstDash val="dashDot"/>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xmlns="" id="{A4EB5B6F-7E77-4D97-92B8-6F82F1987861}"/>
                </a:ext>
              </a:extLst>
            </p:cNvPr>
            <p:cNvSpPr/>
            <p:nvPr/>
          </p:nvSpPr>
          <p:spPr>
            <a:xfrm>
              <a:off x="1134641" y="4409982"/>
              <a:ext cx="161167" cy="165827"/>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68562" tIns="34281" rIns="68562" bIns="34281" rtlCol="0" anchor="ctr"/>
            <a:lstStyle/>
            <a:p>
              <a:pPr algn="ctr"/>
              <a:endParaRPr lang="zh-CN" altLang="en-US" sz="2400">
                <a:solidFill>
                  <a:srgbClr val="93CDDD"/>
                </a:solidFill>
                <a:latin typeface="微软雅黑" panose="020B0503020204020204" pitchFamily="34" charset="-122"/>
                <a:ea typeface="微软雅黑" panose="020B0503020204020204" pitchFamily="34" charset="-122"/>
              </a:endParaRPr>
            </a:p>
          </p:txBody>
        </p:sp>
        <p:sp>
          <p:nvSpPr>
            <p:cNvPr id="11" name="椭圆 10">
              <a:extLst>
                <a:ext uri="{FF2B5EF4-FFF2-40B4-BE49-F238E27FC236}">
                  <a16:creationId xmlns:a16="http://schemas.microsoft.com/office/drawing/2014/main" xmlns="" id="{E748F94E-B61E-439F-BD57-B2A6F44F7355}"/>
                </a:ext>
              </a:extLst>
            </p:cNvPr>
            <p:cNvSpPr/>
            <p:nvPr/>
          </p:nvSpPr>
          <p:spPr>
            <a:xfrm>
              <a:off x="10896192" y="4409982"/>
              <a:ext cx="161167" cy="165827"/>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68562" tIns="34281" rIns="68562" bIns="34281" rtlCol="0" anchor="ctr"/>
            <a:lstStyle/>
            <a:p>
              <a:pPr algn="ctr"/>
              <a:endParaRPr lang="zh-CN" altLang="en-US" sz="2400">
                <a:solidFill>
                  <a:srgbClr val="93CDDD"/>
                </a:solidFill>
                <a:latin typeface="微软雅黑" panose="020B0503020204020204" pitchFamily="34" charset="-122"/>
                <a:ea typeface="微软雅黑" panose="020B0503020204020204" pitchFamily="34" charset="-122"/>
              </a:endParaRPr>
            </a:p>
          </p:txBody>
        </p:sp>
        <p:sp>
          <p:nvSpPr>
            <p:cNvPr id="12" name="椭圆 11">
              <a:extLst>
                <a:ext uri="{FF2B5EF4-FFF2-40B4-BE49-F238E27FC236}">
                  <a16:creationId xmlns:a16="http://schemas.microsoft.com/office/drawing/2014/main" xmlns="" id="{A805CD26-F051-43AF-A633-CAADA02E4372}"/>
                </a:ext>
              </a:extLst>
            </p:cNvPr>
            <p:cNvSpPr/>
            <p:nvPr/>
          </p:nvSpPr>
          <p:spPr>
            <a:xfrm>
              <a:off x="2696364" y="4409982"/>
              <a:ext cx="161167" cy="165827"/>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2" tIns="34281" rIns="68562" bIns="34281" rtlCol="0" anchor="ctr"/>
            <a:lstStyle/>
            <a:p>
              <a:pPr algn="ctr"/>
              <a:endParaRPr lang="zh-CN" altLang="en-US" sz="2400">
                <a:solidFill>
                  <a:srgbClr val="93CDDD"/>
                </a:solidFill>
                <a:latin typeface="微软雅黑" panose="020B0503020204020204" pitchFamily="34" charset="-122"/>
                <a:ea typeface="微软雅黑" panose="020B0503020204020204" pitchFamily="34" charset="-122"/>
              </a:endParaRPr>
            </a:p>
          </p:txBody>
        </p:sp>
        <p:sp>
          <p:nvSpPr>
            <p:cNvPr id="13" name="椭圆 12">
              <a:extLst>
                <a:ext uri="{FF2B5EF4-FFF2-40B4-BE49-F238E27FC236}">
                  <a16:creationId xmlns:a16="http://schemas.microsoft.com/office/drawing/2014/main" xmlns="" id="{928256A0-8EF5-4774-8003-B552B0B75A68}"/>
                </a:ext>
              </a:extLst>
            </p:cNvPr>
            <p:cNvSpPr/>
            <p:nvPr/>
          </p:nvSpPr>
          <p:spPr>
            <a:xfrm>
              <a:off x="4895148" y="4409982"/>
              <a:ext cx="161167" cy="165827"/>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68562" tIns="34281" rIns="68562" bIns="34281" rtlCol="0" anchor="ctr"/>
            <a:lstStyle/>
            <a:p>
              <a:pPr algn="ctr"/>
              <a:endParaRPr lang="zh-CN" altLang="en-US" sz="2400">
                <a:solidFill>
                  <a:srgbClr val="93CDDD"/>
                </a:solidFill>
                <a:latin typeface="微软雅黑" panose="020B0503020204020204" pitchFamily="34" charset="-122"/>
                <a:ea typeface="微软雅黑" panose="020B0503020204020204" pitchFamily="34" charset="-122"/>
              </a:endParaRPr>
            </a:p>
          </p:txBody>
        </p:sp>
        <p:sp>
          <p:nvSpPr>
            <p:cNvPr id="14" name="椭圆 13">
              <a:extLst>
                <a:ext uri="{FF2B5EF4-FFF2-40B4-BE49-F238E27FC236}">
                  <a16:creationId xmlns:a16="http://schemas.microsoft.com/office/drawing/2014/main" xmlns="" id="{3A4546D6-7297-4114-868C-53041A71436B}"/>
                </a:ext>
              </a:extLst>
            </p:cNvPr>
            <p:cNvSpPr/>
            <p:nvPr/>
          </p:nvSpPr>
          <p:spPr>
            <a:xfrm>
              <a:off x="7132806" y="4409982"/>
              <a:ext cx="161167" cy="165827"/>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2" tIns="34281" rIns="68562" bIns="34281" rtlCol="0" anchor="ctr"/>
            <a:lstStyle/>
            <a:p>
              <a:pPr algn="ctr"/>
              <a:endParaRPr lang="zh-CN" altLang="en-US" sz="2400">
                <a:solidFill>
                  <a:srgbClr val="93CDDD"/>
                </a:solidFill>
                <a:latin typeface="微软雅黑" panose="020B0503020204020204" pitchFamily="34" charset="-122"/>
                <a:ea typeface="微软雅黑" panose="020B0503020204020204" pitchFamily="34" charset="-122"/>
              </a:endParaRPr>
            </a:p>
          </p:txBody>
        </p:sp>
        <p:sp>
          <p:nvSpPr>
            <p:cNvPr id="15" name="椭圆 14">
              <a:extLst>
                <a:ext uri="{FF2B5EF4-FFF2-40B4-BE49-F238E27FC236}">
                  <a16:creationId xmlns:a16="http://schemas.microsoft.com/office/drawing/2014/main" xmlns="" id="{F87507F3-8C68-4A7D-8C2A-86275C7C70AF}"/>
                </a:ext>
              </a:extLst>
            </p:cNvPr>
            <p:cNvSpPr/>
            <p:nvPr/>
          </p:nvSpPr>
          <p:spPr>
            <a:xfrm>
              <a:off x="9091778" y="4409982"/>
              <a:ext cx="161167" cy="165827"/>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68562" tIns="34281" rIns="68562" bIns="34281" rtlCol="0" anchor="ctr"/>
            <a:lstStyle/>
            <a:p>
              <a:pPr algn="ctr"/>
              <a:endParaRPr lang="zh-CN" altLang="en-US" sz="2400">
                <a:solidFill>
                  <a:srgbClr val="93CDDD"/>
                </a:solidFill>
                <a:latin typeface="微软雅黑" panose="020B0503020204020204" pitchFamily="34" charset="-122"/>
                <a:ea typeface="微软雅黑" panose="020B0503020204020204" pitchFamily="34" charset="-122"/>
              </a:endParaRPr>
            </a:p>
          </p:txBody>
        </p:sp>
      </p:grpSp>
      <p:grpSp>
        <p:nvGrpSpPr>
          <p:cNvPr id="16" name="组合 15">
            <a:extLst>
              <a:ext uri="{FF2B5EF4-FFF2-40B4-BE49-F238E27FC236}">
                <a16:creationId xmlns:a16="http://schemas.microsoft.com/office/drawing/2014/main" xmlns="" id="{41C3D31F-F8BC-4317-B6A4-CB079821BAB0}"/>
              </a:ext>
            </a:extLst>
          </p:cNvPr>
          <p:cNvGrpSpPr/>
          <p:nvPr/>
        </p:nvGrpSpPr>
        <p:grpSpPr>
          <a:xfrm>
            <a:off x="1927356" y="2364888"/>
            <a:ext cx="1734687" cy="1993385"/>
            <a:chOff x="2940476" y="3272285"/>
            <a:chExt cx="1575740" cy="1759852"/>
          </a:xfrm>
        </p:grpSpPr>
        <p:sp>
          <p:nvSpPr>
            <p:cNvPr id="17" name="任意多边形 47">
              <a:extLst>
                <a:ext uri="{FF2B5EF4-FFF2-40B4-BE49-F238E27FC236}">
                  <a16:creationId xmlns:a16="http://schemas.microsoft.com/office/drawing/2014/main" xmlns="" id="{B54EB47B-1402-4435-949F-7481B05916F2}"/>
                </a:ext>
              </a:extLst>
            </p:cNvPr>
            <p:cNvSpPr/>
            <p:nvPr/>
          </p:nvSpPr>
          <p:spPr>
            <a:xfrm>
              <a:off x="2940476" y="3272285"/>
              <a:ext cx="1575740" cy="1759852"/>
            </a:xfrm>
            <a:custGeom>
              <a:avLst/>
              <a:gdLst>
                <a:gd name="connsiteX0" fmla="*/ 787870 w 1575740"/>
                <a:gd name="connsiteY0" fmla="*/ 0 h 1759852"/>
                <a:gd name="connsiteX1" fmla="*/ 1575740 w 1575740"/>
                <a:gd name="connsiteY1" fmla="*/ 787870 h 1759852"/>
                <a:gd name="connsiteX2" fmla="*/ 946654 w 1575740"/>
                <a:gd name="connsiteY2" fmla="*/ 1559734 h 1759852"/>
                <a:gd name="connsiteX3" fmla="*/ 870324 w 1575740"/>
                <a:gd name="connsiteY3" fmla="*/ 1567428 h 1759852"/>
                <a:gd name="connsiteX4" fmla="*/ 771966 w 1575740"/>
                <a:gd name="connsiteY4" fmla="*/ 1759852 h 1759852"/>
                <a:gd name="connsiteX5" fmla="*/ 677385 w 1575740"/>
                <a:gd name="connsiteY5" fmla="*/ 1564602 h 1759852"/>
                <a:gd name="connsiteX6" fmla="*/ 629087 w 1575740"/>
                <a:gd name="connsiteY6" fmla="*/ 1559734 h 1759852"/>
                <a:gd name="connsiteX7" fmla="*/ 0 w 1575740"/>
                <a:gd name="connsiteY7" fmla="*/ 787870 h 1759852"/>
                <a:gd name="connsiteX8" fmla="*/ 787870 w 1575740"/>
                <a:gd name="connsiteY8" fmla="*/ 0 h 1759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740" h="1759852">
                  <a:moveTo>
                    <a:pt x="787870" y="0"/>
                  </a:moveTo>
                  <a:cubicBezTo>
                    <a:pt x="1222999" y="0"/>
                    <a:pt x="1575740" y="352741"/>
                    <a:pt x="1575740" y="787870"/>
                  </a:cubicBezTo>
                  <a:cubicBezTo>
                    <a:pt x="1575740" y="1168608"/>
                    <a:pt x="1305673" y="1486268"/>
                    <a:pt x="946654" y="1559734"/>
                  </a:cubicBezTo>
                  <a:lnTo>
                    <a:pt x="870324" y="1567428"/>
                  </a:lnTo>
                  <a:lnTo>
                    <a:pt x="771966" y="1759852"/>
                  </a:lnTo>
                  <a:lnTo>
                    <a:pt x="677385" y="1564602"/>
                  </a:lnTo>
                  <a:lnTo>
                    <a:pt x="629087" y="1559734"/>
                  </a:lnTo>
                  <a:cubicBezTo>
                    <a:pt x="270067" y="1486268"/>
                    <a:pt x="0" y="1168608"/>
                    <a:pt x="0" y="787870"/>
                  </a:cubicBezTo>
                  <a:cubicBezTo>
                    <a:pt x="0" y="352741"/>
                    <a:pt x="352741" y="0"/>
                    <a:pt x="787870" y="0"/>
                  </a:cubicBezTo>
                  <a:close/>
                </a:path>
              </a:pathLst>
            </a:cu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18" name="KSO_Shape">
              <a:extLst>
                <a:ext uri="{FF2B5EF4-FFF2-40B4-BE49-F238E27FC236}">
                  <a16:creationId xmlns:a16="http://schemas.microsoft.com/office/drawing/2014/main" xmlns="" id="{8CA5EC56-D037-49CB-84F9-64718C80B09D}"/>
                </a:ext>
              </a:extLst>
            </p:cNvPr>
            <p:cNvSpPr>
              <a:spLocks/>
            </p:cNvSpPr>
            <p:nvPr/>
          </p:nvSpPr>
          <p:spPr bwMode="auto">
            <a:xfrm>
              <a:off x="3513033" y="3586933"/>
              <a:ext cx="430626" cy="439414"/>
            </a:xfrm>
            <a:custGeom>
              <a:avLst/>
              <a:gdLst>
                <a:gd name="T0" fmla="*/ 1524318 w 3543300"/>
                <a:gd name="T1" fmla="*/ 1132523 h 3617913"/>
                <a:gd name="T2" fmla="*/ 1313498 w 3543300"/>
                <a:gd name="T3" fmla="*/ 1253173 h 3617913"/>
                <a:gd name="T4" fmla="*/ 1155382 w 3543300"/>
                <a:gd name="T5" fmla="*/ 1435418 h 3617913"/>
                <a:gd name="T6" fmla="*/ 1066122 w 3543300"/>
                <a:gd name="T7" fmla="*/ 1663327 h 3617913"/>
                <a:gd name="T8" fmla="*/ 1059774 w 3543300"/>
                <a:gd name="T9" fmla="*/ 1918696 h 3617913"/>
                <a:gd name="T10" fmla="*/ 1138484 w 3543300"/>
                <a:gd name="T11" fmla="*/ 2152467 h 3617913"/>
                <a:gd name="T12" fmla="*/ 1287651 w 3543300"/>
                <a:gd name="T13" fmla="*/ 2342088 h 3617913"/>
                <a:gd name="T14" fmla="*/ 1491724 w 3543300"/>
                <a:gd name="T15" fmla="*/ 2472632 h 3617913"/>
                <a:gd name="T16" fmla="*/ 1734517 w 3543300"/>
                <a:gd name="T17" fmla="*/ 2528533 h 3617913"/>
                <a:gd name="T18" fmla="*/ 1985879 w 3543300"/>
                <a:gd name="T19" fmla="*/ 2496771 h 3617913"/>
                <a:gd name="T20" fmla="*/ 2202647 w 3543300"/>
                <a:gd name="T21" fmla="*/ 2386238 h 3617913"/>
                <a:gd name="T22" fmla="*/ 2368635 w 3543300"/>
                <a:gd name="T23" fmla="*/ 2211863 h 3617913"/>
                <a:gd name="T24" fmla="*/ 2469244 w 3543300"/>
                <a:gd name="T25" fmla="*/ 1988891 h 3617913"/>
                <a:gd name="T26" fmla="*/ 2487969 w 3543300"/>
                <a:gd name="T27" fmla="*/ 1735110 h 3617913"/>
                <a:gd name="T28" fmla="*/ 2420685 w 3543300"/>
                <a:gd name="T29" fmla="*/ 1496257 h 3617913"/>
                <a:gd name="T30" fmla="*/ 2280920 w 3543300"/>
                <a:gd name="T31" fmla="*/ 1299528 h 3617913"/>
                <a:gd name="T32" fmla="*/ 2083752 w 3543300"/>
                <a:gd name="T33" fmla="*/ 1159510 h 3617913"/>
                <a:gd name="T34" fmla="*/ 1845310 w 3543300"/>
                <a:gd name="T35" fmla="*/ 1092518 h 3617913"/>
                <a:gd name="T36" fmla="*/ 1957705 w 3543300"/>
                <a:gd name="T37" fmla="*/ 6985 h 3617913"/>
                <a:gd name="T38" fmla="*/ 2011998 w 3543300"/>
                <a:gd name="T39" fmla="*/ 89217 h 3617913"/>
                <a:gd name="T40" fmla="*/ 2341562 w 3543300"/>
                <a:gd name="T41" fmla="*/ 485457 h 3617913"/>
                <a:gd name="T42" fmla="*/ 2646362 w 3543300"/>
                <a:gd name="T43" fmla="*/ 240665 h 3617913"/>
                <a:gd name="T44" fmla="*/ 2970848 w 3543300"/>
                <a:gd name="T45" fmla="*/ 446087 h 3617913"/>
                <a:gd name="T46" fmla="*/ 2979738 w 3543300"/>
                <a:gd name="T47" fmla="*/ 554990 h 3617913"/>
                <a:gd name="T48" fmla="*/ 2996248 w 3543300"/>
                <a:gd name="T49" fmla="*/ 1049655 h 3617913"/>
                <a:gd name="T50" fmla="*/ 3393440 w 3543300"/>
                <a:gd name="T51" fmla="*/ 1051243 h 3617913"/>
                <a:gd name="T52" fmla="*/ 3542030 w 3543300"/>
                <a:gd name="T53" fmla="*/ 1406843 h 3617913"/>
                <a:gd name="T54" fmla="*/ 3490278 w 3543300"/>
                <a:gd name="T55" fmla="*/ 1502728 h 3617913"/>
                <a:gd name="T56" fmla="*/ 3210242 w 3543300"/>
                <a:gd name="T57" fmla="*/ 1889125 h 3617913"/>
                <a:gd name="T58" fmla="*/ 3529330 w 3543300"/>
                <a:gd name="T59" fmla="*/ 2149158 h 3617913"/>
                <a:gd name="T60" fmla="*/ 3442335 w 3543300"/>
                <a:gd name="T61" fmla="*/ 2520315 h 3617913"/>
                <a:gd name="T62" fmla="*/ 3346450 w 3543300"/>
                <a:gd name="T63" fmla="*/ 2572068 h 3617913"/>
                <a:gd name="T64" fmla="*/ 2905125 w 3543300"/>
                <a:gd name="T65" fmla="*/ 2698115 h 3617913"/>
                <a:gd name="T66" fmla="*/ 2994025 w 3543300"/>
                <a:gd name="T67" fmla="*/ 3108643 h 3617913"/>
                <a:gd name="T68" fmla="*/ 2709228 w 3543300"/>
                <a:gd name="T69" fmla="*/ 3363913 h 3617913"/>
                <a:gd name="T70" fmla="*/ 2600325 w 3543300"/>
                <a:gd name="T71" fmla="*/ 3355023 h 3617913"/>
                <a:gd name="T72" fmla="*/ 2193608 w 3543300"/>
                <a:gd name="T73" fmla="*/ 3187066 h 3617913"/>
                <a:gd name="T74" fmla="*/ 2005012 w 3543300"/>
                <a:gd name="T75" fmla="*/ 3563621 h 3617913"/>
                <a:gd name="T76" fmla="*/ 1620520 w 3543300"/>
                <a:gd name="T77" fmla="*/ 3617913 h 3617913"/>
                <a:gd name="T78" fmla="*/ 1535430 w 3543300"/>
                <a:gd name="T79" fmla="*/ 3555366 h 3617913"/>
                <a:gd name="T80" fmla="*/ 1324928 w 3543300"/>
                <a:gd name="T81" fmla="*/ 3179128 h 3617913"/>
                <a:gd name="T82" fmla="*/ 935990 w 3543300"/>
                <a:gd name="T83" fmla="*/ 3361056 h 3617913"/>
                <a:gd name="T84" fmla="*/ 830262 w 3543300"/>
                <a:gd name="T85" fmla="*/ 3361056 h 3617913"/>
                <a:gd name="T86" fmla="*/ 550545 w 3543300"/>
                <a:gd name="T87" fmla="*/ 3100071 h 3617913"/>
                <a:gd name="T88" fmla="*/ 638492 w 3543300"/>
                <a:gd name="T89" fmla="*/ 2698115 h 3617913"/>
                <a:gd name="T90" fmla="*/ 196850 w 3543300"/>
                <a:gd name="T91" fmla="*/ 2572068 h 3617913"/>
                <a:gd name="T92" fmla="*/ 101282 w 3543300"/>
                <a:gd name="T93" fmla="*/ 2520315 h 3617913"/>
                <a:gd name="T94" fmla="*/ 13970 w 3543300"/>
                <a:gd name="T95" fmla="*/ 2149158 h 3617913"/>
                <a:gd name="T96" fmla="*/ 334962 w 3543300"/>
                <a:gd name="T97" fmla="*/ 1915478 h 3617913"/>
                <a:gd name="T98" fmla="*/ 57467 w 3543300"/>
                <a:gd name="T99" fmla="*/ 1504633 h 3617913"/>
                <a:gd name="T100" fmla="*/ 635 w 3543300"/>
                <a:gd name="T101" fmla="*/ 1411288 h 3617913"/>
                <a:gd name="T102" fmla="*/ 134620 w 3543300"/>
                <a:gd name="T103" fmla="*/ 1058863 h 3617913"/>
                <a:gd name="T104" fmla="*/ 520382 w 3543300"/>
                <a:gd name="T105" fmla="*/ 1095375 h 3617913"/>
                <a:gd name="T106" fmla="*/ 742632 w 3543300"/>
                <a:gd name="T107" fmla="*/ 801052 h 3617913"/>
                <a:gd name="T108" fmla="*/ 558482 w 3543300"/>
                <a:gd name="T109" fmla="*/ 467677 h 3617913"/>
                <a:gd name="T110" fmla="*/ 862648 w 3543300"/>
                <a:gd name="T111" fmla="*/ 242252 h 3617913"/>
                <a:gd name="T112" fmla="*/ 955040 w 3543300"/>
                <a:gd name="T113" fmla="*/ 276542 h 3617913"/>
                <a:gd name="T114" fmla="*/ 1452245 w 3543300"/>
                <a:gd name="T115" fmla="*/ 404177 h 3617913"/>
                <a:gd name="T116" fmla="*/ 1557655 w 3543300"/>
                <a:gd name="T117" fmla="*/ 26352 h 3617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43300" h="3617913">
                  <a:moveTo>
                    <a:pt x="1752918" y="1088708"/>
                  </a:moveTo>
                  <a:lnTo>
                    <a:pt x="1734502" y="1089660"/>
                  </a:lnTo>
                  <a:lnTo>
                    <a:pt x="1716088" y="1090613"/>
                  </a:lnTo>
                  <a:lnTo>
                    <a:pt x="1697990" y="1092518"/>
                  </a:lnTo>
                  <a:lnTo>
                    <a:pt x="1679892" y="1094423"/>
                  </a:lnTo>
                  <a:lnTo>
                    <a:pt x="1662112" y="1097280"/>
                  </a:lnTo>
                  <a:lnTo>
                    <a:pt x="1644332" y="1100138"/>
                  </a:lnTo>
                  <a:lnTo>
                    <a:pt x="1626552" y="1103630"/>
                  </a:lnTo>
                  <a:lnTo>
                    <a:pt x="1608772" y="1107440"/>
                  </a:lnTo>
                  <a:lnTo>
                    <a:pt x="1591628" y="1111568"/>
                  </a:lnTo>
                  <a:lnTo>
                    <a:pt x="1574800" y="1116013"/>
                  </a:lnTo>
                  <a:lnTo>
                    <a:pt x="1557338" y="1121093"/>
                  </a:lnTo>
                  <a:lnTo>
                    <a:pt x="1540828" y="1126490"/>
                  </a:lnTo>
                  <a:lnTo>
                    <a:pt x="1524318" y="1132523"/>
                  </a:lnTo>
                  <a:lnTo>
                    <a:pt x="1507808" y="1138555"/>
                  </a:lnTo>
                  <a:lnTo>
                    <a:pt x="1491615" y="1145223"/>
                  </a:lnTo>
                  <a:lnTo>
                    <a:pt x="1475422" y="1152525"/>
                  </a:lnTo>
                  <a:lnTo>
                    <a:pt x="1459548" y="1159510"/>
                  </a:lnTo>
                  <a:lnTo>
                    <a:pt x="1443672" y="1167448"/>
                  </a:lnTo>
                  <a:lnTo>
                    <a:pt x="1428432" y="1175703"/>
                  </a:lnTo>
                  <a:lnTo>
                    <a:pt x="1413192" y="1183958"/>
                  </a:lnTo>
                  <a:lnTo>
                    <a:pt x="1398270" y="1193165"/>
                  </a:lnTo>
                  <a:lnTo>
                    <a:pt x="1383665" y="1202055"/>
                  </a:lnTo>
                  <a:lnTo>
                    <a:pt x="1368742" y="1211898"/>
                  </a:lnTo>
                  <a:lnTo>
                    <a:pt x="1354772" y="1221740"/>
                  </a:lnTo>
                  <a:lnTo>
                    <a:pt x="1340485" y="1231900"/>
                  </a:lnTo>
                  <a:lnTo>
                    <a:pt x="1327150" y="1242378"/>
                  </a:lnTo>
                  <a:lnTo>
                    <a:pt x="1313498" y="1253173"/>
                  </a:lnTo>
                  <a:lnTo>
                    <a:pt x="1300480" y="1264285"/>
                  </a:lnTo>
                  <a:lnTo>
                    <a:pt x="1287462" y="1275715"/>
                  </a:lnTo>
                  <a:lnTo>
                    <a:pt x="1274762" y="1287463"/>
                  </a:lnTo>
                  <a:lnTo>
                    <a:pt x="1262380" y="1299528"/>
                  </a:lnTo>
                  <a:lnTo>
                    <a:pt x="1250315" y="1311910"/>
                  </a:lnTo>
                  <a:lnTo>
                    <a:pt x="1238568" y="1324928"/>
                  </a:lnTo>
                  <a:lnTo>
                    <a:pt x="1227138" y="1337628"/>
                  </a:lnTo>
                  <a:lnTo>
                    <a:pt x="1215708" y="1350645"/>
                  </a:lnTo>
                  <a:lnTo>
                    <a:pt x="1205230" y="1364298"/>
                  </a:lnTo>
                  <a:lnTo>
                    <a:pt x="1194752" y="1377950"/>
                  </a:lnTo>
                  <a:lnTo>
                    <a:pt x="1183958" y="1392238"/>
                  </a:lnTo>
                  <a:lnTo>
                    <a:pt x="1174432" y="1406525"/>
                  </a:lnTo>
                  <a:lnTo>
                    <a:pt x="1164908" y="1420813"/>
                  </a:lnTo>
                  <a:lnTo>
                    <a:pt x="1155382" y="1435418"/>
                  </a:lnTo>
                  <a:lnTo>
                    <a:pt x="1146810" y="1450340"/>
                  </a:lnTo>
                  <a:lnTo>
                    <a:pt x="1138391" y="1465309"/>
                  </a:lnTo>
                  <a:lnTo>
                    <a:pt x="1130549" y="1480376"/>
                  </a:lnTo>
                  <a:lnTo>
                    <a:pt x="1122615" y="1496257"/>
                  </a:lnTo>
                  <a:lnTo>
                    <a:pt x="1114998" y="1512138"/>
                  </a:lnTo>
                  <a:lnTo>
                    <a:pt x="1108333" y="1528337"/>
                  </a:lnTo>
                  <a:lnTo>
                    <a:pt x="1101668" y="1544536"/>
                  </a:lnTo>
                  <a:lnTo>
                    <a:pt x="1095321" y="1561052"/>
                  </a:lnTo>
                  <a:lnTo>
                    <a:pt x="1089608" y="1577568"/>
                  </a:lnTo>
                  <a:lnTo>
                    <a:pt x="1083895" y="1594402"/>
                  </a:lnTo>
                  <a:lnTo>
                    <a:pt x="1079134" y="1611554"/>
                  </a:lnTo>
                  <a:lnTo>
                    <a:pt x="1074056" y="1628388"/>
                  </a:lnTo>
                  <a:lnTo>
                    <a:pt x="1069931" y="1646175"/>
                  </a:lnTo>
                  <a:lnTo>
                    <a:pt x="1066122" y="1663327"/>
                  </a:lnTo>
                  <a:lnTo>
                    <a:pt x="1062948" y="1681114"/>
                  </a:lnTo>
                  <a:lnTo>
                    <a:pt x="1059774" y="1698901"/>
                  </a:lnTo>
                  <a:lnTo>
                    <a:pt x="1057553" y="1717005"/>
                  </a:lnTo>
                  <a:lnTo>
                    <a:pt x="1055331" y="1735110"/>
                  </a:lnTo>
                  <a:lnTo>
                    <a:pt x="1053744" y="1753532"/>
                  </a:lnTo>
                  <a:lnTo>
                    <a:pt x="1052792" y="1771319"/>
                  </a:lnTo>
                  <a:lnTo>
                    <a:pt x="1051840" y="1790376"/>
                  </a:lnTo>
                  <a:lnTo>
                    <a:pt x="1051523" y="1808798"/>
                  </a:lnTo>
                  <a:lnTo>
                    <a:pt x="1051840" y="1827221"/>
                  </a:lnTo>
                  <a:lnTo>
                    <a:pt x="1052792" y="1845960"/>
                  </a:lnTo>
                  <a:lnTo>
                    <a:pt x="1053744" y="1864065"/>
                  </a:lnTo>
                  <a:lnTo>
                    <a:pt x="1055331" y="1882487"/>
                  </a:lnTo>
                  <a:lnTo>
                    <a:pt x="1057553" y="1900592"/>
                  </a:lnTo>
                  <a:lnTo>
                    <a:pt x="1059774" y="1918696"/>
                  </a:lnTo>
                  <a:lnTo>
                    <a:pt x="1062948" y="1936483"/>
                  </a:lnTo>
                  <a:lnTo>
                    <a:pt x="1066122" y="1953952"/>
                  </a:lnTo>
                  <a:lnTo>
                    <a:pt x="1069931" y="1971739"/>
                  </a:lnTo>
                  <a:lnTo>
                    <a:pt x="1074056" y="1988891"/>
                  </a:lnTo>
                  <a:lnTo>
                    <a:pt x="1079134" y="2006043"/>
                  </a:lnTo>
                  <a:lnTo>
                    <a:pt x="1083895" y="2022877"/>
                  </a:lnTo>
                  <a:lnTo>
                    <a:pt x="1089608" y="2039711"/>
                  </a:lnTo>
                  <a:lnTo>
                    <a:pt x="1095321" y="2056545"/>
                  </a:lnTo>
                  <a:lnTo>
                    <a:pt x="1101668" y="2073061"/>
                  </a:lnTo>
                  <a:lnTo>
                    <a:pt x="1108333" y="2089260"/>
                  </a:lnTo>
                  <a:lnTo>
                    <a:pt x="1114998" y="2105459"/>
                  </a:lnTo>
                  <a:lnTo>
                    <a:pt x="1122615" y="2121022"/>
                  </a:lnTo>
                  <a:lnTo>
                    <a:pt x="1130549" y="2136904"/>
                  </a:lnTo>
                  <a:lnTo>
                    <a:pt x="1138484" y="2152467"/>
                  </a:lnTo>
                  <a:lnTo>
                    <a:pt x="1147053" y="2167395"/>
                  </a:lnTo>
                  <a:lnTo>
                    <a:pt x="1155622" y="2182641"/>
                  </a:lnTo>
                  <a:lnTo>
                    <a:pt x="1165144" y="2197252"/>
                  </a:lnTo>
                  <a:lnTo>
                    <a:pt x="1174665" y="2211863"/>
                  </a:lnTo>
                  <a:lnTo>
                    <a:pt x="1184186" y="2225838"/>
                  </a:lnTo>
                  <a:lnTo>
                    <a:pt x="1194977" y="2240131"/>
                  </a:lnTo>
                  <a:lnTo>
                    <a:pt x="1205450" y="2253789"/>
                  </a:lnTo>
                  <a:lnTo>
                    <a:pt x="1215924" y="2267129"/>
                  </a:lnTo>
                  <a:lnTo>
                    <a:pt x="1227349" y="2280469"/>
                  </a:lnTo>
                  <a:lnTo>
                    <a:pt x="1238775" y="2293174"/>
                  </a:lnTo>
                  <a:lnTo>
                    <a:pt x="1250518" y="2305879"/>
                  </a:lnTo>
                  <a:lnTo>
                    <a:pt x="1262578" y="2318267"/>
                  </a:lnTo>
                  <a:lnTo>
                    <a:pt x="1274956" y="2330336"/>
                  </a:lnTo>
                  <a:lnTo>
                    <a:pt x="1287651" y="2342088"/>
                  </a:lnTo>
                  <a:lnTo>
                    <a:pt x="1300663" y="2353840"/>
                  </a:lnTo>
                  <a:lnTo>
                    <a:pt x="1313676" y="2364640"/>
                  </a:lnTo>
                  <a:lnTo>
                    <a:pt x="1327323" y="2375756"/>
                  </a:lnTo>
                  <a:lnTo>
                    <a:pt x="1340653" y="2386238"/>
                  </a:lnTo>
                  <a:lnTo>
                    <a:pt x="1354935" y="2396402"/>
                  </a:lnTo>
                  <a:lnTo>
                    <a:pt x="1368899" y="2406566"/>
                  </a:lnTo>
                  <a:lnTo>
                    <a:pt x="1383816" y="2415777"/>
                  </a:lnTo>
                  <a:lnTo>
                    <a:pt x="1398415" y="2424988"/>
                  </a:lnTo>
                  <a:lnTo>
                    <a:pt x="1413332" y="2433882"/>
                  </a:lnTo>
                  <a:lnTo>
                    <a:pt x="1428566" y="2442775"/>
                  </a:lnTo>
                  <a:lnTo>
                    <a:pt x="1443800" y="2450398"/>
                  </a:lnTo>
                  <a:lnTo>
                    <a:pt x="1459669" y="2458339"/>
                  </a:lnTo>
                  <a:lnTo>
                    <a:pt x="1475538" y="2465644"/>
                  </a:lnTo>
                  <a:lnTo>
                    <a:pt x="1491724" y="2472632"/>
                  </a:lnTo>
                  <a:lnTo>
                    <a:pt x="1507910" y="2479619"/>
                  </a:lnTo>
                  <a:lnTo>
                    <a:pt x="1524414" y="2485654"/>
                  </a:lnTo>
                  <a:lnTo>
                    <a:pt x="1540917" y="2491689"/>
                  </a:lnTo>
                  <a:lnTo>
                    <a:pt x="1557421" y="2496771"/>
                  </a:lnTo>
                  <a:lnTo>
                    <a:pt x="1574877" y="2502171"/>
                  </a:lnTo>
                  <a:lnTo>
                    <a:pt x="1591698" y="2506617"/>
                  </a:lnTo>
                  <a:lnTo>
                    <a:pt x="1608836" y="2510746"/>
                  </a:lnTo>
                  <a:lnTo>
                    <a:pt x="1626609" y="2514876"/>
                  </a:lnTo>
                  <a:lnTo>
                    <a:pt x="1644382" y="2518369"/>
                  </a:lnTo>
                  <a:lnTo>
                    <a:pt x="1662155" y="2520910"/>
                  </a:lnTo>
                  <a:lnTo>
                    <a:pt x="1679928" y="2523451"/>
                  </a:lnTo>
                  <a:lnTo>
                    <a:pt x="1698019" y="2525675"/>
                  </a:lnTo>
                  <a:lnTo>
                    <a:pt x="1716109" y="2527263"/>
                  </a:lnTo>
                  <a:lnTo>
                    <a:pt x="1734517" y="2528533"/>
                  </a:lnTo>
                  <a:lnTo>
                    <a:pt x="1752925" y="2529169"/>
                  </a:lnTo>
                  <a:lnTo>
                    <a:pt x="1771967" y="2529169"/>
                  </a:lnTo>
                  <a:lnTo>
                    <a:pt x="1790375" y="2529169"/>
                  </a:lnTo>
                  <a:lnTo>
                    <a:pt x="1808783" y="2528533"/>
                  </a:lnTo>
                  <a:lnTo>
                    <a:pt x="1827191" y="2527263"/>
                  </a:lnTo>
                  <a:lnTo>
                    <a:pt x="1845281" y="2525675"/>
                  </a:lnTo>
                  <a:lnTo>
                    <a:pt x="1863372" y="2523451"/>
                  </a:lnTo>
                  <a:lnTo>
                    <a:pt x="1881145" y="2520910"/>
                  </a:lnTo>
                  <a:lnTo>
                    <a:pt x="1898918" y="2518369"/>
                  </a:lnTo>
                  <a:lnTo>
                    <a:pt x="1916691" y="2514876"/>
                  </a:lnTo>
                  <a:lnTo>
                    <a:pt x="1934464" y="2510746"/>
                  </a:lnTo>
                  <a:lnTo>
                    <a:pt x="1951602" y="2506617"/>
                  </a:lnTo>
                  <a:lnTo>
                    <a:pt x="1969058" y="2502171"/>
                  </a:lnTo>
                  <a:lnTo>
                    <a:pt x="1985879" y="2496771"/>
                  </a:lnTo>
                  <a:lnTo>
                    <a:pt x="2002383" y="2491689"/>
                  </a:lnTo>
                  <a:lnTo>
                    <a:pt x="2019204" y="2485654"/>
                  </a:lnTo>
                  <a:lnTo>
                    <a:pt x="2035390" y="2479619"/>
                  </a:lnTo>
                  <a:lnTo>
                    <a:pt x="2051894" y="2472632"/>
                  </a:lnTo>
                  <a:lnTo>
                    <a:pt x="2067762" y="2465644"/>
                  </a:lnTo>
                  <a:lnTo>
                    <a:pt x="2083631" y="2458339"/>
                  </a:lnTo>
                  <a:lnTo>
                    <a:pt x="2099500" y="2450398"/>
                  </a:lnTo>
                  <a:lnTo>
                    <a:pt x="2114734" y="2442775"/>
                  </a:lnTo>
                  <a:lnTo>
                    <a:pt x="2129968" y="2433882"/>
                  </a:lnTo>
                  <a:lnTo>
                    <a:pt x="2144885" y="2424988"/>
                  </a:lnTo>
                  <a:lnTo>
                    <a:pt x="2159484" y="2415777"/>
                  </a:lnTo>
                  <a:lnTo>
                    <a:pt x="2174401" y="2406566"/>
                  </a:lnTo>
                  <a:lnTo>
                    <a:pt x="2188683" y="2396402"/>
                  </a:lnTo>
                  <a:lnTo>
                    <a:pt x="2202647" y="2386238"/>
                  </a:lnTo>
                  <a:lnTo>
                    <a:pt x="2215977" y="2375756"/>
                  </a:lnTo>
                  <a:lnTo>
                    <a:pt x="2229624" y="2364640"/>
                  </a:lnTo>
                  <a:lnTo>
                    <a:pt x="2242637" y="2353840"/>
                  </a:lnTo>
                  <a:lnTo>
                    <a:pt x="2255966" y="2342088"/>
                  </a:lnTo>
                  <a:lnTo>
                    <a:pt x="2268344" y="2330336"/>
                  </a:lnTo>
                  <a:lnTo>
                    <a:pt x="2280722" y="2318267"/>
                  </a:lnTo>
                  <a:lnTo>
                    <a:pt x="2292782" y="2305879"/>
                  </a:lnTo>
                  <a:lnTo>
                    <a:pt x="2304525" y="2293174"/>
                  </a:lnTo>
                  <a:lnTo>
                    <a:pt x="2315951" y="2280469"/>
                  </a:lnTo>
                  <a:lnTo>
                    <a:pt x="2327376" y="2267129"/>
                  </a:lnTo>
                  <a:lnTo>
                    <a:pt x="2338167" y="2253789"/>
                  </a:lnTo>
                  <a:lnTo>
                    <a:pt x="2348958" y="2240131"/>
                  </a:lnTo>
                  <a:lnTo>
                    <a:pt x="2359114" y="2225838"/>
                  </a:lnTo>
                  <a:lnTo>
                    <a:pt x="2368635" y="2211863"/>
                  </a:lnTo>
                  <a:lnTo>
                    <a:pt x="2378156" y="2197252"/>
                  </a:lnTo>
                  <a:lnTo>
                    <a:pt x="2387678" y="2182641"/>
                  </a:lnTo>
                  <a:lnTo>
                    <a:pt x="2396247" y="2167395"/>
                  </a:lnTo>
                  <a:lnTo>
                    <a:pt x="2404816" y="2152467"/>
                  </a:lnTo>
                  <a:lnTo>
                    <a:pt x="2412750" y="2136904"/>
                  </a:lnTo>
                  <a:lnTo>
                    <a:pt x="2420685" y="2121022"/>
                  </a:lnTo>
                  <a:lnTo>
                    <a:pt x="2428302" y="2105459"/>
                  </a:lnTo>
                  <a:lnTo>
                    <a:pt x="2434967" y="2089260"/>
                  </a:lnTo>
                  <a:lnTo>
                    <a:pt x="2441632" y="2073061"/>
                  </a:lnTo>
                  <a:lnTo>
                    <a:pt x="2447979" y="2056545"/>
                  </a:lnTo>
                  <a:lnTo>
                    <a:pt x="2453692" y="2039711"/>
                  </a:lnTo>
                  <a:lnTo>
                    <a:pt x="2459405" y="2022877"/>
                  </a:lnTo>
                  <a:lnTo>
                    <a:pt x="2464166" y="2006043"/>
                  </a:lnTo>
                  <a:lnTo>
                    <a:pt x="2469244" y="1988891"/>
                  </a:lnTo>
                  <a:lnTo>
                    <a:pt x="2473370" y="1971739"/>
                  </a:lnTo>
                  <a:lnTo>
                    <a:pt x="2477178" y="1953952"/>
                  </a:lnTo>
                  <a:lnTo>
                    <a:pt x="2480352" y="1936483"/>
                  </a:lnTo>
                  <a:lnTo>
                    <a:pt x="2483526" y="1918696"/>
                  </a:lnTo>
                  <a:lnTo>
                    <a:pt x="2486064" y="1900592"/>
                  </a:lnTo>
                  <a:lnTo>
                    <a:pt x="2487969" y="1882487"/>
                  </a:lnTo>
                  <a:lnTo>
                    <a:pt x="2489556" y="1864065"/>
                  </a:lnTo>
                  <a:lnTo>
                    <a:pt x="2490508" y="1845960"/>
                  </a:lnTo>
                  <a:lnTo>
                    <a:pt x="2491460" y="1827221"/>
                  </a:lnTo>
                  <a:lnTo>
                    <a:pt x="2491777" y="1808798"/>
                  </a:lnTo>
                  <a:lnTo>
                    <a:pt x="2491460" y="1790376"/>
                  </a:lnTo>
                  <a:lnTo>
                    <a:pt x="2490508" y="1771319"/>
                  </a:lnTo>
                  <a:lnTo>
                    <a:pt x="2489556" y="1753532"/>
                  </a:lnTo>
                  <a:lnTo>
                    <a:pt x="2487969" y="1735110"/>
                  </a:lnTo>
                  <a:lnTo>
                    <a:pt x="2486064" y="1717005"/>
                  </a:lnTo>
                  <a:lnTo>
                    <a:pt x="2483526" y="1698901"/>
                  </a:lnTo>
                  <a:lnTo>
                    <a:pt x="2480352" y="1681114"/>
                  </a:lnTo>
                  <a:lnTo>
                    <a:pt x="2477178" y="1663327"/>
                  </a:lnTo>
                  <a:lnTo>
                    <a:pt x="2473370" y="1646175"/>
                  </a:lnTo>
                  <a:lnTo>
                    <a:pt x="2469244" y="1628388"/>
                  </a:lnTo>
                  <a:lnTo>
                    <a:pt x="2464166" y="1611554"/>
                  </a:lnTo>
                  <a:lnTo>
                    <a:pt x="2459405" y="1594402"/>
                  </a:lnTo>
                  <a:lnTo>
                    <a:pt x="2453692" y="1577568"/>
                  </a:lnTo>
                  <a:lnTo>
                    <a:pt x="2447979" y="1561052"/>
                  </a:lnTo>
                  <a:lnTo>
                    <a:pt x="2441632" y="1544536"/>
                  </a:lnTo>
                  <a:lnTo>
                    <a:pt x="2434967" y="1528337"/>
                  </a:lnTo>
                  <a:lnTo>
                    <a:pt x="2428302" y="1512138"/>
                  </a:lnTo>
                  <a:lnTo>
                    <a:pt x="2420685" y="1496257"/>
                  </a:lnTo>
                  <a:lnTo>
                    <a:pt x="2412750" y="1480376"/>
                  </a:lnTo>
                  <a:lnTo>
                    <a:pt x="2404909" y="1465308"/>
                  </a:lnTo>
                  <a:lnTo>
                    <a:pt x="2396490" y="1450340"/>
                  </a:lnTo>
                  <a:lnTo>
                    <a:pt x="2387918" y="1435418"/>
                  </a:lnTo>
                  <a:lnTo>
                    <a:pt x="2378392" y="1420813"/>
                  </a:lnTo>
                  <a:lnTo>
                    <a:pt x="2368868" y="1406525"/>
                  </a:lnTo>
                  <a:lnTo>
                    <a:pt x="2359342" y="1392238"/>
                  </a:lnTo>
                  <a:lnTo>
                    <a:pt x="2349182" y="1377950"/>
                  </a:lnTo>
                  <a:lnTo>
                    <a:pt x="2338388" y="1364298"/>
                  </a:lnTo>
                  <a:lnTo>
                    <a:pt x="2327592" y="1350645"/>
                  </a:lnTo>
                  <a:lnTo>
                    <a:pt x="2316162" y="1337628"/>
                  </a:lnTo>
                  <a:lnTo>
                    <a:pt x="2304732" y="1324928"/>
                  </a:lnTo>
                  <a:lnTo>
                    <a:pt x="2292985" y="1311910"/>
                  </a:lnTo>
                  <a:lnTo>
                    <a:pt x="2280920" y="1299528"/>
                  </a:lnTo>
                  <a:lnTo>
                    <a:pt x="2268538" y="1287463"/>
                  </a:lnTo>
                  <a:lnTo>
                    <a:pt x="2256155" y="1275715"/>
                  </a:lnTo>
                  <a:lnTo>
                    <a:pt x="2242820" y="1264285"/>
                  </a:lnTo>
                  <a:lnTo>
                    <a:pt x="2229802" y="1253173"/>
                  </a:lnTo>
                  <a:lnTo>
                    <a:pt x="2216150" y="1242378"/>
                  </a:lnTo>
                  <a:lnTo>
                    <a:pt x="2202815" y="1231900"/>
                  </a:lnTo>
                  <a:lnTo>
                    <a:pt x="2188845" y="1221740"/>
                  </a:lnTo>
                  <a:lnTo>
                    <a:pt x="2174558" y="1211898"/>
                  </a:lnTo>
                  <a:lnTo>
                    <a:pt x="2159635" y="1202055"/>
                  </a:lnTo>
                  <a:lnTo>
                    <a:pt x="2145030" y="1193165"/>
                  </a:lnTo>
                  <a:lnTo>
                    <a:pt x="2130108" y="1183958"/>
                  </a:lnTo>
                  <a:lnTo>
                    <a:pt x="2114868" y="1175703"/>
                  </a:lnTo>
                  <a:lnTo>
                    <a:pt x="2099628" y="1167448"/>
                  </a:lnTo>
                  <a:lnTo>
                    <a:pt x="2083752" y="1159510"/>
                  </a:lnTo>
                  <a:lnTo>
                    <a:pt x="2067878" y="1152525"/>
                  </a:lnTo>
                  <a:lnTo>
                    <a:pt x="2052002" y="1145223"/>
                  </a:lnTo>
                  <a:lnTo>
                    <a:pt x="2035492" y="1138555"/>
                  </a:lnTo>
                  <a:lnTo>
                    <a:pt x="2019300" y="1132523"/>
                  </a:lnTo>
                  <a:lnTo>
                    <a:pt x="2002472" y="1126490"/>
                  </a:lnTo>
                  <a:lnTo>
                    <a:pt x="1985962" y="1121093"/>
                  </a:lnTo>
                  <a:lnTo>
                    <a:pt x="1969135" y="1116013"/>
                  </a:lnTo>
                  <a:lnTo>
                    <a:pt x="1951672" y="1111568"/>
                  </a:lnTo>
                  <a:lnTo>
                    <a:pt x="1934528" y="1107440"/>
                  </a:lnTo>
                  <a:lnTo>
                    <a:pt x="1916748" y="1103630"/>
                  </a:lnTo>
                  <a:lnTo>
                    <a:pt x="1898968" y="1100138"/>
                  </a:lnTo>
                  <a:lnTo>
                    <a:pt x="1881188" y="1097280"/>
                  </a:lnTo>
                  <a:lnTo>
                    <a:pt x="1863408" y="1094423"/>
                  </a:lnTo>
                  <a:lnTo>
                    <a:pt x="1845310" y="1092518"/>
                  </a:lnTo>
                  <a:lnTo>
                    <a:pt x="1827212" y="1090613"/>
                  </a:lnTo>
                  <a:lnTo>
                    <a:pt x="1808798" y="1089660"/>
                  </a:lnTo>
                  <a:lnTo>
                    <a:pt x="1790382" y="1088708"/>
                  </a:lnTo>
                  <a:lnTo>
                    <a:pt x="1771968" y="1088708"/>
                  </a:lnTo>
                  <a:lnTo>
                    <a:pt x="1752918" y="1088708"/>
                  </a:lnTo>
                  <a:close/>
                  <a:moveTo>
                    <a:pt x="1615758" y="0"/>
                  </a:moveTo>
                  <a:lnTo>
                    <a:pt x="1620520" y="0"/>
                  </a:lnTo>
                  <a:lnTo>
                    <a:pt x="1922780" y="0"/>
                  </a:lnTo>
                  <a:lnTo>
                    <a:pt x="1927225" y="0"/>
                  </a:lnTo>
                  <a:lnTo>
                    <a:pt x="1931670" y="317"/>
                  </a:lnTo>
                  <a:lnTo>
                    <a:pt x="1936115" y="952"/>
                  </a:lnTo>
                  <a:lnTo>
                    <a:pt x="1940878" y="1905"/>
                  </a:lnTo>
                  <a:lnTo>
                    <a:pt x="1949450" y="4127"/>
                  </a:lnTo>
                  <a:lnTo>
                    <a:pt x="1957705" y="6985"/>
                  </a:lnTo>
                  <a:lnTo>
                    <a:pt x="1965325" y="10795"/>
                  </a:lnTo>
                  <a:lnTo>
                    <a:pt x="1972628" y="14922"/>
                  </a:lnTo>
                  <a:lnTo>
                    <a:pt x="1979612" y="20320"/>
                  </a:lnTo>
                  <a:lnTo>
                    <a:pt x="1985962" y="26035"/>
                  </a:lnTo>
                  <a:lnTo>
                    <a:pt x="1991678" y="32385"/>
                  </a:lnTo>
                  <a:lnTo>
                    <a:pt x="1996758" y="39052"/>
                  </a:lnTo>
                  <a:lnTo>
                    <a:pt x="2001202" y="46672"/>
                  </a:lnTo>
                  <a:lnTo>
                    <a:pt x="2005012" y="54610"/>
                  </a:lnTo>
                  <a:lnTo>
                    <a:pt x="2007870" y="62230"/>
                  </a:lnTo>
                  <a:lnTo>
                    <a:pt x="2010092" y="71120"/>
                  </a:lnTo>
                  <a:lnTo>
                    <a:pt x="2010728" y="75565"/>
                  </a:lnTo>
                  <a:lnTo>
                    <a:pt x="2011362" y="80010"/>
                  </a:lnTo>
                  <a:lnTo>
                    <a:pt x="2011998" y="84455"/>
                  </a:lnTo>
                  <a:lnTo>
                    <a:pt x="2011998" y="89217"/>
                  </a:lnTo>
                  <a:lnTo>
                    <a:pt x="2011998" y="388620"/>
                  </a:lnTo>
                  <a:lnTo>
                    <a:pt x="2038350" y="393065"/>
                  </a:lnTo>
                  <a:lnTo>
                    <a:pt x="2064702" y="398462"/>
                  </a:lnTo>
                  <a:lnTo>
                    <a:pt x="2091055" y="404177"/>
                  </a:lnTo>
                  <a:lnTo>
                    <a:pt x="2116772" y="410210"/>
                  </a:lnTo>
                  <a:lnTo>
                    <a:pt x="2142490" y="416877"/>
                  </a:lnTo>
                  <a:lnTo>
                    <a:pt x="2167890" y="423545"/>
                  </a:lnTo>
                  <a:lnTo>
                    <a:pt x="2193608" y="431165"/>
                  </a:lnTo>
                  <a:lnTo>
                    <a:pt x="2218690" y="439102"/>
                  </a:lnTo>
                  <a:lnTo>
                    <a:pt x="2243772" y="447675"/>
                  </a:lnTo>
                  <a:lnTo>
                    <a:pt x="2268538" y="456247"/>
                  </a:lnTo>
                  <a:lnTo>
                    <a:pt x="2292985" y="465772"/>
                  </a:lnTo>
                  <a:lnTo>
                    <a:pt x="2317432" y="475615"/>
                  </a:lnTo>
                  <a:lnTo>
                    <a:pt x="2341562" y="485457"/>
                  </a:lnTo>
                  <a:lnTo>
                    <a:pt x="2365692" y="496252"/>
                  </a:lnTo>
                  <a:lnTo>
                    <a:pt x="2388870" y="507047"/>
                  </a:lnTo>
                  <a:lnTo>
                    <a:pt x="2412682" y="518477"/>
                  </a:lnTo>
                  <a:lnTo>
                    <a:pt x="2588260" y="276542"/>
                  </a:lnTo>
                  <a:lnTo>
                    <a:pt x="2591435" y="272732"/>
                  </a:lnTo>
                  <a:lnTo>
                    <a:pt x="2593975" y="269240"/>
                  </a:lnTo>
                  <a:lnTo>
                    <a:pt x="2597468" y="266065"/>
                  </a:lnTo>
                  <a:lnTo>
                    <a:pt x="2600325" y="262890"/>
                  </a:lnTo>
                  <a:lnTo>
                    <a:pt x="2606992" y="257175"/>
                  </a:lnTo>
                  <a:lnTo>
                    <a:pt x="2614295" y="252412"/>
                  </a:lnTo>
                  <a:lnTo>
                    <a:pt x="2621915" y="248602"/>
                  </a:lnTo>
                  <a:lnTo>
                    <a:pt x="2629852" y="245110"/>
                  </a:lnTo>
                  <a:lnTo>
                    <a:pt x="2638108" y="242570"/>
                  </a:lnTo>
                  <a:lnTo>
                    <a:pt x="2646362" y="240665"/>
                  </a:lnTo>
                  <a:lnTo>
                    <a:pt x="2654935" y="240030"/>
                  </a:lnTo>
                  <a:lnTo>
                    <a:pt x="2663508" y="240030"/>
                  </a:lnTo>
                  <a:lnTo>
                    <a:pt x="2671762" y="240665"/>
                  </a:lnTo>
                  <a:lnTo>
                    <a:pt x="2680652" y="242252"/>
                  </a:lnTo>
                  <a:lnTo>
                    <a:pt x="2688908" y="244475"/>
                  </a:lnTo>
                  <a:lnTo>
                    <a:pt x="2697162" y="247967"/>
                  </a:lnTo>
                  <a:lnTo>
                    <a:pt x="2705100" y="251777"/>
                  </a:lnTo>
                  <a:lnTo>
                    <a:pt x="2709228" y="254317"/>
                  </a:lnTo>
                  <a:lnTo>
                    <a:pt x="2712720" y="256857"/>
                  </a:lnTo>
                  <a:lnTo>
                    <a:pt x="2957512" y="434022"/>
                  </a:lnTo>
                  <a:lnTo>
                    <a:pt x="2960688" y="437197"/>
                  </a:lnTo>
                  <a:lnTo>
                    <a:pt x="2964498" y="439737"/>
                  </a:lnTo>
                  <a:lnTo>
                    <a:pt x="2967672" y="443230"/>
                  </a:lnTo>
                  <a:lnTo>
                    <a:pt x="2970848" y="446087"/>
                  </a:lnTo>
                  <a:lnTo>
                    <a:pt x="2976245" y="453072"/>
                  </a:lnTo>
                  <a:lnTo>
                    <a:pt x="2981008" y="460375"/>
                  </a:lnTo>
                  <a:lnTo>
                    <a:pt x="2985452" y="467995"/>
                  </a:lnTo>
                  <a:lnTo>
                    <a:pt x="2988628" y="475932"/>
                  </a:lnTo>
                  <a:lnTo>
                    <a:pt x="2991168" y="484187"/>
                  </a:lnTo>
                  <a:lnTo>
                    <a:pt x="2992755" y="492442"/>
                  </a:lnTo>
                  <a:lnTo>
                    <a:pt x="2994025" y="501015"/>
                  </a:lnTo>
                  <a:lnTo>
                    <a:pt x="2994025" y="509270"/>
                  </a:lnTo>
                  <a:lnTo>
                    <a:pt x="2993072" y="518160"/>
                  </a:lnTo>
                  <a:lnTo>
                    <a:pt x="2991802" y="526732"/>
                  </a:lnTo>
                  <a:lnTo>
                    <a:pt x="2988945" y="534987"/>
                  </a:lnTo>
                  <a:lnTo>
                    <a:pt x="2986088" y="543242"/>
                  </a:lnTo>
                  <a:lnTo>
                    <a:pt x="2981960" y="551180"/>
                  </a:lnTo>
                  <a:lnTo>
                    <a:pt x="2979738" y="554990"/>
                  </a:lnTo>
                  <a:lnTo>
                    <a:pt x="2976880" y="558800"/>
                  </a:lnTo>
                  <a:lnTo>
                    <a:pt x="2800985" y="801052"/>
                  </a:lnTo>
                  <a:lnTo>
                    <a:pt x="2819082" y="819785"/>
                  </a:lnTo>
                  <a:lnTo>
                    <a:pt x="2837180" y="839470"/>
                  </a:lnTo>
                  <a:lnTo>
                    <a:pt x="2854642" y="858837"/>
                  </a:lnTo>
                  <a:lnTo>
                    <a:pt x="2871788" y="878840"/>
                  </a:lnTo>
                  <a:lnTo>
                    <a:pt x="2888615" y="899160"/>
                  </a:lnTo>
                  <a:lnTo>
                    <a:pt x="2905125" y="919797"/>
                  </a:lnTo>
                  <a:lnTo>
                    <a:pt x="2921318" y="940752"/>
                  </a:lnTo>
                  <a:lnTo>
                    <a:pt x="2937192" y="962025"/>
                  </a:lnTo>
                  <a:lnTo>
                    <a:pt x="2952432" y="983615"/>
                  </a:lnTo>
                  <a:lnTo>
                    <a:pt x="2967672" y="1005205"/>
                  </a:lnTo>
                  <a:lnTo>
                    <a:pt x="2981960" y="1027113"/>
                  </a:lnTo>
                  <a:lnTo>
                    <a:pt x="2996248" y="1049655"/>
                  </a:lnTo>
                  <a:lnTo>
                    <a:pt x="3010218" y="1072198"/>
                  </a:lnTo>
                  <a:lnTo>
                    <a:pt x="3023235" y="1095375"/>
                  </a:lnTo>
                  <a:lnTo>
                    <a:pt x="3036570" y="1118553"/>
                  </a:lnTo>
                  <a:lnTo>
                    <a:pt x="3048952" y="1142048"/>
                  </a:lnTo>
                  <a:lnTo>
                    <a:pt x="3333115" y="1049338"/>
                  </a:lnTo>
                  <a:lnTo>
                    <a:pt x="3337560" y="1048068"/>
                  </a:lnTo>
                  <a:lnTo>
                    <a:pt x="3342005" y="1047115"/>
                  </a:lnTo>
                  <a:lnTo>
                    <a:pt x="3346450" y="1046480"/>
                  </a:lnTo>
                  <a:lnTo>
                    <a:pt x="3350578" y="1045528"/>
                  </a:lnTo>
                  <a:lnTo>
                    <a:pt x="3359785" y="1044893"/>
                  </a:lnTo>
                  <a:lnTo>
                    <a:pt x="3368358" y="1045210"/>
                  </a:lnTo>
                  <a:lnTo>
                    <a:pt x="3376930" y="1046480"/>
                  </a:lnTo>
                  <a:lnTo>
                    <a:pt x="3385185" y="1048068"/>
                  </a:lnTo>
                  <a:lnTo>
                    <a:pt x="3393440" y="1051243"/>
                  </a:lnTo>
                  <a:lnTo>
                    <a:pt x="3401060" y="1054735"/>
                  </a:lnTo>
                  <a:lnTo>
                    <a:pt x="3408680" y="1058863"/>
                  </a:lnTo>
                  <a:lnTo>
                    <a:pt x="3415665" y="1063625"/>
                  </a:lnTo>
                  <a:lnTo>
                    <a:pt x="3422017" y="1069340"/>
                  </a:lnTo>
                  <a:lnTo>
                    <a:pt x="3428048" y="1075690"/>
                  </a:lnTo>
                  <a:lnTo>
                    <a:pt x="3433445" y="1082358"/>
                  </a:lnTo>
                  <a:lnTo>
                    <a:pt x="3438208" y="1089978"/>
                  </a:lnTo>
                  <a:lnTo>
                    <a:pt x="3442335" y="1097915"/>
                  </a:lnTo>
                  <a:lnTo>
                    <a:pt x="3443922" y="1102043"/>
                  </a:lnTo>
                  <a:lnTo>
                    <a:pt x="3445510" y="1106488"/>
                  </a:lnTo>
                  <a:lnTo>
                    <a:pt x="3538855" y="1393508"/>
                  </a:lnTo>
                  <a:lnTo>
                    <a:pt x="3539808" y="1397635"/>
                  </a:lnTo>
                  <a:lnTo>
                    <a:pt x="3541078" y="1402398"/>
                  </a:lnTo>
                  <a:lnTo>
                    <a:pt x="3542030" y="1406843"/>
                  </a:lnTo>
                  <a:lnTo>
                    <a:pt x="3542665" y="1411288"/>
                  </a:lnTo>
                  <a:lnTo>
                    <a:pt x="3543300" y="1419860"/>
                  </a:lnTo>
                  <a:lnTo>
                    <a:pt x="3542982" y="1428750"/>
                  </a:lnTo>
                  <a:lnTo>
                    <a:pt x="3541712" y="1437323"/>
                  </a:lnTo>
                  <a:lnTo>
                    <a:pt x="3539808" y="1445578"/>
                  </a:lnTo>
                  <a:lnTo>
                    <a:pt x="3537268" y="1453833"/>
                  </a:lnTo>
                  <a:lnTo>
                    <a:pt x="3533458" y="1461453"/>
                  </a:lnTo>
                  <a:lnTo>
                    <a:pt x="3529330" y="1468755"/>
                  </a:lnTo>
                  <a:lnTo>
                    <a:pt x="3524568" y="1476058"/>
                  </a:lnTo>
                  <a:lnTo>
                    <a:pt x="3518852" y="1482408"/>
                  </a:lnTo>
                  <a:lnTo>
                    <a:pt x="3512502" y="1488440"/>
                  </a:lnTo>
                  <a:lnTo>
                    <a:pt x="3505518" y="1494155"/>
                  </a:lnTo>
                  <a:lnTo>
                    <a:pt x="3498215" y="1498600"/>
                  </a:lnTo>
                  <a:lnTo>
                    <a:pt x="3490278" y="1502728"/>
                  </a:lnTo>
                  <a:lnTo>
                    <a:pt x="3486150" y="1504633"/>
                  </a:lnTo>
                  <a:lnTo>
                    <a:pt x="3481705" y="1506220"/>
                  </a:lnTo>
                  <a:lnTo>
                    <a:pt x="3197225" y="1598295"/>
                  </a:lnTo>
                  <a:lnTo>
                    <a:pt x="3200400" y="1624330"/>
                  </a:lnTo>
                  <a:lnTo>
                    <a:pt x="3203892" y="1650365"/>
                  </a:lnTo>
                  <a:lnTo>
                    <a:pt x="3206115" y="1676718"/>
                  </a:lnTo>
                  <a:lnTo>
                    <a:pt x="3208338" y="1703070"/>
                  </a:lnTo>
                  <a:lnTo>
                    <a:pt x="3210242" y="1729423"/>
                  </a:lnTo>
                  <a:lnTo>
                    <a:pt x="3211512" y="1755775"/>
                  </a:lnTo>
                  <a:lnTo>
                    <a:pt x="3212148" y="1782445"/>
                  </a:lnTo>
                  <a:lnTo>
                    <a:pt x="3212465" y="1809115"/>
                  </a:lnTo>
                  <a:lnTo>
                    <a:pt x="3212148" y="1835785"/>
                  </a:lnTo>
                  <a:lnTo>
                    <a:pt x="3211512" y="1862455"/>
                  </a:lnTo>
                  <a:lnTo>
                    <a:pt x="3210242" y="1889125"/>
                  </a:lnTo>
                  <a:lnTo>
                    <a:pt x="3208338" y="1915478"/>
                  </a:lnTo>
                  <a:lnTo>
                    <a:pt x="3206115" y="1941830"/>
                  </a:lnTo>
                  <a:lnTo>
                    <a:pt x="3203892" y="1967865"/>
                  </a:lnTo>
                  <a:lnTo>
                    <a:pt x="3200400" y="1993900"/>
                  </a:lnTo>
                  <a:lnTo>
                    <a:pt x="3197225" y="2019618"/>
                  </a:lnTo>
                  <a:lnTo>
                    <a:pt x="3481705" y="2112328"/>
                  </a:lnTo>
                  <a:lnTo>
                    <a:pt x="3486150" y="2113915"/>
                  </a:lnTo>
                  <a:lnTo>
                    <a:pt x="3490278" y="2115820"/>
                  </a:lnTo>
                  <a:lnTo>
                    <a:pt x="3498215" y="2119630"/>
                  </a:lnTo>
                  <a:lnTo>
                    <a:pt x="3505518" y="2124393"/>
                  </a:lnTo>
                  <a:lnTo>
                    <a:pt x="3512502" y="2129790"/>
                  </a:lnTo>
                  <a:lnTo>
                    <a:pt x="3518852" y="2135505"/>
                  </a:lnTo>
                  <a:lnTo>
                    <a:pt x="3524568" y="2142173"/>
                  </a:lnTo>
                  <a:lnTo>
                    <a:pt x="3529330" y="2149158"/>
                  </a:lnTo>
                  <a:lnTo>
                    <a:pt x="3533458" y="2156778"/>
                  </a:lnTo>
                  <a:lnTo>
                    <a:pt x="3537268" y="2164398"/>
                  </a:lnTo>
                  <a:lnTo>
                    <a:pt x="3539808" y="2172653"/>
                  </a:lnTo>
                  <a:lnTo>
                    <a:pt x="3541712" y="2180908"/>
                  </a:lnTo>
                  <a:lnTo>
                    <a:pt x="3542982" y="2189480"/>
                  </a:lnTo>
                  <a:lnTo>
                    <a:pt x="3543300" y="2198053"/>
                  </a:lnTo>
                  <a:lnTo>
                    <a:pt x="3542665" y="2206625"/>
                  </a:lnTo>
                  <a:lnTo>
                    <a:pt x="3542030" y="2211388"/>
                  </a:lnTo>
                  <a:lnTo>
                    <a:pt x="3541078" y="2215833"/>
                  </a:lnTo>
                  <a:lnTo>
                    <a:pt x="3539808" y="2220278"/>
                  </a:lnTo>
                  <a:lnTo>
                    <a:pt x="3538855" y="2224405"/>
                  </a:lnTo>
                  <a:lnTo>
                    <a:pt x="3445510" y="2512060"/>
                  </a:lnTo>
                  <a:lnTo>
                    <a:pt x="3443922" y="2516188"/>
                  </a:lnTo>
                  <a:lnTo>
                    <a:pt x="3442335" y="2520315"/>
                  </a:lnTo>
                  <a:lnTo>
                    <a:pt x="3438208" y="2528253"/>
                  </a:lnTo>
                  <a:lnTo>
                    <a:pt x="3433445" y="2535555"/>
                  </a:lnTo>
                  <a:lnTo>
                    <a:pt x="3428048" y="2542540"/>
                  </a:lnTo>
                  <a:lnTo>
                    <a:pt x="3422017" y="2548890"/>
                  </a:lnTo>
                  <a:lnTo>
                    <a:pt x="3415665" y="2554605"/>
                  </a:lnTo>
                  <a:lnTo>
                    <a:pt x="3408680" y="2559368"/>
                  </a:lnTo>
                  <a:lnTo>
                    <a:pt x="3401060" y="2563495"/>
                  </a:lnTo>
                  <a:lnTo>
                    <a:pt x="3393440" y="2567305"/>
                  </a:lnTo>
                  <a:lnTo>
                    <a:pt x="3385185" y="2569845"/>
                  </a:lnTo>
                  <a:lnTo>
                    <a:pt x="3376930" y="2571750"/>
                  </a:lnTo>
                  <a:lnTo>
                    <a:pt x="3368358" y="2573020"/>
                  </a:lnTo>
                  <a:lnTo>
                    <a:pt x="3359785" y="2573338"/>
                  </a:lnTo>
                  <a:lnTo>
                    <a:pt x="3350578" y="2573020"/>
                  </a:lnTo>
                  <a:lnTo>
                    <a:pt x="3346450" y="2572068"/>
                  </a:lnTo>
                  <a:lnTo>
                    <a:pt x="3342005" y="2571433"/>
                  </a:lnTo>
                  <a:lnTo>
                    <a:pt x="3337560" y="2570163"/>
                  </a:lnTo>
                  <a:lnTo>
                    <a:pt x="3333115" y="2568893"/>
                  </a:lnTo>
                  <a:lnTo>
                    <a:pt x="3048952" y="2476500"/>
                  </a:lnTo>
                  <a:lnTo>
                    <a:pt x="3035935" y="2499995"/>
                  </a:lnTo>
                  <a:lnTo>
                    <a:pt x="3023235" y="2523173"/>
                  </a:lnTo>
                  <a:lnTo>
                    <a:pt x="3009900" y="2546033"/>
                  </a:lnTo>
                  <a:lnTo>
                    <a:pt x="2996248" y="2568893"/>
                  </a:lnTo>
                  <a:lnTo>
                    <a:pt x="2981960" y="2590800"/>
                  </a:lnTo>
                  <a:lnTo>
                    <a:pt x="2967355" y="2613025"/>
                  </a:lnTo>
                  <a:lnTo>
                    <a:pt x="2952115" y="2634933"/>
                  </a:lnTo>
                  <a:lnTo>
                    <a:pt x="2936875" y="2656523"/>
                  </a:lnTo>
                  <a:lnTo>
                    <a:pt x="2921318" y="2677478"/>
                  </a:lnTo>
                  <a:lnTo>
                    <a:pt x="2905125" y="2698115"/>
                  </a:lnTo>
                  <a:lnTo>
                    <a:pt x="2888615" y="2718753"/>
                  </a:lnTo>
                  <a:lnTo>
                    <a:pt x="2871788" y="2739073"/>
                  </a:lnTo>
                  <a:lnTo>
                    <a:pt x="2854325" y="2759076"/>
                  </a:lnTo>
                  <a:lnTo>
                    <a:pt x="2837180" y="2778761"/>
                  </a:lnTo>
                  <a:lnTo>
                    <a:pt x="2819082" y="2797811"/>
                  </a:lnTo>
                  <a:lnTo>
                    <a:pt x="2800985" y="2817178"/>
                  </a:lnTo>
                  <a:lnTo>
                    <a:pt x="2976880" y="3059431"/>
                  </a:lnTo>
                  <a:lnTo>
                    <a:pt x="2979738" y="3063241"/>
                  </a:lnTo>
                  <a:lnTo>
                    <a:pt x="2981960" y="3067368"/>
                  </a:lnTo>
                  <a:lnTo>
                    <a:pt x="2986088" y="3075306"/>
                  </a:lnTo>
                  <a:lnTo>
                    <a:pt x="2988945" y="3083243"/>
                  </a:lnTo>
                  <a:lnTo>
                    <a:pt x="2991802" y="3091816"/>
                  </a:lnTo>
                  <a:lnTo>
                    <a:pt x="2993072" y="3100071"/>
                  </a:lnTo>
                  <a:lnTo>
                    <a:pt x="2994025" y="3108643"/>
                  </a:lnTo>
                  <a:lnTo>
                    <a:pt x="2994025" y="3117216"/>
                  </a:lnTo>
                  <a:lnTo>
                    <a:pt x="2992755" y="3125788"/>
                  </a:lnTo>
                  <a:lnTo>
                    <a:pt x="2991168" y="3134043"/>
                  </a:lnTo>
                  <a:lnTo>
                    <a:pt x="2988628" y="3142298"/>
                  </a:lnTo>
                  <a:lnTo>
                    <a:pt x="2985770" y="3150236"/>
                  </a:lnTo>
                  <a:lnTo>
                    <a:pt x="2981642" y="3157538"/>
                  </a:lnTo>
                  <a:lnTo>
                    <a:pt x="2976562" y="3165158"/>
                  </a:lnTo>
                  <a:lnTo>
                    <a:pt x="2970848" y="3171826"/>
                  </a:lnTo>
                  <a:lnTo>
                    <a:pt x="2967990" y="3175001"/>
                  </a:lnTo>
                  <a:lnTo>
                    <a:pt x="2964498" y="3177858"/>
                  </a:lnTo>
                  <a:lnTo>
                    <a:pt x="2961322" y="3181033"/>
                  </a:lnTo>
                  <a:lnTo>
                    <a:pt x="2957512" y="3183573"/>
                  </a:lnTo>
                  <a:lnTo>
                    <a:pt x="2712720" y="3361056"/>
                  </a:lnTo>
                  <a:lnTo>
                    <a:pt x="2709228" y="3363913"/>
                  </a:lnTo>
                  <a:lnTo>
                    <a:pt x="2705100" y="3366453"/>
                  </a:lnTo>
                  <a:lnTo>
                    <a:pt x="2697162" y="3370581"/>
                  </a:lnTo>
                  <a:lnTo>
                    <a:pt x="2688908" y="3373756"/>
                  </a:lnTo>
                  <a:lnTo>
                    <a:pt x="2680652" y="3376296"/>
                  </a:lnTo>
                  <a:lnTo>
                    <a:pt x="2671762" y="3377883"/>
                  </a:lnTo>
                  <a:lnTo>
                    <a:pt x="2663508" y="3378518"/>
                  </a:lnTo>
                  <a:lnTo>
                    <a:pt x="2654935" y="3378518"/>
                  </a:lnTo>
                  <a:lnTo>
                    <a:pt x="2646362" y="3377248"/>
                  </a:lnTo>
                  <a:lnTo>
                    <a:pt x="2638108" y="3375978"/>
                  </a:lnTo>
                  <a:lnTo>
                    <a:pt x="2629852" y="3373121"/>
                  </a:lnTo>
                  <a:lnTo>
                    <a:pt x="2621915" y="3369946"/>
                  </a:lnTo>
                  <a:lnTo>
                    <a:pt x="2614295" y="3365818"/>
                  </a:lnTo>
                  <a:lnTo>
                    <a:pt x="2606992" y="3360738"/>
                  </a:lnTo>
                  <a:lnTo>
                    <a:pt x="2600325" y="3355023"/>
                  </a:lnTo>
                  <a:lnTo>
                    <a:pt x="2597468" y="3352166"/>
                  </a:lnTo>
                  <a:lnTo>
                    <a:pt x="2593975" y="3348673"/>
                  </a:lnTo>
                  <a:lnTo>
                    <a:pt x="2591435" y="3345498"/>
                  </a:lnTo>
                  <a:lnTo>
                    <a:pt x="2588260" y="3341688"/>
                  </a:lnTo>
                  <a:lnTo>
                    <a:pt x="2412682" y="3099753"/>
                  </a:lnTo>
                  <a:lnTo>
                    <a:pt x="2388870" y="3110866"/>
                  </a:lnTo>
                  <a:lnTo>
                    <a:pt x="2365692" y="3122296"/>
                  </a:lnTo>
                  <a:lnTo>
                    <a:pt x="2341562" y="3132773"/>
                  </a:lnTo>
                  <a:lnTo>
                    <a:pt x="2317432" y="3142933"/>
                  </a:lnTo>
                  <a:lnTo>
                    <a:pt x="2292985" y="3152776"/>
                  </a:lnTo>
                  <a:lnTo>
                    <a:pt x="2268538" y="3161666"/>
                  </a:lnTo>
                  <a:lnTo>
                    <a:pt x="2243772" y="3170873"/>
                  </a:lnTo>
                  <a:lnTo>
                    <a:pt x="2218690" y="3179128"/>
                  </a:lnTo>
                  <a:lnTo>
                    <a:pt x="2193608" y="3187066"/>
                  </a:lnTo>
                  <a:lnTo>
                    <a:pt x="2167890" y="3194368"/>
                  </a:lnTo>
                  <a:lnTo>
                    <a:pt x="2142490" y="3201771"/>
                  </a:lnTo>
                  <a:lnTo>
                    <a:pt x="2116772" y="3208021"/>
                  </a:lnTo>
                  <a:lnTo>
                    <a:pt x="2091055" y="3214371"/>
                  </a:lnTo>
                  <a:lnTo>
                    <a:pt x="2064702" y="3220086"/>
                  </a:lnTo>
                  <a:lnTo>
                    <a:pt x="2038350" y="3225483"/>
                  </a:lnTo>
                  <a:lnTo>
                    <a:pt x="2011998" y="3229928"/>
                  </a:lnTo>
                  <a:lnTo>
                    <a:pt x="2011998" y="3529013"/>
                  </a:lnTo>
                  <a:lnTo>
                    <a:pt x="2011998" y="3533458"/>
                  </a:lnTo>
                  <a:lnTo>
                    <a:pt x="2011362" y="3537903"/>
                  </a:lnTo>
                  <a:lnTo>
                    <a:pt x="2010728" y="3542666"/>
                  </a:lnTo>
                  <a:lnTo>
                    <a:pt x="2010092" y="3547111"/>
                  </a:lnTo>
                  <a:lnTo>
                    <a:pt x="2007870" y="3555366"/>
                  </a:lnTo>
                  <a:lnTo>
                    <a:pt x="2005012" y="3563621"/>
                  </a:lnTo>
                  <a:lnTo>
                    <a:pt x="2001202" y="3571558"/>
                  </a:lnTo>
                  <a:lnTo>
                    <a:pt x="1996758" y="3578543"/>
                  </a:lnTo>
                  <a:lnTo>
                    <a:pt x="1991678" y="3585846"/>
                  </a:lnTo>
                  <a:lnTo>
                    <a:pt x="1985962" y="3591878"/>
                  </a:lnTo>
                  <a:lnTo>
                    <a:pt x="1979612" y="3597911"/>
                  </a:lnTo>
                  <a:lnTo>
                    <a:pt x="1972628" y="3602673"/>
                  </a:lnTo>
                  <a:lnTo>
                    <a:pt x="1965325" y="3607118"/>
                  </a:lnTo>
                  <a:lnTo>
                    <a:pt x="1957705" y="3610928"/>
                  </a:lnTo>
                  <a:lnTo>
                    <a:pt x="1949450" y="3614103"/>
                  </a:lnTo>
                  <a:lnTo>
                    <a:pt x="1940878" y="3616326"/>
                  </a:lnTo>
                  <a:lnTo>
                    <a:pt x="1931670" y="3617278"/>
                  </a:lnTo>
                  <a:lnTo>
                    <a:pt x="1927225" y="3617913"/>
                  </a:lnTo>
                  <a:lnTo>
                    <a:pt x="1922780" y="3617913"/>
                  </a:lnTo>
                  <a:lnTo>
                    <a:pt x="1620520" y="3617913"/>
                  </a:lnTo>
                  <a:lnTo>
                    <a:pt x="1615758" y="3617913"/>
                  </a:lnTo>
                  <a:lnTo>
                    <a:pt x="1611630" y="3617278"/>
                  </a:lnTo>
                  <a:lnTo>
                    <a:pt x="1602422" y="3616326"/>
                  </a:lnTo>
                  <a:lnTo>
                    <a:pt x="1594168" y="3614103"/>
                  </a:lnTo>
                  <a:lnTo>
                    <a:pt x="1585912" y="3610928"/>
                  </a:lnTo>
                  <a:lnTo>
                    <a:pt x="1577975" y="3607118"/>
                  </a:lnTo>
                  <a:lnTo>
                    <a:pt x="1570990" y="3602673"/>
                  </a:lnTo>
                  <a:lnTo>
                    <a:pt x="1563688" y="3597911"/>
                  </a:lnTo>
                  <a:lnTo>
                    <a:pt x="1557655" y="3591878"/>
                  </a:lnTo>
                  <a:lnTo>
                    <a:pt x="1551622" y="3585846"/>
                  </a:lnTo>
                  <a:lnTo>
                    <a:pt x="1546860" y="3578543"/>
                  </a:lnTo>
                  <a:lnTo>
                    <a:pt x="1542415" y="3571558"/>
                  </a:lnTo>
                  <a:lnTo>
                    <a:pt x="1538605" y="3563621"/>
                  </a:lnTo>
                  <a:lnTo>
                    <a:pt x="1535430" y="3555366"/>
                  </a:lnTo>
                  <a:lnTo>
                    <a:pt x="1533208" y="3547111"/>
                  </a:lnTo>
                  <a:lnTo>
                    <a:pt x="1532572" y="3542666"/>
                  </a:lnTo>
                  <a:lnTo>
                    <a:pt x="1531620" y="3537903"/>
                  </a:lnTo>
                  <a:lnTo>
                    <a:pt x="1531302" y="3533458"/>
                  </a:lnTo>
                  <a:lnTo>
                    <a:pt x="1531302" y="3529013"/>
                  </a:lnTo>
                  <a:lnTo>
                    <a:pt x="1531302" y="3229928"/>
                  </a:lnTo>
                  <a:lnTo>
                    <a:pt x="1504950" y="3225483"/>
                  </a:lnTo>
                  <a:lnTo>
                    <a:pt x="1478598" y="3220086"/>
                  </a:lnTo>
                  <a:lnTo>
                    <a:pt x="1452245" y="3214371"/>
                  </a:lnTo>
                  <a:lnTo>
                    <a:pt x="1426845" y="3208021"/>
                  </a:lnTo>
                  <a:lnTo>
                    <a:pt x="1400810" y="3201771"/>
                  </a:lnTo>
                  <a:lnTo>
                    <a:pt x="1375092" y="3194368"/>
                  </a:lnTo>
                  <a:lnTo>
                    <a:pt x="1350010" y="3187066"/>
                  </a:lnTo>
                  <a:lnTo>
                    <a:pt x="1324928" y="3179128"/>
                  </a:lnTo>
                  <a:lnTo>
                    <a:pt x="1299528" y="3170873"/>
                  </a:lnTo>
                  <a:lnTo>
                    <a:pt x="1274762" y="3161666"/>
                  </a:lnTo>
                  <a:lnTo>
                    <a:pt x="1250315" y="3152776"/>
                  </a:lnTo>
                  <a:lnTo>
                    <a:pt x="1225868" y="3142933"/>
                  </a:lnTo>
                  <a:lnTo>
                    <a:pt x="1201738" y="3132773"/>
                  </a:lnTo>
                  <a:lnTo>
                    <a:pt x="1177925" y="3122296"/>
                  </a:lnTo>
                  <a:lnTo>
                    <a:pt x="1154430" y="3110866"/>
                  </a:lnTo>
                  <a:lnTo>
                    <a:pt x="1130618" y="3099753"/>
                  </a:lnTo>
                  <a:lnTo>
                    <a:pt x="955040" y="3342006"/>
                  </a:lnTo>
                  <a:lnTo>
                    <a:pt x="952182" y="3345816"/>
                  </a:lnTo>
                  <a:lnTo>
                    <a:pt x="949325" y="3349308"/>
                  </a:lnTo>
                  <a:lnTo>
                    <a:pt x="946150" y="3352483"/>
                  </a:lnTo>
                  <a:lnTo>
                    <a:pt x="942975" y="3355658"/>
                  </a:lnTo>
                  <a:lnTo>
                    <a:pt x="935990" y="3361056"/>
                  </a:lnTo>
                  <a:lnTo>
                    <a:pt x="929005" y="3366136"/>
                  </a:lnTo>
                  <a:lnTo>
                    <a:pt x="921385" y="3369946"/>
                  </a:lnTo>
                  <a:lnTo>
                    <a:pt x="913448" y="3373121"/>
                  </a:lnTo>
                  <a:lnTo>
                    <a:pt x="905192" y="3375978"/>
                  </a:lnTo>
                  <a:lnTo>
                    <a:pt x="896938" y="3377248"/>
                  </a:lnTo>
                  <a:lnTo>
                    <a:pt x="888365" y="3378518"/>
                  </a:lnTo>
                  <a:lnTo>
                    <a:pt x="879792" y="3378518"/>
                  </a:lnTo>
                  <a:lnTo>
                    <a:pt x="870902" y="3377883"/>
                  </a:lnTo>
                  <a:lnTo>
                    <a:pt x="862648" y="3376296"/>
                  </a:lnTo>
                  <a:lnTo>
                    <a:pt x="854075" y="3373756"/>
                  </a:lnTo>
                  <a:lnTo>
                    <a:pt x="846138" y="3370581"/>
                  </a:lnTo>
                  <a:lnTo>
                    <a:pt x="837882" y="3366453"/>
                  </a:lnTo>
                  <a:lnTo>
                    <a:pt x="834072" y="3363913"/>
                  </a:lnTo>
                  <a:lnTo>
                    <a:pt x="830262" y="3361056"/>
                  </a:lnTo>
                  <a:lnTo>
                    <a:pt x="586105" y="3183573"/>
                  </a:lnTo>
                  <a:lnTo>
                    <a:pt x="582930" y="3181033"/>
                  </a:lnTo>
                  <a:lnTo>
                    <a:pt x="579438" y="3177858"/>
                  </a:lnTo>
                  <a:lnTo>
                    <a:pt x="575945" y="3175001"/>
                  </a:lnTo>
                  <a:lnTo>
                    <a:pt x="573088" y="3171826"/>
                  </a:lnTo>
                  <a:lnTo>
                    <a:pt x="567372" y="3165158"/>
                  </a:lnTo>
                  <a:lnTo>
                    <a:pt x="562610" y="3157538"/>
                  </a:lnTo>
                  <a:lnTo>
                    <a:pt x="558482" y="3150236"/>
                  </a:lnTo>
                  <a:lnTo>
                    <a:pt x="554990" y="3142298"/>
                  </a:lnTo>
                  <a:lnTo>
                    <a:pt x="552450" y="3134043"/>
                  </a:lnTo>
                  <a:lnTo>
                    <a:pt x="550862" y="3125788"/>
                  </a:lnTo>
                  <a:lnTo>
                    <a:pt x="549592" y="3117216"/>
                  </a:lnTo>
                  <a:lnTo>
                    <a:pt x="549592" y="3108643"/>
                  </a:lnTo>
                  <a:lnTo>
                    <a:pt x="550545" y="3100071"/>
                  </a:lnTo>
                  <a:lnTo>
                    <a:pt x="551815" y="3091816"/>
                  </a:lnTo>
                  <a:lnTo>
                    <a:pt x="554355" y="3083243"/>
                  </a:lnTo>
                  <a:lnTo>
                    <a:pt x="557530" y="3075306"/>
                  </a:lnTo>
                  <a:lnTo>
                    <a:pt x="559435" y="3071178"/>
                  </a:lnTo>
                  <a:lnTo>
                    <a:pt x="561340" y="3067368"/>
                  </a:lnTo>
                  <a:lnTo>
                    <a:pt x="563880" y="3063241"/>
                  </a:lnTo>
                  <a:lnTo>
                    <a:pt x="566738" y="3059431"/>
                  </a:lnTo>
                  <a:lnTo>
                    <a:pt x="742632" y="2817178"/>
                  </a:lnTo>
                  <a:lnTo>
                    <a:pt x="724218" y="2797811"/>
                  </a:lnTo>
                  <a:lnTo>
                    <a:pt x="706755" y="2778761"/>
                  </a:lnTo>
                  <a:lnTo>
                    <a:pt x="688975" y="2759076"/>
                  </a:lnTo>
                  <a:lnTo>
                    <a:pt x="671512" y="2739073"/>
                  </a:lnTo>
                  <a:lnTo>
                    <a:pt x="655002" y="2718753"/>
                  </a:lnTo>
                  <a:lnTo>
                    <a:pt x="638492" y="2698115"/>
                  </a:lnTo>
                  <a:lnTo>
                    <a:pt x="622300" y="2677478"/>
                  </a:lnTo>
                  <a:lnTo>
                    <a:pt x="606425" y="2656523"/>
                  </a:lnTo>
                  <a:lnTo>
                    <a:pt x="591185" y="2634933"/>
                  </a:lnTo>
                  <a:lnTo>
                    <a:pt x="576580" y="2613025"/>
                  </a:lnTo>
                  <a:lnTo>
                    <a:pt x="561658" y="2590800"/>
                  </a:lnTo>
                  <a:lnTo>
                    <a:pt x="547370" y="2568893"/>
                  </a:lnTo>
                  <a:lnTo>
                    <a:pt x="534035" y="2546033"/>
                  </a:lnTo>
                  <a:lnTo>
                    <a:pt x="520382" y="2523173"/>
                  </a:lnTo>
                  <a:lnTo>
                    <a:pt x="507682" y="2499995"/>
                  </a:lnTo>
                  <a:lnTo>
                    <a:pt x="494665" y="2476500"/>
                  </a:lnTo>
                  <a:lnTo>
                    <a:pt x="209868" y="2568893"/>
                  </a:lnTo>
                  <a:lnTo>
                    <a:pt x="205740" y="2570163"/>
                  </a:lnTo>
                  <a:lnTo>
                    <a:pt x="201295" y="2571433"/>
                  </a:lnTo>
                  <a:lnTo>
                    <a:pt x="196850" y="2572068"/>
                  </a:lnTo>
                  <a:lnTo>
                    <a:pt x="192722" y="2573020"/>
                  </a:lnTo>
                  <a:lnTo>
                    <a:pt x="183515" y="2573338"/>
                  </a:lnTo>
                  <a:lnTo>
                    <a:pt x="174942" y="2573020"/>
                  </a:lnTo>
                  <a:lnTo>
                    <a:pt x="166688" y="2571750"/>
                  </a:lnTo>
                  <a:lnTo>
                    <a:pt x="158115" y="2569845"/>
                  </a:lnTo>
                  <a:lnTo>
                    <a:pt x="150177" y="2567305"/>
                  </a:lnTo>
                  <a:lnTo>
                    <a:pt x="142240" y="2563495"/>
                  </a:lnTo>
                  <a:lnTo>
                    <a:pt x="134620" y="2559368"/>
                  </a:lnTo>
                  <a:lnTo>
                    <a:pt x="127952" y="2554605"/>
                  </a:lnTo>
                  <a:lnTo>
                    <a:pt x="121602" y="2548890"/>
                  </a:lnTo>
                  <a:lnTo>
                    <a:pt x="115570" y="2542540"/>
                  </a:lnTo>
                  <a:lnTo>
                    <a:pt x="109855" y="2535555"/>
                  </a:lnTo>
                  <a:lnTo>
                    <a:pt x="105410" y="2528253"/>
                  </a:lnTo>
                  <a:lnTo>
                    <a:pt x="101282" y="2520315"/>
                  </a:lnTo>
                  <a:lnTo>
                    <a:pt x="99377" y="2516188"/>
                  </a:lnTo>
                  <a:lnTo>
                    <a:pt x="97790" y="2512060"/>
                  </a:lnTo>
                  <a:lnTo>
                    <a:pt x="4445" y="2224405"/>
                  </a:lnTo>
                  <a:lnTo>
                    <a:pt x="3492" y="2220278"/>
                  </a:lnTo>
                  <a:lnTo>
                    <a:pt x="2222" y="2215833"/>
                  </a:lnTo>
                  <a:lnTo>
                    <a:pt x="1587" y="2211388"/>
                  </a:lnTo>
                  <a:lnTo>
                    <a:pt x="635" y="2206625"/>
                  </a:lnTo>
                  <a:lnTo>
                    <a:pt x="0" y="2198053"/>
                  </a:lnTo>
                  <a:lnTo>
                    <a:pt x="317" y="2189480"/>
                  </a:lnTo>
                  <a:lnTo>
                    <a:pt x="1587" y="2180908"/>
                  </a:lnTo>
                  <a:lnTo>
                    <a:pt x="3810" y="2172653"/>
                  </a:lnTo>
                  <a:lnTo>
                    <a:pt x="6350" y="2164398"/>
                  </a:lnTo>
                  <a:lnTo>
                    <a:pt x="9842" y="2156778"/>
                  </a:lnTo>
                  <a:lnTo>
                    <a:pt x="13970" y="2149158"/>
                  </a:lnTo>
                  <a:lnTo>
                    <a:pt x="19050" y="2142173"/>
                  </a:lnTo>
                  <a:lnTo>
                    <a:pt x="24447" y="2135505"/>
                  </a:lnTo>
                  <a:lnTo>
                    <a:pt x="30797" y="2129790"/>
                  </a:lnTo>
                  <a:lnTo>
                    <a:pt x="37465" y="2124393"/>
                  </a:lnTo>
                  <a:lnTo>
                    <a:pt x="45085" y="2119630"/>
                  </a:lnTo>
                  <a:lnTo>
                    <a:pt x="49212" y="2117725"/>
                  </a:lnTo>
                  <a:lnTo>
                    <a:pt x="53340" y="2115820"/>
                  </a:lnTo>
                  <a:lnTo>
                    <a:pt x="57467" y="2113915"/>
                  </a:lnTo>
                  <a:lnTo>
                    <a:pt x="61595" y="2112328"/>
                  </a:lnTo>
                  <a:lnTo>
                    <a:pt x="346392" y="2019618"/>
                  </a:lnTo>
                  <a:lnTo>
                    <a:pt x="342900" y="1993900"/>
                  </a:lnTo>
                  <a:lnTo>
                    <a:pt x="339725" y="1967865"/>
                  </a:lnTo>
                  <a:lnTo>
                    <a:pt x="337185" y="1941830"/>
                  </a:lnTo>
                  <a:lnTo>
                    <a:pt x="334962" y="1915478"/>
                  </a:lnTo>
                  <a:lnTo>
                    <a:pt x="333375" y="1889125"/>
                  </a:lnTo>
                  <a:lnTo>
                    <a:pt x="331788" y="1862455"/>
                  </a:lnTo>
                  <a:lnTo>
                    <a:pt x="331152" y="1835785"/>
                  </a:lnTo>
                  <a:lnTo>
                    <a:pt x="331152" y="1809115"/>
                  </a:lnTo>
                  <a:lnTo>
                    <a:pt x="331152" y="1782445"/>
                  </a:lnTo>
                  <a:lnTo>
                    <a:pt x="331788" y="1755775"/>
                  </a:lnTo>
                  <a:lnTo>
                    <a:pt x="333375" y="1729423"/>
                  </a:lnTo>
                  <a:lnTo>
                    <a:pt x="334962" y="1703070"/>
                  </a:lnTo>
                  <a:lnTo>
                    <a:pt x="337185" y="1676718"/>
                  </a:lnTo>
                  <a:lnTo>
                    <a:pt x="339725" y="1650365"/>
                  </a:lnTo>
                  <a:lnTo>
                    <a:pt x="342900" y="1624330"/>
                  </a:lnTo>
                  <a:lnTo>
                    <a:pt x="346392" y="1598295"/>
                  </a:lnTo>
                  <a:lnTo>
                    <a:pt x="61595" y="1506220"/>
                  </a:lnTo>
                  <a:lnTo>
                    <a:pt x="57467" y="1504633"/>
                  </a:lnTo>
                  <a:lnTo>
                    <a:pt x="53340" y="1502728"/>
                  </a:lnTo>
                  <a:lnTo>
                    <a:pt x="45085" y="1498600"/>
                  </a:lnTo>
                  <a:lnTo>
                    <a:pt x="37465" y="1494155"/>
                  </a:lnTo>
                  <a:lnTo>
                    <a:pt x="30797" y="1488440"/>
                  </a:lnTo>
                  <a:lnTo>
                    <a:pt x="24447" y="1482408"/>
                  </a:lnTo>
                  <a:lnTo>
                    <a:pt x="19050" y="1476058"/>
                  </a:lnTo>
                  <a:lnTo>
                    <a:pt x="13970" y="1468755"/>
                  </a:lnTo>
                  <a:lnTo>
                    <a:pt x="9842" y="1461453"/>
                  </a:lnTo>
                  <a:lnTo>
                    <a:pt x="6350" y="1453833"/>
                  </a:lnTo>
                  <a:lnTo>
                    <a:pt x="3810" y="1445578"/>
                  </a:lnTo>
                  <a:lnTo>
                    <a:pt x="1587" y="1437323"/>
                  </a:lnTo>
                  <a:lnTo>
                    <a:pt x="317" y="1428750"/>
                  </a:lnTo>
                  <a:lnTo>
                    <a:pt x="0" y="1419860"/>
                  </a:lnTo>
                  <a:lnTo>
                    <a:pt x="635" y="1411288"/>
                  </a:lnTo>
                  <a:lnTo>
                    <a:pt x="1587" y="1406843"/>
                  </a:lnTo>
                  <a:lnTo>
                    <a:pt x="2222" y="1402398"/>
                  </a:lnTo>
                  <a:lnTo>
                    <a:pt x="3492" y="1397635"/>
                  </a:lnTo>
                  <a:lnTo>
                    <a:pt x="4445" y="1393508"/>
                  </a:lnTo>
                  <a:lnTo>
                    <a:pt x="97790" y="1106488"/>
                  </a:lnTo>
                  <a:lnTo>
                    <a:pt x="99377" y="1102043"/>
                  </a:lnTo>
                  <a:lnTo>
                    <a:pt x="101282" y="1097915"/>
                  </a:lnTo>
                  <a:lnTo>
                    <a:pt x="103187" y="1093788"/>
                  </a:lnTo>
                  <a:lnTo>
                    <a:pt x="105410" y="1089978"/>
                  </a:lnTo>
                  <a:lnTo>
                    <a:pt x="109855" y="1082358"/>
                  </a:lnTo>
                  <a:lnTo>
                    <a:pt x="115570" y="1075690"/>
                  </a:lnTo>
                  <a:lnTo>
                    <a:pt x="121602" y="1069340"/>
                  </a:lnTo>
                  <a:lnTo>
                    <a:pt x="127952" y="1063625"/>
                  </a:lnTo>
                  <a:lnTo>
                    <a:pt x="134620" y="1058863"/>
                  </a:lnTo>
                  <a:lnTo>
                    <a:pt x="142240" y="1054735"/>
                  </a:lnTo>
                  <a:lnTo>
                    <a:pt x="150177" y="1051243"/>
                  </a:lnTo>
                  <a:lnTo>
                    <a:pt x="158115" y="1048068"/>
                  </a:lnTo>
                  <a:lnTo>
                    <a:pt x="166688" y="1046480"/>
                  </a:lnTo>
                  <a:lnTo>
                    <a:pt x="174942" y="1045210"/>
                  </a:lnTo>
                  <a:lnTo>
                    <a:pt x="183515" y="1044893"/>
                  </a:lnTo>
                  <a:lnTo>
                    <a:pt x="192722" y="1045528"/>
                  </a:lnTo>
                  <a:lnTo>
                    <a:pt x="196850" y="1046480"/>
                  </a:lnTo>
                  <a:lnTo>
                    <a:pt x="201295" y="1047115"/>
                  </a:lnTo>
                  <a:lnTo>
                    <a:pt x="205740" y="1048068"/>
                  </a:lnTo>
                  <a:lnTo>
                    <a:pt x="209868" y="1049338"/>
                  </a:lnTo>
                  <a:lnTo>
                    <a:pt x="494665" y="1141413"/>
                  </a:lnTo>
                  <a:lnTo>
                    <a:pt x="507682" y="1118235"/>
                  </a:lnTo>
                  <a:lnTo>
                    <a:pt x="520382" y="1095375"/>
                  </a:lnTo>
                  <a:lnTo>
                    <a:pt x="534035" y="1072198"/>
                  </a:lnTo>
                  <a:lnTo>
                    <a:pt x="547370" y="1049655"/>
                  </a:lnTo>
                  <a:lnTo>
                    <a:pt x="561658" y="1027113"/>
                  </a:lnTo>
                  <a:lnTo>
                    <a:pt x="576580" y="1005205"/>
                  </a:lnTo>
                  <a:lnTo>
                    <a:pt x="591185" y="983615"/>
                  </a:lnTo>
                  <a:lnTo>
                    <a:pt x="606425" y="961707"/>
                  </a:lnTo>
                  <a:lnTo>
                    <a:pt x="622300" y="940752"/>
                  </a:lnTo>
                  <a:lnTo>
                    <a:pt x="638492" y="919797"/>
                  </a:lnTo>
                  <a:lnTo>
                    <a:pt x="655002" y="899160"/>
                  </a:lnTo>
                  <a:lnTo>
                    <a:pt x="671512" y="878840"/>
                  </a:lnTo>
                  <a:lnTo>
                    <a:pt x="688975" y="858837"/>
                  </a:lnTo>
                  <a:lnTo>
                    <a:pt x="706755" y="839470"/>
                  </a:lnTo>
                  <a:lnTo>
                    <a:pt x="724218" y="819785"/>
                  </a:lnTo>
                  <a:lnTo>
                    <a:pt x="742632" y="801052"/>
                  </a:lnTo>
                  <a:lnTo>
                    <a:pt x="566420" y="558800"/>
                  </a:lnTo>
                  <a:lnTo>
                    <a:pt x="563562" y="554990"/>
                  </a:lnTo>
                  <a:lnTo>
                    <a:pt x="561340" y="551180"/>
                  </a:lnTo>
                  <a:lnTo>
                    <a:pt x="559118" y="547370"/>
                  </a:lnTo>
                  <a:lnTo>
                    <a:pt x="557212" y="543242"/>
                  </a:lnTo>
                  <a:lnTo>
                    <a:pt x="554355" y="534987"/>
                  </a:lnTo>
                  <a:lnTo>
                    <a:pt x="551498" y="526732"/>
                  </a:lnTo>
                  <a:lnTo>
                    <a:pt x="550228" y="518160"/>
                  </a:lnTo>
                  <a:lnTo>
                    <a:pt x="549592" y="509270"/>
                  </a:lnTo>
                  <a:lnTo>
                    <a:pt x="549592" y="500697"/>
                  </a:lnTo>
                  <a:lnTo>
                    <a:pt x="550862" y="492442"/>
                  </a:lnTo>
                  <a:lnTo>
                    <a:pt x="552450" y="483870"/>
                  </a:lnTo>
                  <a:lnTo>
                    <a:pt x="554990" y="475932"/>
                  </a:lnTo>
                  <a:lnTo>
                    <a:pt x="558482" y="467677"/>
                  </a:lnTo>
                  <a:lnTo>
                    <a:pt x="562610" y="460057"/>
                  </a:lnTo>
                  <a:lnTo>
                    <a:pt x="567372" y="453072"/>
                  </a:lnTo>
                  <a:lnTo>
                    <a:pt x="573088" y="446087"/>
                  </a:lnTo>
                  <a:lnTo>
                    <a:pt x="575945" y="442912"/>
                  </a:lnTo>
                  <a:lnTo>
                    <a:pt x="579438" y="439737"/>
                  </a:lnTo>
                  <a:lnTo>
                    <a:pt x="582930" y="436880"/>
                  </a:lnTo>
                  <a:lnTo>
                    <a:pt x="586105" y="434022"/>
                  </a:lnTo>
                  <a:lnTo>
                    <a:pt x="830898" y="256857"/>
                  </a:lnTo>
                  <a:lnTo>
                    <a:pt x="834708" y="254317"/>
                  </a:lnTo>
                  <a:lnTo>
                    <a:pt x="838200" y="251777"/>
                  </a:lnTo>
                  <a:lnTo>
                    <a:pt x="842328" y="249872"/>
                  </a:lnTo>
                  <a:lnTo>
                    <a:pt x="846138" y="247967"/>
                  </a:lnTo>
                  <a:lnTo>
                    <a:pt x="854392" y="244475"/>
                  </a:lnTo>
                  <a:lnTo>
                    <a:pt x="862648" y="242252"/>
                  </a:lnTo>
                  <a:lnTo>
                    <a:pt x="871538" y="240665"/>
                  </a:lnTo>
                  <a:lnTo>
                    <a:pt x="880110" y="240030"/>
                  </a:lnTo>
                  <a:lnTo>
                    <a:pt x="888365" y="240030"/>
                  </a:lnTo>
                  <a:lnTo>
                    <a:pt x="896938" y="240665"/>
                  </a:lnTo>
                  <a:lnTo>
                    <a:pt x="905192" y="242570"/>
                  </a:lnTo>
                  <a:lnTo>
                    <a:pt x="913448" y="245110"/>
                  </a:lnTo>
                  <a:lnTo>
                    <a:pt x="921385" y="248602"/>
                  </a:lnTo>
                  <a:lnTo>
                    <a:pt x="929005" y="252412"/>
                  </a:lnTo>
                  <a:lnTo>
                    <a:pt x="935990" y="257175"/>
                  </a:lnTo>
                  <a:lnTo>
                    <a:pt x="942975" y="262890"/>
                  </a:lnTo>
                  <a:lnTo>
                    <a:pt x="946150" y="266065"/>
                  </a:lnTo>
                  <a:lnTo>
                    <a:pt x="949325" y="269240"/>
                  </a:lnTo>
                  <a:lnTo>
                    <a:pt x="952182" y="272732"/>
                  </a:lnTo>
                  <a:lnTo>
                    <a:pt x="955040" y="276542"/>
                  </a:lnTo>
                  <a:lnTo>
                    <a:pt x="1130618" y="518477"/>
                  </a:lnTo>
                  <a:lnTo>
                    <a:pt x="1154430" y="507047"/>
                  </a:lnTo>
                  <a:lnTo>
                    <a:pt x="1177925" y="496252"/>
                  </a:lnTo>
                  <a:lnTo>
                    <a:pt x="1201738" y="485457"/>
                  </a:lnTo>
                  <a:lnTo>
                    <a:pt x="1225868" y="475615"/>
                  </a:lnTo>
                  <a:lnTo>
                    <a:pt x="1250315" y="465772"/>
                  </a:lnTo>
                  <a:lnTo>
                    <a:pt x="1274762" y="456247"/>
                  </a:lnTo>
                  <a:lnTo>
                    <a:pt x="1299528" y="447675"/>
                  </a:lnTo>
                  <a:lnTo>
                    <a:pt x="1324928" y="439102"/>
                  </a:lnTo>
                  <a:lnTo>
                    <a:pt x="1350010" y="431165"/>
                  </a:lnTo>
                  <a:lnTo>
                    <a:pt x="1375092" y="423545"/>
                  </a:lnTo>
                  <a:lnTo>
                    <a:pt x="1400810" y="416877"/>
                  </a:lnTo>
                  <a:lnTo>
                    <a:pt x="1426845" y="410210"/>
                  </a:lnTo>
                  <a:lnTo>
                    <a:pt x="1452245" y="404177"/>
                  </a:lnTo>
                  <a:lnTo>
                    <a:pt x="1478598" y="398462"/>
                  </a:lnTo>
                  <a:lnTo>
                    <a:pt x="1504950" y="393065"/>
                  </a:lnTo>
                  <a:lnTo>
                    <a:pt x="1531302" y="388620"/>
                  </a:lnTo>
                  <a:lnTo>
                    <a:pt x="1531302" y="89217"/>
                  </a:lnTo>
                  <a:lnTo>
                    <a:pt x="1531302" y="84455"/>
                  </a:lnTo>
                  <a:lnTo>
                    <a:pt x="1531620" y="80010"/>
                  </a:lnTo>
                  <a:lnTo>
                    <a:pt x="1532572" y="75565"/>
                  </a:lnTo>
                  <a:lnTo>
                    <a:pt x="1533208" y="71120"/>
                  </a:lnTo>
                  <a:lnTo>
                    <a:pt x="1535430" y="62865"/>
                  </a:lnTo>
                  <a:lnTo>
                    <a:pt x="1538605" y="54610"/>
                  </a:lnTo>
                  <a:lnTo>
                    <a:pt x="1542415" y="46672"/>
                  </a:lnTo>
                  <a:lnTo>
                    <a:pt x="1546860" y="39370"/>
                  </a:lnTo>
                  <a:lnTo>
                    <a:pt x="1551622" y="32385"/>
                  </a:lnTo>
                  <a:lnTo>
                    <a:pt x="1557655" y="26352"/>
                  </a:lnTo>
                  <a:lnTo>
                    <a:pt x="1563688" y="20320"/>
                  </a:lnTo>
                  <a:lnTo>
                    <a:pt x="1570990" y="15240"/>
                  </a:lnTo>
                  <a:lnTo>
                    <a:pt x="1577975" y="10795"/>
                  </a:lnTo>
                  <a:lnTo>
                    <a:pt x="1585912" y="6985"/>
                  </a:lnTo>
                  <a:lnTo>
                    <a:pt x="1594168" y="4127"/>
                  </a:lnTo>
                  <a:lnTo>
                    <a:pt x="1602422" y="1905"/>
                  </a:lnTo>
                  <a:lnTo>
                    <a:pt x="1607185" y="952"/>
                  </a:lnTo>
                  <a:lnTo>
                    <a:pt x="1611630" y="317"/>
                  </a:lnTo>
                  <a:lnTo>
                    <a:pt x="1615758"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19" name="文本框 59">
              <a:extLst>
                <a:ext uri="{FF2B5EF4-FFF2-40B4-BE49-F238E27FC236}">
                  <a16:creationId xmlns:a16="http://schemas.microsoft.com/office/drawing/2014/main" xmlns="" id="{1FDB2FFD-9FB0-4EF8-BC9F-E2106EA34E6F}"/>
                </a:ext>
              </a:extLst>
            </p:cNvPr>
            <p:cNvSpPr txBox="1"/>
            <p:nvPr/>
          </p:nvSpPr>
          <p:spPr>
            <a:xfrm>
              <a:off x="3102007" y="4128108"/>
              <a:ext cx="1357226" cy="407579"/>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输入标题</a:t>
              </a:r>
            </a:p>
          </p:txBody>
        </p:sp>
      </p:grpSp>
      <p:grpSp>
        <p:nvGrpSpPr>
          <p:cNvPr id="20" name="组合 19">
            <a:extLst>
              <a:ext uri="{FF2B5EF4-FFF2-40B4-BE49-F238E27FC236}">
                <a16:creationId xmlns:a16="http://schemas.microsoft.com/office/drawing/2014/main" xmlns="" id="{C85EC27D-1E50-4AF0-BF0C-FB516F2A29FB}"/>
              </a:ext>
            </a:extLst>
          </p:cNvPr>
          <p:cNvGrpSpPr/>
          <p:nvPr/>
        </p:nvGrpSpPr>
        <p:grpSpPr>
          <a:xfrm>
            <a:off x="3624173" y="1465942"/>
            <a:ext cx="2608359" cy="2892330"/>
            <a:chOff x="4078604" y="2478655"/>
            <a:chExt cx="2369358" cy="2553482"/>
          </a:xfrm>
        </p:grpSpPr>
        <p:sp>
          <p:nvSpPr>
            <p:cNvPr id="21" name="任意多边形 51">
              <a:extLst>
                <a:ext uri="{FF2B5EF4-FFF2-40B4-BE49-F238E27FC236}">
                  <a16:creationId xmlns:a16="http://schemas.microsoft.com/office/drawing/2014/main" xmlns="" id="{F1EAB986-3FEC-443F-A215-AF524E33ADC7}"/>
                </a:ext>
              </a:extLst>
            </p:cNvPr>
            <p:cNvSpPr/>
            <p:nvPr/>
          </p:nvSpPr>
          <p:spPr>
            <a:xfrm>
              <a:off x="4078604" y="2478655"/>
              <a:ext cx="2369358" cy="2553482"/>
            </a:xfrm>
            <a:custGeom>
              <a:avLst/>
              <a:gdLst>
                <a:gd name="connsiteX0" fmla="*/ 1184679 w 2369358"/>
                <a:gd name="connsiteY0" fmla="*/ 0 h 2553482"/>
                <a:gd name="connsiteX1" fmla="*/ 2369358 w 2369358"/>
                <a:gd name="connsiteY1" fmla="*/ 1184679 h 2553482"/>
                <a:gd name="connsiteX2" fmla="*/ 1423433 w 2369358"/>
                <a:gd name="connsiteY2" fmla="*/ 2345290 h 2553482"/>
                <a:gd name="connsiteX3" fmla="*/ 1321945 w 2369358"/>
                <a:gd name="connsiteY3" fmla="*/ 2360779 h 2553482"/>
                <a:gd name="connsiteX4" fmla="*/ 1223444 w 2369358"/>
                <a:gd name="connsiteY4" fmla="*/ 2553482 h 2553482"/>
                <a:gd name="connsiteX5" fmla="*/ 1132988 w 2369358"/>
                <a:gd name="connsiteY5" fmla="*/ 2366748 h 2553482"/>
                <a:gd name="connsiteX6" fmla="*/ 1063553 w 2369358"/>
                <a:gd name="connsiteY6" fmla="*/ 2363242 h 2553482"/>
                <a:gd name="connsiteX7" fmla="*/ 0 w 2369358"/>
                <a:gd name="connsiteY7" fmla="*/ 1184679 h 2553482"/>
                <a:gd name="connsiteX8" fmla="*/ 1184679 w 2369358"/>
                <a:gd name="connsiteY8" fmla="*/ 0 h 2553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9358" h="2553482">
                  <a:moveTo>
                    <a:pt x="1184679" y="0"/>
                  </a:moveTo>
                  <a:cubicBezTo>
                    <a:pt x="1838959" y="0"/>
                    <a:pt x="2369358" y="530399"/>
                    <a:pt x="2369358" y="1184679"/>
                  </a:cubicBezTo>
                  <a:cubicBezTo>
                    <a:pt x="2369358" y="1757174"/>
                    <a:pt x="1963272" y="2234823"/>
                    <a:pt x="1423433" y="2345290"/>
                  </a:cubicBezTo>
                  <a:lnTo>
                    <a:pt x="1321945" y="2360779"/>
                  </a:lnTo>
                  <a:lnTo>
                    <a:pt x="1223444" y="2553482"/>
                  </a:lnTo>
                  <a:lnTo>
                    <a:pt x="1132988" y="2366748"/>
                  </a:lnTo>
                  <a:lnTo>
                    <a:pt x="1063553" y="2363242"/>
                  </a:lnTo>
                  <a:cubicBezTo>
                    <a:pt x="466171" y="2302574"/>
                    <a:pt x="0" y="1798067"/>
                    <a:pt x="0" y="1184679"/>
                  </a:cubicBezTo>
                  <a:cubicBezTo>
                    <a:pt x="0" y="530399"/>
                    <a:pt x="530399" y="0"/>
                    <a:pt x="1184679" y="0"/>
                  </a:cubicBezTo>
                  <a:close/>
                </a:path>
              </a:pathLst>
            </a:custGeom>
            <a:solidFill>
              <a:srgbClr val="B82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微软雅黑" panose="020B0503020204020204" pitchFamily="34" charset="-122"/>
                <a:ea typeface="微软雅黑" panose="020B0503020204020204" pitchFamily="34" charset="-122"/>
              </a:endParaRPr>
            </a:p>
          </p:txBody>
        </p:sp>
        <p:grpSp>
          <p:nvGrpSpPr>
            <p:cNvPr id="22" name="组合 21">
              <a:extLst>
                <a:ext uri="{FF2B5EF4-FFF2-40B4-BE49-F238E27FC236}">
                  <a16:creationId xmlns:a16="http://schemas.microsoft.com/office/drawing/2014/main" xmlns="" id="{94237688-8DD1-48C3-B158-65B541ACDF14}"/>
                </a:ext>
              </a:extLst>
            </p:cNvPr>
            <p:cNvGrpSpPr/>
            <p:nvPr/>
          </p:nvGrpSpPr>
          <p:grpSpPr>
            <a:xfrm>
              <a:off x="4614176" y="3268683"/>
              <a:ext cx="1562853" cy="1011674"/>
              <a:chOff x="4716874" y="2621791"/>
              <a:chExt cx="1562853" cy="1011674"/>
            </a:xfrm>
          </p:grpSpPr>
          <p:sp>
            <p:nvSpPr>
              <p:cNvPr id="23" name="KSO_Shape">
                <a:extLst>
                  <a:ext uri="{FF2B5EF4-FFF2-40B4-BE49-F238E27FC236}">
                    <a16:creationId xmlns:a16="http://schemas.microsoft.com/office/drawing/2014/main" xmlns="" id="{236F8007-8DEB-49F0-97B3-3E1AA7DC0964}"/>
                  </a:ext>
                </a:extLst>
              </p:cNvPr>
              <p:cNvSpPr>
                <a:spLocks/>
              </p:cNvSpPr>
              <p:nvPr/>
            </p:nvSpPr>
            <p:spPr bwMode="auto">
              <a:xfrm>
                <a:off x="5143687" y="2621791"/>
                <a:ext cx="441100" cy="441836"/>
              </a:xfrm>
              <a:custGeom>
                <a:avLst/>
                <a:gdLst>
                  <a:gd name="T0" fmla="*/ 923363 w 1752600"/>
                  <a:gd name="T1" fmla="*/ 1417153 h 1754188"/>
                  <a:gd name="T2" fmla="*/ 958587 w 1752600"/>
                  <a:gd name="T3" fmla="*/ 1476612 h 1754188"/>
                  <a:gd name="T4" fmla="*/ 945181 w 1752600"/>
                  <a:gd name="T5" fmla="*/ 1530763 h 1754188"/>
                  <a:gd name="T6" fmla="*/ 886299 w 1752600"/>
                  <a:gd name="T7" fmla="*/ 1566067 h 1754188"/>
                  <a:gd name="T8" fmla="*/ 832675 w 1752600"/>
                  <a:gd name="T9" fmla="*/ 1552795 h 1754188"/>
                  <a:gd name="T10" fmla="*/ 797714 w 1752600"/>
                  <a:gd name="T11" fmla="*/ 1493335 h 1754188"/>
                  <a:gd name="T12" fmla="*/ 810857 w 1752600"/>
                  <a:gd name="T13" fmla="*/ 1439185 h 1754188"/>
                  <a:gd name="T14" fmla="*/ 869739 w 1752600"/>
                  <a:gd name="T15" fmla="*/ 1403616 h 1754188"/>
                  <a:gd name="T16" fmla="*/ 1526266 w 1752600"/>
                  <a:gd name="T17" fmla="*/ 809406 h 1754188"/>
                  <a:gd name="T18" fmla="*/ 1561836 w 1752600"/>
                  <a:gd name="T19" fmla="*/ 868866 h 1754188"/>
                  <a:gd name="T20" fmla="*/ 1548298 w 1752600"/>
                  <a:gd name="T21" fmla="*/ 923016 h 1754188"/>
                  <a:gd name="T22" fmla="*/ 1488839 w 1752600"/>
                  <a:gd name="T23" fmla="*/ 958586 h 1754188"/>
                  <a:gd name="T24" fmla="*/ 1434954 w 1752600"/>
                  <a:gd name="T25" fmla="*/ 945048 h 1754188"/>
                  <a:gd name="T26" fmla="*/ 1399385 w 1752600"/>
                  <a:gd name="T27" fmla="*/ 885589 h 1754188"/>
                  <a:gd name="T28" fmla="*/ 1412922 w 1752600"/>
                  <a:gd name="T29" fmla="*/ 831438 h 1754188"/>
                  <a:gd name="T30" fmla="*/ 1472116 w 1752600"/>
                  <a:gd name="T31" fmla="*/ 795869 h 1754188"/>
                  <a:gd name="T32" fmla="*/ 931422 w 1752600"/>
                  <a:gd name="T33" fmla="*/ 210375 h 1754188"/>
                  <a:gd name="T34" fmla="*/ 985331 w 1752600"/>
                  <a:gd name="T35" fmla="*/ 812351 h 1754188"/>
                  <a:gd name="T36" fmla="*/ 997223 w 1752600"/>
                  <a:gd name="T37" fmla="*/ 915108 h 1754188"/>
                  <a:gd name="T38" fmla="*/ 946749 w 1752600"/>
                  <a:gd name="T39" fmla="*/ 982906 h 1754188"/>
                  <a:gd name="T40" fmla="*/ 857693 w 1752600"/>
                  <a:gd name="T41" fmla="*/ 1003564 h 1754188"/>
                  <a:gd name="T42" fmla="*/ 763351 w 1752600"/>
                  <a:gd name="T43" fmla="*/ 937354 h 1754188"/>
                  <a:gd name="T44" fmla="*/ 353480 w 1752600"/>
                  <a:gd name="T45" fmla="*/ 893921 h 1754188"/>
                  <a:gd name="T46" fmla="*/ 383342 w 1752600"/>
                  <a:gd name="T47" fmla="*/ 820296 h 1754188"/>
                  <a:gd name="T48" fmla="*/ 815147 w 1752600"/>
                  <a:gd name="T49" fmla="*/ 764945 h 1754188"/>
                  <a:gd name="T50" fmla="*/ 858486 w 1752600"/>
                  <a:gd name="T51" fmla="*/ 180713 h 1754188"/>
                  <a:gd name="T52" fmla="*/ 670516 w 1752600"/>
                  <a:gd name="T53" fmla="*/ 152975 h 1754188"/>
                  <a:gd name="T54" fmla="*/ 441192 w 1752600"/>
                  <a:gd name="T55" fmla="*/ 263340 h 1754188"/>
                  <a:gd name="T56" fmla="*/ 263181 w 1752600"/>
                  <a:gd name="T57" fmla="*/ 441458 h 1754188"/>
                  <a:gd name="T58" fmla="*/ 152883 w 1752600"/>
                  <a:gd name="T59" fmla="*/ 670921 h 1754188"/>
                  <a:gd name="T60" fmla="*/ 126168 w 1752600"/>
                  <a:gd name="T61" fmla="*/ 934791 h 1754188"/>
                  <a:gd name="T62" fmla="*/ 190707 w 1752600"/>
                  <a:gd name="T63" fmla="*/ 1186485 h 1754188"/>
                  <a:gd name="T64" fmla="*/ 332216 w 1752600"/>
                  <a:gd name="T65" fmla="*/ 1396099 h 1754188"/>
                  <a:gd name="T66" fmla="*/ 534297 w 1752600"/>
                  <a:gd name="T67" fmla="*/ 1547221 h 1754188"/>
                  <a:gd name="T68" fmla="*/ 780550 w 1752600"/>
                  <a:gd name="T69" fmla="*/ 1623709 h 1754188"/>
                  <a:gd name="T70" fmla="*/ 1045847 w 1752600"/>
                  <a:gd name="T71" fmla="*/ 1610476 h 1754188"/>
                  <a:gd name="T72" fmla="*/ 1281255 w 1752600"/>
                  <a:gd name="T73" fmla="*/ 1511227 h 1754188"/>
                  <a:gd name="T74" fmla="*/ 1467730 w 1752600"/>
                  <a:gd name="T75" fmla="*/ 1341578 h 1754188"/>
                  <a:gd name="T76" fmla="*/ 1588873 w 1752600"/>
                  <a:gd name="T77" fmla="*/ 1118202 h 1754188"/>
                  <a:gd name="T78" fmla="*/ 1628019 w 1752600"/>
                  <a:gd name="T79" fmla="*/ 857509 h 1754188"/>
                  <a:gd name="T80" fmla="*/ 1576176 w 1752600"/>
                  <a:gd name="T81" fmla="*/ 601315 h 1754188"/>
                  <a:gd name="T82" fmla="*/ 1444718 w 1752600"/>
                  <a:gd name="T83" fmla="*/ 384820 h 1754188"/>
                  <a:gd name="T84" fmla="*/ 1250573 w 1752600"/>
                  <a:gd name="T85" fmla="*/ 224170 h 1754188"/>
                  <a:gd name="T86" fmla="*/ 1009345 w 1752600"/>
                  <a:gd name="T87" fmla="*/ 136037 h 1754188"/>
                  <a:gd name="T88" fmla="*/ 987656 w 1752600"/>
                  <a:gd name="T89" fmla="*/ 7146 h 1754188"/>
                  <a:gd name="T90" fmla="*/ 1274907 w 1752600"/>
                  <a:gd name="T91" fmla="*/ 96337 h 1754188"/>
                  <a:gd name="T92" fmla="*/ 1510315 w 1752600"/>
                  <a:gd name="T93" fmla="*/ 272074 h 1754188"/>
                  <a:gd name="T94" fmla="*/ 1675101 w 1752600"/>
                  <a:gd name="T95" fmla="*/ 516358 h 1754188"/>
                  <a:gd name="T96" fmla="*/ 1749955 w 1752600"/>
                  <a:gd name="T97" fmla="*/ 809605 h 1754188"/>
                  <a:gd name="T98" fmla="*/ 1719273 w 1752600"/>
                  <a:gd name="T99" fmla="*/ 1116879 h 1754188"/>
                  <a:gd name="T100" fmla="*/ 1590724 w 1752600"/>
                  <a:gd name="T101" fmla="*/ 1384453 h 1754188"/>
                  <a:gd name="T102" fmla="*/ 1383353 w 1752600"/>
                  <a:gd name="T103" fmla="*/ 1591949 h 1754188"/>
                  <a:gd name="T104" fmla="*/ 1115940 w 1752600"/>
                  <a:gd name="T105" fmla="*/ 1720576 h 1754188"/>
                  <a:gd name="T106" fmla="*/ 809116 w 1752600"/>
                  <a:gd name="T107" fmla="*/ 1751277 h 1754188"/>
                  <a:gd name="T108" fmla="*/ 516046 w 1752600"/>
                  <a:gd name="T109" fmla="*/ 1676377 h 1754188"/>
                  <a:gd name="T110" fmla="*/ 271909 w 1752600"/>
                  <a:gd name="T111" fmla="*/ 1511492 h 1754188"/>
                  <a:gd name="T112" fmla="*/ 95750 w 1752600"/>
                  <a:gd name="T113" fmla="*/ 1275941 h 1754188"/>
                  <a:gd name="T114" fmla="*/ 6877 w 1752600"/>
                  <a:gd name="T115" fmla="*/ 988782 h 1754188"/>
                  <a:gd name="T116" fmla="*/ 22483 w 1752600"/>
                  <a:gd name="T117" fmla="*/ 679126 h 1754188"/>
                  <a:gd name="T118" fmla="*/ 138071 w 1752600"/>
                  <a:gd name="T119" fmla="*/ 404935 h 1754188"/>
                  <a:gd name="T120" fmla="*/ 335655 w 1752600"/>
                  <a:gd name="T121" fmla="*/ 187117 h 1754188"/>
                  <a:gd name="T122" fmla="*/ 595662 w 1752600"/>
                  <a:gd name="T123" fmla="*/ 46051 h 1754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2600" h="1754188">
                    <a:moveTo>
                      <a:pt x="873945" y="1403350"/>
                    </a:moveTo>
                    <a:lnTo>
                      <a:pt x="877888" y="1403350"/>
                    </a:lnTo>
                    <a:lnTo>
                      <a:pt x="882356" y="1403350"/>
                    </a:lnTo>
                    <a:lnTo>
                      <a:pt x="886299" y="1403616"/>
                    </a:lnTo>
                    <a:lnTo>
                      <a:pt x="890505" y="1404146"/>
                    </a:lnTo>
                    <a:lnTo>
                      <a:pt x="894448" y="1404943"/>
                    </a:lnTo>
                    <a:lnTo>
                      <a:pt x="898128" y="1405739"/>
                    </a:lnTo>
                    <a:lnTo>
                      <a:pt x="901808" y="1406801"/>
                    </a:lnTo>
                    <a:lnTo>
                      <a:pt x="906014" y="1408393"/>
                    </a:lnTo>
                    <a:lnTo>
                      <a:pt x="909432" y="1409455"/>
                    </a:lnTo>
                    <a:lnTo>
                      <a:pt x="913112" y="1411048"/>
                    </a:lnTo>
                    <a:lnTo>
                      <a:pt x="916529" y="1412906"/>
                    </a:lnTo>
                    <a:lnTo>
                      <a:pt x="919946" y="1415030"/>
                    </a:lnTo>
                    <a:lnTo>
                      <a:pt x="923363" y="1417153"/>
                    </a:lnTo>
                    <a:lnTo>
                      <a:pt x="929672" y="1421931"/>
                    </a:lnTo>
                    <a:lnTo>
                      <a:pt x="935192" y="1427240"/>
                    </a:lnTo>
                    <a:lnTo>
                      <a:pt x="940450" y="1432814"/>
                    </a:lnTo>
                    <a:lnTo>
                      <a:pt x="945181" y="1439185"/>
                    </a:lnTo>
                    <a:lnTo>
                      <a:pt x="947284" y="1442636"/>
                    </a:lnTo>
                    <a:lnTo>
                      <a:pt x="949124" y="1446086"/>
                    </a:lnTo>
                    <a:lnTo>
                      <a:pt x="951227" y="1449537"/>
                    </a:lnTo>
                    <a:lnTo>
                      <a:pt x="952804" y="1452988"/>
                    </a:lnTo>
                    <a:lnTo>
                      <a:pt x="953856" y="1456704"/>
                    </a:lnTo>
                    <a:lnTo>
                      <a:pt x="955433" y="1460420"/>
                    </a:lnTo>
                    <a:lnTo>
                      <a:pt x="956484" y="1464667"/>
                    </a:lnTo>
                    <a:lnTo>
                      <a:pt x="957273" y="1468384"/>
                    </a:lnTo>
                    <a:lnTo>
                      <a:pt x="958062" y="1472365"/>
                    </a:lnTo>
                    <a:lnTo>
                      <a:pt x="958587" y="1476612"/>
                    </a:lnTo>
                    <a:lnTo>
                      <a:pt x="958850" y="1480594"/>
                    </a:lnTo>
                    <a:lnTo>
                      <a:pt x="958850" y="1485107"/>
                    </a:lnTo>
                    <a:lnTo>
                      <a:pt x="958850" y="1489088"/>
                    </a:lnTo>
                    <a:lnTo>
                      <a:pt x="958587" y="1493335"/>
                    </a:lnTo>
                    <a:lnTo>
                      <a:pt x="958062" y="1497317"/>
                    </a:lnTo>
                    <a:lnTo>
                      <a:pt x="957273" y="1501299"/>
                    </a:lnTo>
                    <a:lnTo>
                      <a:pt x="956484" y="1505546"/>
                    </a:lnTo>
                    <a:lnTo>
                      <a:pt x="955433" y="1509262"/>
                    </a:lnTo>
                    <a:lnTo>
                      <a:pt x="953856" y="1512978"/>
                    </a:lnTo>
                    <a:lnTo>
                      <a:pt x="952804" y="1516694"/>
                    </a:lnTo>
                    <a:lnTo>
                      <a:pt x="951227" y="1520145"/>
                    </a:lnTo>
                    <a:lnTo>
                      <a:pt x="949124" y="1524127"/>
                    </a:lnTo>
                    <a:lnTo>
                      <a:pt x="947284" y="1527312"/>
                    </a:lnTo>
                    <a:lnTo>
                      <a:pt x="945181" y="1530763"/>
                    </a:lnTo>
                    <a:lnTo>
                      <a:pt x="940450" y="1536868"/>
                    </a:lnTo>
                    <a:lnTo>
                      <a:pt x="935192" y="1542973"/>
                    </a:lnTo>
                    <a:lnTo>
                      <a:pt x="929672" y="1548017"/>
                    </a:lnTo>
                    <a:lnTo>
                      <a:pt x="923363" y="1552795"/>
                    </a:lnTo>
                    <a:lnTo>
                      <a:pt x="919946" y="1554918"/>
                    </a:lnTo>
                    <a:lnTo>
                      <a:pt x="916529" y="1556776"/>
                    </a:lnTo>
                    <a:lnTo>
                      <a:pt x="913112" y="1558634"/>
                    </a:lnTo>
                    <a:lnTo>
                      <a:pt x="909432" y="1560227"/>
                    </a:lnTo>
                    <a:lnTo>
                      <a:pt x="906014" y="1561820"/>
                    </a:lnTo>
                    <a:lnTo>
                      <a:pt x="901808" y="1563147"/>
                    </a:lnTo>
                    <a:lnTo>
                      <a:pt x="898128" y="1564209"/>
                    </a:lnTo>
                    <a:lnTo>
                      <a:pt x="894448" y="1565005"/>
                    </a:lnTo>
                    <a:lnTo>
                      <a:pt x="890505" y="1565801"/>
                    </a:lnTo>
                    <a:lnTo>
                      <a:pt x="886299" y="1566067"/>
                    </a:lnTo>
                    <a:lnTo>
                      <a:pt x="882356" y="1566598"/>
                    </a:lnTo>
                    <a:lnTo>
                      <a:pt x="877888" y="1566863"/>
                    </a:lnTo>
                    <a:lnTo>
                      <a:pt x="873945" y="1566598"/>
                    </a:lnTo>
                    <a:lnTo>
                      <a:pt x="869739" y="1566067"/>
                    </a:lnTo>
                    <a:lnTo>
                      <a:pt x="865796" y="1565801"/>
                    </a:lnTo>
                    <a:lnTo>
                      <a:pt x="861853" y="1565005"/>
                    </a:lnTo>
                    <a:lnTo>
                      <a:pt x="857647" y="1564209"/>
                    </a:lnTo>
                    <a:lnTo>
                      <a:pt x="853967" y="1563147"/>
                    </a:lnTo>
                    <a:lnTo>
                      <a:pt x="850287" y="1561820"/>
                    </a:lnTo>
                    <a:lnTo>
                      <a:pt x="846607" y="1560227"/>
                    </a:lnTo>
                    <a:lnTo>
                      <a:pt x="842664" y="1558634"/>
                    </a:lnTo>
                    <a:lnTo>
                      <a:pt x="839247" y="1556776"/>
                    </a:lnTo>
                    <a:lnTo>
                      <a:pt x="835829" y="1554918"/>
                    </a:lnTo>
                    <a:lnTo>
                      <a:pt x="832675" y="1552795"/>
                    </a:lnTo>
                    <a:lnTo>
                      <a:pt x="826629" y="1548017"/>
                    </a:lnTo>
                    <a:lnTo>
                      <a:pt x="820583" y="1542973"/>
                    </a:lnTo>
                    <a:lnTo>
                      <a:pt x="815589" y="1536868"/>
                    </a:lnTo>
                    <a:lnTo>
                      <a:pt x="810857" y="1530763"/>
                    </a:lnTo>
                    <a:lnTo>
                      <a:pt x="808754" y="1527312"/>
                    </a:lnTo>
                    <a:lnTo>
                      <a:pt x="806914" y="1524127"/>
                    </a:lnTo>
                    <a:lnTo>
                      <a:pt x="805074" y="1520145"/>
                    </a:lnTo>
                    <a:lnTo>
                      <a:pt x="803497" y="1516694"/>
                    </a:lnTo>
                    <a:lnTo>
                      <a:pt x="801920" y="1512978"/>
                    </a:lnTo>
                    <a:lnTo>
                      <a:pt x="800605" y="1509262"/>
                    </a:lnTo>
                    <a:lnTo>
                      <a:pt x="799554" y="1505546"/>
                    </a:lnTo>
                    <a:lnTo>
                      <a:pt x="798765" y="1501299"/>
                    </a:lnTo>
                    <a:lnTo>
                      <a:pt x="797977" y="1497317"/>
                    </a:lnTo>
                    <a:lnTo>
                      <a:pt x="797714" y="1493335"/>
                    </a:lnTo>
                    <a:lnTo>
                      <a:pt x="797188" y="1489088"/>
                    </a:lnTo>
                    <a:lnTo>
                      <a:pt x="796925" y="1485107"/>
                    </a:lnTo>
                    <a:lnTo>
                      <a:pt x="797188" y="1480594"/>
                    </a:lnTo>
                    <a:lnTo>
                      <a:pt x="797714" y="1476612"/>
                    </a:lnTo>
                    <a:lnTo>
                      <a:pt x="797977" y="1472365"/>
                    </a:lnTo>
                    <a:lnTo>
                      <a:pt x="798765" y="1468384"/>
                    </a:lnTo>
                    <a:lnTo>
                      <a:pt x="799554" y="1464667"/>
                    </a:lnTo>
                    <a:lnTo>
                      <a:pt x="800605" y="1460420"/>
                    </a:lnTo>
                    <a:lnTo>
                      <a:pt x="801920" y="1456704"/>
                    </a:lnTo>
                    <a:lnTo>
                      <a:pt x="803497" y="1452988"/>
                    </a:lnTo>
                    <a:lnTo>
                      <a:pt x="805074" y="1449537"/>
                    </a:lnTo>
                    <a:lnTo>
                      <a:pt x="806914" y="1446086"/>
                    </a:lnTo>
                    <a:lnTo>
                      <a:pt x="808754" y="1442636"/>
                    </a:lnTo>
                    <a:lnTo>
                      <a:pt x="810857" y="1439185"/>
                    </a:lnTo>
                    <a:lnTo>
                      <a:pt x="815589" y="1432814"/>
                    </a:lnTo>
                    <a:lnTo>
                      <a:pt x="820583" y="1427240"/>
                    </a:lnTo>
                    <a:lnTo>
                      <a:pt x="826629" y="1421931"/>
                    </a:lnTo>
                    <a:lnTo>
                      <a:pt x="832675" y="1417153"/>
                    </a:lnTo>
                    <a:lnTo>
                      <a:pt x="835829" y="1415030"/>
                    </a:lnTo>
                    <a:lnTo>
                      <a:pt x="839247" y="1412906"/>
                    </a:lnTo>
                    <a:lnTo>
                      <a:pt x="842664" y="1411048"/>
                    </a:lnTo>
                    <a:lnTo>
                      <a:pt x="846607" y="1409455"/>
                    </a:lnTo>
                    <a:lnTo>
                      <a:pt x="850287" y="1408393"/>
                    </a:lnTo>
                    <a:lnTo>
                      <a:pt x="853967" y="1406801"/>
                    </a:lnTo>
                    <a:lnTo>
                      <a:pt x="857647" y="1405739"/>
                    </a:lnTo>
                    <a:lnTo>
                      <a:pt x="861853" y="1404943"/>
                    </a:lnTo>
                    <a:lnTo>
                      <a:pt x="865796" y="1404146"/>
                    </a:lnTo>
                    <a:lnTo>
                      <a:pt x="869739" y="1403616"/>
                    </a:lnTo>
                    <a:lnTo>
                      <a:pt x="873945" y="1403350"/>
                    </a:lnTo>
                    <a:close/>
                    <a:moveTo>
                      <a:pt x="1480345" y="795338"/>
                    </a:moveTo>
                    <a:lnTo>
                      <a:pt x="1484857" y="795603"/>
                    </a:lnTo>
                    <a:lnTo>
                      <a:pt x="1488839" y="795869"/>
                    </a:lnTo>
                    <a:lnTo>
                      <a:pt x="1493086" y="796134"/>
                    </a:lnTo>
                    <a:lnTo>
                      <a:pt x="1497068" y="797196"/>
                    </a:lnTo>
                    <a:lnTo>
                      <a:pt x="1500784" y="797727"/>
                    </a:lnTo>
                    <a:lnTo>
                      <a:pt x="1505031" y="799054"/>
                    </a:lnTo>
                    <a:lnTo>
                      <a:pt x="1508747" y="800381"/>
                    </a:lnTo>
                    <a:lnTo>
                      <a:pt x="1512198" y="801974"/>
                    </a:lnTo>
                    <a:lnTo>
                      <a:pt x="1515914" y="803567"/>
                    </a:lnTo>
                    <a:lnTo>
                      <a:pt x="1519365" y="805425"/>
                    </a:lnTo>
                    <a:lnTo>
                      <a:pt x="1522816" y="807283"/>
                    </a:lnTo>
                    <a:lnTo>
                      <a:pt x="1526266" y="809406"/>
                    </a:lnTo>
                    <a:lnTo>
                      <a:pt x="1532637" y="814184"/>
                    </a:lnTo>
                    <a:lnTo>
                      <a:pt x="1538211" y="819228"/>
                    </a:lnTo>
                    <a:lnTo>
                      <a:pt x="1543520" y="825068"/>
                    </a:lnTo>
                    <a:lnTo>
                      <a:pt x="1548298" y="831438"/>
                    </a:lnTo>
                    <a:lnTo>
                      <a:pt x="1550422" y="834624"/>
                    </a:lnTo>
                    <a:lnTo>
                      <a:pt x="1552545" y="838074"/>
                    </a:lnTo>
                    <a:lnTo>
                      <a:pt x="1554403" y="841791"/>
                    </a:lnTo>
                    <a:lnTo>
                      <a:pt x="1555996" y="845241"/>
                    </a:lnTo>
                    <a:lnTo>
                      <a:pt x="1557589" y="848958"/>
                    </a:lnTo>
                    <a:lnTo>
                      <a:pt x="1558650" y="852939"/>
                    </a:lnTo>
                    <a:lnTo>
                      <a:pt x="1559712" y="856655"/>
                    </a:lnTo>
                    <a:lnTo>
                      <a:pt x="1560509" y="860637"/>
                    </a:lnTo>
                    <a:lnTo>
                      <a:pt x="1561305" y="864884"/>
                    </a:lnTo>
                    <a:lnTo>
                      <a:pt x="1561836" y="868866"/>
                    </a:lnTo>
                    <a:lnTo>
                      <a:pt x="1562101" y="872847"/>
                    </a:lnTo>
                    <a:lnTo>
                      <a:pt x="1562101" y="877094"/>
                    </a:lnTo>
                    <a:lnTo>
                      <a:pt x="1562101" y="881342"/>
                    </a:lnTo>
                    <a:lnTo>
                      <a:pt x="1561836" y="885589"/>
                    </a:lnTo>
                    <a:lnTo>
                      <a:pt x="1561305" y="889570"/>
                    </a:lnTo>
                    <a:lnTo>
                      <a:pt x="1560509" y="893817"/>
                    </a:lnTo>
                    <a:lnTo>
                      <a:pt x="1559712" y="897534"/>
                    </a:lnTo>
                    <a:lnTo>
                      <a:pt x="1558650" y="901515"/>
                    </a:lnTo>
                    <a:lnTo>
                      <a:pt x="1557589" y="905497"/>
                    </a:lnTo>
                    <a:lnTo>
                      <a:pt x="1555996" y="908948"/>
                    </a:lnTo>
                    <a:lnTo>
                      <a:pt x="1554403" y="912664"/>
                    </a:lnTo>
                    <a:lnTo>
                      <a:pt x="1552545" y="916115"/>
                    </a:lnTo>
                    <a:lnTo>
                      <a:pt x="1550422" y="919565"/>
                    </a:lnTo>
                    <a:lnTo>
                      <a:pt x="1548298" y="923016"/>
                    </a:lnTo>
                    <a:lnTo>
                      <a:pt x="1543520" y="929387"/>
                    </a:lnTo>
                    <a:lnTo>
                      <a:pt x="1538211" y="934961"/>
                    </a:lnTo>
                    <a:lnTo>
                      <a:pt x="1532637" y="940270"/>
                    </a:lnTo>
                    <a:lnTo>
                      <a:pt x="1526266" y="945048"/>
                    </a:lnTo>
                    <a:lnTo>
                      <a:pt x="1522816" y="947171"/>
                    </a:lnTo>
                    <a:lnTo>
                      <a:pt x="1519365" y="949030"/>
                    </a:lnTo>
                    <a:lnTo>
                      <a:pt x="1515914" y="950888"/>
                    </a:lnTo>
                    <a:lnTo>
                      <a:pt x="1512198" y="952480"/>
                    </a:lnTo>
                    <a:lnTo>
                      <a:pt x="1508747" y="953808"/>
                    </a:lnTo>
                    <a:lnTo>
                      <a:pt x="1505031" y="955400"/>
                    </a:lnTo>
                    <a:lnTo>
                      <a:pt x="1500784" y="956197"/>
                    </a:lnTo>
                    <a:lnTo>
                      <a:pt x="1497068" y="957258"/>
                    </a:lnTo>
                    <a:lnTo>
                      <a:pt x="1493086" y="957789"/>
                    </a:lnTo>
                    <a:lnTo>
                      <a:pt x="1488839" y="958586"/>
                    </a:lnTo>
                    <a:lnTo>
                      <a:pt x="1484857" y="958851"/>
                    </a:lnTo>
                    <a:lnTo>
                      <a:pt x="1480345" y="958851"/>
                    </a:lnTo>
                    <a:lnTo>
                      <a:pt x="1476363" y="958851"/>
                    </a:lnTo>
                    <a:lnTo>
                      <a:pt x="1472116" y="958586"/>
                    </a:lnTo>
                    <a:lnTo>
                      <a:pt x="1468134" y="957789"/>
                    </a:lnTo>
                    <a:lnTo>
                      <a:pt x="1464153" y="957258"/>
                    </a:lnTo>
                    <a:lnTo>
                      <a:pt x="1459906" y="956197"/>
                    </a:lnTo>
                    <a:lnTo>
                      <a:pt x="1456189" y="955400"/>
                    </a:lnTo>
                    <a:lnTo>
                      <a:pt x="1452473" y="953808"/>
                    </a:lnTo>
                    <a:lnTo>
                      <a:pt x="1448757" y="952480"/>
                    </a:lnTo>
                    <a:lnTo>
                      <a:pt x="1445306" y="950888"/>
                    </a:lnTo>
                    <a:lnTo>
                      <a:pt x="1441325" y="949030"/>
                    </a:lnTo>
                    <a:lnTo>
                      <a:pt x="1437874" y="947171"/>
                    </a:lnTo>
                    <a:lnTo>
                      <a:pt x="1434954" y="945048"/>
                    </a:lnTo>
                    <a:lnTo>
                      <a:pt x="1428583" y="940270"/>
                    </a:lnTo>
                    <a:lnTo>
                      <a:pt x="1422478" y="934961"/>
                    </a:lnTo>
                    <a:lnTo>
                      <a:pt x="1417435" y="929387"/>
                    </a:lnTo>
                    <a:lnTo>
                      <a:pt x="1412922" y="923016"/>
                    </a:lnTo>
                    <a:lnTo>
                      <a:pt x="1410533" y="919565"/>
                    </a:lnTo>
                    <a:lnTo>
                      <a:pt x="1408675" y="916115"/>
                    </a:lnTo>
                    <a:lnTo>
                      <a:pt x="1406817" y="912664"/>
                    </a:lnTo>
                    <a:lnTo>
                      <a:pt x="1405224" y="908948"/>
                    </a:lnTo>
                    <a:lnTo>
                      <a:pt x="1403632" y="905497"/>
                    </a:lnTo>
                    <a:lnTo>
                      <a:pt x="1402304" y="901515"/>
                    </a:lnTo>
                    <a:lnTo>
                      <a:pt x="1401243" y="897534"/>
                    </a:lnTo>
                    <a:lnTo>
                      <a:pt x="1400446" y="893817"/>
                    </a:lnTo>
                    <a:lnTo>
                      <a:pt x="1399650" y="889570"/>
                    </a:lnTo>
                    <a:lnTo>
                      <a:pt x="1399385" y="885589"/>
                    </a:lnTo>
                    <a:lnTo>
                      <a:pt x="1398854" y="881342"/>
                    </a:lnTo>
                    <a:lnTo>
                      <a:pt x="1398588" y="877094"/>
                    </a:lnTo>
                    <a:lnTo>
                      <a:pt x="1398854" y="872847"/>
                    </a:lnTo>
                    <a:lnTo>
                      <a:pt x="1399385" y="868866"/>
                    </a:lnTo>
                    <a:lnTo>
                      <a:pt x="1399650" y="864884"/>
                    </a:lnTo>
                    <a:lnTo>
                      <a:pt x="1400446" y="860637"/>
                    </a:lnTo>
                    <a:lnTo>
                      <a:pt x="1401243" y="856655"/>
                    </a:lnTo>
                    <a:lnTo>
                      <a:pt x="1402304" y="852939"/>
                    </a:lnTo>
                    <a:lnTo>
                      <a:pt x="1403632" y="848958"/>
                    </a:lnTo>
                    <a:lnTo>
                      <a:pt x="1405224" y="845241"/>
                    </a:lnTo>
                    <a:lnTo>
                      <a:pt x="1406817" y="841791"/>
                    </a:lnTo>
                    <a:lnTo>
                      <a:pt x="1408675" y="838074"/>
                    </a:lnTo>
                    <a:lnTo>
                      <a:pt x="1410533" y="834624"/>
                    </a:lnTo>
                    <a:lnTo>
                      <a:pt x="1412922" y="831438"/>
                    </a:lnTo>
                    <a:lnTo>
                      <a:pt x="1417435" y="825068"/>
                    </a:lnTo>
                    <a:lnTo>
                      <a:pt x="1422478" y="819228"/>
                    </a:lnTo>
                    <a:lnTo>
                      <a:pt x="1428583" y="814184"/>
                    </a:lnTo>
                    <a:lnTo>
                      <a:pt x="1434954" y="809406"/>
                    </a:lnTo>
                    <a:lnTo>
                      <a:pt x="1437874" y="807283"/>
                    </a:lnTo>
                    <a:lnTo>
                      <a:pt x="1441325" y="805425"/>
                    </a:lnTo>
                    <a:lnTo>
                      <a:pt x="1445306" y="803567"/>
                    </a:lnTo>
                    <a:lnTo>
                      <a:pt x="1448757" y="801974"/>
                    </a:lnTo>
                    <a:lnTo>
                      <a:pt x="1452473" y="800381"/>
                    </a:lnTo>
                    <a:lnTo>
                      <a:pt x="1456189" y="799054"/>
                    </a:lnTo>
                    <a:lnTo>
                      <a:pt x="1459906" y="797727"/>
                    </a:lnTo>
                    <a:lnTo>
                      <a:pt x="1464153" y="797196"/>
                    </a:lnTo>
                    <a:lnTo>
                      <a:pt x="1468134" y="796134"/>
                    </a:lnTo>
                    <a:lnTo>
                      <a:pt x="1472116" y="795869"/>
                    </a:lnTo>
                    <a:lnTo>
                      <a:pt x="1476363" y="795603"/>
                    </a:lnTo>
                    <a:lnTo>
                      <a:pt x="1480345" y="795338"/>
                    </a:lnTo>
                    <a:close/>
                    <a:moveTo>
                      <a:pt x="876984" y="177800"/>
                    </a:moveTo>
                    <a:lnTo>
                      <a:pt x="883326" y="178065"/>
                    </a:lnTo>
                    <a:lnTo>
                      <a:pt x="889669" y="179124"/>
                    </a:lnTo>
                    <a:lnTo>
                      <a:pt x="895482" y="180713"/>
                    </a:lnTo>
                    <a:lnTo>
                      <a:pt x="901032" y="182832"/>
                    </a:lnTo>
                    <a:lnTo>
                      <a:pt x="906581" y="185215"/>
                    </a:lnTo>
                    <a:lnTo>
                      <a:pt x="911867" y="188393"/>
                    </a:lnTo>
                    <a:lnTo>
                      <a:pt x="916359" y="191836"/>
                    </a:lnTo>
                    <a:lnTo>
                      <a:pt x="920851" y="196074"/>
                    </a:lnTo>
                    <a:lnTo>
                      <a:pt x="924815" y="200311"/>
                    </a:lnTo>
                    <a:lnTo>
                      <a:pt x="928251" y="205078"/>
                    </a:lnTo>
                    <a:lnTo>
                      <a:pt x="931422" y="210375"/>
                    </a:lnTo>
                    <a:lnTo>
                      <a:pt x="934065" y="215672"/>
                    </a:lnTo>
                    <a:lnTo>
                      <a:pt x="936179" y="221498"/>
                    </a:lnTo>
                    <a:lnTo>
                      <a:pt x="937764" y="227325"/>
                    </a:lnTo>
                    <a:lnTo>
                      <a:pt x="938821" y="233681"/>
                    </a:lnTo>
                    <a:lnTo>
                      <a:pt x="939086" y="240037"/>
                    </a:lnTo>
                    <a:lnTo>
                      <a:pt x="939086" y="766534"/>
                    </a:lnTo>
                    <a:lnTo>
                      <a:pt x="945956" y="770772"/>
                    </a:lnTo>
                    <a:lnTo>
                      <a:pt x="952827" y="775539"/>
                    </a:lnTo>
                    <a:lnTo>
                      <a:pt x="959169" y="780835"/>
                    </a:lnTo>
                    <a:lnTo>
                      <a:pt x="964983" y="786397"/>
                    </a:lnTo>
                    <a:lnTo>
                      <a:pt x="971061" y="792488"/>
                    </a:lnTo>
                    <a:lnTo>
                      <a:pt x="976082" y="798844"/>
                    </a:lnTo>
                    <a:lnTo>
                      <a:pt x="980839" y="805465"/>
                    </a:lnTo>
                    <a:lnTo>
                      <a:pt x="985331" y="812351"/>
                    </a:lnTo>
                    <a:lnTo>
                      <a:pt x="989295" y="819502"/>
                    </a:lnTo>
                    <a:lnTo>
                      <a:pt x="992995" y="826917"/>
                    </a:lnTo>
                    <a:lnTo>
                      <a:pt x="995902" y="834862"/>
                    </a:lnTo>
                    <a:lnTo>
                      <a:pt x="998545" y="843072"/>
                    </a:lnTo>
                    <a:lnTo>
                      <a:pt x="1000394" y="851282"/>
                    </a:lnTo>
                    <a:lnTo>
                      <a:pt x="1001980" y="859757"/>
                    </a:lnTo>
                    <a:lnTo>
                      <a:pt x="1002773" y="868497"/>
                    </a:lnTo>
                    <a:lnTo>
                      <a:pt x="1003301" y="877236"/>
                    </a:lnTo>
                    <a:lnTo>
                      <a:pt x="1002773" y="883857"/>
                    </a:lnTo>
                    <a:lnTo>
                      <a:pt x="1002244" y="889948"/>
                    </a:lnTo>
                    <a:lnTo>
                      <a:pt x="1001716" y="896569"/>
                    </a:lnTo>
                    <a:lnTo>
                      <a:pt x="1000394" y="902925"/>
                    </a:lnTo>
                    <a:lnTo>
                      <a:pt x="999073" y="909017"/>
                    </a:lnTo>
                    <a:lnTo>
                      <a:pt x="997223" y="915108"/>
                    </a:lnTo>
                    <a:lnTo>
                      <a:pt x="995373" y="921199"/>
                    </a:lnTo>
                    <a:lnTo>
                      <a:pt x="993259" y="926761"/>
                    </a:lnTo>
                    <a:lnTo>
                      <a:pt x="990352" y="932322"/>
                    </a:lnTo>
                    <a:lnTo>
                      <a:pt x="987445" y="938149"/>
                    </a:lnTo>
                    <a:lnTo>
                      <a:pt x="984803" y="943446"/>
                    </a:lnTo>
                    <a:lnTo>
                      <a:pt x="981367" y="948478"/>
                    </a:lnTo>
                    <a:lnTo>
                      <a:pt x="977932" y="953509"/>
                    </a:lnTo>
                    <a:lnTo>
                      <a:pt x="973968" y="958541"/>
                    </a:lnTo>
                    <a:lnTo>
                      <a:pt x="970004" y="962779"/>
                    </a:lnTo>
                    <a:lnTo>
                      <a:pt x="965512" y="967281"/>
                    </a:lnTo>
                    <a:lnTo>
                      <a:pt x="961284" y="971783"/>
                    </a:lnTo>
                    <a:lnTo>
                      <a:pt x="956527" y="975756"/>
                    </a:lnTo>
                    <a:lnTo>
                      <a:pt x="951770" y="979464"/>
                    </a:lnTo>
                    <a:lnTo>
                      <a:pt x="946749" y="982906"/>
                    </a:lnTo>
                    <a:lnTo>
                      <a:pt x="941728" y="986349"/>
                    </a:lnTo>
                    <a:lnTo>
                      <a:pt x="936443" y="989527"/>
                    </a:lnTo>
                    <a:lnTo>
                      <a:pt x="930893" y="992441"/>
                    </a:lnTo>
                    <a:lnTo>
                      <a:pt x="925344" y="994824"/>
                    </a:lnTo>
                    <a:lnTo>
                      <a:pt x="919530" y="996943"/>
                    </a:lnTo>
                    <a:lnTo>
                      <a:pt x="913716" y="999062"/>
                    </a:lnTo>
                    <a:lnTo>
                      <a:pt x="907374" y="1000915"/>
                    </a:lnTo>
                    <a:lnTo>
                      <a:pt x="901560" y="1001975"/>
                    </a:lnTo>
                    <a:lnTo>
                      <a:pt x="895218" y="1003299"/>
                    </a:lnTo>
                    <a:lnTo>
                      <a:pt x="888611" y="1004358"/>
                    </a:lnTo>
                    <a:lnTo>
                      <a:pt x="882269" y="1004623"/>
                    </a:lnTo>
                    <a:lnTo>
                      <a:pt x="875663" y="1004888"/>
                    </a:lnTo>
                    <a:lnTo>
                      <a:pt x="866678" y="1004623"/>
                    </a:lnTo>
                    <a:lnTo>
                      <a:pt x="857693" y="1003564"/>
                    </a:lnTo>
                    <a:lnTo>
                      <a:pt x="849236" y="1001975"/>
                    </a:lnTo>
                    <a:lnTo>
                      <a:pt x="840780" y="999856"/>
                    </a:lnTo>
                    <a:lnTo>
                      <a:pt x="832324" y="997473"/>
                    </a:lnTo>
                    <a:lnTo>
                      <a:pt x="824396" y="994030"/>
                    </a:lnTo>
                    <a:lnTo>
                      <a:pt x="816732" y="990587"/>
                    </a:lnTo>
                    <a:lnTo>
                      <a:pt x="809333" y="986084"/>
                    </a:lnTo>
                    <a:lnTo>
                      <a:pt x="802198" y="981317"/>
                    </a:lnTo>
                    <a:lnTo>
                      <a:pt x="795591" y="976286"/>
                    </a:lnTo>
                    <a:lnTo>
                      <a:pt x="788984" y="970724"/>
                    </a:lnTo>
                    <a:lnTo>
                      <a:pt x="783170" y="964633"/>
                    </a:lnTo>
                    <a:lnTo>
                      <a:pt x="777357" y="958541"/>
                    </a:lnTo>
                    <a:lnTo>
                      <a:pt x="772600" y="951920"/>
                    </a:lnTo>
                    <a:lnTo>
                      <a:pt x="767843" y="944770"/>
                    </a:lnTo>
                    <a:lnTo>
                      <a:pt x="763351" y="937354"/>
                    </a:lnTo>
                    <a:lnTo>
                      <a:pt x="413204" y="937354"/>
                    </a:lnTo>
                    <a:lnTo>
                      <a:pt x="406597" y="937090"/>
                    </a:lnTo>
                    <a:lnTo>
                      <a:pt x="400519" y="936295"/>
                    </a:lnTo>
                    <a:lnTo>
                      <a:pt x="394705" y="934706"/>
                    </a:lnTo>
                    <a:lnTo>
                      <a:pt x="388627" y="932322"/>
                    </a:lnTo>
                    <a:lnTo>
                      <a:pt x="383342" y="929939"/>
                    </a:lnTo>
                    <a:lnTo>
                      <a:pt x="378321" y="926761"/>
                    </a:lnTo>
                    <a:lnTo>
                      <a:pt x="373564" y="923053"/>
                    </a:lnTo>
                    <a:lnTo>
                      <a:pt x="368808" y="919345"/>
                    </a:lnTo>
                    <a:lnTo>
                      <a:pt x="365108" y="914843"/>
                    </a:lnTo>
                    <a:lnTo>
                      <a:pt x="361408" y="909811"/>
                    </a:lnTo>
                    <a:lnTo>
                      <a:pt x="358237" y="904779"/>
                    </a:lnTo>
                    <a:lnTo>
                      <a:pt x="355859" y="899483"/>
                    </a:lnTo>
                    <a:lnTo>
                      <a:pt x="353480" y="893921"/>
                    </a:lnTo>
                    <a:lnTo>
                      <a:pt x="352159" y="887830"/>
                    </a:lnTo>
                    <a:lnTo>
                      <a:pt x="351102" y="881474"/>
                    </a:lnTo>
                    <a:lnTo>
                      <a:pt x="350838" y="875382"/>
                    </a:lnTo>
                    <a:lnTo>
                      <a:pt x="351102" y="868761"/>
                    </a:lnTo>
                    <a:lnTo>
                      <a:pt x="352159" y="862670"/>
                    </a:lnTo>
                    <a:lnTo>
                      <a:pt x="353480" y="856844"/>
                    </a:lnTo>
                    <a:lnTo>
                      <a:pt x="355859" y="850752"/>
                    </a:lnTo>
                    <a:lnTo>
                      <a:pt x="358237" y="845456"/>
                    </a:lnTo>
                    <a:lnTo>
                      <a:pt x="361408" y="840424"/>
                    </a:lnTo>
                    <a:lnTo>
                      <a:pt x="365108" y="835392"/>
                    </a:lnTo>
                    <a:lnTo>
                      <a:pt x="368808" y="831154"/>
                    </a:lnTo>
                    <a:lnTo>
                      <a:pt x="373564" y="827447"/>
                    </a:lnTo>
                    <a:lnTo>
                      <a:pt x="378321" y="823474"/>
                    </a:lnTo>
                    <a:lnTo>
                      <a:pt x="383342" y="820296"/>
                    </a:lnTo>
                    <a:lnTo>
                      <a:pt x="388627" y="817913"/>
                    </a:lnTo>
                    <a:lnTo>
                      <a:pt x="394705" y="815794"/>
                    </a:lnTo>
                    <a:lnTo>
                      <a:pt x="400519" y="814205"/>
                    </a:lnTo>
                    <a:lnTo>
                      <a:pt x="406597" y="813146"/>
                    </a:lnTo>
                    <a:lnTo>
                      <a:pt x="413204" y="812881"/>
                    </a:lnTo>
                    <a:lnTo>
                      <a:pt x="765465" y="812881"/>
                    </a:lnTo>
                    <a:lnTo>
                      <a:pt x="770222" y="805730"/>
                    </a:lnTo>
                    <a:lnTo>
                      <a:pt x="775507" y="798579"/>
                    </a:lnTo>
                    <a:lnTo>
                      <a:pt x="780792" y="791959"/>
                    </a:lnTo>
                    <a:lnTo>
                      <a:pt x="786870" y="785602"/>
                    </a:lnTo>
                    <a:lnTo>
                      <a:pt x="793477" y="779511"/>
                    </a:lnTo>
                    <a:lnTo>
                      <a:pt x="800348" y="774214"/>
                    </a:lnTo>
                    <a:lnTo>
                      <a:pt x="807483" y="769183"/>
                    </a:lnTo>
                    <a:lnTo>
                      <a:pt x="815147" y="764945"/>
                    </a:lnTo>
                    <a:lnTo>
                      <a:pt x="815147" y="240037"/>
                    </a:lnTo>
                    <a:lnTo>
                      <a:pt x="815411" y="233681"/>
                    </a:lnTo>
                    <a:lnTo>
                      <a:pt x="816204" y="227325"/>
                    </a:lnTo>
                    <a:lnTo>
                      <a:pt x="817789" y="221498"/>
                    </a:lnTo>
                    <a:lnTo>
                      <a:pt x="819639" y="215672"/>
                    </a:lnTo>
                    <a:lnTo>
                      <a:pt x="822546" y="210375"/>
                    </a:lnTo>
                    <a:lnTo>
                      <a:pt x="825717" y="205078"/>
                    </a:lnTo>
                    <a:lnTo>
                      <a:pt x="829153" y="200311"/>
                    </a:lnTo>
                    <a:lnTo>
                      <a:pt x="833116" y="196074"/>
                    </a:lnTo>
                    <a:lnTo>
                      <a:pt x="837609" y="191836"/>
                    </a:lnTo>
                    <a:lnTo>
                      <a:pt x="842366" y="188393"/>
                    </a:lnTo>
                    <a:lnTo>
                      <a:pt x="847387" y="185215"/>
                    </a:lnTo>
                    <a:lnTo>
                      <a:pt x="852936" y="182832"/>
                    </a:lnTo>
                    <a:lnTo>
                      <a:pt x="858486" y="180713"/>
                    </a:lnTo>
                    <a:lnTo>
                      <a:pt x="864564" y="179124"/>
                    </a:lnTo>
                    <a:lnTo>
                      <a:pt x="870642" y="178065"/>
                    </a:lnTo>
                    <a:lnTo>
                      <a:pt x="876984" y="177800"/>
                    </a:lnTo>
                    <a:close/>
                    <a:moveTo>
                      <a:pt x="856991" y="124392"/>
                    </a:moveTo>
                    <a:lnTo>
                      <a:pt x="837683" y="125450"/>
                    </a:lnTo>
                    <a:lnTo>
                      <a:pt x="818374" y="126774"/>
                    </a:lnTo>
                    <a:lnTo>
                      <a:pt x="799594" y="128362"/>
                    </a:lnTo>
                    <a:lnTo>
                      <a:pt x="780550" y="130479"/>
                    </a:lnTo>
                    <a:lnTo>
                      <a:pt x="762034" y="132861"/>
                    </a:lnTo>
                    <a:lnTo>
                      <a:pt x="743255" y="136037"/>
                    </a:lnTo>
                    <a:lnTo>
                      <a:pt x="725004" y="139478"/>
                    </a:lnTo>
                    <a:lnTo>
                      <a:pt x="706489" y="143712"/>
                    </a:lnTo>
                    <a:lnTo>
                      <a:pt x="688502" y="147947"/>
                    </a:lnTo>
                    <a:lnTo>
                      <a:pt x="670516" y="152975"/>
                    </a:lnTo>
                    <a:lnTo>
                      <a:pt x="653059" y="158269"/>
                    </a:lnTo>
                    <a:lnTo>
                      <a:pt x="635337" y="164091"/>
                    </a:lnTo>
                    <a:lnTo>
                      <a:pt x="617880" y="169914"/>
                    </a:lnTo>
                    <a:lnTo>
                      <a:pt x="600687" y="176530"/>
                    </a:lnTo>
                    <a:lnTo>
                      <a:pt x="583759" y="183412"/>
                    </a:lnTo>
                    <a:lnTo>
                      <a:pt x="567095" y="191087"/>
                    </a:lnTo>
                    <a:lnTo>
                      <a:pt x="550432" y="198762"/>
                    </a:lnTo>
                    <a:lnTo>
                      <a:pt x="534297" y="206967"/>
                    </a:lnTo>
                    <a:lnTo>
                      <a:pt x="517898" y="215436"/>
                    </a:lnTo>
                    <a:lnTo>
                      <a:pt x="502292" y="224170"/>
                    </a:lnTo>
                    <a:lnTo>
                      <a:pt x="486686" y="233698"/>
                    </a:lnTo>
                    <a:lnTo>
                      <a:pt x="471345" y="242961"/>
                    </a:lnTo>
                    <a:lnTo>
                      <a:pt x="456268" y="253018"/>
                    </a:lnTo>
                    <a:lnTo>
                      <a:pt x="441192" y="263340"/>
                    </a:lnTo>
                    <a:lnTo>
                      <a:pt x="426379" y="274191"/>
                    </a:lnTo>
                    <a:lnTo>
                      <a:pt x="412361" y="285042"/>
                    </a:lnTo>
                    <a:lnTo>
                      <a:pt x="398342" y="296423"/>
                    </a:lnTo>
                    <a:lnTo>
                      <a:pt x="384588" y="308333"/>
                    </a:lnTo>
                    <a:lnTo>
                      <a:pt x="371098" y="320243"/>
                    </a:lnTo>
                    <a:lnTo>
                      <a:pt x="357608" y="332417"/>
                    </a:lnTo>
                    <a:lnTo>
                      <a:pt x="344648" y="344856"/>
                    </a:lnTo>
                    <a:lnTo>
                      <a:pt x="332216" y="358089"/>
                    </a:lnTo>
                    <a:lnTo>
                      <a:pt x="319784" y="371323"/>
                    </a:lnTo>
                    <a:lnTo>
                      <a:pt x="307617" y="384820"/>
                    </a:lnTo>
                    <a:lnTo>
                      <a:pt x="295979" y="398583"/>
                    </a:lnTo>
                    <a:lnTo>
                      <a:pt x="284870" y="412610"/>
                    </a:lnTo>
                    <a:lnTo>
                      <a:pt x="273761" y="427167"/>
                    </a:lnTo>
                    <a:lnTo>
                      <a:pt x="263181" y="441458"/>
                    </a:lnTo>
                    <a:lnTo>
                      <a:pt x="252865" y="456544"/>
                    </a:lnTo>
                    <a:lnTo>
                      <a:pt x="242814" y="471630"/>
                    </a:lnTo>
                    <a:lnTo>
                      <a:pt x="233027" y="486980"/>
                    </a:lnTo>
                    <a:lnTo>
                      <a:pt x="224034" y="502596"/>
                    </a:lnTo>
                    <a:lnTo>
                      <a:pt x="215041" y="518740"/>
                    </a:lnTo>
                    <a:lnTo>
                      <a:pt x="206577" y="534620"/>
                    </a:lnTo>
                    <a:lnTo>
                      <a:pt x="198377" y="551029"/>
                    </a:lnTo>
                    <a:lnTo>
                      <a:pt x="190707" y="567438"/>
                    </a:lnTo>
                    <a:lnTo>
                      <a:pt x="183301" y="584112"/>
                    </a:lnTo>
                    <a:lnTo>
                      <a:pt x="176424" y="601315"/>
                    </a:lnTo>
                    <a:lnTo>
                      <a:pt x="169811" y="618253"/>
                    </a:lnTo>
                    <a:lnTo>
                      <a:pt x="163992" y="635986"/>
                    </a:lnTo>
                    <a:lnTo>
                      <a:pt x="157908" y="653454"/>
                    </a:lnTo>
                    <a:lnTo>
                      <a:pt x="152883" y="670921"/>
                    </a:lnTo>
                    <a:lnTo>
                      <a:pt x="147857" y="689183"/>
                    </a:lnTo>
                    <a:lnTo>
                      <a:pt x="143625" y="707180"/>
                    </a:lnTo>
                    <a:lnTo>
                      <a:pt x="139393" y="725707"/>
                    </a:lnTo>
                    <a:lnTo>
                      <a:pt x="135955" y="743704"/>
                    </a:lnTo>
                    <a:lnTo>
                      <a:pt x="132781" y="762495"/>
                    </a:lnTo>
                    <a:lnTo>
                      <a:pt x="130400" y="781551"/>
                    </a:lnTo>
                    <a:lnTo>
                      <a:pt x="128019" y="800342"/>
                    </a:lnTo>
                    <a:lnTo>
                      <a:pt x="126168" y="819133"/>
                    </a:lnTo>
                    <a:lnTo>
                      <a:pt x="125110" y="838189"/>
                    </a:lnTo>
                    <a:lnTo>
                      <a:pt x="124316" y="857509"/>
                    </a:lnTo>
                    <a:lnTo>
                      <a:pt x="124052" y="877094"/>
                    </a:lnTo>
                    <a:lnTo>
                      <a:pt x="124316" y="896414"/>
                    </a:lnTo>
                    <a:lnTo>
                      <a:pt x="125110" y="915735"/>
                    </a:lnTo>
                    <a:lnTo>
                      <a:pt x="126168" y="934791"/>
                    </a:lnTo>
                    <a:lnTo>
                      <a:pt x="128019" y="953846"/>
                    </a:lnTo>
                    <a:lnTo>
                      <a:pt x="130400" y="972637"/>
                    </a:lnTo>
                    <a:lnTo>
                      <a:pt x="132781" y="991428"/>
                    </a:lnTo>
                    <a:lnTo>
                      <a:pt x="135955" y="1009955"/>
                    </a:lnTo>
                    <a:lnTo>
                      <a:pt x="139393" y="1028481"/>
                    </a:lnTo>
                    <a:lnTo>
                      <a:pt x="143625" y="1046743"/>
                    </a:lnTo>
                    <a:lnTo>
                      <a:pt x="147857" y="1065005"/>
                    </a:lnTo>
                    <a:lnTo>
                      <a:pt x="152883" y="1082737"/>
                    </a:lnTo>
                    <a:lnTo>
                      <a:pt x="157908" y="1100734"/>
                    </a:lnTo>
                    <a:lnTo>
                      <a:pt x="163992" y="1118202"/>
                    </a:lnTo>
                    <a:lnTo>
                      <a:pt x="169811" y="1135405"/>
                    </a:lnTo>
                    <a:lnTo>
                      <a:pt x="176424" y="1152608"/>
                    </a:lnTo>
                    <a:lnTo>
                      <a:pt x="183301" y="1169547"/>
                    </a:lnTo>
                    <a:lnTo>
                      <a:pt x="190707" y="1186485"/>
                    </a:lnTo>
                    <a:lnTo>
                      <a:pt x="198377" y="1203159"/>
                    </a:lnTo>
                    <a:lnTo>
                      <a:pt x="206577" y="1219568"/>
                    </a:lnTo>
                    <a:lnTo>
                      <a:pt x="215041" y="1235448"/>
                    </a:lnTo>
                    <a:lnTo>
                      <a:pt x="224034" y="1251592"/>
                    </a:lnTo>
                    <a:lnTo>
                      <a:pt x="233027" y="1267208"/>
                    </a:lnTo>
                    <a:lnTo>
                      <a:pt x="242814" y="1282558"/>
                    </a:lnTo>
                    <a:lnTo>
                      <a:pt x="252865" y="1297644"/>
                    </a:lnTo>
                    <a:lnTo>
                      <a:pt x="263181" y="1312200"/>
                    </a:lnTo>
                    <a:lnTo>
                      <a:pt x="273761" y="1327021"/>
                    </a:lnTo>
                    <a:lnTo>
                      <a:pt x="284870" y="1341578"/>
                    </a:lnTo>
                    <a:lnTo>
                      <a:pt x="295979" y="1355605"/>
                    </a:lnTo>
                    <a:lnTo>
                      <a:pt x="307617" y="1369368"/>
                    </a:lnTo>
                    <a:lnTo>
                      <a:pt x="319784" y="1382865"/>
                    </a:lnTo>
                    <a:lnTo>
                      <a:pt x="332216" y="1396099"/>
                    </a:lnTo>
                    <a:lnTo>
                      <a:pt x="344648" y="1408803"/>
                    </a:lnTo>
                    <a:lnTo>
                      <a:pt x="357608" y="1421771"/>
                    </a:lnTo>
                    <a:lnTo>
                      <a:pt x="371098" y="1433946"/>
                    </a:lnTo>
                    <a:lnTo>
                      <a:pt x="384588" y="1445855"/>
                    </a:lnTo>
                    <a:lnTo>
                      <a:pt x="398342" y="1457501"/>
                    </a:lnTo>
                    <a:lnTo>
                      <a:pt x="412361" y="1469146"/>
                    </a:lnTo>
                    <a:lnTo>
                      <a:pt x="426379" y="1479997"/>
                    </a:lnTo>
                    <a:lnTo>
                      <a:pt x="441192" y="1490848"/>
                    </a:lnTo>
                    <a:lnTo>
                      <a:pt x="456268" y="1501170"/>
                    </a:lnTo>
                    <a:lnTo>
                      <a:pt x="471345" y="1511227"/>
                    </a:lnTo>
                    <a:lnTo>
                      <a:pt x="486686" y="1520490"/>
                    </a:lnTo>
                    <a:lnTo>
                      <a:pt x="502292" y="1530018"/>
                    </a:lnTo>
                    <a:lnTo>
                      <a:pt x="517898" y="1538752"/>
                    </a:lnTo>
                    <a:lnTo>
                      <a:pt x="534297" y="1547221"/>
                    </a:lnTo>
                    <a:lnTo>
                      <a:pt x="550432" y="1555426"/>
                    </a:lnTo>
                    <a:lnTo>
                      <a:pt x="567095" y="1563101"/>
                    </a:lnTo>
                    <a:lnTo>
                      <a:pt x="583759" y="1570512"/>
                    </a:lnTo>
                    <a:lnTo>
                      <a:pt x="600687" y="1577393"/>
                    </a:lnTo>
                    <a:lnTo>
                      <a:pt x="617880" y="1583745"/>
                    </a:lnTo>
                    <a:lnTo>
                      <a:pt x="635337" y="1590097"/>
                    </a:lnTo>
                    <a:lnTo>
                      <a:pt x="653059" y="1595655"/>
                    </a:lnTo>
                    <a:lnTo>
                      <a:pt x="670516" y="1601213"/>
                    </a:lnTo>
                    <a:lnTo>
                      <a:pt x="688502" y="1605712"/>
                    </a:lnTo>
                    <a:lnTo>
                      <a:pt x="706489" y="1610476"/>
                    </a:lnTo>
                    <a:lnTo>
                      <a:pt x="725004" y="1614181"/>
                    </a:lnTo>
                    <a:lnTo>
                      <a:pt x="743255" y="1618151"/>
                    </a:lnTo>
                    <a:lnTo>
                      <a:pt x="762034" y="1620798"/>
                    </a:lnTo>
                    <a:lnTo>
                      <a:pt x="780550" y="1623709"/>
                    </a:lnTo>
                    <a:lnTo>
                      <a:pt x="799594" y="1625826"/>
                    </a:lnTo>
                    <a:lnTo>
                      <a:pt x="818374" y="1627414"/>
                    </a:lnTo>
                    <a:lnTo>
                      <a:pt x="837683" y="1628738"/>
                    </a:lnTo>
                    <a:lnTo>
                      <a:pt x="856991" y="1629267"/>
                    </a:lnTo>
                    <a:lnTo>
                      <a:pt x="876300" y="1629532"/>
                    </a:lnTo>
                    <a:lnTo>
                      <a:pt x="895873" y="1629267"/>
                    </a:lnTo>
                    <a:lnTo>
                      <a:pt x="914918" y="1628738"/>
                    </a:lnTo>
                    <a:lnTo>
                      <a:pt x="933962" y="1627414"/>
                    </a:lnTo>
                    <a:lnTo>
                      <a:pt x="953271" y="1625826"/>
                    </a:lnTo>
                    <a:lnTo>
                      <a:pt x="972050" y="1623709"/>
                    </a:lnTo>
                    <a:lnTo>
                      <a:pt x="990830" y="1620798"/>
                    </a:lnTo>
                    <a:lnTo>
                      <a:pt x="1009345" y="1618151"/>
                    </a:lnTo>
                    <a:lnTo>
                      <a:pt x="1027861" y="1614181"/>
                    </a:lnTo>
                    <a:lnTo>
                      <a:pt x="1045847" y="1610476"/>
                    </a:lnTo>
                    <a:lnTo>
                      <a:pt x="1064098" y="1605712"/>
                    </a:lnTo>
                    <a:lnTo>
                      <a:pt x="1082084" y="1601213"/>
                    </a:lnTo>
                    <a:lnTo>
                      <a:pt x="1099806" y="1595655"/>
                    </a:lnTo>
                    <a:lnTo>
                      <a:pt x="1117263" y="1590097"/>
                    </a:lnTo>
                    <a:lnTo>
                      <a:pt x="1134720" y="1583745"/>
                    </a:lnTo>
                    <a:lnTo>
                      <a:pt x="1151913" y="1577393"/>
                    </a:lnTo>
                    <a:lnTo>
                      <a:pt x="1168841" y="1570512"/>
                    </a:lnTo>
                    <a:lnTo>
                      <a:pt x="1185769" y="1563101"/>
                    </a:lnTo>
                    <a:lnTo>
                      <a:pt x="1201904" y="1555426"/>
                    </a:lnTo>
                    <a:lnTo>
                      <a:pt x="1218568" y="1547221"/>
                    </a:lnTo>
                    <a:lnTo>
                      <a:pt x="1234702" y="1538752"/>
                    </a:lnTo>
                    <a:lnTo>
                      <a:pt x="1250573" y="1530018"/>
                    </a:lnTo>
                    <a:lnTo>
                      <a:pt x="1265914" y="1520490"/>
                    </a:lnTo>
                    <a:lnTo>
                      <a:pt x="1281255" y="1511227"/>
                    </a:lnTo>
                    <a:lnTo>
                      <a:pt x="1296596" y="1501170"/>
                    </a:lnTo>
                    <a:lnTo>
                      <a:pt x="1311408" y="1490848"/>
                    </a:lnTo>
                    <a:lnTo>
                      <a:pt x="1325956" y="1479997"/>
                    </a:lnTo>
                    <a:lnTo>
                      <a:pt x="1340504" y="1469146"/>
                    </a:lnTo>
                    <a:lnTo>
                      <a:pt x="1354522" y="1457501"/>
                    </a:lnTo>
                    <a:lnTo>
                      <a:pt x="1368277" y="1445855"/>
                    </a:lnTo>
                    <a:lnTo>
                      <a:pt x="1381766" y="1433946"/>
                    </a:lnTo>
                    <a:lnTo>
                      <a:pt x="1394991" y="1421771"/>
                    </a:lnTo>
                    <a:lnTo>
                      <a:pt x="1407952" y="1408803"/>
                    </a:lnTo>
                    <a:lnTo>
                      <a:pt x="1420384" y="1396099"/>
                    </a:lnTo>
                    <a:lnTo>
                      <a:pt x="1432815" y="1382865"/>
                    </a:lnTo>
                    <a:lnTo>
                      <a:pt x="1444718" y="1369368"/>
                    </a:lnTo>
                    <a:lnTo>
                      <a:pt x="1456356" y="1355605"/>
                    </a:lnTo>
                    <a:lnTo>
                      <a:pt x="1467730" y="1341578"/>
                    </a:lnTo>
                    <a:lnTo>
                      <a:pt x="1479104" y="1327021"/>
                    </a:lnTo>
                    <a:lnTo>
                      <a:pt x="1489684" y="1312200"/>
                    </a:lnTo>
                    <a:lnTo>
                      <a:pt x="1499735" y="1297644"/>
                    </a:lnTo>
                    <a:lnTo>
                      <a:pt x="1509786" y="1282558"/>
                    </a:lnTo>
                    <a:lnTo>
                      <a:pt x="1519308" y="1267208"/>
                    </a:lnTo>
                    <a:lnTo>
                      <a:pt x="1528830" y="1251592"/>
                    </a:lnTo>
                    <a:lnTo>
                      <a:pt x="1537559" y="1235448"/>
                    </a:lnTo>
                    <a:lnTo>
                      <a:pt x="1546023" y="1219568"/>
                    </a:lnTo>
                    <a:lnTo>
                      <a:pt x="1554223" y="1203159"/>
                    </a:lnTo>
                    <a:lnTo>
                      <a:pt x="1561893" y="1186485"/>
                    </a:lnTo>
                    <a:lnTo>
                      <a:pt x="1569299" y="1169547"/>
                    </a:lnTo>
                    <a:lnTo>
                      <a:pt x="1576176" y="1152608"/>
                    </a:lnTo>
                    <a:lnTo>
                      <a:pt x="1582789" y="1135405"/>
                    </a:lnTo>
                    <a:lnTo>
                      <a:pt x="1588873" y="1118202"/>
                    </a:lnTo>
                    <a:lnTo>
                      <a:pt x="1594692" y="1100734"/>
                    </a:lnTo>
                    <a:lnTo>
                      <a:pt x="1599982" y="1082737"/>
                    </a:lnTo>
                    <a:lnTo>
                      <a:pt x="1604743" y="1065005"/>
                    </a:lnTo>
                    <a:lnTo>
                      <a:pt x="1608975" y="1046743"/>
                    </a:lnTo>
                    <a:lnTo>
                      <a:pt x="1613207" y="1028481"/>
                    </a:lnTo>
                    <a:lnTo>
                      <a:pt x="1616645" y="1009955"/>
                    </a:lnTo>
                    <a:lnTo>
                      <a:pt x="1619555" y="991428"/>
                    </a:lnTo>
                    <a:lnTo>
                      <a:pt x="1622464" y="972637"/>
                    </a:lnTo>
                    <a:lnTo>
                      <a:pt x="1624581" y="953846"/>
                    </a:lnTo>
                    <a:lnTo>
                      <a:pt x="1626168" y="934791"/>
                    </a:lnTo>
                    <a:lnTo>
                      <a:pt x="1627490" y="915735"/>
                    </a:lnTo>
                    <a:lnTo>
                      <a:pt x="1628019" y="896414"/>
                    </a:lnTo>
                    <a:lnTo>
                      <a:pt x="1628548" y="877094"/>
                    </a:lnTo>
                    <a:lnTo>
                      <a:pt x="1628019" y="857509"/>
                    </a:lnTo>
                    <a:lnTo>
                      <a:pt x="1627490" y="838189"/>
                    </a:lnTo>
                    <a:lnTo>
                      <a:pt x="1626168" y="819133"/>
                    </a:lnTo>
                    <a:lnTo>
                      <a:pt x="1624581" y="800342"/>
                    </a:lnTo>
                    <a:lnTo>
                      <a:pt x="1622464" y="781551"/>
                    </a:lnTo>
                    <a:lnTo>
                      <a:pt x="1619555" y="762495"/>
                    </a:lnTo>
                    <a:lnTo>
                      <a:pt x="1616645" y="743704"/>
                    </a:lnTo>
                    <a:lnTo>
                      <a:pt x="1613207" y="725707"/>
                    </a:lnTo>
                    <a:lnTo>
                      <a:pt x="1608975" y="707180"/>
                    </a:lnTo>
                    <a:lnTo>
                      <a:pt x="1604743" y="689183"/>
                    </a:lnTo>
                    <a:lnTo>
                      <a:pt x="1599982" y="670921"/>
                    </a:lnTo>
                    <a:lnTo>
                      <a:pt x="1594692" y="653454"/>
                    </a:lnTo>
                    <a:lnTo>
                      <a:pt x="1588873" y="635986"/>
                    </a:lnTo>
                    <a:lnTo>
                      <a:pt x="1582789" y="618253"/>
                    </a:lnTo>
                    <a:lnTo>
                      <a:pt x="1576176" y="601315"/>
                    </a:lnTo>
                    <a:lnTo>
                      <a:pt x="1569299" y="584112"/>
                    </a:lnTo>
                    <a:lnTo>
                      <a:pt x="1561893" y="567438"/>
                    </a:lnTo>
                    <a:lnTo>
                      <a:pt x="1554223" y="551029"/>
                    </a:lnTo>
                    <a:lnTo>
                      <a:pt x="1546023" y="534620"/>
                    </a:lnTo>
                    <a:lnTo>
                      <a:pt x="1537559" y="518740"/>
                    </a:lnTo>
                    <a:lnTo>
                      <a:pt x="1528830" y="502596"/>
                    </a:lnTo>
                    <a:lnTo>
                      <a:pt x="1519308" y="486980"/>
                    </a:lnTo>
                    <a:lnTo>
                      <a:pt x="1509786" y="471630"/>
                    </a:lnTo>
                    <a:lnTo>
                      <a:pt x="1499735" y="456544"/>
                    </a:lnTo>
                    <a:lnTo>
                      <a:pt x="1489684" y="441458"/>
                    </a:lnTo>
                    <a:lnTo>
                      <a:pt x="1479104" y="427167"/>
                    </a:lnTo>
                    <a:lnTo>
                      <a:pt x="1467730" y="412610"/>
                    </a:lnTo>
                    <a:lnTo>
                      <a:pt x="1456356" y="398583"/>
                    </a:lnTo>
                    <a:lnTo>
                      <a:pt x="1444718" y="384820"/>
                    </a:lnTo>
                    <a:lnTo>
                      <a:pt x="1432815" y="371323"/>
                    </a:lnTo>
                    <a:lnTo>
                      <a:pt x="1420384" y="358089"/>
                    </a:lnTo>
                    <a:lnTo>
                      <a:pt x="1407952" y="344856"/>
                    </a:lnTo>
                    <a:lnTo>
                      <a:pt x="1394991" y="332417"/>
                    </a:lnTo>
                    <a:lnTo>
                      <a:pt x="1381766" y="320243"/>
                    </a:lnTo>
                    <a:lnTo>
                      <a:pt x="1368277" y="308333"/>
                    </a:lnTo>
                    <a:lnTo>
                      <a:pt x="1354522" y="296423"/>
                    </a:lnTo>
                    <a:lnTo>
                      <a:pt x="1340504" y="285042"/>
                    </a:lnTo>
                    <a:lnTo>
                      <a:pt x="1325956" y="274191"/>
                    </a:lnTo>
                    <a:lnTo>
                      <a:pt x="1311408" y="263340"/>
                    </a:lnTo>
                    <a:lnTo>
                      <a:pt x="1296596" y="253018"/>
                    </a:lnTo>
                    <a:lnTo>
                      <a:pt x="1281255" y="242961"/>
                    </a:lnTo>
                    <a:lnTo>
                      <a:pt x="1265914" y="233698"/>
                    </a:lnTo>
                    <a:lnTo>
                      <a:pt x="1250573" y="224170"/>
                    </a:lnTo>
                    <a:lnTo>
                      <a:pt x="1234702" y="215436"/>
                    </a:lnTo>
                    <a:lnTo>
                      <a:pt x="1218568" y="206967"/>
                    </a:lnTo>
                    <a:lnTo>
                      <a:pt x="1201904" y="198762"/>
                    </a:lnTo>
                    <a:lnTo>
                      <a:pt x="1185769" y="191087"/>
                    </a:lnTo>
                    <a:lnTo>
                      <a:pt x="1168841" y="183412"/>
                    </a:lnTo>
                    <a:lnTo>
                      <a:pt x="1151913" y="176530"/>
                    </a:lnTo>
                    <a:lnTo>
                      <a:pt x="1134720" y="169914"/>
                    </a:lnTo>
                    <a:lnTo>
                      <a:pt x="1117263" y="164091"/>
                    </a:lnTo>
                    <a:lnTo>
                      <a:pt x="1099806" y="158269"/>
                    </a:lnTo>
                    <a:lnTo>
                      <a:pt x="1082084" y="152975"/>
                    </a:lnTo>
                    <a:lnTo>
                      <a:pt x="1064098" y="147947"/>
                    </a:lnTo>
                    <a:lnTo>
                      <a:pt x="1045847" y="143712"/>
                    </a:lnTo>
                    <a:lnTo>
                      <a:pt x="1027861" y="139478"/>
                    </a:lnTo>
                    <a:lnTo>
                      <a:pt x="1009345" y="136037"/>
                    </a:lnTo>
                    <a:lnTo>
                      <a:pt x="990830" y="132861"/>
                    </a:lnTo>
                    <a:lnTo>
                      <a:pt x="972050" y="130479"/>
                    </a:lnTo>
                    <a:lnTo>
                      <a:pt x="953271" y="128362"/>
                    </a:lnTo>
                    <a:lnTo>
                      <a:pt x="933962" y="126774"/>
                    </a:lnTo>
                    <a:lnTo>
                      <a:pt x="914918" y="125450"/>
                    </a:lnTo>
                    <a:lnTo>
                      <a:pt x="895873" y="124392"/>
                    </a:lnTo>
                    <a:lnTo>
                      <a:pt x="876300" y="124392"/>
                    </a:lnTo>
                    <a:lnTo>
                      <a:pt x="856991" y="124392"/>
                    </a:lnTo>
                    <a:close/>
                    <a:moveTo>
                      <a:pt x="876300" y="0"/>
                    </a:moveTo>
                    <a:lnTo>
                      <a:pt x="899048" y="265"/>
                    </a:lnTo>
                    <a:lnTo>
                      <a:pt x="921266" y="1323"/>
                    </a:lnTo>
                    <a:lnTo>
                      <a:pt x="943749" y="2382"/>
                    </a:lnTo>
                    <a:lnTo>
                      <a:pt x="965702" y="4764"/>
                    </a:lnTo>
                    <a:lnTo>
                      <a:pt x="987656" y="7146"/>
                    </a:lnTo>
                    <a:lnTo>
                      <a:pt x="1009610" y="10057"/>
                    </a:lnTo>
                    <a:lnTo>
                      <a:pt x="1031299" y="13763"/>
                    </a:lnTo>
                    <a:lnTo>
                      <a:pt x="1052724" y="17997"/>
                    </a:lnTo>
                    <a:lnTo>
                      <a:pt x="1074149" y="22496"/>
                    </a:lnTo>
                    <a:lnTo>
                      <a:pt x="1095045" y="27525"/>
                    </a:lnTo>
                    <a:lnTo>
                      <a:pt x="1115940" y="33348"/>
                    </a:lnTo>
                    <a:lnTo>
                      <a:pt x="1136572" y="39435"/>
                    </a:lnTo>
                    <a:lnTo>
                      <a:pt x="1157203" y="46051"/>
                    </a:lnTo>
                    <a:lnTo>
                      <a:pt x="1177305" y="53197"/>
                    </a:lnTo>
                    <a:lnTo>
                      <a:pt x="1197407" y="60873"/>
                    </a:lnTo>
                    <a:lnTo>
                      <a:pt x="1216981" y="69077"/>
                    </a:lnTo>
                    <a:lnTo>
                      <a:pt x="1236818" y="77811"/>
                    </a:lnTo>
                    <a:lnTo>
                      <a:pt x="1255863" y="86545"/>
                    </a:lnTo>
                    <a:lnTo>
                      <a:pt x="1274907" y="96337"/>
                    </a:lnTo>
                    <a:lnTo>
                      <a:pt x="1293687" y="105865"/>
                    </a:lnTo>
                    <a:lnTo>
                      <a:pt x="1312202" y="116452"/>
                    </a:lnTo>
                    <a:lnTo>
                      <a:pt x="1330453" y="127303"/>
                    </a:lnTo>
                    <a:lnTo>
                      <a:pt x="1348439" y="138154"/>
                    </a:lnTo>
                    <a:lnTo>
                      <a:pt x="1365896" y="149799"/>
                    </a:lnTo>
                    <a:lnTo>
                      <a:pt x="1383353" y="162239"/>
                    </a:lnTo>
                    <a:lnTo>
                      <a:pt x="1400282" y="174413"/>
                    </a:lnTo>
                    <a:lnTo>
                      <a:pt x="1416945" y="187117"/>
                    </a:lnTo>
                    <a:lnTo>
                      <a:pt x="1433609" y="200615"/>
                    </a:lnTo>
                    <a:lnTo>
                      <a:pt x="1449479" y="214113"/>
                    </a:lnTo>
                    <a:lnTo>
                      <a:pt x="1465085" y="228404"/>
                    </a:lnTo>
                    <a:lnTo>
                      <a:pt x="1480426" y="242432"/>
                    </a:lnTo>
                    <a:lnTo>
                      <a:pt x="1495503" y="257253"/>
                    </a:lnTo>
                    <a:lnTo>
                      <a:pt x="1510315" y="272074"/>
                    </a:lnTo>
                    <a:lnTo>
                      <a:pt x="1524863" y="287424"/>
                    </a:lnTo>
                    <a:lnTo>
                      <a:pt x="1538881" y="303569"/>
                    </a:lnTo>
                    <a:lnTo>
                      <a:pt x="1552371" y="319449"/>
                    </a:lnTo>
                    <a:lnTo>
                      <a:pt x="1565596" y="335858"/>
                    </a:lnTo>
                    <a:lnTo>
                      <a:pt x="1578292" y="352796"/>
                    </a:lnTo>
                    <a:lnTo>
                      <a:pt x="1590724" y="369735"/>
                    </a:lnTo>
                    <a:lnTo>
                      <a:pt x="1602627" y="386938"/>
                    </a:lnTo>
                    <a:lnTo>
                      <a:pt x="1614265" y="404935"/>
                    </a:lnTo>
                    <a:lnTo>
                      <a:pt x="1625639" y="422667"/>
                    </a:lnTo>
                    <a:lnTo>
                      <a:pt x="1636219" y="440929"/>
                    </a:lnTo>
                    <a:lnTo>
                      <a:pt x="1646534" y="459455"/>
                    </a:lnTo>
                    <a:lnTo>
                      <a:pt x="1656585" y="478247"/>
                    </a:lnTo>
                    <a:lnTo>
                      <a:pt x="1666108" y="497038"/>
                    </a:lnTo>
                    <a:lnTo>
                      <a:pt x="1675101" y="516358"/>
                    </a:lnTo>
                    <a:lnTo>
                      <a:pt x="1683565" y="535943"/>
                    </a:lnTo>
                    <a:lnTo>
                      <a:pt x="1691764" y="555528"/>
                    </a:lnTo>
                    <a:lnTo>
                      <a:pt x="1699170" y="575643"/>
                    </a:lnTo>
                    <a:lnTo>
                      <a:pt x="1706577" y="596022"/>
                    </a:lnTo>
                    <a:lnTo>
                      <a:pt x="1712925" y="616401"/>
                    </a:lnTo>
                    <a:lnTo>
                      <a:pt x="1719273" y="637309"/>
                    </a:lnTo>
                    <a:lnTo>
                      <a:pt x="1725092" y="658218"/>
                    </a:lnTo>
                    <a:lnTo>
                      <a:pt x="1730382" y="679126"/>
                    </a:lnTo>
                    <a:lnTo>
                      <a:pt x="1734614" y="700564"/>
                    </a:lnTo>
                    <a:lnTo>
                      <a:pt x="1739111" y="721737"/>
                    </a:lnTo>
                    <a:lnTo>
                      <a:pt x="1742549" y="743439"/>
                    </a:lnTo>
                    <a:lnTo>
                      <a:pt x="1745723" y="765406"/>
                    </a:lnTo>
                    <a:lnTo>
                      <a:pt x="1748104" y="787373"/>
                    </a:lnTo>
                    <a:lnTo>
                      <a:pt x="1749955" y="809605"/>
                    </a:lnTo>
                    <a:lnTo>
                      <a:pt x="1751542" y="831837"/>
                    </a:lnTo>
                    <a:lnTo>
                      <a:pt x="1752336" y="854598"/>
                    </a:lnTo>
                    <a:lnTo>
                      <a:pt x="1752600" y="877094"/>
                    </a:lnTo>
                    <a:lnTo>
                      <a:pt x="1752336" y="899590"/>
                    </a:lnTo>
                    <a:lnTo>
                      <a:pt x="1751542" y="922351"/>
                    </a:lnTo>
                    <a:lnTo>
                      <a:pt x="1749955" y="944583"/>
                    </a:lnTo>
                    <a:lnTo>
                      <a:pt x="1748104" y="966550"/>
                    </a:lnTo>
                    <a:lnTo>
                      <a:pt x="1745723" y="988782"/>
                    </a:lnTo>
                    <a:lnTo>
                      <a:pt x="1742549" y="1010220"/>
                    </a:lnTo>
                    <a:lnTo>
                      <a:pt x="1739111" y="1031922"/>
                    </a:lnTo>
                    <a:lnTo>
                      <a:pt x="1734614" y="1053624"/>
                    </a:lnTo>
                    <a:lnTo>
                      <a:pt x="1730382" y="1075062"/>
                    </a:lnTo>
                    <a:lnTo>
                      <a:pt x="1725092" y="1095970"/>
                    </a:lnTo>
                    <a:lnTo>
                      <a:pt x="1719273" y="1116879"/>
                    </a:lnTo>
                    <a:lnTo>
                      <a:pt x="1712925" y="1137523"/>
                    </a:lnTo>
                    <a:lnTo>
                      <a:pt x="1706577" y="1157902"/>
                    </a:lnTo>
                    <a:lnTo>
                      <a:pt x="1699170" y="1178016"/>
                    </a:lnTo>
                    <a:lnTo>
                      <a:pt x="1691764" y="1198130"/>
                    </a:lnTo>
                    <a:lnTo>
                      <a:pt x="1683565" y="1217980"/>
                    </a:lnTo>
                    <a:lnTo>
                      <a:pt x="1675101" y="1237565"/>
                    </a:lnTo>
                    <a:lnTo>
                      <a:pt x="1666108" y="1256886"/>
                    </a:lnTo>
                    <a:lnTo>
                      <a:pt x="1656585" y="1275941"/>
                    </a:lnTo>
                    <a:lnTo>
                      <a:pt x="1646534" y="1294733"/>
                    </a:lnTo>
                    <a:lnTo>
                      <a:pt x="1636219" y="1313259"/>
                    </a:lnTo>
                    <a:lnTo>
                      <a:pt x="1625639" y="1331521"/>
                    </a:lnTo>
                    <a:lnTo>
                      <a:pt x="1614265" y="1349253"/>
                    </a:lnTo>
                    <a:lnTo>
                      <a:pt x="1602627" y="1366986"/>
                    </a:lnTo>
                    <a:lnTo>
                      <a:pt x="1590724" y="1384453"/>
                    </a:lnTo>
                    <a:lnTo>
                      <a:pt x="1578292" y="1401392"/>
                    </a:lnTo>
                    <a:lnTo>
                      <a:pt x="1565596" y="1418066"/>
                    </a:lnTo>
                    <a:lnTo>
                      <a:pt x="1552371" y="1434475"/>
                    </a:lnTo>
                    <a:lnTo>
                      <a:pt x="1538881" y="1450619"/>
                    </a:lnTo>
                    <a:lnTo>
                      <a:pt x="1524863" y="1466234"/>
                    </a:lnTo>
                    <a:lnTo>
                      <a:pt x="1510315" y="1481585"/>
                    </a:lnTo>
                    <a:lnTo>
                      <a:pt x="1495503" y="1496671"/>
                    </a:lnTo>
                    <a:lnTo>
                      <a:pt x="1480426" y="1511492"/>
                    </a:lnTo>
                    <a:lnTo>
                      <a:pt x="1465085" y="1525784"/>
                    </a:lnTo>
                    <a:lnTo>
                      <a:pt x="1449479" y="1540075"/>
                    </a:lnTo>
                    <a:lnTo>
                      <a:pt x="1433609" y="1553573"/>
                    </a:lnTo>
                    <a:lnTo>
                      <a:pt x="1416945" y="1566542"/>
                    </a:lnTo>
                    <a:lnTo>
                      <a:pt x="1400282" y="1579510"/>
                    </a:lnTo>
                    <a:lnTo>
                      <a:pt x="1383353" y="1591949"/>
                    </a:lnTo>
                    <a:lnTo>
                      <a:pt x="1365896" y="1603859"/>
                    </a:lnTo>
                    <a:lnTo>
                      <a:pt x="1348439" y="1615505"/>
                    </a:lnTo>
                    <a:lnTo>
                      <a:pt x="1330453" y="1626885"/>
                    </a:lnTo>
                    <a:lnTo>
                      <a:pt x="1312202" y="1637472"/>
                    </a:lnTo>
                    <a:lnTo>
                      <a:pt x="1293687" y="1647793"/>
                    </a:lnTo>
                    <a:lnTo>
                      <a:pt x="1274907" y="1657851"/>
                    </a:lnTo>
                    <a:lnTo>
                      <a:pt x="1255863" y="1667379"/>
                    </a:lnTo>
                    <a:lnTo>
                      <a:pt x="1236818" y="1676377"/>
                    </a:lnTo>
                    <a:lnTo>
                      <a:pt x="1216981" y="1684846"/>
                    </a:lnTo>
                    <a:lnTo>
                      <a:pt x="1197407" y="1693051"/>
                    </a:lnTo>
                    <a:lnTo>
                      <a:pt x="1177305" y="1700726"/>
                    </a:lnTo>
                    <a:lnTo>
                      <a:pt x="1157203" y="1707607"/>
                    </a:lnTo>
                    <a:lnTo>
                      <a:pt x="1136572" y="1714753"/>
                    </a:lnTo>
                    <a:lnTo>
                      <a:pt x="1115940" y="1720576"/>
                    </a:lnTo>
                    <a:lnTo>
                      <a:pt x="1095045" y="1726134"/>
                    </a:lnTo>
                    <a:lnTo>
                      <a:pt x="1074149" y="1731427"/>
                    </a:lnTo>
                    <a:lnTo>
                      <a:pt x="1052724" y="1736191"/>
                    </a:lnTo>
                    <a:lnTo>
                      <a:pt x="1031299" y="1740426"/>
                    </a:lnTo>
                    <a:lnTo>
                      <a:pt x="1009610" y="1743866"/>
                    </a:lnTo>
                    <a:lnTo>
                      <a:pt x="987656" y="1747042"/>
                    </a:lnTo>
                    <a:lnTo>
                      <a:pt x="965702" y="1749424"/>
                    </a:lnTo>
                    <a:lnTo>
                      <a:pt x="943749" y="1751277"/>
                    </a:lnTo>
                    <a:lnTo>
                      <a:pt x="921266" y="1752865"/>
                    </a:lnTo>
                    <a:lnTo>
                      <a:pt x="899048" y="1753923"/>
                    </a:lnTo>
                    <a:lnTo>
                      <a:pt x="876300" y="1754188"/>
                    </a:lnTo>
                    <a:lnTo>
                      <a:pt x="853817" y="1753923"/>
                    </a:lnTo>
                    <a:lnTo>
                      <a:pt x="831335" y="1752865"/>
                    </a:lnTo>
                    <a:lnTo>
                      <a:pt x="809116" y="1751277"/>
                    </a:lnTo>
                    <a:lnTo>
                      <a:pt x="786898" y="1749424"/>
                    </a:lnTo>
                    <a:lnTo>
                      <a:pt x="764944" y="1747042"/>
                    </a:lnTo>
                    <a:lnTo>
                      <a:pt x="742990" y="1743866"/>
                    </a:lnTo>
                    <a:lnTo>
                      <a:pt x="721301" y="1740426"/>
                    </a:lnTo>
                    <a:lnTo>
                      <a:pt x="699876" y="1736191"/>
                    </a:lnTo>
                    <a:lnTo>
                      <a:pt x="678716" y="1731427"/>
                    </a:lnTo>
                    <a:lnTo>
                      <a:pt x="657820" y="1726134"/>
                    </a:lnTo>
                    <a:lnTo>
                      <a:pt x="636660" y="1720576"/>
                    </a:lnTo>
                    <a:lnTo>
                      <a:pt x="616028" y="1714753"/>
                    </a:lnTo>
                    <a:lnTo>
                      <a:pt x="595662" y="1707607"/>
                    </a:lnTo>
                    <a:lnTo>
                      <a:pt x="575295" y="1700726"/>
                    </a:lnTo>
                    <a:lnTo>
                      <a:pt x="555193" y="1693051"/>
                    </a:lnTo>
                    <a:lnTo>
                      <a:pt x="535619" y="1684846"/>
                    </a:lnTo>
                    <a:lnTo>
                      <a:pt x="516046" y="1676377"/>
                    </a:lnTo>
                    <a:lnTo>
                      <a:pt x="496737" y="1667379"/>
                    </a:lnTo>
                    <a:lnTo>
                      <a:pt x="477958" y="1657851"/>
                    </a:lnTo>
                    <a:lnTo>
                      <a:pt x="458913" y="1647793"/>
                    </a:lnTo>
                    <a:lnTo>
                      <a:pt x="440663" y="1637472"/>
                    </a:lnTo>
                    <a:lnTo>
                      <a:pt x="422412" y="1626885"/>
                    </a:lnTo>
                    <a:lnTo>
                      <a:pt x="404161" y="1615505"/>
                    </a:lnTo>
                    <a:lnTo>
                      <a:pt x="386704" y="1603859"/>
                    </a:lnTo>
                    <a:lnTo>
                      <a:pt x="369511" y="1591949"/>
                    </a:lnTo>
                    <a:lnTo>
                      <a:pt x="352318" y="1579510"/>
                    </a:lnTo>
                    <a:lnTo>
                      <a:pt x="335655" y="1566542"/>
                    </a:lnTo>
                    <a:lnTo>
                      <a:pt x="319255" y="1553573"/>
                    </a:lnTo>
                    <a:lnTo>
                      <a:pt x="303121" y="1540075"/>
                    </a:lnTo>
                    <a:lnTo>
                      <a:pt x="287251" y="1525784"/>
                    </a:lnTo>
                    <a:lnTo>
                      <a:pt x="271909" y="1511492"/>
                    </a:lnTo>
                    <a:lnTo>
                      <a:pt x="256833" y="1496671"/>
                    </a:lnTo>
                    <a:lnTo>
                      <a:pt x="242285" y="1481585"/>
                    </a:lnTo>
                    <a:lnTo>
                      <a:pt x="227737" y="1466234"/>
                    </a:lnTo>
                    <a:lnTo>
                      <a:pt x="213983" y="1450619"/>
                    </a:lnTo>
                    <a:lnTo>
                      <a:pt x="200229" y="1434475"/>
                    </a:lnTo>
                    <a:lnTo>
                      <a:pt x="187004" y="1418066"/>
                    </a:lnTo>
                    <a:lnTo>
                      <a:pt x="174308" y="1401392"/>
                    </a:lnTo>
                    <a:lnTo>
                      <a:pt x="161876" y="1384453"/>
                    </a:lnTo>
                    <a:lnTo>
                      <a:pt x="149709" y="1366986"/>
                    </a:lnTo>
                    <a:lnTo>
                      <a:pt x="138071" y="1349253"/>
                    </a:lnTo>
                    <a:lnTo>
                      <a:pt x="126961" y="1331521"/>
                    </a:lnTo>
                    <a:lnTo>
                      <a:pt x="116117" y="1313259"/>
                    </a:lnTo>
                    <a:lnTo>
                      <a:pt x="105801" y="1294733"/>
                    </a:lnTo>
                    <a:lnTo>
                      <a:pt x="95750" y="1275941"/>
                    </a:lnTo>
                    <a:lnTo>
                      <a:pt x="86492" y="1256886"/>
                    </a:lnTo>
                    <a:lnTo>
                      <a:pt x="77499" y="1237565"/>
                    </a:lnTo>
                    <a:lnTo>
                      <a:pt x="69035" y="1217980"/>
                    </a:lnTo>
                    <a:lnTo>
                      <a:pt x="60836" y="1198130"/>
                    </a:lnTo>
                    <a:lnTo>
                      <a:pt x="53165" y="1178016"/>
                    </a:lnTo>
                    <a:lnTo>
                      <a:pt x="46023" y="1157902"/>
                    </a:lnTo>
                    <a:lnTo>
                      <a:pt x="39411" y="1137523"/>
                    </a:lnTo>
                    <a:lnTo>
                      <a:pt x="33327" y="1116879"/>
                    </a:lnTo>
                    <a:lnTo>
                      <a:pt x="27508" y="1095970"/>
                    </a:lnTo>
                    <a:lnTo>
                      <a:pt x="22483" y="1075062"/>
                    </a:lnTo>
                    <a:lnTo>
                      <a:pt x="17721" y="1053624"/>
                    </a:lnTo>
                    <a:lnTo>
                      <a:pt x="13754" y="1031922"/>
                    </a:lnTo>
                    <a:lnTo>
                      <a:pt x="10051" y="1010220"/>
                    </a:lnTo>
                    <a:lnTo>
                      <a:pt x="6877" y="988782"/>
                    </a:lnTo>
                    <a:lnTo>
                      <a:pt x="4496" y="966550"/>
                    </a:lnTo>
                    <a:lnTo>
                      <a:pt x="2380" y="944583"/>
                    </a:lnTo>
                    <a:lnTo>
                      <a:pt x="1322" y="922351"/>
                    </a:lnTo>
                    <a:lnTo>
                      <a:pt x="264" y="899590"/>
                    </a:lnTo>
                    <a:lnTo>
                      <a:pt x="0" y="877094"/>
                    </a:lnTo>
                    <a:lnTo>
                      <a:pt x="264" y="854598"/>
                    </a:lnTo>
                    <a:lnTo>
                      <a:pt x="1322" y="831837"/>
                    </a:lnTo>
                    <a:lnTo>
                      <a:pt x="2380" y="809605"/>
                    </a:lnTo>
                    <a:lnTo>
                      <a:pt x="4496" y="787373"/>
                    </a:lnTo>
                    <a:lnTo>
                      <a:pt x="6877" y="765406"/>
                    </a:lnTo>
                    <a:lnTo>
                      <a:pt x="10051" y="743439"/>
                    </a:lnTo>
                    <a:lnTo>
                      <a:pt x="13754" y="721737"/>
                    </a:lnTo>
                    <a:lnTo>
                      <a:pt x="17721" y="700564"/>
                    </a:lnTo>
                    <a:lnTo>
                      <a:pt x="22483" y="679126"/>
                    </a:lnTo>
                    <a:lnTo>
                      <a:pt x="27508" y="658218"/>
                    </a:lnTo>
                    <a:lnTo>
                      <a:pt x="33327" y="637309"/>
                    </a:lnTo>
                    <a:lnTo>
                      <a:pt x="39411" y="616401"/>
                    </a:lnTo>
                    <a:lnTo>
                      <a:pt x="46023" y="596022"/>
                    </a:lnTo>
                    <a:lnTo>
                      <a:pt x="53165" y="575643"/>
                    </a:lnTo>
                    <a:lnTo>
                      <a:pt x="60836" y="555528"/>
                    </a:lnTo>
                    <a:lnTo>
                      <a:pt x="69035" y="535943"/>
                    </a:lnTo>
                    <a:lnTo>
                      <a:pt x="77499" y="516358"/>
                    </a:lnTo>
                    <a:lnTo>
                      <a:pt x="86492" y="497038"/>
                    </a:lnTo>
                    <a:lnTo>
                      <a:pt x="95750" y="478247"/>
                    </a:lnTo>
                    <a:lnTo>
                      <a:pt x="105801" y="459455"/>
                    </a:lnTo>
                    <a:lnTo>
                      <a:pt x="116117" y="440929"/>
                    </a:lnTo>
                    <a:lnTo>
                      <a:pt x="126961" y="422667"/>
                    </a:lnTo>
                    <a:lnTo>
                      <a:pt x="138071" y="404935"/>
                    </a:lnTo>
                    <a:lnTo>
                      <a:pt x="149709" y="386938"/>
                    </a:lnTo>
                    <a:lnTo>
                      <a:pt x="161876" y="369735"/>
                    </a:lnTo>
                    <a:lnTo>
                      <a:pt x="174308" y="352796"/>
                    </a:lnTo>
                    <a:lnTo>
                      <a:pt x="187004" y="335858"/>
                    </a:lnTo>
                    <a:lnTo>
                      <a:pt x="200229" y="319449"/>
                    </a:lnTo>
                    <a:lnTo>
                      <a:pt x="213983" y="303569"/>
                    </a:lnTo>
                    <a:lnTo>
                      <a:pt x="227737" y="287424"/>
                    </a:lnTo>
                    <a:lnTo>
                      <a:pt x="242285" y="272074"/>
                    </a:lnTo>
                    <a:lnTo>
                      <a:pt x="256833" y="257253"/>
                    </a:lnTo>
                    <a:lnTo>
                      <a:pt x="271909" y="242432"/>
                    </a:lnTo>
                    <a:lnTo>
                      <a:pt x="287251" y="228404"/>
                    </a:lnTo>
                    <a:lnTo>
                      <a:pt x="303121" y="214113"/>
                    </a:lnTo>
                    <a:lnTo>
                      <a:pt x="319255" y="200615"/>
                    </a:lnTo>
                    <a:lnTo>
                      <a:pt x="335655" y="187117"/>
                    </a:lnTo>
                    <a:lnTo>
                      <a:pt x="352318" y="174413"/>
                    </a:lnTo>
                    <a:lnTo>
                      <a:pt x="369511" y="162239"/>
                    </a:lnTo>
                    <a:lnTo>
                      <a:pt x="386704" y="149799"/>
                    </a:lnTo>
                    <a:lnTo>
                      <a:pt x="404161" y="138154"/>
                    </a:lnTo>
                    <a:lnTo>
                      <a:pt x="422412" y="127303"/>
                    </a:lnTo>
                    <a:lnTo>
                      <a:pt x="440663" y="116452"/>
                    </a:lnTo>
                    <a:lnTo>
                      <a:pt x="458913" y="105865"/>
                    </a:lnTo>
                    <a:lnTo>
                      <a:pt x="477958" y="96337"/>
                    </a:lnTo>
                    <a:lnTo>
                      <a:pt x="496737" y="86545"/>
                    </a:lnTo>
                    <a:lnTo>
                      <a:pt x="516046" y="77811"/>
                    </a:lnTo>
                    <a:lnTo>
                      <a:pt x="535619" y="69077"/>
                    </a:lnTo>
                    <a:lnTo>
                      <a:pt x="555193" y="60873"/>
                    </a:lnTo>
                    <a:lnTo>
                      <a:pt x="575295" y="53197"/>
                    </a:lnTo>
                    <a:lnTo>
                      <a:pt x="595662" y="46051"/>
                    </a:lnTo>
                    <a:lnTo>
                      <a:pt x="616028" y="39435"/>
                    </a:lnTo>
                    <a:lnTo>
                      <a:pt x="636660" y="33348"/>
                    </a:lnTo>
                    <a:lnTo>
                      <a:pt x="657820" y="27525"/>
                    </a:lnTo>
                    <a:lnTo>
                      <a:pt x="678716" y="22496"/>
                    </a:lnTo>
                    <a:lnTo>
                      <a:pt x="699876" y="17997"/>
                    </a:lnTo>
                    <a:lnTo>
                      <a:pt x="721301" y="13763"/>
                    </a:lnTo>
                    <a:lnTo>
                      <a:pt x="742990" y="10057"/>
                    </a:lnTo>
                    <a:lnTo>
                      <a:pt x="764944" y="7146"/>
                    </a:lnTo>
                    <a:lnTo>
                      <a:pt x="786898" y="4764"/>
                    </a:lnTo>
                    <a:lnTo>
                      <a:pt x="809116" y="2382"/>
                    </a:lnTo>
                    <a:lnTo>
                      <a:pt x="831335" y="1323"/>
                    </a:lnTo>
                    <a:lnTo>
                      <a:pt x="853817" y="265"/>
                    </a:lnTo>
                    <a:lnTo>
                      <a:pt x="876300"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24" name="文本框 60">
                <a:extLst>
                  <a:ext uri="{FF2B5EF4-FFF2-40B4-BE49-F238E27FC236}">
                    <a16:creationId xmlns:a16="http://schemas.microsoft.com/office/drawing/2014/main" xmlns="" id="{9D6D7B02-63CF-448A-83C8-C1192BA6DF30}"/>
                  </a:ext>
                </a:extLst>
              </p:cNvPr>
              <p:cNvSpPr txBox="1"/>
              <p:nvPr/>
            </p:nvSpPr>
            <p:spPr>
              <a:xfrm>
                <a:off x="4716874" y="3225886"/>
                <a:ext cx="1562853" cy="407579"/>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输入标题</a:t>
                </a:r>
              </a:p>
            </p:txBody>
          </p:sp>
        </p:grpSp>
      </p:grpSp>
      <p:grpSp>
        <p:nvGrpSpPr>
          <p:cNvPr id="26" name="组合 25">
            <a:extLst>
              <a:ext uri="{FF2B5EF4-FFF2-40B4-BE49-F238E27FC236}">
                <a16:creationId xmlns:a16="http://schemas.microsoft.com/office/drawing/2014/main" xmlns="" id="{15058D6F-D176-4816-B1B6-C8D6138B0945}"/>
              </a:ext>
            </a:extLst>
          </p:cNvPr>
          <p:cNvGrpSpPr/>
          <p:nvPr/>
        </p:nvGrpSpPr>
        <p:grpSpPr>
          <a:xfrm>
            <a:off x="8151580" y="2087630"/>
            <a:ext cx="2020018" cy="2262769"/>
            <a:chOff x="7567273" y="3027509"/>
            <a:chExt cx="1834926" cy="1997677"/>
          </a:xfrm>
        </p:grpSpPr>
        <p:sp>
          <p:nvSpPr>
            <p:cNvPr id="27" name="任意多边形 56">
              <a:extLst>
                <a:ext uri="{FF2B5EF4-FFF2-40B4-BE49-F238E27FC236}">
                  <a16:creationId xmlns:a16="http://schemas.microsoft.com/office/drawing/2014/main" xmlns="" id="{C86FF7D4-A7C0-4847-AAB9-3F98DF60CF6C}"/>
                </a:ext>
              </a:extLst>
            </p:cNvPr>
            <p:cNvSpPr/>
            <p:nvPr/>
          </p:nvSpPr>
          <p:spPr>
            <a:xfrm>
              <a:off x="7567273" y="3027509"/>
              <a:ext cx="1834926" cy="1997677"/>
            </a:xfrm>
            <a:custGeom>
              <a:avLst/>
              <a:gdLst>
                <a:gd name="connsiteX0" fmla="*/ 917463 w 1834926"/>
                <a:gd name="connsiteY0" fmla="*/ 0 h 1997677"/>
                <a:gd name="connsiteX1" fmla="*/ 1834926 w 1834926"/>
                <a:gd name="connsiteY1" fmla="*/ 917463 h 1997677"/>
                <a:gd name="connsiteX2" fmla="*/ 1102364 w 1834926"/>
                <a:gd name="connsiteY2" fmla="*/ 1816287 h 1997677"/>
                <a:gd name="connsiteX3" fmla="*/ 1016983 w 1834926"/>
                <a:gd name="connsiteY3" fmla="*/ 1829317 h 1997677"/>
                <a:gd name="connsiteX4" fmla="*/ 930925 w 1834926"/>
                <a:gd name="connsiteY4" fmla="*/ 1997677 h 1997677"/>
                <a:gd name="connsiteX5" fmla="*/ 850447 w 1834926"/>
                <a:gd name="connsiteY5" fmla="*/ 1831542 h 1997677"/>
                <a:gd name="connsiteX6" fmla="*/ 823658 w 1834926"/>
                <a:gd name="connsiteY6" fmla="*/ 1830189 h 1997677"/>
                <a:gd name="connsiteX7" fmla="*/ 0 w 1834926"/>
                <a:gd name="connsiteY7" fmla="*/ 917463 h 1997677"/>
                <a:gd name="connsiteX8" fmla="*/ 917463 w 1834926"/>
                <a:gd name="connsiteY8" fmla="*/ 0 h 199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4926" h="1997677">
                  <a:moveTo>
                    <a:pt x="917463" y="0"/>
                  </a:moveTo>
                  <a:cubicBezTo>
                    <a:pt x="1424164" y="0"/>
                    <a:pt x="1834926" y="410762"/>
                    <a:pt x="1834926" y="917463"/>
                  </a:cubicBezTo>
                  <a:cubicBezTo>
                    <a:pt x="1834926" y="1360827"/>
                    <a:pt x="1520436" y="1730737"/>
                    <a:pt x="1102364" y="1816287"/>
                  </a:cubicBezTo>
                  <a:lnTo>
                    <a:pt x="1016983" y="1829317"/>
                  </a:lnTo>
                  <a:lnTo>
                    <a:pt x="930925" y="1997677"/>
                  </a:lnTo>
                  <a:lnTo>
                    <a:pt x="850447" y="1831542"/>
                  </a:lnTo>
                  <a:lnTo>
                    <a:pt x="823658" y="1830189"/>
                  </a:lnTo>
                  <a:cubicBezTo>
                    <a:pt x="361022" y="1783206"/>
                    <a:pt x="0" y="1392495"/>
                    <a:pt x="0" y="917463"/>
                  </a:cubicBezTo>
                  <a:cubicBezTo>
                    <a:pt x="0" y="410762"/>
                    <a:pt x="410762" y="0"/>
                    <a:pt x="917463" y="0"/>
                  </a:cubicBezTo>
                  <a:close/>
                </a:path>
              </a:pathLst>
            </a:custGeom>
            <a:solidFill>
              <a:srgbClr val="B82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28" name="KSO_Shape">
              <a:extLst>
                <a:ext uri="{FF2B5EF4-FFF2-40B4-BE49-F238E27FC236}">
                  <a16:creationId xmlns:a16="http://schemas.microsoft.com/office/drawing/2014/main" xmlns="" id="{2F6D9E18-53A7-40C6-9C2E-6363008ACFF2}"/>
                </a:ext>
              </a:extLst>
            </p:cNvPr>
            <p:cNvSpPr>
              <a:spLocks/>
            </p:cNvSpPr>
            <p:nvPr/>
          </p:nvSpPr>
          <p:spPr bwMode="auto">
            <a:xfrm>
              <a:off x="8272488" y="3431336"/>
              <a:ext cx="520284" cy="433570"/>
            </a:xfrm>
            <a:custGeom>
              <a:avLst/>
              <a:gdLst>
                <a:gd name="T0" fmla="*/ 2147483646 w 282"/>
                <a:gd name="T1" fmla="*/ 2147483646 h 235"/>
                <a:gd name="T2" fmla="*/ 2147483646 w 282"/>
                <a:gd name="T3" fmla="*/ 2147483646 h 235"/>
                <a:gd name="T4" fmla="*/ 2147483646 w 282"/>
                <a:gd name="T5" fmla="*/ 2147483646 h 235"/>
                <a:gd name="T6" fmla="*/ 2147483646 w 282"/>
                <a:gd name="T7" fmla="*/ 2147483646 h 235"/>
                <a:gd name="T8" fmla="*/ 2147483646 w 282"/>
                <a:gd name="T9" fmla="*/ 2147483646 h 235"/>
                <a:gd name="T10" fmla="*/ 2147483646 w 282"/>
                <a:gd name="T11" fmla="*/ 2147483646 h 235"/>
                <a:gd name="T12" fmla="*/ 2147483646 w 282"/>
                <a:gd name="T13" fmla="*/ 2147483646 h 235"/>
                <a:gd name="T14" fmla="*/ 2147483646 w 282"/>
                <a:gd name="T15" fmla="*/ 2147483646 h 235"/>
                <a:gd name="T16" fmla="*/ 2147483646 w 282"/>
                <a:gd name="T17" fmla="*/ 2147483646 h 235"/>
                <a:gd name="T18" fmla="*/ 2147483646 w 282"/>
                <a:gd name="T19" fmla="*/ 2147483646 h 235"/>
                <a:gd name="T20" fmla="*/ 2147483646 w 282"/>
                <a:gd name="T21" fmla="*/ 2147483646 h 235"/>
                <a:gd name="T22" fmla="*/ 2147483646 w 282"/>
                <a:gd name="T23" fmla="*/ 2147483646 h 235"/>
                <a:gd name="T24" fmla="*/ 2147483646 w 282"/>
                <a:gd name="T25" fmla="*/ 2147483646 h 235"/>
                <a:gd name="T26" fmla="*/ 2147483646 w 282"/>
                <a:gd name="T27" fmla="*/ 2147483646 h 235"/>
                <a:gd name="T28" fmla="*/ 2147483646 w 282"/>
                <a:gd name="T29" fmla="*/ 2147483646 h 235"/>
                <a:gd name="T30" fmla="*/ 2147483646 w 282"/>
                <a:gd name="T31" fmla="*/ 2147483646 h 235"/>
                <a:gd name="T32" fmla="*/ 2147483646 w 282"/>
                <a:gd name="T33" fmla="*/ 2147483646 h 235"/>
                <a:gd name="T34" fmla="*/ 2147483646 w 282"/>
                <a:gd name="T35" fmla="*/ 2147483646 h 235"/>
                <a:gd name="T36" fmla="*/ 2147483646 w 282"/>
                <a:gd name="T37" fmla="*/ 2147483646 h 235"/>
                <a:gd name="T38" fmla="*/ 2147483646 w 282"/>
                <a:gd name="T39" fmla="*/ 2147483646 h 235"/>
                <a:gd name="T40" fmla="*/ 2147483646 w 282"/>
                <a:gd name="T41" fmla="*/ 2147483646 h 235"/>
                <a:gd name="T42" fmla="*/ 2147483646 w 282"/>
                <a:gd name="T43" fmla="*/ 2147483646 h 235"/>
                <a:gd name="T44" fmla="*/ 2147483646 w 282"/>
                <a:gd name="T45" fmla="*/ 2147483646 h 235"/>
                <a:gd name="T46" fmla="*/ 2147483646 w 282"/>
                <a:gd name="T47" fmla="*/ 2147483646 h 235"/>
                <a:gd name="T48" fmla="*/ 2147483646 w 282"/>
                <a:gd name="T49" fmla="*/ 2147483646 h 235"/>
                <a:gd name="T50" fmla="*/ 2147483646 w 282"/>
                <a:gd name="T51" fmla="*/ 2147483646 h 235"/>
                <a:gd name="T52" fmla="*/ 2147483646 w 282"/>
                <a:gd name="T53" fmla="*/ 2147483646 h 235"/>
                <a:gd name="T54" fmla="*/ 2147483646 w 282"/>
                <a:gd name="T55" fmla="*/ 2147483646 h 235"/>
                <a:gd name="T56" fmla="*/ 2147483646 w 282"/>
                <a:gd name="T57" fmla="*/ 2147483646 h 235"/>
                <a:gd name="T58" fmla="*/ 2147483646 w 282"/>
                <a:gd name="T59" fmla="*/ 2147483646 h 235"/>
                <a:gd name="T60" fmla="*/ 2147483646 w 282"/>
                <a:gd name="T61" fmla="*/ 2147483646 h 235"/>
                <a:gd name="T62" fmla="*/ 2147483646 w 282"/>
                <a:gd name="T63" fmla="*/ 2147483646 h 235"/>
                <a:gd name="T64" fmla="*/ 2147483646 w 282"/>
                <a:gd name="T65" fmla="*/ 2147483646 h 235"/>
                <a:gd name="T66" fmla="*/ 2147483646 w 282"/>
                <a:gd name="T67" fmla="*/ 2147483646 h 235"/>
                <a:gd name="T68" fmla="*/ 2147483646 w 282"/>
                <a:gd name="T69" fmla="*/ 2147483646 h 235"/>
                <a:gd name="T70" fmla="*/ 2147483646 w 282"/>
                <a:gd name="T71" fmla="*/ 2147483646 h 235"/>
                <a:gd name="T72" fmla="*/ 2147483646 w 282"/>
                <a:gd name="T73" fmla="*/ 2147483646 h 235"/>
                <a:gd name="T74" fmla="*/ 2147483646 w 282"/>
                <a:gd name="T75" fmla="*/ 2147483646 h 235"/>
                <a:gd name="T76" fmla="*/ 2147483646 w 282"/>
                <a:gd name="T77" fmla="*/ 2147483646 h 235"/>
                <a:gd name="T78" fmla="*/ 2147483646 w 282"/>
                <a:gd name="T79" fmla="*/ 2147483646 h 235"/>
                <a:gd name="T80" fmla="*/ 2147483646 w 282"/>
                <a:gd name="T81" fmla="*/ 2147483646 h 235"/>
                <a:gd name="T82" fmla="*/ 2147483646 w 282"/>
                <a:gd name="T83" fmla="*/ 2147483646 h 235"/>
                <a:gd name="T84" fmla="*/ 2147483646 w 282"/>
                <a:gd name="T85" fmla="*/ 2147483646 h 235"/>
                <a:gd name="T86" fmla="*/ 2147483646 w 282"/>
                <a:gd name="T87" fmla="*/ 2147483646 h 235"/>
                <a:gd name="T88" fmla="*/ 2147483646 w 282"/>
                <a:gd name="T89" fmla="*/ 2147483646 h 235"/>
                <a:gd name="T90" fmla="*/ 2147483646 w 282"/>
                <a:gd name="T91" fmla="*/ 2147483646 h 235"/>
                <a:gd name="T92" fmla="*/ 2147483646 w 282"/>
                <a:gd name="T93" fmla="*/ 2147483646 h 235"/>
                <a:gd name="T94" fmla="*/ 2147483646 w 282"/>
                <a:gd name="T95" fmla="*/ 2147483646 h 235"/>
                <a:gd name="T96" fmla="*/ 2147483646 w 282"/>
                <a:gd name="T97" fmla="*/ 2147483646 h 235"/>
                <a:gd name="T98" fmla="*/ 2147483646 w 282"/>
                <a:gd name="T99" fmla="*/ 2147483646 h 235"/>
                <a:gd name="T100" fmla="*/ 2147483646 w 282"/>
                <a:gd name="T101" fmla="*/ 2147483646 h 235"/>
                <a:gd name="T102" fmla="*/ 0 w 282"/>
                <a:gd name="T103" fmla="*/ 2147483646 h 235"/>
                <a:gd name="T104" fmla="*/ 0 w 282"/>
                <a:gd name="T105" fmla="*/ 2147483646 h 235"/>
                <a:gd name="T106" fmla="*/ 2147483646 w 282"/>
                <a:gd name="T107" fmla="*/ 2147483646 h 235"/>
                <a:gd name="T108" fmla="*/ 2147483646 w 282"/>
                <a:gd name="T109" fmla="*/ 2147483646 h 235"/>
                <a:gd name="T110" fmla="*/ 2147483646 w 282"/>
                <a:gd name="T111" fmla="*/ 2147483646 h 235"/>
                <a:gd name="T112" fmla="*/ 2147483646 w 282"/>
                <a:gd name="T113" fmla="*/ 2147483646 h 235"/>
                <a:gd name="T114" fmla="*/ 2147483646 w 282"/>
                <a:gd name="T115" fmla="*/ 2147483646 h 235"/>
                <a:gd name="T116" fmla="*/ 2147483646 w 282"/>
                <a:gd name="T117" fmla="*/ 2147483646 h 235"/>
                <a:gd name="T118" fmla="*/ 2147483646 w 282"/>
                <a:gd name="T119" fmla="*/ 2147483646 h 235"/>
                <a:gd name="T120" fmla="*/ 2147483646 w 282"/>
                <a:gd name="T121" fmla="*/ 2147483646 h 235"/>
                <a:gd name="T122" fmla="*/ 2147483646 w 282"/>
                <a:gd name="T123" fmla="*/ 2147483646 h 23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2" h="235">
                  <a:moveTo>
                    <a:pt x="28" y="131"/>
                  </a:moveTo>
                  <a:cubicBezTo>
                    <a:pt x="28" y="53"/>
                    <a:pt x="28" y="53"/>
                    <a:pt x="28" y="53"/>
                  </a:cubicBezTo>
                  <a:cubicBezTo>
                    <a:pt x="28" y="44"/>
                    <a:pt x="36" y="36"/>
                    <a:pt x="46" y="36"/>
                  </a:cubicBezTo>
                  <a:cubicBezTo>
                    <a:pt x="62" y="36"/>
                    <a:pt x="62" y="36"/>
                    <a:pt x="62" y="36"/>
                  </a:cubicBezTo>
                  <a:cubicBezTo>
                    <a:pt x="62" y="148"/>
                    <a:pt x="62" y="148"/>
                    <a:pt x="62" y="148"/>
                  </a:cubicBezTo>
                  <a:cubicBezTo>
                    <a:pt x="46" y="148"/>
                    <a:pt x="46" y="148"/>
                    <a:pt x="46" y="148"/>
                  </a:cubicBezTo>
                  <a:cubicBezTo>
                    <a:pt x="36" y="148"/>
                    <a:pt x="28" y="140"/>
                    <a:pt x="28" y="131"/>
                  </a:cubicBezTo>
                  <a:close/>
                  <a:moveTo>
                    <a:pt x="214" y="131"/>
                  </a:moveTo>
                  <a:cubicBezTo>
                    <a:pt x="214" y="53"/>
                    <a:pt x="214" y="53"/>
                    <a:pt x="214" y="53"/>
                  </a:cubicBezTo>
                  <a:cubicBezTo>
                    <a:pt x="214" y="44"/>
                    <a:pt x="207" y="36"/>
                    <a:pt x="197" y="36"/>
                  </a:cubicBezTo>
                  <a:cubicBezTo>
                    <a:pt x="180" y="36"/>
                    <a:pt x="180" y="36"/>
                    <a:pt x="180" y="36"/>
                  </a:cubicBezTo>
                  <a:cubicBezTo>
                    <a:pt x="180" y="148"/>
                    <a:pt x="180" y="148"/>
                    <a:pt x="180" y="148"/>
                  </a:cubicBezTo>
                  <a:cubicBezTo>
                    <a:pt x="197" y="148"/>
                    <a:pt x="197" y="148"/>
                    <a:pt x="197" y="148"/>
                  </a:cubicBezTo>
                  <a:cubicBezTo>
                    <a:pt x="207" y="148"/>
                    <a:pt x="214" y="140"/>
                    <a:pt x="214" y="131"/>
                  </a:cubicBezTo>
                  <a:close/>
                  <a:moveTo>
                    <a:pt x="154" y="36"/>
                  </a:moveTo>
                  <a:cubicBezTo>
                    <a:pt x="152" y="21"/>
                    <a:pt x="143" y="13"/>
                    <a:pt x="131" y="13"/>
                  </a:cubicBezTo>
                  <a:cubicBezTo>
                    <a:pt x="112" y="13"/>
                    <a:pt x="112" y="13"/>
                    <a:pt x="112" y="13"/>
                  </a:cubicBezTo>
                  <a:cubicBezTo>
                    <a:pt x="100" y="13"/>
                    <a:pt x="91" y="21"/>
                    <a:pt x="89" y="36"/>
                  </a:cubicBezTo>
                  <a:cubicBezTo>
                    <a:pt x="77" y="36"/>
                    <a:pt x="77" y="36"/>
                    <a:pt x="77" y="36"/>
                  </a:cubicBezTo>
                  <a:cubicBezTo>
                    <a:pt x="77" y="148"/>
                    <a:pt x="77" y="148"/>
                    <a:pt x="77" y="148"/>
                  </a:cubicBezTo>
                  <a:cubicBezTo>
                    <a:pt x="166" y="148"/>
                    <a:pt x="166" y="148"/>
                    <a:pt x="166" y="148"/>
                  </a:cubicBezTo>
                  <a:cubicBezTo>
                    <a:pt x="166" y="36"/>
                    <a:pt x="166" y="36"/>
                    <a:pt x="166" y="36"/>
                  </a:cubicBezTo>
                  <a:lnTo>
                    <a:pt x="154" y="36"/>
                  </a:lnTo>
                  <a:close/>
                  <a:moveTo>
                    <a:pt x="101" y="36"/>
                  </a:moveTo>
                  <a:cubicBezTo>
                    <a:pt x="102" y="23"/>
                    <a:pt x="110" y="23"/>
                    <a:pt x="112" y="23"/>
                  </a:cubicBezTo>
                  <a:cubicBezTo>
                    <a:pt x="131" y="23"/>
                    <a:pt x="131" y="23"/>
                    <a:pt x="131" y="23"/>
                  </a:cubicBezTo>
                  <a:cubicBezTo>
                    <a:pt x="137" y="23"/>
                    <a:pt x="141" y="27"/>
                    <a:pt x="142" y="36"/>
                  </a:cubicBezTo>
                  <a:lnTo>
                    <a:pt x="101" y="36"/>
                  </a:lnTo>
                  <a:close/>
                  <a:moveTo>
                    <a:pt x="42" y="187"/>
                  </a:moveTo>
                  <a:cubicBezTo>
                    <a:pt x="28" y="187"/>
                    <a:pt x="17" y="198"/>
                    <a:pt x="17" y="211"/>
                  </a:cubicBezTo>
                  <a:cubicBezTo>
                    <a:pt x="17" y="224"/>
                    <a:pt x="28" y="235"/>
                    <a:pt x="42" y="235"/>
                  </a:cubicBezTo>
                  <a:cubicBezTo>
                    <a:pt x="55" y="235"/>
                    <a:pt x="66" y="224"/>
                    <a:pt x="66" y="211"/>
                  </a:cubicBezTo>
                  <a:cubicBezTo>
                    <a:pt x="66" y="198"/>
                    <a:pt x="55" y="187"/>
                    <a:pt x="42" y="187"/>
                  </a:cubicBezTo>
                  <a:close/>
                  <a:moveTo>
                    <a:pt x="42" y="224"/>
                  </a:moveTo>
                  <a:cubicBezTo>
                    <a:pt x="34" y="224"/>
                    <a:pt x="29" y="218"/>
                    <a:pt x="29" y="211"/>
                  </a:cubicBezTo>
                  <a:cubicBezTo>
                    <a:pt x="29" y="204"/>
                    <a:pt x="34" y="198"/>
                    <a:pt x="42" y="198"/>
                  </a:cubicBezTo>
                  <a:cubicBezTo>
                    <a:pt x="49" y="198"/>
                    <a:pt x="54" y="204"/>
                    <a:pt x="54" y="211"/>
                  </a:cubicBezTo>
                  <a:cubicBezTo>
                    <a:pt x="54" y="218"/>
                    <a:pt x="49" y="224"/>
                    <a:pt x="42" y="224"/>
                  </a:cubicBezTo>
                  <a:close/>
                  <a:moveTo>
                    <a:pt x="202" y="187"/>
                  </a:moveTo>
                  <a:cubicBezTo>
                    <a:pt x="188" y="187"/>
                    <a:pt x="177" y="198"/>
                    <a:pt x="177" y="211"/>
                  </a:cubicBezTo>
                  <a:cubicBezTo>
                    <a:pt x="177" y="224"/>
                    <a:pt x="188" y="235"/>
                    <a:pt x="202" y="235"/>
                  </a:cubicBezTo>
                  <a:cubicBezTo>
                    <a:pt x="215" y="235"/>
                    <a:pt x="226" y="224"/>
                    <a:pt x="226" y="211"/>
                  </a:cubicBezTo>
                  <a:cubicBezTo>
                    <a:pt x="226" y="198"/>
                    <a:pt x="215" y="187"/>
                    <a:pt x="202" y="187"/>
                  </a:cubicBezTo>
                  <a:close/>
                  <a:moveTo>
                    <a:pt x="202" y="224"/>
                  </a:moveTo>
                  <a:cubicBezTo>
                    <a:pt x="194" y="224"/>
                    <a:pt x="189" y="218"/>
                    <a:pt x="189" y="211"/>
                  </a:cubicBezTo>
                  <a:cubicBezTo>
                    <a:pt x="189" y="204"/>
                    <a:pt x="194" y="198"/>
                    <a:pt x="202" y="198"/>
                  </a:cubicBezTo>
                  <a:cubicBezTo>
                    <a:pt x="209" y="198"/>
                    <a:pt x="214" y="204"/>
                    <a:pt x="214" y="211"/>
                  </a:cubicBezTo>
                  <a:cubicBezTo>
                    <a:pt x="214" y="218"/>
                    <a:pt x="209" y="224"/>
                    <a:pt x="202" y="224"/>
                  </a:cubicBezTo>
                  <a:close/>
                  <a:moveTo>
                    <a:pt x="275" y="20"/>
                  </a:moveTo>
                  <a:cubicBezTo>
                    <a:pt x="246" y="36"/>
                    <a:pt x="246" y="36"/>
                    <a:pt x="246" y="36"/>
                  </a:cubicBezTo>
                  <a:cubicBezTo>
                    <a:pt x="246" y="179"/>
                    <a:pt x="246" y="179"/>
                    <a:pt x="246" y="179"/>
                  </a:cubicBezTo>
                  <a:cubicBezTo>
                    <a:pt x="0" y="179"/>
                    <a:pt x="0" y="179"/>
                    <a:pt x="0" y="179"/>
                  </a:cubicBezTo>
                  <a:cubicBezTo>
                    <a:pt x="0" y="140"/>
                    <a:pt x="0" y="140"/>
                    <a:pt x="0" y="140"/>
                  </a:cubicBezTo>
                  <a:cubicBezTo>
                    <a:pt x="19" y="140"/>
                    <a:pt x="19" y="140"/>
                    <a:pt x="19" y="140"/>
                  </a:cubicBezTo>
                  <a:cubicBezTo>
                    <a:pt x="19" y="160"/>
                    <a:pt x="19" y="160"/>
                    <a:pt x="19" y="160"/>
                  </a:cubicBezTo>
                  <a:cubicBezTo>
                    <a:pt x="226" y="160"/>
                    <a:pt x="226" y="160"/>
                    <a:pt x="226" y="160"/>
                  </a:cubicBezTo>
                  <a:cubicBezTo>
                    <a:pt x="226" y="31"/>
                    <a:pt x="226" y="31"/>
                    <a:pt x="226" y="31"/>
                  </a:cubicBezTo>
                  <a:cubicBezTo>
                    <a:pt x="226" y="31"/>
                    <a:pt x="226" y="30"/>
                    <a:pt x="226" y="29"/>
                  </a:cubicBezTo>
                  <a:cubicBezTo>
                    <a:pt x="227" y="26"/>
                    <a:pt x="228" y="23"/>
                    <a:pt x="231" y="22"/>
                  </a:cubicBezTo>
                  <a:cubicBezTo>
                    <a:pt x="266" y="3"/>
                    <a:pt x="266" y="3"/>
                    <a:pt x="266" y="3"/>
                  </a:cubicBezTo>
                  <a:cubicBezTo>
                    <a:pt x="271" y="0"/>
                    <a:pt x="277" y="2"/>
                    <a:pt x="279" y="7"/>
                  </a:cubicBezTo>
                  <a:cubicBezTo>
                    <a:pt x="282" y="12"/>
                    <a:pt x="280" y="17"/>
                    <a:pt x="275" y="20"/>
                  </a:cubicBezTo>
                  <a:close/>
                </a:path>
              </a:pathLst>
            </a:custGeom>
            <a:solidFill>
              <a:schemeClr val="bg1"/>
            </a:solidFill>
            <a:ln>
              <a:noFill/>
            </a:ln>
          </p:spPr>
          <p:txBody>
            <a:bodyPr anchor="ctr"/>
            <a:lstStyle/>
            <a:p>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29" name="文本框 63">
              <a:extLst>
                <a:ext uri="{FF2B5EF4-FFF2-40B4-BE49-F238E27FC236}">
                  <a16:creationId xmlns:a16="http://schemas.microsoft.com/office/drawing/2014/main" xmlns="" id="{1B998A6E-88FD-430B-A281-EDE13B92C98C}"/>
                </a:ext>
              </a:extLst>
            </p:cNvPr>
            <p:cNvSpPr txBox="1"/>
            <p:nvPr/>
          </p:nvSpPr>
          <p:spPr>
            <a:xfrm>
              <a:off x="7925165" y="3989044"/>
              <a:ext cx="1477034" cy="407579"/>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输入标题</a:t>
              </a:r>
            </a:p>
          </p:txBody>
        </p:sp>
      </p:grpSp>
      <p:sp>
        <p:nvSpPr>
          <p:cNvPr id="30" name="矩形 29">
            <a:extLst>
              <a:ext uri="{FF2B5EF4-FFF2-40B4-BE49-F238E27FC236}">
                <a16:creationId xmlns:a16="http://schemas.microsoft.com/office/drawing/2014/main" xmlns="" id="{61D7D2EC-98DB-4D22-ABA9-6F2361909530}"/>
              </a:ext>
            </a:extLst>
          </p:cNvPr>
          <p:cNvSpPr/>
          <p:nvPr/>
        </p:nvSpPr>
        <p:spPr>
          <a:xfrm>
            <a:off x="1768813" y="4684076"/>
            <a:ext cx="2036570" cy="851999"/>
          </a:xfrm>
          <a:prstGeom prst="rect">
            <a:avLst/>
          </a:prstGeom>
        </p:spPr>
        <p:txBody>
          <a:bodyPr wrap="square" lIns="68562" tIns="34281" rIns="68562" bIns="34281">
            <a:spAutoFit/>
          </a:bodyPr>
          <a:lstStyle/>
          <a:p>
            <a:pPr>
              <a:lnSpc>
                <a:spcPct val="130000"/>
              </a:lnSpc>
              <a:spcBef>
                <a:spcPct val="0"/>
              </a:spcBef>
              <a:buNone/>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31" name="矩形 30">
            <a:extLst>
              <a:ext uri="{FF2B5EF4-FFF2-40B4-BE49-F238E27FC236}">
                <a16:creationId xmlns:a16="http://schemas.microsoft.com/office/drawing/2014/main" xmlns="" id="{B5BB8FB1-63F5-4F8E-A198-50CE54538E76}"/>
              </a:ext>
            </a:extLst>
          </p:cNvPr>
          <p:cNvSpPr/>
          <p:nvPr/>
        </p:nvSpPr>
        <p:spPr>
          <a:xfrm>
            <a:off x="4012906" y="4637640"/>
            <a:ext cx="2036570" cy="851999"/>
          </a:xfrm>
          <a:prstGeom prst="rect">
            <a:avLst/>
          </a:prstGeom>
        </p:spPr>
        <p:txBody>
          <a:bodyPr wrap="square" lIns="68562" tIns="34281" rIns="68562" bIns="34281">
            <a:spAutoFit/>
          </a:bodyPr>
          <a:lstStyle/>
          <a:p>
            <a:pPr>
              <a:lnSpc>
                <a:spcPct val="130000"/>
              </a:lnSpc>
              <a:spcBef>
                <a:spcPct val="0"/>
              </a:spcBef>
              <a:buNone/>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32" name="矩形 31">
            <a:extLst>
              <a:ext uri="{FF2B5EF4-FFF2-40B4-BE49-F238E27FC236}">
                <a16:creationId xmlns:a16="http://schemas.microsoft.com/office/drawing/2014/main" xmlns="" id="{99491002-396B-447A-8E94-256AA03C44FA}"/>
              </a:ext>
            </a:extLst>
          </p:cNvPr>
          <p:cNvSpPr/>
          <p:nvPr/>
        </p:nvSpPr>
        <p:spPr>
          <a:xfrm>
            <a:off x="6208021" y="4637640"/>
            <a:ext cx="2036570" cy="851999"/>
          </a:xfrm>
          <a:prstGeom prst="rect">
            <a:avLst/>
          </a:prstGeom>
        </p:spPr>
        <p:txBody>
          <a:bodyPr wrap="square" lIns="68562" tIns="34281" rIns="68562" bIns="34281">
            <a:spAutoFit/>
          </a:bodyPr>
          <a:lstStyle/>
          <a:p>
            <a:pPr>
              <a:lnSpc>
                <a:spcPct val="130000"/>
              </a:lnSpc>
              <a:spcBef>
                <a:spcPct val="0"/>
              </a:spcBef>
              <a:buNone/>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您的内容打在这里，或者通过复制您的文本后，在此框中选择粘贴。</a:t>
            </a:r>
          </a:p>
        </p:txBody>
      </p:sp>
      <p:sp>
        <p:nvSpPr>
          <p:cNvPr id="33" name="矩形 32">
            <a:extLst>
              <a:ext uri="{FF2B5EF4-FFF2-40B4-BE49-F238E27FC236}">
                <a16:creationId xmlns:a16="http://schemas.microsoft.com/office/drawing/2014/main" xmlns="" id="{B19D9765-7319-4AF3-BED8-2442C9D6BDDC}"/>
              </a:ext>
            </a:extLst>
          </p:cNvPr>
          <p:cNvSpPr/>
          <p:nvPr/>
        </p:nvSpPr>
        <p:spPr>
          <a:xfrm>
            <a:off x="8214299" y="4637640"/>
            <a:ext cx="2036570" cy="851999"/>
          </a:xfrm>
          <a:prstGeom prst="rect">
            <a:avLst/>
          </a:prstGeom>
        </p:spPr>
        <p:txBody>
          <a:bodyPr wrap="square" lIns="68562" tIns="34281" rIns="68562" bIns="34281">
            <a:spAutoFit/>
          </a:bodyPr>
          <a:lstStyle/>
          <a:p>
            <a:pPr>
              <a:lnSpc>
                <a:spcPct val="130000"/>
              </a:lnSpc>
              <a:spcBef>
                <a:spcPct val="0"/>
              </a:spcBef>
              <a:buNone/>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您的内容打在这里，或者通过复制您的文本后，在此框中选择粘贴。</a:t>
            </a:r>
          </a:p>
        </p:txBody>
      </p:sp>
    </p:spTree>
    <p:extLst>
      <p:ext uri="{BB962C8B-B14F-4D97-AF65-F5344CB8AC3E}">
        <p14:creationId xmlns:p14="http://schemas.microsoft.com/office/powerpoint/2010/main" val="53036507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47"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7" presetClass="entr" presetSubtype="0"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7"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7" presetClass="entr" presetSubtype="0"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1000"/>
                                        <p:tgtEl>
                                          <p:spTgt spid="26"/>
                                        </p:tgtEl>
                                      </p:cBhvr>
                                    </p:animEffect>
                                    <p:anim calcmode="lin" valueType="num">
                                      <p:cBhvr>
                                        <p:cTn id="30" dur="1000" fill="hold"/>
                                        <p:tgtEl>
                                          <p:spTgt spid="26"/>
                                        </p:tgtEl>
                                        <p:attrNameLst>
                                          <p:attrName>ppt_x</p:attrName>
                                        </p:attrNameLst>
                                      </p:cBhvr>
                                      <p:tavLst>
                                        <p:tav tm="0">
                                          <p:val>
                                            <p:strVal val="#ppt_x"/>
                                          </p:val>
                                        </p:tav>
                                        <p:tav tm="100000">
                                          <p:val>
                                            <p:strVal val="#ppt_x"/>
                                          </p:val>
                                        </p:tav>
                                      </p:tavLst>
                                    </p:anim>
                                    <p:anim calcmode="lin" valueType="num">
                                      <p:cBhvr>
                                        <p:cTn id="31" dur="1000" fill="hold"/>
                                        <p:tgtEl>
                                          <p:spTgt spid="26"/>
                                        </p:tgtEl>
                                        <p:attrNameLst>
                                          <p:attrName>ppt_y</p:attrName>
                                        </p:attrNameLst>
                                      </p:cBhvr>
                                      <p:tavLst>
                                        <p:tav tm="0">
                                          <p:val>
                                            <p:strVal val="#ppt_y-.1"/>
                                          </p:val>
                                        </p:tav>
                                        <p:tav tm="100000">
                                          <p:val>
                                            <p:strVal val="#ppt_y"/>
                                          </p:val>
                                        </p:tav>
                                      </p:tavLst>
                                    </p:anim>
                                  </p:childTnLst>
                                </p:cTn>
                              </p:par>
                            </p:childTnLst>
                          </p:cTn>
                        </p:par>
                        <p:par>
                          <p:cTn id="32" fill="hold">
                            <p:stCondLst>
                              <p:cond delay="4500"/>
                            </p:stCondLst>
                            <p:childTnLst>
                              <p:par>
                                <p:cTn id="33" presetID="10"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childTnLst>
                          </p:cTn>
                        </p:par>
                        <p:par>
                          <p:cTn id="36" fill="hold">
                            <p:stCondLst>
                              <p:cond delay="5000"/>
                            </p:stCondLst>
                            <p:childTnLst>
                              <p:par>
                                <p:cTn id="37" presetID="10" presetClass="entr" presetSubtype="0" fill="hold" grpId="0" nodeType="after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childTnLst>
                          </p:cTn>
                        </p:par>
                        <p:par>
                          <p:cTn id="40" fill="hold">
                            <p:stCondLst>
                              <p:cond delay="5500"/>
                            </p:stCondLst>
                            <p:childTnLst>
                              <p:par>
                                <p:cTn id="41" presetID="10" presetClass="entr" presetSubtype="0"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childTnLst>
                          </p:cTn>
                        </p:par>
                        <p:par>
                          <p:cTn id="44" fill="hold">
                            <p:stCondLst>
                              <p:cond delay="6000"/>
                            </p:stCondLst>
                            <p:childTnLst>
                              <p:par>
                                <p:cTn id="45" presetID="10" presetClass="entr" presetSubtype="0"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BFD343B3-8E3D-48F1-83D4-A8221D74C56C}"/>
              </a:ext>
            </a:extLst>
          </p:cNvPr>
          <p:cNvSpPr/>
          <p:nvPr/>
        </p:nvSpPr>
        <p:spPr>
          <a:xfrm>
            <a:off x="9042856" y="0"/>
            <a:ext cx="3150549" cy="6858000"/>
          </a:xfrm>
          <a:prstGeom prst="rect">
            <a:avLst/>
          </a:prstGeom>
          <a:solidFill>
            <a:srgbClr val="B82B2A"/>
          </a:solidFill>
          <a:ln>
            <a:noFill/>
          </a:ln>
          <a:effectLst>
            <a:outerShdw blurRad="50800" dist="63500" dir="2700000" algn="tl" rotWithShape="0">
              <a:srgbClr val="C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xmlns="" id="{F2EDE50C-7C4D-4F1E-8895-B5EBDACC7EDD}"/>
              </a:ext>
            </a:extLst>
          </p:cNvPr>
          <p:cNvSpPr txBox="1"/>
          <p:nvPr/>
        </p:nvSpPr>
        <p:spPr>
          <a:xfrm>
            <a:off x="10256902" y="1864489"/>
            <a:ext cx="1292662" cy="2862322"/>
          </a:xfrm>
          <a:prstGeom prst="rect">
            <a:avLst/>
          </a:prstGeom>
          <a:noFill/>
        </p:spPr>
        <p:txBody>
          <a:bodyPr vert="eaVert" wrap="none" rtlCol="0">
            <a:spAutoFit/>
          </a:bodyPr>
          <a:lstStyle/>
          <a:p>
            <a:r>
              <a:rPr lang="zh-CN" altLang="en-US" sz="7200" dirty="0">
                <a:solidFill>
                  <a:schemeClr val="bg1"/>
                </a:solidFill>
                <a:latin typeface="思源黑体 CN Bold" panose="020B0800000000000000" pitchFamily="34" charset="-122"/>
                <a:ea typeface="思源黑体 CN Bold" panose="020B0800000000000000" pitchFamily="34" charset="-122"/>
              </a:rPr>
              <a:t>第二章</a:t>
            </a:r>
          </a:p>
        </p:txBody>
      </p:sp>
      <p:sp>
        <p:nvSpPr>
          <p:cNvPr id="4" name="文本框 3">
            <a:extLst>
              <a:ext uri="{FF2B5EF4-FFF2-40B4-BE49-F238E27FC236}">
                <a16:creationId xmlns:a16="http://schemas.microsoft.com/office/drawing/2014/main" xmlns="" id="{04C34C66-0A1D-4294-B528-A49096F80C81}"/>
              </a:ext>
            </a:extLst>
          </p:cNvPr>
          <p:cNvSpPr txBox="1"/>
          <p:nvPr/>
        </p:nvSpPr>
        <p:spPr>
          <a:xfrm>
            <a:off x="1850931" y="2565737"/>
            <a:ext cx="4801314" cy="1015663"/>
          </a:xfrm>
          <a:prstGeom prst="rect">
            <a:avLst/>
          </a:prstGeom>
          <a:noFill/>
        </p:spPr>
        <p:txBody>
          <a:bodyPr wrap="none" rtlCol="0">
            <a:spAutoFit/>
          </a:bodyPr>
          <a:lstStyle/>
          <a:p>
            <a:r>
              <a:rPr lang="zh-CN" altLang="en-US" sz="6000" dirty="0">
                <a:solidFill>
                  <a:srgbClr val="B82B2A"/>
                </a:solidFill>
                <a:latin typeface="思源黑体 CN Bold" panose="020B0800000000000000" pitchFamily="34" charset="-122"/>
                <a:ea typeface="思源黑体 CN Bold" panose="020B0800000000000000" pitchFamily="34" charset="-122"/>
              </a:rPr>
              <a:t>工作完成情况</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2732739" y="3581400"/>
            <a:ext cx="3037697" cy="45719"/>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xmlns="" id="{9C656502-761A-420B-9CD2-B5FC09D72769}"/>
              </a:ext>
            </a:extLst>
          </p:cNvPr>
          <p:cNvSpPr txBox="1"/>
          <p:nvPr/>
        </p:nvSpPr>
        <p:spPr>
          <a:xfrm>
            <a:off x="883517" y="3776114"/>
            <a:ext cx="6736139" cy="523220"/>
          </a:xfrm>
          <a:prstGeom prst="rect">
            <a:avLst/>
          </a:prstGeom>
          <a:noFill/>
        </p:spPr>
        <p:txBody>
          <a:bodyPr wrap="square" rtlCol="0">
            <a:spAutoFit/>
          </a:bodyPr>
          <a:lstStyle/>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标题数字等都可以通过点击和重新输入进行更改，顶部“开始”</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面板中可以对字体、字号、颜色、行距等进行修改。建议正文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号字，</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1.3</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倍字间距</a:t>
            </a:r>
            <a:endParaRPr lang="zh-CN" altLang="en-US" sz="1400" dirty="0">
              <a:solidFill>
                <a:srgbClr val="B82B2A"/>
              </a:solidFill>
              <a:latin typeface="思源黑体 CN Bold" panose="020B0800000000000000" pitchFamily="34" charset="-122"/>
              <a:ea typeface="思源黑体 CN Bold" panose="020B0800000000000000" pitchFamily="34" charset="-122"/>
            </a:endParaRPr>
          </a:p>
        </p:txBody>
      </p:sp>
      <p:sp>
        <p:nvSpPr>
          <p:cNvPr id="28" name="矩形 27">
            <a:extLst>
              <a:ext uri="{FF2B5EF4-FFF2-40B4-BE49-F238E27FC236}">
                <a16:creationId xmlns:a16="http://schemas.microsoft.com/office/drawing/2014/main" xmlns="" id="{C65A3428-E99E-44BA-B0C2-DE956193A647}"/>
              </a:ext>
            </a:extLst>
          </p:cNvPr>
          <p:cNvSpPr/>
          <p:nvPr/>
        </p:nvSpPr>
        <p:spPr>
          <a:xfrm>
            <a:off x="-23761" y="1466850"/>
            <a:ext cx="271793" cy="392430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xmlns="" id="{13F3A437-FB29-4546-8560-8D0ABEAE6C36}"/>
              </a:ext>
            </a:extLst>
          </p:cNvPr>
          <p:cNvGrpSpPr/>
          <p:nvPr/>
        </p:nvGrpSpPr>
        <p:grpSpPr>
          <a:xfrm rot="16200000">
            <a:off x="5945089" y="2582311"/>
            <a:ext cx="6092472" cy="1693379"/>
            <a:chOff x="3149613" y="460811"/>
            <a:chExt cx="6092472" cy="1693379"/>
          </a:xfrm>
        </p:grpSpPr>
        <p:pic>
          <p:nvPicPr>
            <p:cNvPr id="10" name="图片 9">
              <a:extLst>
                <a:ext uri="{FF2B5EF4-FFF2-40B4-BE49-F238E27FC236}">
                  <a16:creationId xmlns:a16="http://schemas.microsoft.com/office/drawing/2014/main" xmlns="" id="{A5D3553A-E7CB-44EF-A899-31C4A432B8AB}"/>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38667" b="53994"/>
            <a:stretch/>
          </p:blipFill>
          <p:spPr>
            <a:xfrm>
              <a:off x="3149613" y="460811"/>
              <a:ext cx="4506781" cy="1670546"/>
            </a:xfrm>
            <a:prstGeom prst="rect">
              <a:avLst/>
            </a:prstGeom>
          </p:spPr>
        </p:pic>
        <p:pic>
          <p:nvPicPr>
            <p:cNvPr id="11" name="图片 10">
              <a:extLst>
                <a:ext uri="{FF2B5EF4-FFF2-40B4-BE49-F238E27FC236}">
                  <a16:creationId xmlns:a16="http://schemas.microsoft.com/office/drawing/2014/main" xmlns="" id="{7E864987-06E8-421C-AD12-0B3E85A23DD0}"/>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61834" b="53994"/>
            <a:stretch/>
          </p:blipFill>
          <p:spPr>
            <a:xfrm>
              <a:off x="7650816" y="483644"/>
              <a:ext cx="1591269" cy="1670546"/>
            </a:xfrm>
            <a:prstGeom prst="rect">
              <a:avLst/>
            </a:prstGeom>
          </p:spPr>
        </p:pic>
      </p:grpSp>
    </p:spTree>
    <p:extLst>
      <p:ext uri="{BB962C8B-B14F-4D97-AF65-F5344CB8AC3E}">
        <p14:creationId xmlns:p14="http://schemas.microsoft.com/office/powerpoint/2010/main" val="15479783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par>
                          <p:cTn id="25" fill="hold">
                            <p:stCondLst>
                              <p:cond delay="1000"/>
                            </p:stCondLst>
                            <p:childTnLst>
                              <p:par>
                                <p:cTn id="26" presetID="16" presetClass="entr" presetSubtype="21"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arn(inVertical)">
                                      <p:cBhvr>
                                        <p:cTn id="28" dur="500"/>
                                        <p:tgtEl>
                                          <p:spTgt spid="4"/>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par>
                          <p:cTn id="33" fill="hold">
                            <p:stCondLst>
                              <p:cond delay="2000"/>
                            </p:stCondLst>
                            <p:childTnLst>
                              <p:par>
                                <p:cTn id="34" presetID="16" presetClass="entr" presetSubtype="21"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barn(inVertical)">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4" grpId="0"/>
      <p:bldP spid="25" grpId="0" animBg="1"/>
      <p:bldP spid="26" grpId="0"/>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2.</a:t>
            </a:r>
            <a:r>
              <a:rPr lang="zh-CN" altLang="en-US" sz="3200" dirty="0">
                <a:solidFill>
                  <a:srgbClr val="B82B2A"/>
                </a:solidFill>
                <a:latin typeface="思源黑体 CN Bold" panose="020B0800000000000000" pitchFamily="34" charset="-122"/>
                <a:ea typeface="思源黑体 CN Bold" panose="020B0800000000000000" pitchFamily="34" charset="-122"/>
              </a:rPr>
              <a:t>工作完成情况</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2" name="组合 51">
            <a:extLst>
              <a:ext uri="{FF2B5EF4-FFF2-40B4-BE49-F238E27FC236}">
                <a16:creationId xmlns:a16="http://schemas.microsoft.com/office/drawing/2014/main" xmlns="" id="{24C827F2-5D1E-4A19-A3AF-89F41E283362}"/>
              </a:ext>
            </a:extLst>
          </p:cNvPr>
          <p:cNvGrpSpPr/>
          <p:nvPr/>
        </p:nvGrpSpPr>
        <p:grpSpPr>
          <a:xfrm>
            <a:off x="5786448" y="1145306"/>
            <a:ext cx="5878425" cy="1781379"/>
            <a:chOff x="5786448" y="1145306"/>
            <a:chExt cx="5878425" cy="1781379"/>
          </a:xfrm>
        </p:grpSpPr>
        <p:grpSp>
          <p:nvGrpSpPr>
            <p:cNvPr id="35" name="组合 34">
              <a:extLst>
                <a:ext uri="{FF2B5EF4-FFF2-40B4-BE49-F238E27FC236}">
                  <a16:creationId xmlns:a16="http://schemas.microsoft.com/office/drawing/2014/main" xmlns="" id="{9DEF2ECB-708B-4A5D-872A-01F6511252CA}"/>
                </a:ext>
              </a:extLst>
            </p:cNvPr>
            <p:cNvGrpSpPr/>
            <p:nvPr/>
          </p:nvGrpSpPr>
          <p:grpSpPr>
            <a:xfrm>
              <a:off x="5786448" y="1248679"/>
              <a:ext cx="953900" cy="953900"/>
              <a:chOff x="3995936" y="1495374"/>
              <a:chExt cx="720080" cy="720080"/>
            </a:xfrm>
          </p:grpSpPr>
          <p:sp>
            <p:nvSpPr>
              <p:cNvPr id="36" name="椭圆 35">
                <a:extLst>
                  <a:ext uri="{FF2B5EF4-FFF2-40B4-BE49-F238E27FC236}">
                    <a16:creationId xmlns:a16="http://schemas.microsoft.com/office/drawing/2014/main" xmlns="" id="{A2942A4D-9BCF-4331-AAFF-F58AB69A91D7}"/>
                  </a:ext>
                </a:extLst>
              </p:cNvPr>
              <p:cNvSpPr/>
              <p:nvPr/>
            </p:nvSpPr>
            <p:spPr>
              <a:xfrm>
                <a:off x="3995936" y="1495374"/>
                <a:ext cx="720080" cy="72008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solidFill>
                </a:endParaRPr>
              </a:p>
            </p:txBody>
          </p:sp>
          <p:sp>
            <p:nvSpPr>
              <p:cNvPr id="37" name="TextBox 17">
                <a:extLst>
                  <a:ext uri="{FF2B5EF4-FFF2-40B4-BE49-F238E27FC236}">
                    <a16:creationId xmlns:a16="http://schemas.microsoft.com/office/drawing/2014/main" xmlns="" id="{5A623A3A-DC82-4D0A-AE2B-66A66CDD336D}"/>
                  </a:ext>
                </a:extLst>
              </p:cNvPr>
              <p:cNvSpPr txBox="1"/>
              <p:nvPr/>
            </p:nvSpPr>
            <p:spPr>
              <a:xfrm>
                <a:off x="4007811" y="1532248"/>
                <a:ext cx="683934" cy="627303"/>
              </a:xfrm>
              <a:prstGeom prst="rect">
                <a:avLst/>
              </a:prstGeom>
              <a:noFill/>
            </p:spPr>
            <p:txBody>
              <a:bodyPr wrap="none" rtlCol="0">
                <a:spAutoFit/>
              </a:bodyPr>
              <a:lstStyle/>
              <a:p>
                <a:r>
                  <a:rPr lang="en-US" altLang="zh-CN" sz="4800" dirty="0">
                    <a:solidFill>
                      <a:schemeClr val="bg1"/>
                    </a:solidFill>
                    <a:latin typeface="微软雅黑" panose="020B0503020204020204" pitchFamily="34" charset="-122"/>
                    <a:ea typeface="微软雅黑" panose="020B0503020204020204" pitchFamily="34" charset="-122"/>
                  </a:rPr>
                  <a:t>01</a:t>
                </a:r>
                <a:endParaRPr lang="zh-CN" altLang="en-US" sz="4800" dirty="0">
                  <a:solidFill>
                    <a:schemeClr val="bg1"/>
                  </a:solidFill>
                  <a:latin typeface="微软雅黑" panose="020B0503020204020204" pitchFamily="34" charset="-122"/>
                  <a:ea typeface="微软雅黑" panose="020B0503020204020204" pitchFamily="34" charset="-122"/>
                </a:endParaRPr>
              </a:p>
            </p:txBody>
          </p:sp>
        </p:grpSp>
        <p:sp>
          <p:nvSpPr>
            <p:cNvPr id="44" name="TextBox 24">
              <a:extLst>
                <a:ext uri="{FF2B5EF4-FFF2-40B4-BE49-F238E27FC236}">
                  <a16:creationId xmlns:a16="http://schemas.microsoft.com/office/drawing/2014/main" xmlns="" id="{2179F0E0-7536-43A8-A6F5-348B577EA411}"/>
                </a:ext>
              </a:extLst>
            </p:cNvPr>
            <p:cNvSpPr txBox="1"/>
            <p:nvPr/>
          </p:nvSpPr>
          <p:spPr bwMode="auto">
            <a:xfrm>
              <a:off x="6966684" y="1630239"/>
              <a:ext cx="4698189" cy="1296446"/>
            </a:xfrm>
            <a:prstGeom prst="rect">
              <a:avLst/>
            </a:prstGeom>
            <a:noFill/>
          </p:spPr>
          <p:txBody>
            <a:bodyPr wrap="square">
              <a:spAutoFit/>
            </a:bodyPr>
            <a:lstStyle/>
            <a:p>
              <a:pPr>
                <a:lnSpc>
                  <a:spcPct val="150000"/>
                </a:lnSpc>
              </a:pPr>
              <a:r>
                <a:rPr lang="zh-CN" altLang="en-US" dirty="0">
                  <a:solidFill>
                    <a:schemeClr val="tx1">
                      <a:lumMod val="95000"/>
                      <a:lumOff val="5000"/>
                    </a:schemeClr>
                  </a:solidFill>
                </a:rPr>
                <a:t>这里输入简单的文字概述这里输入简单文字概述简单的文字概述这里输入简单的文字概述这里输入</a:t>
              </a:r>
              <a:endParaRPr lang="zh-CN" altLang="en-US" dirty="0">
                <a:solidFill>
                  <a:schemeClr val="tx1">
                    <a:lumMod val="95000"/>
                    <a:lumOff val="5000"/>
                  </a:schemeClr>
                </a:solidFill>
                <a:latin typeface="Calibri" pitchFamily="34" charset="0"/>
              </a:endParaRPr>
            </a:p>
          </p:txBody>
        </p:sp>
        <p:sp>
          <p:nvSpPr>
            <p:cNvPr id="45" name="矩形 44">
              <a:extLst>
                <a:ext uri="{FF2B5EF4-FFF2-40B4-BE49-F238E27FC236}">
                  <a16:creationId xmlns:a16="http://schemas.microsoft.com/office/drawing/2014/main" xmlns="" id="{8912D033-AC8D-425E-B14B-287C7898FC3F}"/>
                </a:ext>
              </a:extLst>
            </p:cNvPr>
            <p:cNvSpPr/>
            <p:nvPr/>
          </p:nvSpPr>
          <p:spPr bwMode="auto">
            <a:xfrm>
              <a:off x="6985713" y="1145306"/>
              <a:ext cx="2677097" cy="461665"/>
            </a:xfrm>
            <a:prstGeom prst="rect">
              <a:avLst/>
            </a:prstGeom>
          </p:spPr>
          <p:txBody>
            <a:bodyPr>
              <a:spAutoFit/>
            </a:bodyPr>
            <a:lstStyle/>
            <a:p>
              <a:pPr>
                <a:defRPr/>
              </a:pPr>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rPr>
                <a:t>部门管理问题</a:t>
              </a:r>
              <a:endParaRPr lang="zh-CN" altLang="en-US" sz="2400" b="1" dirty="0">
                <a:solidFill>
                  <a:schemeClr val="tx1">
                    <a:lumMod val="95000"/>
                    <a:lumOff val="5000"/>
                  </a:schemeClr>
                </a:solidFill>
              </a:endParaRPr>
            </a:p>
          </p:txBody>
        </p:sp>
      </p:grpSp>
      <p:grpSp>
        <p:nvGrpSpPr>
          <p:cNvPr id="53" name="组合 52">
            <a:extLst>
              <a:ext uri="{FF2B5EF4-FFF2-40B4-BE49-F238E27FC236}">
                <a16:creationId xmlns:a16="http://schemas.microsoft.com/office/drawing/2014/main" xmlns="" id="{C3E193C5-C029-4400-8498-FD784A10937A}"/>
              </a:ext>
            </a:extLst>
          </p:cNvPr>
          <p:cNvGrpSpPr/>
          <p:nvPr/>
        </p:nvGrpSpPr>
        <p:grpSpPr>
          <a:xfrm>
            <a:off x="5786448" y="2926684"/>
            <a:ext cx="5914180" cy="1629613"/>
            <a:chOff x="5786448" y="2926684"/>
            <a:chExt cx="5914180" cy="1629613"/>
          </a:xfrm>
        </p:grpSpPr>
        <p:grpSp>
          <p:nvGrpSpPr>
            <p:cNvPr id="38" name="组合 37">
              <a:extLst>
                <a:ext uri="{FF2B5EF4-FFF2-40B4-BE49-F238E27FC236}">
                  <a16:creationId xmlns:a16="http://schemas.microsoft.com/office/drawing/2014/main" xmlns="" id="{E81ADEFF-01C0-49A0-8B55-923BF3B365B6}"/>
                </a:ext>
              </a:extLst>
            </p:cNvPr>
            <p:cNvGrpSpPr/>
            <p:nvPr/>
          </p:nvGrpSpPr>
          <p:grpSpPr>
            <a:xfrm>
              <a:off x="5786448" y="2959145"/>
              <a:ext cx="953900" cy="953900"/>
              <a:chOff x="3995936" y="2786571"/>
              <a:chExt cx="720080" cy="720080"/>
            </a:xfrm>
          </p:grpSpPr>
          <p:sp>
            <p:nvSpPr>
              <p:cNvPr id="39" name="椭圆 38">
                <a:extLst>
                  <a:ext uri="{FF2B5EF4-FFF2-40B4-BE49-F238E27FC236}">
                    <a16:creationId xmlns:a16="http://schemas.microsoft.com/office/drawing/2014/main" xmlns="" id="{5A708D5B-B43A-42AF-A330-67CB49006786}"/>
                  </a:ext>
                </a:extLst>
              </p:cNvPr>
              <p:cNvSpPr/>
              <p:nvPr/>
            </p:nvSpPr>
            <p:spPr>
              <a:xfrm>
                <a:off x="3995936" y="2786571"/>
                <a:ext cx="720080" cy="72008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95000"/>
                    </a:schemeClr>
                  </a:solidFill>
                </a:endParaRPr>
              </a:p>
            </p:txBody>
          </p:sp>
          <p:sp>
            <p:nvSpPr>
              <p:cNvPr id="40" name="TextBox 20">
                <a:extLst>
                  <a:ext uri="{FF2B5EF4-FFF2-40B4-BE49-F238E27FC236}">
                    <a16:creationId xmlns:a16="http://schemas.microsoft.com/office/drawing/2014/main" xmlns="" id="{10728E95-4C4B-46D0-B65B-E703BEE8AE6E}"/>
                  </a:ext>
                </a:extLst>
              </p:cNvPr>
              <p:cNvSpPr txBox="1"/>
              <p:nvPr/>
            </p:nvSpPr>
            <p:spPr>
              <a:xfrm>
                <a:off x="4007811" y="2860320"/>
                <a:ext cx="683934" cy="627303"/>
              </a:xfrm>
              <a:prstGeom prst="rect">
                <a:avLst/>
              </a:prstGeom>
              <a:noFill/>
            </p:spPr>
            <p:txBody>
              <a:bodyPr wrap="none" rtlCol="0">
                <a:spAutoFit/>
              </a:bodyPr>
              <a:lstStyle/>
              <a:p>
                <a:r>
                  <a:rPr lang="en-US" altLang="zh-CN" sz="4800" dirty="0">
                    <a:solidFill>
                      <a:schemeClr val="bg1">
                        <a:lumMod val="95000"/>
                      </a:schemeClr>
                    </a:solidFill>
                    <a:latin typeface="微软雅黑" panose="020B0503020204020204" pitchFamily="34" charset="-122"/>
                    <a:ea typeface="微软雅黑" panose="020B0503020204020204" pitchFamily="34" charset="-122"/>
                  </a:rPr>
                  <a:t>02</a:t>
                </a:r>
                <a:endParaRPr lang="zh-CN" altLang="en-US" sz="4800" dirty="0">
                  <a:solidFill>
                    <a:schemeClr val="bg1">
                      <a:lumMod val="95000"/>
                    </a:schemeClr>
                  </a:solidFill>
                  <a:latin typeface="微软雅黑" panose="020B0503020204020204" pitchFamily="34" charset="-122"/>
                  <a:ea typeface="微软雅黑" panose="020B0503020204020204" pitchFamily="34" charset="-122"/>
                </a:endParaRPr>
              </a:p>
            </p:txBody>
          </p:sp>
        </p:grpSp>
        <p:sp>
          <p:nvSpPr>
            <p:cNvPr id="46" name="TextBox 26">
              <a:extLst>
                <a:ext uri="{FF2B5EF4-FFF2-40B4-BE49-F238E27FC236}">
                  <a16:creationId xmlns:a16="http://schemas.microsoft.com/office/drawing/2014/main" xmlns="" id="{5E058419-29C5-4235-8728-031E8EA99D80}"/>
                </a:ext>
              </a:extLst>
            </p:cNvPr>
            <p:cNvSpPr txBox="1"/>
            <p:nvPr/>
          </p:nvSpPr>
          <p:spPr bwMode="auto">
            <a:xfrm>
              <a:off x="7002439" y="3259851"/>
              <a:ext cx="4698189" cy="1296446"/>
            </a:xfrm>
            <a:prstGeom prst="rect">
              <a:avLst/>
            </a:prstGeom>
            <a:noFill/>
          </p:spPr>
          <p:txBody>
            <a:bodyPr wrap="square">
              <a:spAutoFit/>
            </a:bodyPr>
            <a:lstStyle/>
            <a:p>
              <a:pPr>
                <a:lnSpc>
                  <a:spcPct val="150000"/>
                </a:lnSpc>
              </a:pPr>
              <a:r>
                <a:rPr lang="zh-CN" altLang="en-US" dirty="0">
                  <a:solidFill>
                    <a:schemeClr val="tx1">
                      <a:lumMod val="95000"/>
                      <a:lumOff val="5000"/>
                    </a:schemeClr>
                  </a:solidFill>
                </a:rPr>
                <a:t>这里输入简单的文字概述这里输入简单文字概述简单的文字概述这里输入简单的文字概述这里输入</a:t>
              </a:r>
              <a:endParaRPr lang="zh-CN" altLang="en-US" dirty="0">
                <a:solidFill>
                  <a:schemeClr val="tx1">
                    <a:lumMod val="95000"/>
                    <a:lumOff val="5000"/>
                  </a:schemeClr>
                </a:solidFill>
                <a:latin typeface="Calibri" pitchFamily="34" charset="0"/>
              </a:endParaRPr>
            </a:p>
          </p:txBody>
        </p:sp>
        <p:sp>
          <p:nvSpPr>
            <p:cNvPr id="47" name="矩形 46">
              <a:extLst>
                <a:ext uri="{FF2B5EF4-FFF2-40B4-BE49-F238E27FC236}">
                  <a16:creationId xmlns:a16="http://schemas.microsoft.com/office/drawing/2014/main" xmlns="" id="{430E42EF-9927-43FB-BA8D-A5441A6FD137}"/>
                </a:ext>
              </a:extLst>
            </p:cNvPr>
            <p:cNvSpPr/>
            <p:nvPr/>
          </p:nvSpPr>
          <p:spPr bwMode="auto">
            <a:xfrm>
              <a:off x="7021468" y="2926684"/>
              <a:ext cx="2677097" cy="461665"/>
            </a:xfrm>
            <a:prstGeom prst="rect">
              <a:avLst/>
            </a:prstGeom>
          </p:spPr>
          <p:txBody>
            <a:bodyPr>
              <a:spAutoFit/>
            </a:bodyPr>
            <a:lstStyle/>
            <a:p>
              <a:pPr>
                <a:defRPr/>
              </a:pPr>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rPr>
                <a:t>团队管理问题</a:t>
              </a:r>
              <a:endParaRPr lang="zh-CN" altLang="en-US" sz="2400" b="1" dirty="0">
                <a:solidFill>
                  <a:schemeClr val="tx1">
                    <a:lumMod val="95000"/>
                    <a:lumOff val="5000"/>
                  </a:schemeClr>
                </a:solidFill>
              </a:endParaRPr>
            </a:p>
          </p:txBody>
        </p:sp>
      </p:grpSp>
      <p:grpSp>
        <p:nvGrpSpPr>
          <p:cNvPr id="54" name="组合 53">
            <a:extLst>
              <a:ext uri="{FF2B5EF4-FFF2-40B4-BE49-F238E27FC236}">
                <a16:creationId xmlns:a16="http://schemas.microsoft.com/office/drawing/2014/main" xmlns="" id="{768861B8-E544-408C-84B7-38C1A6BE2CCB}"/>
              </a:ext>
            </a:extLst>
          </p:cNvPr>
          <p:cNvGrpSpPr/>
          <p:nvPr/>
        </p:nvGrpSpPr>
        <p:grpSpPr>
          <a:xfrm>
            <a:off x="5786448" y="4632374"/>
            <a:ext cx="5938259" cy="1640943"/>
            <a:chOff x="5786448" y="4632374"/>
            <a:chExt cx="5938259" cy="1640943"/>
          </a:xfrm>
        </p:grpSpPr>
        <p:grpSp>
          <p:nvGrpSpPr>
            <p:cNvPr id="41" name="组合 40">
              <a:extLst>
                <a:ext uri="{FF2B5EF4-FFF2-40B4-BE49-F238E27FC236}">
                  <a16:creationId xmlns:a16="http://schemas.microsoft.com/office/drawing/2014/main" xmlns="" id="{4C01AE73-ABC7-4730-9A7A-558FD8BDCA52}"/>
                </a:ext>
              </a:extLst>
            </p:cNvPr>
            <p:cNvGrpSpPr/>
            <p:nvPr/>
          </p:nvGrpSpPr>
          <p:grpSpPr>
            <a:xfrm>
              <a:off x="5786448" y="4682719"/>
              <a:ext cx="953900" cy="953900"/>
              <a:chOff x="3995936" y="4087662"/>
              <a:chExt cx="720080" cy="720080"/>
            </a:xfrm>
          </p:grpSpPr>
          <p:sp>
            <p:nvSpPr>
              <p:cNvPr id="42" name="椭圆 41">
                <a:extLst>
                  <a:ext uri="{FF2B5EF4-FFF2-40B4-BE49-F238E27FC236}">
                    <a16:creationId xmlns:a16="http://schemas.microsoft.com/office/drawing/2014/main" xmlns="" id="{F69C8D41-8AD5-4B2F-97B3-5678F3248C66}"/>
                  </a:ext>
                </a:extLst>
              </p:cNvPr>
              <p:cNvSpPr/>
              <p:nvPr/>
            </p:nvSpPr>
            <p:spPr>
              <a:xfrm>
                <a:off x="3995936" y="4087662"/>
                <a:ext cx="720080" cy="72008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solidFill>
                </a:endParaRPr>
              </a:p>
            </p:txBody>
          </p:sp>
          <p:sp>
            <p:nvSpPr>
              <p:cNvPr id="43" name="TextBox 23">
                <a:extLst>
                  <a:ext uri="{FF2B5EF4-FFF2-40B4-BE49-F238E27FC236}">
                    <a16:creationId xmlns:a16="http://schemas.microsoft.com/office/drawing/2014/main" xmlns="" id="{C9A6251C-ABB1-471A-AD10-9CFCA645D91D}"/>
                  </a:ext>
                </a:extLst>
              </p:cNvPr>
              <p:cNvSpPr txBox="1"/>
              <p:nvPr/>
            </p:nvSpPr>
            <p:spPr>
              <a:xfrm>
                <a:off x="3995936" y="4124536"/>
                <a:ext cx="683934" cy="627303"/>
              </a:xfrm>
              <a:prstGeom prst="rect">
                <a:avLst/>
              </a:prstGeom>
              <a:noFill/>
            </p:spPr>
            <p:txBody>
              <a:bodyPr wrap="none" rtlCol="0">
                <a:spAutoFit/>
              </a:bodyPr>
              <a:lstStyle/>
              <a:p>
                <a:r>
                  <a:rPr lang="en-US" altLang="zh-CN" sz="4800" dirty="0">
                    <a:solidFill>
                      <a:schemeClr val="bg1"/>
                    </a:solidFill>
                    <a:latin typeface="微软雅黑" panose="020B0503020204020204" pitchFamily="34" charset="-122"/>
                    <a:ea typeface="微软雅黑" panose="020B0503020204020204" pitchFamily="34" charset="-122"/>
                  </a:rPr>
                  <a:t>03</a:t>
                </a:r>
                <a:endParaRPr lang="zh-CN" altLang="en-US" sz="4800" dirty="0">
                  <a:solidFill>
                    <a:schemeClr val="bg1"/>
                  </a:solidFill>
                  <a:latin typeface="微软雅黑" panose="020B0503020204020204" pitchFamily="34" charset="-122"/>
                  <a:ea typeface="微软雅黑" panose="020B0503020204020204" pitchFamily="34" charset="-122"/>
                </a:endParaRPr>
              </a:p>
            </p:txBody>
          </p:sp>
        </p:grpSp>
        <p:sp>
          <p:nvSpPr>
            <p:cNvPr id="48" name="TextBox 28">
              <a:extLst>
                <a:ext uri="{FF2B5EF4-FFF2-40B4-BE49-F238E27FC236}">
                  <a16:creationId xmlns:a16="http://schemas.microsoft.com/office/drawing/2014/main" xmlns="" id="{C80073A4-DC57-4F49-99CB-588C80773550}"/>
                </a:ext>
              </a:extLst>
            </p:cNvPr>
            <p:cNvSpPr txBox="1"/>
            <p:nvPr/>
          </p:nvSpPr>
          <p:spPr bwMode="auto">
            <a:xfrm>
              <a:off x="7026518" y="4976871"/>
              <a:ext cx="4698189" cy="1296446"/>
            </a:xfrm>
            <a:prstGeom prst="rect">
              <a:avLst/>
            </a:prstGeom>
            <a:noFill/>
          </p:spPr>
          <p:txBody>
            <a:bodyPr wrap="square">
              <a:spAutoFit/>
            </a:bodyPr>
            <a:lstStyle/>
            <a:p>
              <a:pPr>
                <a:lnSpc>
                  <a:spcPct val="150000"/>
                </a:lnSpc>
              </a:pPr>
              <a:r>
                <a:rPr lang="zh-CN" altLang="en-US" dirty="0">
                  <a:solidFill>
                    <a:schemeClr val="tx1">
                      <a:lumMod val="95000"/>
                      <a:lumOff val="5000"/>
                    </a:schemeClr>
                  </a:solidFill>
                </a:rPr>
                <a:t>这里输入简单的文字概述这里输入简单文字概述简单的文字概述这里输入简单的文字概述这里输入</a:t>
              </a:r>
              <a:endParaRPr lang="zh-CN" altLang="en-US" dirty="0">
                <a:solidFill>
                  <a:schemeClr val="tx1">
                    <a:lumMod val="95000"/>
                    <a:lumOff val="5000"/>
                  </a:schemeClr>
                </a:solidFill>
                <a:latin typeface="Calibri" pitchFamily="34" charset="0"/>
              </a:endParaRPr>
            </a:p>
          </p:txBody>
        </p:sp>
        <p:sp>
          <p:nvSpPr>
            <p:cNvPr id="49" name="矩形 48">
              <a:extLst>
                <a:ext uri="{FF2B5EF4-FFF2-40B4-BE49-F238E27FC236}">
                  <a16:creationId xmlns:a16="http://schemas.microsoft.com/office/drawing/2014/main" xmlns="" id="{EF1003DC-A7A4-4E1A-9896-A2C0524F88DB}"/>
                </a:ext>
              </a:extLst>
            </p:cNvPr>
            <p:cNvSpPr/>
            <p:nvPr/>
          </p:nvSpPr>
          <p:spPr bwMode="auto">
            <a:xfrm>
              <a:off x="7045548" y="4632374"/>
              <a:ext cx="2677097" cy="461665"/>
            </a:xfrm>
            <a:prstGeom prst="rect">
              <a:avLst/>
            </a:prstGeom>
          </p:spPr>
          <p:txBody>
            <a:bodyPr>
              <a:spAutoFit/>
            </a:bodyPr>
            <a:lstStyle/>
            <a:p>
              <a:pPr>
                <a:defRPr/>
              </a:pPr>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rPr>
                <a:t>绩效管理问题</a:t>
              </a:r>
              <a:endParaRPr lang="zh-CN" altLang="en-US" sz="2400" b="1" dirty="0">
                <a:solidFill>
                  <a:schemeClr val="tx1">
                    <a:lumMod val="95000"/>
                    <a:lumOff val="5000"/>
                  </a:schemeClr>
                </a:solidFill>
              </a:endParaRPr>
            </a:p>
          </p:txBody>
        </p:sp>
      </p:grpSp>
      <p:grpSp>
        <p:nvGrpSpPr>
          <p:cNvPr id="51" name="组合 50">
            <a:extLst>
              <a:ext uri="{FF2B5EF4-FFF2-40B4-BE49-F238E27FC236}">
                <a16:creationId xmlns:a16="http://schemas.microsoft.com/office/drawing/2014/main" xmlns="" id="{05BD14BE-466E-4828-812C-9E001F06B2CF}"/>
              </a:ext>
            </a:extLst>
          </p:cNvPr>
          <p:cNvGrpSpPr/>
          <p:nvPr/>
        </p:nvGrpSpPr>
        <p:grpSpPr>
          <a:xfrm>
            <a:off x="200961" y="1760005"/>
            <a:ext cx="5700327" cy="3505702"/>
            <a:chOff x="200961" y="1760005"/>
            <a:chExt cx="5700327" cy="3505702"/>
          </a:xfrm>
        </p:grpSpPr>
        <p:pic>
          <p:nvPicPr>
            <p:cNvPr id="34" name="图片 1">
              <a:extLst>
                <a:ext uri="{FF2B5EF4-FFF2-40B4-BE49-F238E27FC236}">
                  <a16:creationId xmlns:a16="http://schemas.microsoft.com/office/drawing/2014/main" xmlns="" id="{C4EC3147-CEA1-4868-B039-806390DFFE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961" y="1760005"/>
              <a:ext cx="5700327" cy="3505702"/>
            </a:xfrm>
            <a:prstGeom prst="rect">
              <a:avLst/>
            </a:prstGeom>
          </p:spPr>
        </p:pic>
        <p:sp>
          <p:nvSpPr>
            <p:cNvPr id="50" name="矩形 49">
              <a:extLst>
                <a:ext uri="{FF2B5EF4-FFF2-40B4-BE49-F238E27FC236}">
                  <a16:creationId xmlns:a16="http://schemas.microsoft.com/office/drawing/2014/main" xmlns="" id="{E4200C53-C980-46D6-A8EE-FD5D6D6E08BA}"/>
                </a:ext>
              </a:extLst>
            </p:cNvPr>
            <p:cNvSpPr/>
            <p:nvPr/>
          </p:nvSpPr>
          <p:spPr>
            <a:xfrm>
              <a:off x="1237254" y="2170709"/>
              <a:ext cx="3648160" cy="2255696"/>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spTree>
    <p:extLst>
      <p:ext uri="{BB962C8B-B14F-4D97-AF65-F5344CB8AC3E}">
        <p14:creationId xmlns:p14="http://schemas.microsoft.com/office/powerpoint/2010/main" val="4316372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1000"/>
                                        <p:tgtEl>
                                          <p:spTgt spid="51"/>
                                        </p:tgtEl>
                                      </p:cBhvr>
                                    </p:animEffect>
                                    <p:anim calcmode="lin" valueType="num">
                                      <p:cBhvr>
                                        <p:cTn id="8" dur="1000" fill="hold"/>
                                        <p:tgtEl>
                                          <p:spTgt spid="51"/>
                                        </p:tgtEl>
                                        <p:attrNameLst>
                                          <p:attrName>ppt_x</p:attrName>
                                        </p:attrNameLst>
                                      </p:cBhvr>
                                      <p:tavLst>
                                        <p:tav tm="0">
                                          <p:val>
                                            <p:strVal val="#ppt_x"/>
                                          </p:val>
                                        </p:tav>
                                        <p:tav tm="100000">
                                          <p:val>
                                            <p:strVal val="#ppt_x"/>
                                          </p:val>
                                        </p:tav>
                                      </p:tavLst>
                                    </p:anim>
                                    <p:anim calcmode="lin" valueType="num">
                                      <p:cBhvr>
                                        <p:cTn id="9" dur="1000" fill="hold"/>
                                        <p:tgtEl>
                                          <p:spTgt spid="5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52"/>
                                        </p:tgtEl>
                                        <p:attrNameLst>
                                          <p:attrName>style.visibility</p:attrName>
                                        </p:attrNameLst>
                                      </p:cBhvr>
                                      <p:to>
                                        <p:strVal val="visible"/>
                                      </p:to>
                                    </p:set>
                                    <p:anim calcmode="lin" valueType="num">
                                      <p:cBhvr additive="base">
                                        <p:cTn id="13" dur="500" fill="hold"/>
                                        <p:tgtEl>
                                          <p:spTgt spid="52"/>
                                        </p:tgtEl>
                                        <p:attrNameLst>
                                          <p:attrName>ppt_x</p:attrName>
                                        </p:attrNameLst>
                                      </p:cBhvr>
                                      <p:tavLst>
                                        <p:tav tm="0">
                                          <p:val>
                                            <p:strVal val="1+#ppt_w/2"/>
                                          </p:val>
                                        </p:tav>
                                        <p:tav tm="100000">
                                          <p:val>
                                            <p:strVal val="#ppt_x"/>
                                          </p:val>
                                        </p:tav>
                                      </p:tavLst>
                                    </p:anim>
                                    <p:anim calcmode="lin" valueType="num">
                                      <p:cBhvr additive="base">
                                        <p:cTn id="14" dur="500" fill="hold"/>
                                        <p:tgtEl>
                                          <p:spTgt spid="52"/>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 presetClass="entr" presetSubtype="2" fill="hold" nodeType="afterEffect">
                                  <p:stCondLst>
                                    <p:cond delay="0"/>
                                  </p:stCondLst>
                                  <p:childTnLst>
                                    <p:set>
                                      <p:cBhvr>
                                        <p:cTn id="17" dur="1" fill="hold">
                                          <p:stCondLst>
                                            <p:cond delay="0"/>
                                          </p:stCondLst>
                                        </p:cTn>
                                        <p:tgtEl>
                                          <p:spTgt spid="53"/>
                                        </p:tgtEl>
                                        <p:attrNameLst>
                                          <p:attrName>style.visibility</p:attrName>
                                        </p:attrNameLst>
                                      </p:cBhvr>
                                      <p:to>
                                        <p:strVal val="visible"/>
                                      </p:to>
                                    </p:set>
                                    <p:anim calcmode="lin" valueType="num">
                                      <p:cBhvr additive="base">
                                        <p:cTn id="18" dur="500" fill="hold"/>
                                        <p:tgtEl>
                                          <p:spTgt spid="53"/>
                                        </p:tgtEl>
                                        <p:attrNameLst>
                                          <p:attrName>ppt_x</p:attrName>
                                        </p:attrNameLst>
                                      </p:cBhvr>
                                      <p:tavLst>
                                        <p:tav tm="0">
                                          <p:val>
                                            <p:strVal val="1+#ppt_w/2"/>
                                          </p:val>
                                        </p:tav>
                                        <p:tav tm="100000">
                                          <p:val>
                                            <p:strVal val="#ppt_x"/>
                                          </p:val>
                                        </p:tav>
                                      </p:tavLst>
                                    </p:anim>
                                    <p:anim calcmode="lin" valueType="num">
                                      <p:cBhvr additive="base">
                                        <p:cTn id="19" dur="500" fill="hold"/>
                                        <p:tgtEl>
                                          <p:spTgt spid="53"/>
                                        </p:tgtEl>
                                        <p:attrNameLst>
                                          <p:attrName>ppt_y</p:attrName>
                                        </p:attrNameLst>
                                      </p:cBhvr>
                                      <p:tavLst>
                                        <p:tav tm="0">
                                          <p:val>
                                            <p:strVal val="#ppt_y"/>
                                          </p:val>
                                        </p:tav>
                                        <p:tav tm="100000">
                                          <p:val>
                                            <p:strVal val="#ppt_y"/>
                                          </p:val>
                                        </p:tav>
                                      </p:tavLst>
                                    </p:anim>
                                  </p:childTnLst>
                                </p:cTn>
                              </p:par>
                            </p:childTnLst>
                          </p:cTn>
                        </p:par>
                        <p:par>
                          <p:cTn id="20" fill="hold">
                            <p:stCondLst>
                              <p:cond delay="2000"/>
                            </p:stCondLst>
                            <p:childTnLst>
                              <p:par>
                                <p:cTn id="21" presetID="2" presetClass="entr" presetSubtype="2" fill="hold" nodeType="afterEffect">
                                  <p:stCondLst>
                                    <p:cond delay="0"/>
                                  </p:stCondLst>
                                  <p:childTnLst>
                                    <p:set>
                                      <p:cBhvr>
                                        <p:cTn id="22" dur="1" fill="hold">
                                          <p:stCondLst>
                                            <p:cond delay="0"/>
                                          </p:stCondLst>
                                        </p:cTn>
                                        <p:tgtEl>
                                          <p:spTgt spid="54"/>
                                        </p:tgtEl>
                                        <p:attrNameLst>
                                          <p:attrName>style.visibility</p:attrName>
                                        </p:attrNameLst>
                                      </p:cBhvr>
                                      <p:to>
                                        <p:strVal val="visible"/>
                                      </p:to>
                                    </p:set>
                                    <p:anim calcmode="lin" valueType="num">
                                      <p:cBhvr additive="base">
                                        <p:cTn id="23" dur="500" fill="hold"/>
                                        <p:tgtEl>
                                          <p:spTgt spid="54"/>
                                        </p:tgtEl>
                                        <p:attrNameLst>
                                          <p:attrName>ppt_x</p:attrName>
                                        </p:attrNameLst>
                                      </p:cBhvr>
                                      <p:tavLst>
                                        <p:tav tm="0">
                                          <p:val>
                                            <p:strVal val="1+#ppt_w/2"/>
                                          </p:val>
                                        </p:tav>
                                        <p:tav tm="100000">
                                          <p:val>
                                            <p:strVal val="#ppt_x"/>
                                          </p:val>
                                        </p:tav>
                                      </p:tavLst>
                                    </p:anim>
                                    <p:anim calcmode="lin" valueType="num">
                                      <p:cBhvr additive="base">
                                        <p:cTn id="24"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2.</a:t>
            </a:r>
            <a:r>
              <a:rPr lang="zh-CN" altLang="en-US" sz="3200" dirty="0">
                <a:solidFill>
                  <a:srgbClr val="B82B2A"/>
                </a:solidFill>
                <a:latin typeface="思源黑体 CN Bold" panose="020B0800000000000000" pitchFamily="34" charset="-122"/>
                <a:ea typeface="思源黑体 CN Bold" panose="020B0800000000000000" pitchFamily="34" charset="-122"/>
              </a:rPr>
              <a:t>工作完成情况</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xmlns="" id="{833B6DB8-F294-4D11-8334-53F6A6641856}"/>
              </a:ext>
            </a:extLst>
          </p:cNvPr>
          <p:cNvSpPr txBox="1"/>
          <p:nvPr/>
        </p:nvSpPr>
        <p:spPr>
          <a:xfrm>
            <a:off x="6654838" y="965075"/>
            <a:ext cx="2647950" cy="520065"/>
          </a:xfrm>
          <a:prstGeom prst="rect">
            <a:avLst/>
          </a:prstGeom>
        </p:spPr>
        <p:txBody>
          <a:bodyPr vert="horz" lIns="91440" tIns="45720" rIns="91440" bIns="45720" rtlCol="0" anchor="b">
            <a:noAutofit/>
          </a:bodyPr>
          <a:lstStyle>
            <a:defPPr>
              <a:defRPr lang="zh-CN"/>
            </a:defPPr>
            <a:lvl1pPr>
              <a:lnSpc>
                <a:spcPct val="90000"/>
              </a:lnSpc>
              <a:spcBef>
                <a:spcPct val="0"/>
              </a:spcBef>
              <a:buNone/>
              <a:defRPr sz="32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sz="2400" b="1" dirty="0">
                <a:latin typeface="微软雅黑" panose="020B0503020204020204" pitchFamily="34" charset="-122"/>
                <a:ea typeface="微软雅黑" panose="020B0503020204020204" pitchFamily="34" charset="-122"/>
                <a:sym typeface="思源黑体 CN Medium" panose="020B0600000000000000" pitchFamily="34" charset="-122"/>
              </a:rPr>
              <a:t>此处输入标题</a:t>
            </a:r>
          </a:p>
        </p:txBody>
      </p:sp>
      <p:sp>
        <p:nvSpPr>
          <p:cNvPr id="6" name="文本框 5">
            <a:extLst>
              <a:ext uri="{FF2B5EF4-FFF2-40B4-BE49-F238E27FC236}">
                <a16:creationId xmlns:a16="http://schemas.microsoft.com/office/drawing/2014/main" xmlns="" id="{1DE299B0-D799-49C1-905F-2546561B89CB}"/>
              </a:ext>
            </a:extLst>
          </p:cNvPr>
          <p:cNvSpPr txBox="1"/>
          <p:nvPr/>
        </p:nvSpPr>
        <p:spPr>
          <a:xfrm>
            <a:off x="6685280" y="1440815"/>
            <a:ext cx="3667125" cy="628762"/>
          </a:xfrm>
          <a:prstGeom prst="rect">
            <a:avLst/>
          </a:prstGeom>
          <a:noFill/>
        </p:spPr>
        <p:txBody>
          <a:bodyPr wrap="square" rtlCol="0">
            <a:spAutoFit/>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7" name="文本框 6">
            <a:extLst>
              <a:ext uri="{FF2B5EF4-FFF2-40B4-BE49-F238E27FC236}">
                <a16:creationId xmlns:a16="http://schemas.microsoft.com/office/drawing/2014/main" xmlns="" id="{8166D6EC-144F-42BB-A6EB-B78F1A3F86D2}"/>
              </a:ext>
            </a:extLst>
          </p:cNvPr>
          <p:cNvSpPr txBox="1"/>
          <p:nvPr/>
        </p:nvSpPr>
        <p:spPr>
          <a:xfrm>
            <a:off x="8703945" y="3534410"/>
            <a:ext cx="2162810" cy="427990"/>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b="1" dirty="0">
                <a:latin typeface="微软雅黑" panose="020B0503020204020204" pitchFamily="34" charset="-122"/>
                <a:ea typeface="微软雅黑" panose="020B0503020204020204" pitchFamily="34" charset="-122"/>
                <a:sym typeface="思源黑体 CN Medium" panose="020B0600000000000000" pitchFamily="34" charset="-122"/>
              </a:rPr>
              <a:t>此处输入标题</a:t>
            </a:r>
          </a:p>
        </p:txBody>
      </p:sp>
      <p:sp>
        <p:nvSpPr>
          <p:cNvPr id="8" name="文本框 7">
            <a:extLst>
              <a:ext uri="{FF2B5EF4-FFF2-40B4-BE49-F238E27FC236}">
                <a16:creationId xmlns:a16="http://schemas.microsoft.com/office/drawing/2014/main" xmlns="" id="{F571813E-88DB-4AD3-8FEB-AA00923CB4C3}"/>
              </a:ext>
            </a:extLst>
          </p:cNvPr>
          <p:cNvSpPr txBox="1"/>
          <p:nvPr/>
        </p:nvSpPr>
        <p:spPr>
          <a:xfrm>
            <a:off x="8721676" y="3947391"/>
            <a:ext cx="3039745" cy="628762"/>
          </a:xfrm>
          <a:prstGeom prst="rect">
            <a:avLst/>
          </a:prstGeom>
          <a:noFill/>
        </p:spPr>
        <p:txBody>
          <a:bodyPr wrap="square" rtlCol="0">
            <a:spAutoFit/>
          </a:bodyPr>
          <a:lstStyle>
            <a:defPPr>
              <a:defRPr lang="zh-CN"/>
            </a:defPPr>
            <a:lvl1pPr>
              <a:lnSpc>
                <a:spcPts val="2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9" name="文本框 8">
            <a:extLst>
              <a:ext uri="{FF2B5EF4-FFF2-40B4-BE49-F238E27FC236}">
                <a16:creationId xmlns:a16="http://schemas.microsoft.com/office/drawing/2014/main" xmlns="" id="{83DFCFB3-C726-48F8-86E9-2E4D5022659B}"/>
              </a:ext>
            </a:extLst>
          </p:cNvPr>
          <p:cNvSpPr txBox="1"/>
          <p:nvPr/>
        </p:nvSpPr>
        <p:spPr>
          <a:xfrm>
            <a:off x="7199630" y="5276850"/>
            <a:ext cx="2284208" cy="404317"/>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b="1" dirty="0">
                <a:latin typeface="微软雅黑" panose="020B0503020204020204" pitchFamily="34" charset="-122"/>
                <a:ea typeface="微软雅黑" panose="020B0503020204020204" pitchFamily="34" charset="-122"/>
                <a:sym typeface="思源黑体 CN Medium" panose="020B0600000000000000" pitchFamily="34" charset="-122"/>
              </a:rPr>
              <a:t>此处输入标题</a:t>
            </a:r>
          </a:p>
        </p:txBody>
      </p:sp>
      <p:sp>
        <p:nvSpPr>
          <p:cNvPr id="10" name="文本框 9">
            <a:extLst>
              <a:ext uri="{FF2B5EF4-FFF2-40B4-BE49-F238E27FC236}">
                <a16:creationId xmlns:a16="http://schemas.microsoft.com/office/drawing/2014/main" xmlns="" id="{0DCA3863-4A70-4CE6-AE22-44FF89DA4BC3}"/>
              </a:ext>
            </a:extLst>
          </p:cNvPr>
          <p:cNvSpPr txBox="1"/>
          <p:nvPr/>
        </p:nvSpPr>
        <p:spPr>
          <a:xfrm>
            <a:off x="7199630" y="5681345"/>
            <a:ext cx="3667125" cy="628762"/>
          </a:xfrm>
          <a:prstGeom prst="rect">
            <a:avLst/>
          </a:prstGeom>
          <a:noFill/>
        </p:spPr>
        <p:txBody>
          <a:bodyPr wrap="square" rtlCol="0">
            <a:spAutoFit/>
          </a:bodyPr>
          <a:lstStyle>
            <a:defPPr>
              <a:defRPr lang="zh-CN"/>
            </a:defPPr>
            <a:lvl1pPr>
              <a:lnSpc>
                <a:spcPts val="2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11" name="文本框 10">
            <a:extLst>
              <a:ext uri="{FF2B5EF4-FFF2-40B4-BE49-F238E27FC236}">
                <a16:creationId xmlns:a16="http://schemas.microsoft.com/office/drawing/2014/main" xmlns="" id="{B3BCC1C0-9AEA-4C48-8BC6-CB69063B932D}"/>
              </a:ext>
            </a:extLst>
          </p:cNvPr>
          <p:cNvSpPr txBox="1"/>
          <p:nvPr/>
        </p:nvSpPr>
        <p:spPr>
          <a:xfrm>
            <a:off x="1840796" y="1958340"/>
            <a:ext cx="2115890" cy="470579"/>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b="1" dirty="0">
                <a:latin typeface="微软雅黑" panose="020B0503020204020204" pitchFamily="34" charset="-122"/>
                <a:ea typeface="微软雅黑" panose="020B0503020204020204" pitchFamily="34" charset="-122"/>
                <a:sym typeface="思源黑体 CN Medium" panose="020B0600000000000000" pitchFamily="34" charset="-122"/>
              </a:rPr>
              <a:t>此处输入标题</a:t>
            </a:r>
          </a:p>
        </p:txBody>
      </p:sp>
      <p:sp>
        <p:nvSpPr>
          <p:cNvPr id="12" name="文本框 11">
            <a:extLst>
              <a:ext uri="{FF2B5EF4-FFF2-40B4-BE49-F238E27FC236}">
                <a16:creationId xmlns:a16="http://schemas.microsoft.com/office/drawing/2014/main" xmlns="" id="{3706EED3-04E5-43DF-BEE4-016BBA1EADE6}"/>
              </a:ext>
            </a:extLst>
          </p:cNvPr>
          <p:cNvSpPr txBox="1"/>
          <p:nvPr/>
        </p:nvSpPr>
        <p:spPr>
          <a:xfrm>
            <a:off x="608965" y="2391410"/>
            <a:ext cx="3223895" cy="628762"/>
          </a:xfrm>
          <a:prstGeom prst="rect">
            <a:avLst/>
          </a:prstGeom>
          <a:noFill/>
        </p:spPr>
        <p:txBody>
          <a:bodyPr wrap="square" rtlCol="0">
            <a:spAutoFit/>
          </a:bodyPr>
          <a:lstStyle>
            <a:defPPr>
              <a:defRPr lang="zh-CN"/>
            </a:defPPr>
            <a:lvl1pPr algn="r">
              <a:lnSpc>
                <a:spcPts val="2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13" name="文本框 12">
            <a:extLst>
              <a:ext uri="{FF2B5EF4-FFF2-40B4-BE49-F238E27FC236}">
                <a16:creationId xmlns:a16="http://schemas.microsoft.com/office/drawing/2014/main" xmlns="" id="{B78DA80E-A518-41AF-AC90-3290D16BBBA2}"/>
              </a:ext>
            </a:extLst>
          </p:cNvPr>
          <p:cNvSpPr txBox="1"/>
          <p:nvPr/>
        </p:nvSpPr>
        <p:spPr>
          <a:xfrm>
            <a:off x="1909445" y="3985895"/>
            <a:ext cx="2115891" cy="470579"/>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b="1" dirty="0">
                <a:latin typeface="微软雅黑" panose="020B0503020204020204" pitchFamily="34" charset="-122"/>
                <a:ea typeface="微软雅黑" panose="020B0503020204020204" pitchFamily="34" charset="-122"/>
                <a:sym typeface="思源黑体 CN Medium" panose="020B0600000000000000" pitchFamily="34" charset="-122"/>
              </a:rPr>
              <a:t>此处输入标题</a:t>
            </a:r>
          </a:p>
        </p:txBody>
      </p:sp>
      <p:sp>
        <p:nvSpPr>
          <p:cNvPr id="14" name="文本框 13">
            <a:extLst>
              <a:ext uri="{FF2B5EF4-FFF2-40B4-BE49-F238E27FC236}">
                <a16:creationId xmlns:a16="http://schemas.microsoft.com/office/drawing/2014/main" xmlns="" id="{6EB21D05-E03D-4CED-8CE0-246FCCCAFBBC}"/>
              </a:ext>
            </a:extLst>
          </p:cNvPr>
          <p:cNvSpPr txBox="1"/>
          <p:nvPr/>
        </p:nvSpPr>
        <p:spPr>
          <a:xfrm>
            <a:off x="1013531" y="4390390"/>
            <a:ext cx="2895529" cy="910890"/>
          </a:xfrm>
          <a:prstGeom prst="rect">
            <a:avLst/>
          </a:prstGeom>
          <a:noFill/>
        </p:spPr>
        <p:txBody>
          <a:bodyPr wrap="square" rtlCol="0">
            <a:spAutoFit/>
          </a:bodyPr>
          <a:lstStyle>
            <a:defPPr>
              <a:defRPr lang="zh-CN"/>
            </a:defPPr>
            <a:lvl1pPr>
              <a:lnSpc>
                <a:spcPts val="2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gn="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nvGrpSpPr>
          <p:cNvPr id="15" name="组合 14">
            <a:extLst>
              <a:ext uri="{FF2B5EF4-FFF2-40B4-BE49-F238E27FC236}">
                <a16:creationId xmlns:a16="http://schemas.microsoft.com/office/drawing/2014/main" xmlns="" id="{F54F21CC-685E-4234-8F1F-3DEDF515FA71}"/>
              </a:ext>
            </a:extLst>
          </p:cNvPr>
          <p:cNvGrpSpPr/>
          <p:nvPr/>
        </p:nvGrpSpPr>
        <p:grpSpPr>
          <a:xfrm>
            <a:off x="3909287" y="1246596"/>
            <a:ext cx="4795066" cy="4554324"/>
            <a:chOff x="3737837" y="1265646"/>
            <a:chExt cx="4795066" cy="4554324"/>
          </a:xfrm>
        </p:grpSpPr>
        <p:sp>
          <p:nvSpPr>
            <p:cNvPr id="16" name="Freeform 15">
              <a:extLst>
                <a:ext uri="{FF2B5EF4-FFF2-40B4-BE49-F238E27FC236}">
                  <a16:creationId xmlns:a16="http://schemas.microsoft.com/office/drawing/2014/main" xmlns="" id="{51D7EB02-C941-478E-9C9C-2EBB72F1670C}"/>
                </a:ext>
              </a:extLst>
            </p:cNvPr>
            <p:cNvSpPr/>
            <p:nvPr/>
          </p:nvSpPr>
          <p:spPr bwMode="auto">
            <a:xfrm>
              <a:off x="5785987" y="4579228"/>
              <a:ext cx="1241976" cy="1240742"/>
            </a:xfrm>
            <a:custGeom>
              <a:avLst/>
              <a:gdLst>
                <a:gd name="T0" fmla="*/ 189 w 674"/>
                <a:gd name="T1" fmla="*/ 593 h 674"/>
                <a:gd name="T2" fmla="*/ 82 w 674"/>
                <a:gd name="T3" fmla="*/ 190 h 674"/>
                <a:gd name="T4" fmla="*/ 485 w 674"/>
                <a:gd name="T5" fmla="*/ 82 h 674"/>
                <a:gd name="T6" fmla="*/ 592 w 674"/>
                <a:gd name="T7" fmla="*/ 485 h 674"/>
                <a:gd name="T8" fmla="*/ 189 w 674"/>
                <a:gd name="T9" fmla="*/ 593 h 674"/>
              </a:gdLst>
              <a:ahLst/>
              <a:cxnLst>
                <a:cxn ang="0">
                  <a:pos x="T0" y="T1"/>
                </a:cxn>
                <a:cxn ang="0">
                  <a:pos x="T2" y="T3"/>
                </a:cxn>
                <a:cxn ang="0">
                  <a:pos x="T4" y="T5"/>
                </a:cxn>
                <a:cxn ang="0">
                  <a:pos x="T6" y="T7"/>
                </a:cxn>
                <a:cxn ang="0">
                  <a:pos x="T8" y="T9"/>
                </a:cxn>
              </a:cxnLst>
              <a:rect l="0" t="0" r="r" b="b"/>
              <a:pathLst>
                <a:path w="674" h="674">
                  <a:moveTo>
                    <a:pt x="189" y="593"/>
                  </a:moveTo>
                  <a:cubicBezTo>
                    <a:pt x="48" y="511"/>
                    <a:pt x="0" y="331"/>
                    <a:pt x="82" y="190"/>
                  </a:cubicBezTo>
                  <a:cubicBezTo>
                    <a:pt x="163" y="49"/>
                    <a:pt x="344" y="0"/>
                    <a:pt x="485" y="82"/>
                  </a:cubicBezTo>
                  <a:cubicBezTo>
                    <a:pt x="626" y="164"/>
                    <a:pt x="674" y="344"/>
                    <a:pt x="592" y="485"/>
                  </a:cubicBezTo>
                  <a:cubicBezTo>
                    <a:pt x="511" y="626"/>
                    <a:pt x="330" y="674"/>
                    <a:pt x="189" y="593"/>
                  </a:cubicBez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nvGrpSpPr>
            <p:cNvPr id="17" name="Group 11">
              <a:extLst>
                <a:ext uri="{FF2B5EF4-FFF2-40B4-BE49-F238E27FC236}">
                  <a16:creationId xmlns:a16="http://schemas.microsoft.com/office/drawing/2014/main" xmlns="" id="{11B9B697-F66A-4C7D-8FC7-07E28762C0FF}"/>
                </a:ext>
              </a:extLst>
            </p:cNvPr>
            <p:cNvGrpSpPr/>
            <p:nvPr/>
          </p:nvGrpSpPr>
          <p:grpSpPr>
            <a:xfrm>
              <a:off x="3737837" y="1265646"/>
              <a:ext cx="4795066" cy="4179015"/>
              <a:chOff x="3698467" y="1814286"/>
              <a:chExt cx="4795066" cy="4179015"/>
            </a:xfrm>
          </p:grpSpPr>
          <p:sp>
            <p:nvSpPr>
              <p:cNvPr id="31" name="Freeform 5">
                <a:extLst>
                  <a:ext uri="{FF2B5EF4-FFF2-40B4-BE49-F238E27FC236}">
                    <a16:creationId xmlns:a16="http://schemas.microsoft.com/office/drawing/2014/main" xmlns="" id="{48AA12B4-88AC-4B3F-A50D-47CDA1F81BC8}"/>
                  </a:ext>
                </a:extLst>
              </p:cNvPr>
              <p:cNvSpPr/>
              <p:nvPr/>
            </p:nvSpPr>
            <p:spPr bwMode="auto">
              <a:xfrm>
                <a:off x="5173777" y="2930336"/>
                <a:ext cx="2095064" cy="2093828"/>
              </a:xfrm>
              <a:custGeom>
                <a:avLst/>
                <a:gdLst>
                  <a:gd name="T0" fmla="*/ 319 w 1137"/>
                  <a:gd name="T1" fmla="*/ 999 h 1137"/>
                  <a:gd name="T2" fmla="*/ 138 w 1137"/>
                  <a:gd name="T3" fmla="*/ 319 h 1137"/>
                  <a:gd name="T4" fmla="*/ 818 w 1137"/>
                  <a:gd name="T5" fmla="*/ 137 h 1137"/>
                  <a:gd name="T6" fmla="*/ 1000 w 1137"/>
                  <a:gd name="T7" fmla="*/ 818 h 1137"/>
                  <a:gd name="T8" fmla="*/ 319 w 1137"/>
                  <a:gd name="T9" fmla="*/ 999 h 1137"/>
                </a:gdLst>
                <a:ahLst/>
                <a:cxnLst>
                  <a:cxn ang="0">
                    <a:pos x="T0" y="T1"/>
                  </a:cxn>
                  <a:cxn ang="0">
                    <a:pos x="T2" y="T3"/>
                  </a:cxn>
                  <a:cxn ang="0">
                    <a:pos x="T4" y="T5"/>
                  </a:cxn>
                  <a:cxn ang="0">
                    <a:pos x="T6" y="T7"/>
                  </a:cxn>
                  <a:cxn ang="0">
                    <a:pos x="T8" y="T9"/>
                  </a:cxn>
                </a:cxnLst>
                <a:rect l="0" t="0" r="r" b="b"/>
                <a:pathLst>
                  <a:path w="1137" h="1137">
                    <a:moveTo>
                      <a:pt x="319" y="999"/>
                    </a:moveTo>
                    <a:cubicBezTo>
                      <a:pt x="81" y="862"/>
                      <a:pt x="0" y="557"/>
                      <a:pt x="138" y="319"/>
                    </a:cubicBezTo>
                    <a:cubicBezTo>
                      <a:pt x="275" y="81"/>
                      <a:pt x="580" y="0"/>
                      <a:pt x="818" y="137"/>
                    </a:cubicBezTo>
                    <a:cubicBezTo>
                      <a:pt x="1056" y="275"/>
                      <a:pt x="1137" y="580"/>
                      <a:pt x="1000" y="818"/>
                    </a:cubicBezTo>
                    <a:cubicBezTo>
                      <a:pt x="862" y="1056"/>
                      <a:pt x="557" y="1137"/>
                      <a:pt x="319" y="999"/>
                    </a:cubicBez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32" name="Freeform 6">
                <a:extLst>
                  <a:ext uri="{FF2B5EF4-FFF2-40B4-BE49-F238E27FC236}">
                    <a16:creationId xmlns:a16="http://schemas.microsoft.com/office/drawing/2014/main" xmlns="" id="{2714D650-A9FC-414B-805B-029EA1807A6D}"/>
                  </a:ext>
                </a:extLst>
              </p:cNvPr>
              <p:cNvSpPr/>
              <p:nvPr/>
            </p:nvSpPr>
            <p:spPr bwMode="auto">
              <a:xfrm>
                <a:off x="6809581" y="4136510"/>
                <a:ext cx="661729" cy="708642"/>
              </a:xfrm>
              <a:custGeom>
                <a:avLst/>
                <a:gdLst>
                  <a:gd name="T0" fmla="*/ 171 w 359"/>
                  <a:gd name="T1" fmla="*/ 0 h 385"/>
                  <a:gd name="T2" fmla="*/ 359 w 359"/>
                  <a:gd name="T3" fmla="*/ 148 h 385"/>
                  <a:gd name="T4" fmla="*/ 222 w 359"/>
                  <a:gd name="T5" fmla="*/ 385 h 385"/>
                  <a:gd name="T6" fmla="*/ 0 w 359"/>
                  <a:gd name="T7" fmla="*/ 295 h 385"/>
                  <a:gd name="T8" fmla="*/ 171 w 359"/>
                  <a:gd name="T9" fmla="*/ 0 h 385"/>
                </a:gdLst>
                <a:ahLst/>
                <a:cxnLst>
                  <a:cxn ang="0">
                    <a:pos x="T0" y="T1"/>
                  </a:cxn>
                  <a:cxn ang="0">
                    <a:pos x="T2" y="T3"/>
                  </a:cxn>
                  <a:cxn ang="0">
                    <a:pos x="T4" y="T5"/>
                  </a:cxn>
                  <a:cxn ang="0">
                    <a:pos x="T6" y="T7"/>
                  </a:cxn>
                  <a:cxn ang="0">
                    <a:pos x="T8" y="T9"/>
                  </a:cxn>
                </a:cxnLst>
                <a:rect l="0" t="0" r="r" b="b"/>
                <a:pathLst>
                  <a:path w="359" h="385">
                    <a:moveTo>
                      <a:pt x="171" y="0"/>
                    </a:moveTo>
                    <a:cubicBezTo>
                      <a:pt x="145" y="143"/>
                      <a:pt x="282" y="202"/>
                      <a:pt x="359" y="148"/>
                    </a:cubicBezTo>
                    <a:cubicBezTo>
                      <a:pt x="222" y="385"/>
                      <a:pt x="222" y="385"/>
                      <a:pt x="222" y="385"/>
                    </a:cubicBezTo>
                    <a:cubicBezTo>
                      <a:pt x="231" y="291"/>
                      <a:pt x="112" y="202"/>
                      <a:pt x="0" y="295"/>
                    </a:cubicBezTo>
                    <a:lnTo>
                      <a:pt x="171" y="0"/>
                    </a:ln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33" name="Freeform 7">
                <a:extLst>
                  <a:ext uri="{FF2B5EF4-FFF2-40B4-BE49-F238E27FC236}">
                    <a16:creationId xmlns:a16="http://schemas.microsoft.com/office/drawing/2014/main" xmlns="" id="{B449E51F-D164-4DF7-89AB-4E2246AD70FD}"/>
                  </a:ext>
                </a:extLst>
              </p:cNvPr>
              <p:cNvSpPr/>
              <p:nvPr/>
            </p:nvSpPr>
            <p:spPr bwMode="auto">
              <a:xfrm>
                <a:off x="5988592" y="4814288"/>
                <a:ext cx="609877" cy="466667"/>
              </a:xfrm>
              <a:custGeom>
                <a:avLst/>
                <a:gdLst>
                  <a:gd name="T0" fmla="*/ 331 w 331"/>
                  <a:gd name="T1" fmla="*/ 0 h 253"/>
                  <a:gd name="T2" fmla="*/ 311 w 331"/>
                  <a:gd name="T3" fmla="*/ 232 h 253"/>
                  <a:gd name="T4" fmla="*/ 57 w 331"/>
                  <a:gd name="T5" fmla="*/ 253 h 253"/>
                  <a:gd name="T6" fmla="*/ 0 w 331"/>
                  <a:gd name="T7" fmla="*/ 27 h 253"/>
                  <a:gd name="T8" fmla="*/ 331 w 331"/>
                  <a:gd name="T9" fmla="*/ 0 h 253"/>
                </a:gdLst>
                <a:ahLst/>
                <a:cxnLst>
                  <a:cxn ang="0">
                    <a:pos x="T0" y="T1"/>
                  </a:cxn>
                  <a:cxn ang="0">
                    <a:pos x="T2" y="T3"/>
                  </a:cxn>
                  <a:cxn ang="0">
                    <a:pos x="T4" y="T5"/>
                  </a:cxn>
                  <a:cxn ang="0">
                    <a:pos x="T6" y="T7"/>
                  </a:cxn>
                  <a:cxn ang="0">
                    <a:pos x="T8" y="T9"/>
                  </a:cxn>
                </a:cxnLst>
                <a:rect l="0" t="0" r="r" b="b"/>
                <a:pathLst>
                  <a:path w="331" h="253">
                    <a:moveTo>
                      <a:pt x="331" y="0"/>
                    </a:moveTo>
                    <a:cubicBezTo>
                      <a:pt x="197" y="59"/>
                      <a:pt x="230" y="201"/>
                      <a:pt x="311" y="232"/>
                    </a:cubicBezTo>
                    <a:cubicBezTo>
                      <a:pt x="57" y="253"/>
                      <a:pt x="57" y="253"/>
                      <a:pt x="57" y="253"/>
                    </a:cubicBezTo>
                    <a:cubicBezTo>
                      <a:pt x="132" y="209"/>
                      <a:pt x="141" y="64"/>
                      <a:pt x="0" y="27"/>
                    </a:cubicBezTo>
                    <a:lnTo>
                      <a:pt x="331" y="0"/>
                    </a:ln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34" name="Freeform 8">
                <a:extLst>
                  <a:ext uri="{FF2B5EF4-FFF2-40B4-BE49-F238E27FC236}">
                    <a16:creationId xmlns:a16="http://schemas.microsoft.com/office/drawing/2014/main" xmlns="" id="{0007CCBA-96F9-42C2-AC19-1B9EC0015EC4}"/>
                  </a:ext>
                </a:extLst>
              </p:cNvPr>
              <p:cNvSpPr/>
              <p:nvPr/>
            </p:nvSpPr>
            <p:spPr bwMode="auto">
              <a:xfrm>
                <a:off x="4962666" y="4189596"/>
                <a:ext cx="746915" cy="790124"/>
              </a:xfrm>
              <a:custGeom>
                <a:avLst/>
                <a:gdLst>
                  <a:gd name="T0" fmla="*/ 406 w 406"/>
                  <a:gd name="T1" fmla="*/ 298 h 429"/>
                  <a:gd name="T2" fmla="*/ 189 w 406"/>
                  <a:gd name="T3" fmla="*/ 429 h 429"/>
                  <a:gd name="T4" fmla="*/ 0 w 406"/>
                  <a:gd name="T5" fmla="*/ 157 h 429"/>
                  <a:gd name="T6" fmla="*/ 199 w 406"/>
                  <a:gd name="T7" fmla="*/ 0 h 429"/>
                  <a:gd name="T8" fmla="*/ 406 w 406"/>
                  <a:gd name="T9" fmla="*/ 298 h 429"/>
                </a:gdLst>
                <a:ahLst/>
                <a:cxnLst>
                  <a:cxn ang="0">
                    <a:pos x="T0" y="T1"/>
                  </a:cxn>
                  <a:cxn ang="0">
                    <a:pos x="T2" y="T3"/>
                  </a:cxn>
                  <a:cxn ang="0">
                    <a:pos x="T4" y="T5"/>
                  </a:cxn>
                  <a:cxn ang="0">
                    <a:pos x="T6" y="T7"/>
                  </a:cxn>
                  <a:cxn ang="0">
                    <a:pos x="T8" y="T9"/>
                  </a:cxn>
                </a:cxnLst>
                <a:rect l="0" t="0" r="r" b="b"/>
                <a:pathLst>
                  <a:path w="406" h="429">
                    <a:moveTo>
                      <a:pt x="406" y="298"/>
                    </a:moveTo>
                    <a:cubicBezTo>
                      <a:pt x="291" y="220"/>
                      <a:pt x="166" y="316"/>
                      <a:pt x="189" y="429"/>
                    </a:cubicBezTo>
                    <a:cubicBezTo>
                      <a:pt x="0" y="157"/>
                      <a:pt x="0" y="157"/>
                      <a:pt x="0" y="157"/>
                    </a:cubicBezTo>
                    <a:cubicBezTo>
                      <a:pt x="98" y="218"/>
                      <a:pt x="231" y="135"/>
                      <a:pt x="199" y="0"/>
                    </a:cubicBezTo>
                    <a:lnTo>
                      <a:pt x="406" y="298"/>
                    </a:ln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35" name="Freeform 9">
                <a:extLst>
                  <a:ext uri="{FF2B5EF4-FFF2-40B4-BE49-F238E27FC236}">
                    <a16:creationId xmlns:a16="http://schemas.microsoft.com/office/drawing/2014/main" xmlns="" id="{A05E1E35-45FD-4B80-8C6E-97544864A8FF}"/>
                  </a:ext>
                </a:extLst>
              </p:cNvPr>
              <p:cNvSpPr/>
              <p:nvPr/>
            </p:nvSpPr>
            <p:spPr bwMode="auto">
              <a:xfrm>
                <a:off x="4913283" y="3297003"/>
                <a:ext cx="604939" cy="681482"/>
              </a:xfrm>
              <a:custGeom>
                <a:avLst/>
                <a:gdLst>
                  <a:gd name="T0" fmla="*/ 213 w 329"/>
                  <a:gd name="T1" fmla="*/ 370 h 370"/>
                  <a:gd name="T2" fmla="*/ 0 w 329"/>
                  <a:gd name="T3" fmla="*/ 257 h 370"/>
                  <a:gd name="T4" fmla="*/ 93 w 329"/>
                  <a:gd name="T5" fmla="*/ 0 h 370"/>
                  <a:gd name="T6" fmla="*/ 329 w 329"/>
                  <a:gd name="T7" fmla="*/ 50 h 370"/>
                  <a:gd name="T8" fmla="*/ 213 w 329"/>
                  <a:gd name="T9" fmla="*/ 370 h 370"/>
                </a:gdLst>
                <a:ahLst/>
                <a:cxnLst>
                  <a:cxn ang="0">
                    <a:pos x="T0" y="T1"/>
                  </a:cxn>
                  <a:cxn ang="0">
                    <a:pos x="T2" y="T3"/>
                  </a:cxn>
                  <a:cxn ang="0">
                    <a:pos x="T4" y="T5"/>
                  </a:cxn>
                  <a:cxn ang="0">
                    <a:pos x="T6" y="T7"/>
                  </a:cxn>
                  <a:cxn ang="0">
                    <a:pos x="T8" y="T9"/>
                  </a:cxn>
                </a:cxnLst>
                <a:rect l="0" t="0" r="r" b="b"/>
                <a:pathLst>
                  <a:path w="329" h="370">
                    <a:moveTo>
                      <a:pt x="213" y="370"/>
                    </a:moveTo>
                    <a:cubicBezTo>
                      <a:pt x="212" y="224"/>
                      <a:pt x="67" y="190"/>
                      <a:pt x="0" y="257"/>
                    </a:cubicBezTo>
                    <a:cubicBezTo>
                      <a:pt x="93" y="0"/>
                      <a:pt x="93" y="0"/>
                      <a:pt x="93" y="0"/>
                    </a:cubicBezTo>
                    <a:cubicBezTo>
                      <a:pt x="102" y="94"/>
                      <a:pt x="235" y="162"/>
                      <a:pt x="329" y="50"/>
                    </a:cubicBezTo>
                    <a:lnTo>
                      <a:pt x="213" y="370"/>
                    </a:ln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36" name="Freeform 10">
                <a:extLst>
                  <a:ext uri="{FF2B5EF4-FFF2-40B4-BE49-F238E27FC236}">
                    <a16:creationId xmlns:a16="http://schemas.microsoft.com/office/drawing/2014/main" xmlns="" id="{84FF5B56-EB51-40C7-9733-AED0C6DDEB97}"/>
                  </a:ext>
                </a:extLst>
              </p:cNvPr>
              <p:cNvSpPr/>
              <p:nvPr/>
            </p:nvSpPr>
            <p:spPr bwMode="auto">
              <a:xfrm>
                <a:off x="5678716" y="2676015"/>
                <a:ext cx="591359" cy="541976"/>
              </a:xfrm>
              <a:custGeom>
                <a:avLst/>
                <a:gdLst>
                  <a:gd name="T0" fmla="*/ 15 w 321"/>
                  <a:gd name="T1" fmla="*/ 294 h 294"/>
                  <a:gd name="T2" fmla="*/ 0 w 321"/>
                  <a:gd name="T3" fmla="*/ 59 h 294"/>
                  <a:gd name="T4" fmla="*/ 213 w 321"/>
                  <a:gd name="T5" fmla="*/ 0 h 294"/>
                  <a:gd name="T6" fmla="*/ 321 w 321"/>
                  <a:gd name="T7" fmla="*/ 209 h 294"/>
                  <a:gd name="T8" fmla="*/ 15 w 321"/>
                  <a:gd name="T9" fmla="*/ 294 h 294"/>
                </a:gdLst>
                <a:ahLst/>
                <a:cxnLst>
                  <a:cxn ang="0">
                    <a:pos x="T0" y="T1"/>
                  </a:cxn>
                  <a:cxn ang="0">
                    <a:pos x="T2" y="T3"/>
                  </a:cxn>
                  <a:cxn ang="0">
                    <a:pos x="T4" y="T5"/>
                  </a:cxn>
                  <a:cxn ang="0">
                    <a:pos x="T6" y="T7"/>
                  </a:cxn>
                  <a:cxn ang="0">
                    <a:pos x="T8" y="T9"/>
                  </a:cxn>
                </a:cxnLst>
                <a:rect l="0" t="0" r="r" b="b"/>
                <a:pathLst>
                  <a:path w="321" h="294">
                    <a:moveTo>
                      <a:pt x="15" y="294"/>
                    </a:moveTo>
                    <a:cubicBezTo>
                      <a:pt x="146" y="206"/>
                      <a:pt x="77" y="74"/>
                      <a:pt x="0" y="59"/>
                    </a:cubicBezTo>
                    <a:cubicBezTo>
                      <a:pt x="213" y="0"/>
                      <a:pt x="213" y="0"/>
                      <a:pt x="213" y="0"/>
                    </a:cubicBezTo>
                    <a:cubicBezTo>
                      <a:pt x="155" y="52"/>
                      <a:pt x="164" y="201"/>
                      <a:pt x="321" y="209"/>
                    </a:cubicBezTo>
                    <a:lnTo>
                      <a:pt x="15" y="294"/>
                    </a:ln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37" name="Freeform 11">
                <a:extLst>
                  <a:ext uri="{FF2B5EF4-FFF2-40B4-BE49-F238E27FC236}">
                    <a16:creationId xmlns:a16="http://schemas.microsoft.com/office/drawing/2014/main" xmlns="" id="{9A119D92-1DB6-41C7-BE18-80DBA3178B49}"/>
                  </a:ext>
                </a:extLst>
              </p:cNvPr>
              <p:cNvSpPr/>
              <p:nvPr/>
            </p:nvSpPr>
            <p:spPr bwMode="auto">
              <a:xfrm>
                <a:off x="3814516" y="2672312"/>
                <a:ext cx="1355557" cy="1355556"/>
              </a:xfrm>
              <a:custGeom>
                <a:avLst/>
                <a:gdLst>
                  <a:gd name="T0" fmla="*/ 206 w 736"/>
                  <a:gd name="T1" fmla="*/ 647 h 736"/>
                  <a:gd name="T2" fmla="*/ 89 w 736"/>
                  <a:gd name="T3" fmla="*/ 207 h 736"/>
                  <a:gd name="T4" fmla="*/ 529 w 736"/>
                  <a:gd name="T5" fmla="*/ 89 h 736"/>
                  <a:gd name="T6" fmla="*/ 647 w 736"/>
                  <a:gd name="T7" fmla="*/ 530 h 736"/>
                  <a:gd name="T8" fmla="*/ 206 w 736"/>
                  <a:gd name="T9" fmla="*/ 647 h 736"/>
                </a:gdLst>
                <a:ahLst/>
                <a:cxnLst>
                  <a:cxn ang="0">
                    <a:pos x="T0" y="T1"/>
                  </a:cxn>
                  <a:cxn ang="0">
                    <a:pos x="T2" y="T3"/>
                  </a:cxn>
                  <a:cxn ang="0">
                    <a:pos x="T4" y="T5"/>
                  </a:cxn>
                  <a:cxn ang="0">
                    <a:pos x="T6" y="T7"/>
                  </a:cxn>
                  <a:cxn ang="0">
                    <a:pos x="T8" y="T9"/>
                  </a:cxn>
                </a:cxnLst>
                <a:rect l="0" t="0" r="r" b="b"/>
                <a:pathLst>
                  <a:path w="736" h="736">
                    <a:moveTo>
                      <a:pt x="206" y="647"/>
                    </a:moveTo>
                    <a:cubicBezTo>
                      <a:pt x="52" y="558"/>
                      <a:pt x="0" y="361"/>
                      <a:pt x="89" y="207"/>
                    </a:cubicBezTo>
                    <a:cubicBezTo>
                      <a:pt x="178" y="52"/>
                      <a:pt x="375" y="0"/>
                      <a:pt x="529" y="89"/>
                    </a:cubicBezTo>
                    <a:cubicBezTo>
                      <a:pt x="684" y="178"/>
                      <a:pt x="736" y="375"/>
                      <a:pt x="647" y="530"/>
                    </a:cubicBezTo>
                    <a:cubicBezTo>
                      <a:pt x="558" y="684"/>
                      <a:pt x="361" y="736"/>
                      <a:pt x="206" y="647"/>
                    </a:cubicBez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38" name="Freeform 13">
                <a:extLst>
                  <a:ext uri="{FF2B5EF4-FFF2-40B4-BE49-F238E27FC236}">
                    <a16:creationId xmlns:a16="http://schemas.microsoft.com/office/drawing/2014/main" xmlns="" id="{EF5ADAEB-25C5-46AD-8BB4-39C526C2A0F3}"/>
                  </a:ext>
                </a:extLst>
              </p:cNvPr>
              <p:cNvSpPr/>
              <p:nvPr/>
            </p:nvSpPr>
            <p:spPr bwMode="auto">
              <a:xfrm>
                <a:off x="5244147" y="1814286"/>
                <a:ext cx="1044445" cy="1044445"/>
              </a:xfrm>
              <a:custGeom>
                <a:avLst/>
                <a:gdLst>
                  <a:gd name="T0" fmla="*/ 159 w 567"/>
                  <a:gd name="T1" fmla="*/ 498 h 567"/>
                  <a:gd name="T2" fmla="*/ 68 w 567"/>
                  <a:gd name="T3" fmla="*/ 159 h 567"/>
                  <a:gd name="T4" fmla="*/ 407 w 567"/>
                  <a:gd name="T5" fmla="*/ 68 h 567"/>
                  <a:gd name="T6" fmla="*/ 498 w 567"/>
                  <a:gd name="T7" fmla="*/ 408 h 567"/>
                  <a:gd name="T8" fmla="*/ 159 w 567"/>
                  <a:gd name="T9" fmla="*/ 498 h 567"/>
                </a:gdLst>
                <a:ahLst/>
                <a:cxnLst>
                  <a:cxn ang="0">
                    <a:pos x="T0" y="T1"/>
                  </a:cxn>
                  <a:cxn ang="0">
                    <a:pos x="T2" y="T3"/>
                  </a:cxn>
                  <a:cxn ang="0">
                    <a:pos x="T4" y="T5"/>
                  </a:cxn>
                  <a:cxn ang="0">
                    <a:pos x="T6" y="T7"/>
                  </a:cxn>
                  <a:cxn ang="0">
                    <a:pos x="T8" y="T9"/>
                  </a:cxn>
                </a:cxnLst>
                <a:rect l="0" t="0" r="r" b="b"/>
                <a:pathLst>
                  <a:path w="567" h="567">
                    <a:moveTo>
                      <a:pt x="159" y="498"/>
                    </a:moveTo>
                    <a:cubicBezTo>
                      <a:pt x="40" y="429"/>
                      <a:pt x="0" y="278"/>
                      <a:pt x="68" y="159"/>
                    </a:cubicBezTo>
                    <a:cubicBezTo>
                      <a:pt x="137" y="40"/>
                      <a:pt x="289" y="0"/>
                      <a:pt x="407" y="68"/>
                    </a:cubicBezTo>
                    <a:cubicBezTo>
                      <a:pt x="526" y="137"/>
                      <a:pt x="567" y="289"/>
                      <a:pt x="498" y="408"/>
                    </a:cubicBezTo>
                    <a:cubicBezTo>
                      <a:pt x="429" y="526"/>
                      <a:pt x="278" y="567"/>
                      <a:pt x="159" y="498"/>
                    </a:cubicBez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39" name="Freeform 17">
                <a:extLst>
                  <a:ext uri="{FF2B5EF4-FFF2-40B4-BE49-F238E27FC236}">
                    <a16:creationId xmlns:a16="http://schemas.microsoft.com/office/drawing/2014/main" xmlns="" id="{462B5CEF-FD8A-4EA0-A7DE-8E4242F7F53B}"/>
                  </a:ext>
                </a:extLst>
              </p:cNvPr>
              <p:cNvSpPr/>
              <p:nvPr/>
            </p:nvSpPr>
            <p:spPr bwMode="auto">
              <a:xfrm>
                <a:off x="3698467" y="4259967"/>
                <a:ext cx="1733335" cy="1733334"/>
              </a:xfrm>
              <a:custGeom>
                <a:avLst/>
                <a:gdLst>
                  <a:gd name="T0" fmla="*/ 264 w 941"/>
                  <a:gd name="T1" fmla="*/ 827 h 941"/>
                  <a:gd name="T2" fmla="*/ 114 w 941"/>
                  <a:gd name="T3" fmla="*/ 264 h 941"/>
                  <a:gd name="T4" fmla="*/ 677 w 941"/>
                  <a:gd name="T5" fmla="*/ 114 h 941"/>
                  <a:gd name="T6" fmla="*/ 827 w 941"/>
                  <a:gd name="T7" fmla="*/ 676 h 941"/>
                  <a:gd name="T8" fmla="*/ 264 w 941"/>
                  <a:gd name="T9" fmla="*/ 827 h 941"/>
                </a:gdLst>
                <a:ahLst/>
                <a:cxnLst>
                  <a:cxn ang="0">
                    <a:pos x="T0" y="T1"/>
                  </a:cxn>
                  <a:cxn ang="0">
                    <a:pos x="T2" y="T3"/>
                  </a:cxn>
                  <a:cxn ang="0">
                    <a:pos x="T4" y="T5"/>
                  </a:cxn>
                  <a:cxn ang="0">
                    <a:pos x="T6" y="T7"/>
                  </a:cxn>
                  <a:cxn ang="0">
                    <a:pos x="T8" y="T9"/>
                  </a:cxn>
                </a:cxnLst>
                <a:rect l="0" t="0" r="r" b="b"/>
                <a:pathLst>
                  <a:path w="941" h="941">
                    <a:moveTo>
                      <a:pt x="264" y="827"/>
                    </a:moveTo>
                    <a:cubicBezTo>
                      <a:pt x="67" y="713"/>
                      <a:pt x="0" y="461"/>
                      <a:pt x="114" y="264"/>
                    </a:cubicBezTo>
                    <a:cubicBezTo>
                      <a:pt x="228" y="67"/>
                      <a:pt x="480" y="0"/>
                      <a:pt x="677" y="114"/>
                    </a:cubicBezTo>
                    <a:cubicBezTo>
                      <a:pt x="874" y="228"/>
                      <a:pt x="941" y="480"/>
                      <a:pt x="827" y="676"/>
                    </a:cubicBezTo>
                    <a:cubicBezTo>
                      <a:pt x="713" y="873"/>
                      <a:pt x="461" y="941"/>
                      <a:pt x="264" y="827"/>
                    </a:cubicBez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40" name="Freeform 19">
                <a:extLst>
                  <a:ext uri="{FF2B5EF4-FFF2-40B4-BE49-F238E27FC236}">
                    <a16:creationId xmlns:a16="http://schemas.microsoft.com/office/drawing/2014/main" xmlns="" id="{100BE268-A38F-4AF8-B34B-0AF2504255BC}"/>
                  </a:ext>
                </a:extLst>
              </p:cNvPr>
              <p:cNvSpPr/>
              <p:nvPr/>
            </p:nvSpPr>
            <p:spPr bwMode="auto">
              <a:xfrm>
                <a:off x="7131803" y="4217991"/>
                <a:ext cx="1361730" cy="1360495"/>
              </a:xfrm>
              <a:custGeom>
                <a:avLst/>
                <a:gdLst>
                  <a:gd name="T0" fmla="*/ 208 w 739"/>
                  <a:gd name="T1" fmla="*/ 649 h 739"/>
                  <a:gd name="T2" fmla="*/ 90 w 739"/>
                  <a:gd name="T3" fmla="*/ 207 h 739"/>
                  <a:gd name="T4" fmla="*/ 532 w 739"/>
                  <a:gd name="T5" fmla="*/ 89 h 739"/>
                  <a:gd name="T6" fmla="*/ 649 w 739"/>
                  <a:gd name="T7" fmla="*/ 531 h 739"/>
                  <a:gd name="T8" fmla="*/ 208 w 739"/>
                  <a:gd name="T9" fmla="*/ 649 h 739"/>
                </a:gdLst>
                <a:ahLst/>
                <a:cxnLst>
                  <a:cxn ang="0">
                    <a:pos x="T0" y="T1"/>
                  </a:cxn>
                  <a:cxn ang="0">
                    <a:pos x="T2" y="T3"/>
                  </a:cxn>
                  <a:cxn ang="0">
                    <a:pos x="T4" y="T5"/>
                  </a:cxn>
                  <a:cxn ang="0">
                    <a:pos x="T6" y="T7"/>
                  </a:cxn>
                  <a:cxn ang="0">
                    <a:pos x="T8" y="T9"/>
                  </a:cxn>
                </a:cxnLst>
                <a:rect l="0" t="0" r="r" b="b"/>
                <a:pathLst>
                  <a:path w="739" h="739">
                    <a:moveTo>
                      <a:pt x="208" y="649"/>
                    </a:moveTo>
                    <a:cubicBezTo>
                      <a:pt x="53" y="560"/>
                      <a:pt x="0" y="362"/>
                      <a:pt x="90" y="207"/>
                    </a:cubicBezTo>
                    <a:cubicBezTo>
                      <a:pt x="179" y="53"/>
                      <a:pt x="377" y="0"/>
                      <a:pt x="532" y="89"/>
                    </a:cubicBezTo>
                    <a:cubicBezTo>
                      <a:pt x="686" y="179"/>
                      <a:pt x="739" y="377"/>
                      <a:pt x="649" y="531"/>
                    </a:cubicBezTo>
                    <a:cubicBezTo>
                      <a:pt x="560" y="686"/>
                      <a:pt x="362" y="739"/>
                      <a:pt x="208" y="649"/>
                    </a:cubicBezTo>
                    <a:close/>
                  </a:path>
                </a:pathLst>
              </a:custGeom>
              <a:solidFill>
                <a:srgbClr val="E7E6E6">
                  <a:lumMod val="95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sp>
          <p:nvSpPr>
            <p:cNvPr id="18" name="Freeform 12">
              <a:extLst>
                <a:ext uri="{FF2B5EF4-FFF2-40B4-BE49-F238E27FC236}">
                  <a16:creationId xmlns:a16="http://schemas.microsoft.com/office/drawing/2014/main" xmlns="" id="{3778EE57-CA68-40AB-86CF-C62DBB14011B}"/>
                </a:ext>
              </a:extLst>
            </p:cNvPr>
            <p:cNvSpPr/>
            <p:nvPr/>
          </p:nvSpPr>
          <p:spPr bwMode="auto">
            <a:xfrm>
              <a:off x="3973639" y="2243424"/>
              <a:ext cx="1116050" cy="1116050"/>
            </a:xfrm>
            <a:custGeom>
              <a:avLst/>
              <a:gdLst>
                <a:gd name="T0" fmla="*/ 170 w 606"/>
                <a:gd name="T1" fmla="*/ 533 h 606"/>
                <a:gd name="T2" fmla="*/ 73 w 606"/>
                <a:gd name="T3" fmla="*/ 170 h 606"/>
                <a:gd name="T4" fmla="*/ 436 w 606"/>
                <a:gd name="T5" fmla="*/ 73 h 606"/>
                <a:gd name="T6" fmla="*/ 533 w 606"/>
                <a:gd name="T7" fmla="*/ 436 h 606"/>
                <a:gd name="T8" fmla="*/ 170 w 606"/>
                <a:gd name="T9" fmla="*/ 533 h 606"/>
              </a:gdLst>
              <a:ahLst/>
              <a:cxnLst>
                <a:cxn ang="0">
                  <a:pos x="T0" y="T1"/>
                </a:cxn>
                <a:cxn ang="0">
                  <a:pos x="T2" y="T3"/>
                </a:cxn>
                <a:cxn ang="0">
                  <a:pos x="T4" y="T5"/>
                </a:cxn>
                <a:cxn ang="0">
                  <a:pos x="T6" y="T7"/>
                </a:cxn>
                <a:cxn ang="0">
                  <a:pos x="T8" y="T9"/>
                </a:cxn>
              </a:cxnLst>
              <a:rect l="0" t="0" r="r" b="b"/>
              <a:pathLst>
                <a:path w="606" h="606">
                  <a:moveTo>
                    <a:pt x="170" y="533"/>
                  </a:moveTo>
                  <a:cubicBezTo>
                    <a:pt x="43" y="459"/>
                    <a:pt x="0" y="297"/>
                    <a:pt x="73" y="170"/>
                  </a:cubicBezTo>
                  <a:cubicBezTo>
                    <a:pt x="147" y="43"/>
                    <a:pt x="309" y="0"/>
                    <a:pt x="436" y="73"/>
                  </a:cubicBezTo>
                  <a:cubicBezTo>
                    <a:pt x="563" y="147"/>
                    <a:pt x="606" y="309"/>
                    <a:pt x="533" y="436"/>
                  </a:cubicBezTo>
                  <a:cubicBezTo>
                    <a:pt x="459" y="563"/>
                    <a:pt x="297" y="606"/>
                    <a:pt x="170" y="533"/>
                  </a:cubicBezTo>
                  <a:close/>
                </a:path>
              </a:pathLst>
            </a:cu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19" name="Freeform 14">
              <a:extLst>
                <a:ext uri="{FF2B5EF4-FFF2-40B4-BE49-F238E27FC236}">
                  <a16:creationId xmlns:a16="http://schemas.microsoft.com/office/drawing/2014/main" xmlns="" id="{192C7C73-70AA-4380-9E53-26C472AF679E}"/>
                </a:ext>
              </a:extLst>
            </p:cNvPr>
            <p:cNvSpPr/>
            <p:nvPr/>
          </p:nvSpPr>
          <p:spPr bwMode="auto">
            <a:xfrm>
              <a:off x="5395863" y="1377992"/>
              <a:ext cx="817285" cy="817284"/>
            </a:xfrm>
            <a:custGeom>
              <a:avLst/>
              <a:gdLst>
                <a:gd name="T0" fmla="*/ 125 w 444"/>
                <a:gd name="T1" fmla="*/ 391 h 444"/>
                <a:gd name="T2" fmla="*/ 54 w 444"/>
                <a:gd name="T3" fmla="*/ 125 h 444"/>
                <a:gd name="T4" fmla="*/ 320 w 444"/>
                <a:gd name="T5" fmla="*/ 54 h 444"/>
                <a:gd name="T6" fmla="*/ 391 w 444"/>
                <a:gd name="T7" fmla="*/ 320 h 444"/>
                <a:gd name="T8" fmla="*/ 125 w 444"/>
                <a:gd name="T9" fmla="*/ 391 h 444"/>
              </a:gdLst>
              <a:ahLst/>
              <a:cxnLst>
                <a:cxn ang="0">
                  <a:pos x="T0" y="T1"/>
                </a:cxn>
                <a:cxn ang="0">
                  <a:pos x="T2" y="T3"/>
                </a:cxn>
                <a:cxn ang="0">
                  <a:pos x="T4" y="T5"/>
                </a:cxn>
                <a:cxn ang="0">
                  <a:pos x="T6" y="T7"/>
                </a:cxn>
                <a:cxn ang="0">
                  <a:pos x="T8" y="T9"/>
                </a:cxn>
              </a:cxnLst>
              <a:rect l="0" t="0" r="r" b="b"/>
              <a:pathLst>
                <a:path w="444" h="444">
                  <a:moveTo>
                    <a:pt x="125" y="391"/>
                  </a:moveTo>
                  <a:cubicBezTo>
                    <a:pt x="32" y="337"/>
                    <a:pt x="0" y="218"/>
                    <a:pt x="54" y="125"/>
                  </a:cubicBezTo>
                  <a:cubicBezTo>
                    <a:pt x="108" y="32"/>
                    <a:pt x="227" y="0"/>
                    <a:pt x="320" y="54"/>
                  </a:cubicBezTo>
                  <a:cubicBezTo>
                    <a:pt x="413" y="108"/>
                    <a:pt x="444" y="227"/>
                    <a:pt x="391" y="320"/>
                  </a:cubicBezTo>
                  <a:cubicBezTo>
                    <a:pt x="337" y="413"/>
                    <a:pt x="218" y="444"/>
                    <a:pt x="125" y="391"/>
                  </a:cubicBezTo>
                  <a:close/>
                </a:path>
              </a:pathLst>
            </a:cu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20" name="Freeform 16">
              <a:extLst>
                <a:ext uri="{FF2B5EF4-FFF2-40B4-BE49-F238E27FC236}">
                  <a16:creationId xmlns:a16="http://schemas.microsoft.com/office/drawing/2014/main" xmlns="" id="{226B6B27-FD61-4614-9FE0-3BA28F82BB1B}"/>
                </a:ext>
              </a:extLst>
            </p:cNvPr>
            <p:cNvSpPr/>
            <p:nvPr/>
          </p:nvSpPr>
          <p:spPr bwMode="auto">
            <a:xfrm>
              <a:off x="5905740" y="4700216"/>
              <a:ext cx="1002470" cy="1000001"/>
            </a:xfrm>
            <a:custGeom>
              <a:avLst/>
              <a:gdLst>
                <a:gd name="T0" fmla="*/ 153 w 544"/>
                <a:gd name="T1" fmla="*/ 477 h 543"/>
                <a:gd name="T2" fmla="*/ 66 w 544"/>
                <a:gd name="T3" fmla="*/ 152 h 543"/>
                <a:gd name="T4" fmla="*/ 391 w 544"/>
                <a:gd name="T5" fmla="*/ 65 h 543"/>
                <a:gd name="T6" fmla="*/ 478 w 544"/>
                <a:gd name="T7" fmla="*/ 390 h 543"/>
                <a:gd name="T8" fmla="*/ 153 w 544"/>
                <a:gd name="T9" fmla="*/ 477 h 543"/>
              </a:gdLst>
              <a:ahLst/>
              <a:cxnLst>
                <a:cxn ang="0">
                  <a:pos x="T0" y="T1"/>
                </a:cxn>
                <a:cxn ang="0">
                  <a:pos x="T2" y="T3"/>
                </a:cxn>
                <a:cxn ang="0">
                  <a:pos x="T4" y="T5"/>
                </a:cxn>
                <a:cxn ang="0">
                  <a:pos x="T6" y="T7"/>
                </a:cxn>
                <a:cxn ang="0">
                  <a:pos x="T8" y="T9"/>
                </a:cxn>
              </a:cxnLst>
              <a:rect l="0" t="0" r="r" b="b"/>
              <a:pathLst>
                <a:path w="544" h="543">
                  <a:moveTo>
                    <a:pt x="153" y="477"/>
                  </a:moveTo>
                  <a:cubicBezTo>
                    <a:pt x="39" y="411"/>
                    <a:pt x="0" y="266"/>
                    <a:pt x="66" y="152"/>
                  </a:cubicBezTo>
                  <a:cubicBezTo>
                    <a:pt x="132" y="38"/>
                    <a:pt x="277" y="0"/>
                    <a:pt x="391" y="65"/>
                  </a:cubicBezTo>
                  <a:cubicBezTo>
                    <a:pt x="505" y="131"/>
                    <a:pt x="544" y="277"/>
                    <a:pt x="478" y="390"/>
                  </a:cubicBezTo>
                  <a:cubicBezTo>
                    <a:pt x="412" y="504"/>
                    <a:pt x="267" y="543"/>
                    <a:pt x="153" y="477"/>
                  </a:cubicBezTo>
                  <a:close/>
                </a:path>
              </a:pathLst>
            </a:cu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21" name="Freeform 18">
              <a:extLst>
                <a:ext uri="{FF2B5EF4-FFF2-40B4-BE49-F238E27FC236}">
                  <a16:creationId xmlns:a16="http://schemas.microsoft.com/office/drawing/2014/main" xmlns="" id="{43AAF415-C4D4-4645-AD2D-32702401952A}"/>
                </a:ext>
              </a:extLst>
            </p:cNvPr>
            <p:cNvSpPr/>
            <p:nvPr/>
          </p:nvSpPr>
          <p:spPr bwMode="auto">
            <a:xfrm>
              <a:off x="3872405" y="3843425"/>
              <a:ext cx="1464199" cy="1466668"/>
            </a:xfrm>
            <a:custGeom>
              <a:avLst/>
              <a:gdLst>
                <a:gd name="T0" fmla="*/ 223 w 795"/>
                <a:gd name="T1" fmla="*/ 700 h 796"/>
                <a:gd name="T2" fmla="*/ 96 w 795"/>
                <a:gd name="T3" fmla="*/ 224 h 796"/>
                <a:gd name="T4" fmla="*/ 572 w 795"/>
                <a:gd name="T5" fmla="*/ 97 h 796"/>
                <a:gd name="T6" fmla="*/ 699 w 795"/>
                <a:gd name="T7" fmla="*/ 573 h 796"/>
                <a:gd name="T8" fmla="*/ 223 w 795"/>
                <a:gd name="T9" fmla="*/ 700 h 796"/>
              </a:gdLst>
              <a:ahLst/>
              <a:cxnLst>
                <a:cxn ang="0">
                  <a:pos x="T0" y="T1"/>
                </a:cxn>
                <a:cxn ang="0">
                  <a:pos x="T2" y="T3"/>
                </a:cxn>
                <a:cxn ang="0">
                  <a:pos x="T4" y="T5"/>
                </a:cxn>
                <a:cxn ang="0">
                  <a:pos x="T6" y="T7"/>
                </a:cxn>
                <a:cxn ang="0">
                  <a:pos x="T8" y="T9"/>
                </a:cxn>
              </a:cxnLst>
              <a:rect l="0" t="0" r="r" b="b"/>
              <a:pathLst>
                <a:path w="795" h="796">
                  <a:moveTo>
                    <a:pt x="223" y="700"/>
                  </a:moveTo>
                  <a:cubicBezTo>
                    <a:pt x="57" y="603"/>
                    <a:pt x="0" y="390"/>
                    <a:pt x="96" y="224"/>
                  </a:cubicBezTo>
                  <a:cubicBezTo>
                    <a:pt x="192" y="57"/>
                    <a:pt x="405" y="0"/>
                    <a:pt x="572" y="97"/>
                  </a:cubicBezTo>
                  <a:cubicBezTo>
                    <a:pt x="738" y="193"/>
                    <a:pt x="795" y="406"/>
                    <a:pt x="699" y="573"/>
                  </a:cubicBezTo>
                  <a:cubicBezTo>
                    <a:pt x="603" y="739"/>
                    <a:pt x="390" y="796"/>
                    <a:pt x="223" y="700"/>
                  </a:cubicBezTo>
                  <a:close/>
                </a:path>
              </a:pathLst>
            </a:cu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22" name="Freeform 20">
              <a:extLst>
                <a:ext uri="{FF2B5EF4-FFF2-40B4-BE49-F238E27FC236}">
                  <a16:creationId xmlns:a16="http://schemas.microsoft.com/office/drawing/2014/main" xmlns="" id="{F512D649-5EF4-40B4-A30F-C2675DD10D3A}"/>
                </a:ext>
              </a:extLst>
            </p:cNvPr>
            <p:cNvSpPr/>
            <p:nvPr/>
          </p:nvSpPr>
          <p:spPr bwMode="auto">
            <a:xfrm>
              <a:off x="7304506" y="3801450"/>
              <a:ext cx="1095063" cy="1096297"/>
            </a:xfrm>
            <a:custGeom>
              <a:avLst/>
              <a:gdLst>
                <a:gd name="T0" fmla="*/ 167 w 595"/>
                <a:gd name="T1" fmla="*/ 523 h 595"/>
                <a:gd name="T2" fmla="*/ 72 w 595"/>
                <a:gd name="T3" fmla="*/ 167 h 595"/>
                <a:gd name="T4" fmla="*/ 428 w 595"/>
                <a:gd name="T5" fmla="*/ 72 h 595"/>
                <a:gd name="T6" fmla="*/ 523 w 595"/>
                <a:gd name="T7" fmla="*/ 428 h 595"/>
                <a:gd name="T8" fmla="*/ 167 w 595"/>
                <a:gd name="T9" fmla="*/ 523 h 595"/>
              </a:gdLst>
              <a:ahLst/>
              <a:cxnLst>
                <a:cxn ang="0">
                  <a:pos x="T0" y="T1"/>
                </a:cxn>
                <a:cxn ang="0">
                  <a:pos x="T2" y="T3"/>
                </a:cxn>
                <a:cxn ang="0">
                  <a:pos x="T4" y="T5"/>
                </a:cxn>
                <a:cxn ang="0">
                  <a:pos x="T6" y="T7"/>
                </a:cxn>
                <a:cxn ang="0">
                  <a:pos x="T8" y="T9"/>
                </a:cxn>
              </a:cxnLst>
              <a:rect l="0" t="0" r="r" b="b"/>
              <a:pathLst>
                <a:path w="595" h="595">
                  <a:moveTo>
                    <a:pt x="167" y="523"/>
                  </a:moveTo>
                  <a:cubicBezTo>
                    <a:pt x="43" y="451"/>
                    <a:pt x="0" y="291"/>
                    <a:pt x="72" y="167"/>
                  </a:cubicBezTo>
                  <a:cubicBezTo>
                    <a:pt x="144" y="42"/>
                    <a:pt x="304" y="0"/>
                    <a:pt x="428" y="72"/>
                  </a:cubicBezTo>
                  <a:cubicBezTo>
                    <a:pt x="553" y="144"/>
                    <a:pt x="595" y="303"/>
                    <a:pt x="523" y="428"/>
                  </a:cubicBezTo>
                  <a:cubicBezTo>
                    <a:pt x="451" y="552"/>
                    <a:pt x="292" y="595"/>
                    <a:pt x="167" y="523"/>
                  </a:cubicBezTo>
                  <a:close/>
                </a:path>
              </a:pathLst>
            </a:cu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思源黑体 CN Medium" panose="020B0600000000000000" pitchFamily="34" charset="-122"/>
              </a:endParaRPr>
            </a:p>
          </p:txBody>
        </p:sp>
        <p:sp>
          <p:nvSpPr>
            <p:cNvPr id="23" name="Freeform 21">
              <a:extLst>
                <a:ext uri="{FF2B5EF4-FFF2-40B4-BE49-F238E27FC236}">
                  <a16:creationId xmlns:a16="http://schemas.microsoft.com/office/drawing/2014/main" xmlns="" id="{FDDEEF9B-9FDF-4911-AF1B-EC6FE8AC8EA3}"/>
                </a:ext>
              </a:extLst>
            </p:cNvPr>
            <p:cNvSpPr/>
            <p:nvPr/>
          </p:nvSpPr>
          <p:spPr bwMode="auto">
            <a:xfrm>
              <a:off x="5398332" y="2564412"/>
              <a:ext cx="1724693" cy="1727162"/>
            </a:xfrm>
            <a:custGeom>
              <a:avLst/>
              <a:gdLst>
                <a:gd name="T0" fmla="*/ 263 w 937"/>
                <a:gd name="T1" fmla="*/ 825 h 938"/>
                <a:gd name="T2" fmla="*/ 113 w 937"/>
                <a:gd name="T3" fmla="*/ 264 h 938"/>
                <a:gd name="T4" fmla="*/ 674 w 937"/>
                <a:gd name="T5" fmla="*/ 114 h 938"/>
                <a:gd name="T6" fmla="*/ 824 w 937"/>
                <a:gd name="T7" fmla="*/ 675 h 938"/>
                <a:gd name="T8" fmla="*/ 263 w 937"/>
                <a:gd name="T9" fmla="*/ 825 h 938"/>
              </a:gdLst>
              <a:ahLst/>
              <a:cxnLst>
                <a:cxn ang="0">
                  <a:pos x="T0" y="T1"/>
                </a:cxn>
                <a:cxn ang="0">
                  <a:pos x="T2" y="T3"/>
                </a:cxn>
                <a:cxn ang="0">
                  <a:pos x="T4" y="T5"/>
                </a:cxn>
                <a:cxn ang="0">
                  <a:pos x="T6" y="T7"/>
                </a:cxn>
                <a:cxn ang="0">
                  <a:pos x="T8" y="T9"/>
                </a:cxn>
              </a:cxnLst>
              <a:rect l="0" t="0" r="r" b="b"/>
              <a:pathLst>
                <a:path w="937" h="938">
                  <a:moveTo>
                    <a:pt x="263" y="825"/>
                  </a:moveTo>
                  <a:cubicBezTo>
                    <a:pt x="67" y="711"/>
                    <a:pt x="0" y="460"/>
                    <a:pt x="113" y="264"/>
                  </a:cubicBezTo>
                  <a:cubicBezTo>
                    <a:pt x="227" y="68"/>
                    <a:pt x="478" y="0"/>
                    <a:pt x="674" y="114"/>
                  </a:cubicBezTo>
                  <a:cubicBezTo>
                    <a:pt x="870" y="228"/>
                    <a:pt x="937" y="479"/>
                    <a:pt x="824" y="675"/>
                  </a:cubicBezTo>
                  <a:cubicBezTo>
                    <a:pt x="710" y="871"/>
                    <a:pt x="459" y="938"/>
                    <a:pt x="263" y="825"/>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en-US" dirty="0">
                <a:solidFill>
                  <a:prstClr val="black"/>
                </a:solidFill>
                <a:latin typeface="微软雅黑" panose="020B0503020204020204" pitchFamily="34" charset="-122"/>
                <a:ea typeface="微软雅黑" panose="020B0503020204020204" pitchFamily="34" charset="-122"/>
                <a:sym typeface="思源黑体 CN Medium" panose="020B0600000000000000" pitchFamily="34" charset="-122"/>
              </a:endParaRPr>
            </a:p>
          </p:txBody>
        </p:sp>
        <p:pic>
          <p:nvPicPr>
            <p:cNvPr id="24" name="图形 23">
              <a:extLst>
                <a:ext uri="{FF2B5EF4-FFF2-40B4-BE49-F238E27FC236}">
                  <a16:creationId xmlns:a16="http://schemas.microsoft.com/office/drawing/2014/main" xmlns="" id="{B230C281-162D-47C0-A1EA-119D655B2D5A}"/>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5662578" y="1596166"/>
              <a:ext cx="301135" cy="308138"/>
            </a:xfrm>
            <a:prstGeom prst="rect">
              <a:avLst/>
            </a:prstGeom>
          </p:spPr>
        </p:pic>
        <p:pic>
          <p:nvPicPr>
            <p:cNvPr id="26" name="图形 25">
              <a:extLst>
                <a:ext uri="{FF2B5EF4-FFF2-40B4-BE49-F238E27FC236}">
                  <a16:creationId xmlns:a16="http://schemas.microsoft.com/office/drawing/2014/main" xmlns="" id="{C4415D8F-E874-4036-9FD1-D1AE54B9A7B8}"/>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7685715" y="4149352"/>
              <a:ext cx="379270" cy="326172"/>
            </a:xfrm>
            <a:prstGeom prst="rect">
              <a:avLst/>
            </a:prstGeom>
          </p:spPr>
        </p:pic>
        <p:pic>
          <p:nvPicPr>
            <p:cNvPr id="27" name="图形 26">
              <a:extLst>
                <a:ext uri="{FF2B5EF4-FFF2-40B4-BE49-F238E27FC236}">
                  <a16:creationId xmlns:a16="http://schemas.microsoft.com/office/drawing/2014/main" xmlns="" id="{96FE8654-BE33-4E8B-848E-031B3D1AFB29}"/>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4329766" y="2564412"/>
              <a:ext cx="419100" cy="419100"/>
            </a:xfrm>
            <a:prstGeom prst="rect">
              <a:avLst/>
            </a:prstGeom>
          </p:spPr>
        </p:pic>
        <p:pic>
          <p:nvPicPr>
            <p:cNvPr id="28" name="图形 27">
              <a:extLst>
                <a:ext uri="{FF2B5EF4-FFF2-40B4-BE49-F238E27FC236}">
                  <a16:creationId xmlns:a16="http://schemas.microsoft.com/office/drawing/2014/main" xmlns="" id="{6390C8CB-035E-4593-8820-7CF5B5C176F1}"/>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6262740" y="5028158"/>
              <a:ext cx="295830" cy="348928"/>
            </a:xfrm>
            <a:prstGeom prst="rect">
              <a:avLst/>
            </a:prstGeom>
          </p:spPr>
        </p:pic>
        <p:pic>
          <p:nvPicPr>
            <p:cNvPr id="29" name="图形 28">
              <a:extLst>
                <a:ext uri="{FF2B5EF4-FFF2-40B4-BE49-F238E27FC236}">
                  <a16:creationId xmlns:a16="http://schemas.microsoft.com/office/drawing/2014/main" xmlns="" id="{1B6FCBA1-AD12-4B18-8FC8-704695C6A366}"/>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4367864" y="4291574"/>
              <a:ext cx="514419" cy="526382"/>
            </a:xfrm>
            <a:prstGeom prst="rect">
              <a:avLst/>
            </a:prstGeom>
          </p:spPr>
        </p:pic>
        <p:pic>
          <p:nvPicPr>
            <p:cNvPr id="30" name="图形 29">
              <a:extLst>
                <a:ext uri="{FF2B5EF4-FFF2-40B4-BE49-F238E27FC236}">
                  <a16:creationId xmlns:a16="http://schemas.microsoft.com/office/drawing/2014/main" xmlns="" id="{1BB3AFF5-43B8-4F15-BC47-B40E323F391B}"/>
                </a:ext>
              </a:extLst>
            </p:cNvPr>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5890690" y="2984723"/>
              <a:ext cx="769372" cy="806009"/>
            </a:xfrm>
            <a:prstGeom prst="rect">
              <a:avLst/>
            </a:prstGeom>
          </p:spPr>
        </p:pic>
      </p:grpSp>
    </p:spTree>
    <p:extLst>
      <p:ext uri="{BB962C8B-B14F-4D97-AF65-F5344CB8AC3E}">
        <p14:creationId xmlns:p14="http://schemas.microsoft.com/office/powerpoint/2010/main" val="12633996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750" fill="hold"/>
                                        <p:tgtEl>
                                          <p:spTgt spid="15"/>
                                        </p:tgtEl>
                                        <p:attrNameLst>
                                          <p:attrName>ppt_w</p:attrName>
                                        </p:attrNameLst>
                                      </p:cBhvr>
                                      <p:tavLst>
                                        <p:tav tm="0">
                                          <p:val>
                                            <p:fltVal val="0"/>
                                          </p:val>
                                        </p:tav>
                                        <p:tav tm="100000">
                                          <p:val>
                                            <p:strVal val="#ppt_w"/>
                                          </p:val>
                                        </p:tav>
                                      </p:tavLst>
                                    </p:anim>
                                    <p:anim calcmode="lin" valueType="num">
                                      <p:cBhvr>
                                        <p:cTn id="8" dur="750" fill="hold"/>
                                        <p:tgtEl>
                                          <p:spTgt spid="15"/>
                                        </p:tgtEl>
                                        <p:attrNameLst>
                                          <p:attrName>ppt_h</p:attrName>
                                        </p:attrNameLst>
                                      </p:cBhvr>
                                      <p:tavLst>
                                        <p:tav tm="0">
                                          <p:val>
                                            <p:fltVal val="0"/>
                                          </p:val>
                                        </p:tav>
                                        <p:tav tm="100000">
                                          <p:val>
                                            <p:strVal val="#ppt_h"/>
                                          </p:val>
                                        </p:tav>
                                      </p:tavLst>
                                    </p:anim>
                                    <p:anim calcmode="lin" valueType="num">
                                      <p:cBhvr>
                                        <p:cTn id="9" dur="750" fill="hold"/>
                                        <p:tgtEl>
                                          <p:spTgt spid="15"/>
                                        </p:tgtEl>
                                        <p:attrNameLst>
                                          <p:attrName>style.rotation</p:attrName>
                                        </p:attrNameLst>
                                      </p:cBhvr>
                                      <p:tavLst>
                                        <p:tav tm="0">
                                          <p:val>
                                            <p:fltVal val="90"/>
                                          </p:val>
                                        </p:tav>
                                        <p:tav tm="100000">
                                          <p:val>
                                            <p:fltVal val="0"/>
                                          </p:val>
                                        </p:tav>
                                      </p:tavLst>
                                    </p:anim>
                                    <p:animEffect transition="in" filter="fade">
                                      <p:cBhvr>
                                        <p:cTn id="10" dur="750"/>
                                        <p:tgtEl>
                                          <p:spTgt spid="15"/>
                                        </p:tgtEl>
                                      </p:cBhvr>
                                    </p:animEffect>
                                  </p:childTnLst>
                                </p:cTn>
                              </p:par>
                            </p:childTnLst>
                          </p:cTn>
                        </p:par>
                        <p:par>
                          <p:cTn id="11" fill="hold">
                            <p:stCondLst>
                              <p:cond delay="750"/>
                            </p:stCondLst>
                            <p:childTnLst>
                              <p:par>
                                <p:cTn id="12" presetID="22" presetClass="entr" presetSubtype="8" fill="hold" grpId="1"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750"/>
                                        <p:tgtEl>
                                          <p:spTgt spid="5"/>
                                        </p:tgtEl>
                                      </p:cBhvr>
                                    </p:animEffect>
                                  </p:childTnLst>
                                </p:cTn>
                              </p:par>
                              <p:par>
                                <p:cTn id="15" presetID="22" presetClass="entr" presetSubtype="8" fill="hold" grpId="1"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750"/>
                                        <p:tgtEl>
                                          <p:spTgt spid="6"/>
                                        </p:tgtEl>
                                      </p:cBhvr>
                                    </p:animEffect>
                                  </p:childTnLst>
                                </p:cTn>
                              </p:par>
                            </p:childTnLst>
                          </p:cTn>
                        </p:par>
                        <p:par>
                          <p:cTn id="18" fill="hold">
                            <p:stCondLst>
                              <p:cond delay="1500"/>
                            </p:stCondLst>
                            <p:childTnLst>
                              <p:par>
                                <p:cTn id="19" presetID="22" presetClass="entr" presetSubtype="8" fill="hold" grpId="1"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750"/>
                                        <p:tgtEl>
                                          <p:spTgt spid="7"/>
                                        </p:tgtEl>
                                      </p:cBhvr>
                                    </p:animEffect>
                                  </p:childTnLst>
                                </p:cTn>
                              </p:par>
                              <p:par>
                                <p:cTn id="22" presetID="22" presetClass="entr" presetSubtype="8" fill="hold" grpId="1"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750"/>
                                        <p:tgtEl>
                                          <p:spTgt spid="8"/>
                                        </p:tgtEl>
                                      </p:cBhvr>
                                    </p:animEffect>
                                  </p:childTnLst>
                                </p:cTn>
                              </p:par>
                            </p:childTnLst>
                          </p:cTn>
                        </p:par>
                        <p:par>
                          <p:cTn id="25" fill="hold">
                            <p:stCondLst>
                              <p:cond delay="2250"/>
                            </p:stCondLst>
                            <p:childTnLst>
                              <p:par>
                                <p:cTn id="26" presetID="22" presetClass="entr" presetSubtype="8" fill="hold" grpId="1"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750"/>
                                        <p:tgtEl>
                                          <p:spTgt spid="9"/>
                                        </p:tgtEl>
                                      </p:cBhvr>
                                    </p:animEffect>
                                  </p:childTnLst>
                                </p:cTn>
                              </p:par>
                              <p:par>
                                <p:cTn id="29" presetID="22" presetClass="entr" presetSubtype="8" fill="hold" grpId="1"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750"/>
                                        <p:tgtEl>
                                          <p:spTgt spid="10"/>
                                        </p:tgtEl>
                                      </p:cBhvr>
                                    </p:animEffect>
                                  </p:childTnLst>
                                </p:cTn>
                              </p:par>
                            </p:childTnLst>
                          </p:cTn>
                        </p:par>
                        <p:par>
                          <p:cTn id="32" fill="hold">
                            <p:stCondLst>
                              <p:cond delay="3000"/>
                            </p:stCondLst>
                            <p:childTnLst>
                              <p:par>
                                <p:cTn id="33" presetID="22" presetClass="entr" presetSubtype="2" fill="hold" grpId="1"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right)">
                                      <p:cBhvr>
                                        <p:cTn id="35" dur="750"/>
                                        <p:tgtEl>
                                          <p:spTgt spid="11"/>
                                        </p:tgtEl>
                                      </p:cBhvr>
                                    </p:animEffect>
                                  </p:childTnLst>
                                </p:cTn>
                              </p:par>
                              <p:par>
                                <p:cTn id="36" presetID="22" presetClass="entr" presetSubtype="2" fill="hold" grpId="1"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750"/>
                                        <p:tgtEl>
                                          <p:spTgt spid="12"/>
                                        </p:tgtEl>
                                      </p:cBhvr>
                                    </p:animEffect>
                                  </p:childTnLst>
                                </p:cTn>
                              </p:par>
                            </p:childTnLst>
                          </p:cTn>
                        </p:par>
                        <p:par>
                          <p:cTn id="39" fill="hold">
                            <p:stCondLst>
                              <p:cond delay="3750"/>
                            </p:stCondLst>
                            <p:childTnLst>
                              <p:par>
                                <p:cTn id="40" presetID="22" presetClass="entr" presetSubtype="2" fill="hold" grpId="1"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right)">
                                      <p:cBhvr>
                                        <p:cTn id="42" dur="750"/>
                                        <p:tgtEl>
                                          <p:spTgt spid="13"/>
                                        </p:tgtEl>
                                      </p:cBhvr>
                                    </p:animEffect>
                                  </p:childTnLst>
                                </p:cTn>
                              </p:par>
                              <p:par>
                                <p:cTn id="43" presetID="22" presetClass="entr" presetSubtype="2" fill="hold" grpId="1"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right)">
                                      <p:cBhvr>
                                        <p:cTn id="45"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8" grpId="0"/>
      <p:bldP spid="8" grpId="1"/>
      <p:bldP spid="9" grpId="0"/>
      <p:bldP spid="9" grpId="1"/>
      <p:bldP spid="10" grpId="0"/>
      <p:bldP spid="10" grpId="1"/>
      <p:bldP spid="11" grpId="0"/>
      <p:bldP spid="11" grpId="1"/>
      <p:bldP spid="12" grpId="0"/>
      <p:bldP spid="12" grpId="1"/>
      <p:bldP spid="13" grpId="0"/>
      <p:bldP spid="13" grpId="1"/>
      <p:bldP spid="14" grpId="0"/>
      <p:bldP spid="14"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2.</a:t>
            </a:r>
            <a:r>
              <a:rPr lang="zh-CN" altLang="en-US" sz="3200" dirty="0">
                <a:solidFill>
                  <a:srgbClr val="B82B2A"/>
                </a:solidFill>
                <a:latin typeface="思源黑体 CN Bold" panose="020B0800000000000000" pitchFamily="34" charset="-122"/>
                <a:ea typeface="思源黑体 CN Bold" panose="020B0800000000000000" pitchFamily="34" charset="-122"/>
              </a:rPr>
              <a:t>工作完成情况</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7">
            <a:extLst>
              <a:ext uri="{FF2B5EF4-FFF2-40B4-BE49-F238E27FC236}">
                <a16:creationId xmlns:a16="http://schemas.microsoft.com/office/drawing/2014/main" xmlns="" id="{FB979D7C-5C29-4176-8D20-8D8F4215BE92}"/>
              </a:ext>
            </a:extLst>
          </p:cNvPr>
          <p:cNvSpPr>
            <a:spLocks noChangeArrowheads="1"/>
          </p:cNvSpPr>
          <p:nvPr/>
        </p:nvSpPr>
        <p:spPr bwMode="auto">
          <a:xfrm>
            <a:off x="1347151" y="2130332"/>
            <a:ext cx="2327616" cy="2325010"/>
          </a:xfrm>
          <a:prstGeom prst="diamond">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txBody>
          <a:bodyPr lIns="0" tIns="0" rIns="0" bIns="0"/>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lnSpc>
                <a:spcPct val="130000"/>
              </a:lnSpc>
            </a:pPr>
            <a:endParaRPr lang="es-ES" altLang="en-US" sz="3600">
              <a:solidFill>
                <a:srgbClr val="000000"/>
              </a:solidFill>
              <a:latin typeface="Arial" panose="020B0604020202020204" pitchFamily="34" charset="0"/>
              <a:ea typeface="微软雅黑" panose="020B0503020204020204" pitchFamily="34" charset="-122"/>
              <a:cs typeface="ヒラギノ角ゴ ProN W3"/>
              <a:sym typeface="Arial" panose="020B0604020202020204" pitchFamily="34" charset="0"/>
            </a:endParaRPr>
          </a:p>
        </p:txBody>
      </p:sp>
      <p:sp>
        <p:nvSpPr>
          <p:cNvPr id="8" name="AutoShape 10">
            <a:extLst>
              <a:ext uri="{FF2B5EF4-FFF2-40B4-BE49-F238E27FC236}">
                <a16:creationId xmlns:a16="http://schemas.microsoft.com/office/drawing/2014/main" xmlns="" id="{FBD091B9-C697-483A-AB85-75CE06A90B81}"/>
              </a:ext>
            </a:extLst>
          </p:cNvPr>
          <p:cNvSpPr>
            <a:spLocks noChangeArrowheads="1"/>
          </p:cNvSpPr>
          <p:nvPr/>
        </p:nvSpPr>
        <p:spPr bwMode="auto">
          <a:xfrm>
            <a:off x="8316724" y="2115418"/>
            <a:ext cx="2327613" cy="2325007"/>
          </a:xfrm>
          <a:prstGeom prst="diamond">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txBody>
          <a:bodyPr lIns="0" tIns="0" rIns="0" bIns="0"/>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lnSpc>
                <a:spcPct val="130000"/>
              </a:lnSpc>
            </a:pPr>
            <a:endParaRPr lang="es-ES" altLang="en-US" sz="3600">
              <a:solidFill>
                <a:srgbClr val="000000"/>
              </a:solidFill>
              <a:latin typeface="Arial" panose="020B0604020202020204" pitchFamily="34" charset="0"/>
              <a:ea typeface="微软雅黑" panose="020B0503020204020204" pitchFamily="34" charset="-122"/>
              <a:cs typeface="ヒラギノ角ゴ ProN W3"/>
              <a:sym typeface="Arial" panose="020B0604020202020204" pitchFamily="34" charset="0"/>
            </a:endParaRPr>
          </a:p>
        </p:txBody>
      </p:sp>
      <p:sp>
        <p:nvSpPr>
          <p:cNvPr id="10" name="AutoShape 12">
            <a:extLst>
              <a:ext uri="{FF2B5EF4-FFF2-40B4-BE49-F238E27FC236}">
                <a16:creationId xmlns:a16="http://schemas.microsoft.com/office/drawing/2014/main" xmlns="" id="{ED9695D9-43A5-40F0-BDCF-B297614743B5}"/>
              </a:ext>
            </a:extLst>
          </p:cNvPr>
          <p:cNvSpPr>
            <a:spLocks noChangeArrowheads="1"/>
          </p:cNvSpPr>
          <p:nvPr/>
        </p:nvSpPr>
        <p:spPr bwMode="auto">
          <a:xfrm>
            <a:off x="4829450" y="3482582"/>
            <a:ext cx="2329274" cy="2325010"/>
          </a:xfrm>
          <a:prstGeom prst="diamond">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txBody>
          <a:bodyPr lIns="0" tIns="0" rIns="0" bIns="0"/>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lnSpc>
                <a:spcPct val="130000"/>
              </a:lnSpc>
            </a:pPr>
            <a:endParaRPr lang="es-ES" altLang="en-US" sz="3600">
              <a:solidFill>
                <a:srgbClr val="000000"/>
              </a:solidFill>
              <a:latin typeface="Arial" panose="020B0604020202020204" pitchFamily="34" charset="0"/>
              <a:ea typeface="微软雅黑" panose="020B0503020204020204" pitchFamily="34" charset="-122"/>
              <a:cs typeface="ヒラギノ角ゴ ProN W3"/>
              <a:sym typeface="Arial" panose="020B0604020202020204" pitchFamily="34" charset="0"/>
            </a:endParaRPr>
          </a:p>
        </p:txBody>
      </p:sp>
      <p:grpSp>
        <p:nvGrpSpPr>
          <p:cNvPr id="29" name="组合 28">
            <a:extLst>
              <a:ext uri="{FF2B5EF4-FFF2-40B4-BE49-F238E27FC236}">
                <a16:creationId xmlns:a16="http://schemas.microsoft.com/office/drawing/2014/main" xmlns="" id="{B1B0AA2D-CA1F-42B1-9EBA-40C5040354B6}"/>
              </a:ext>
            </a:extLst>
          </p:cNvPr>
          <p:cNvGrpSpPr/>
          <p:nvPr/>
        </p:nvGrpSpPr>
        <p:grpSpPr>
          <a:xfrm>
            <a:off x="2501835" y="3482582"/>
            <a:ext cx="2327616" cy="2325010"/>
            <a:chOff x="2501835" y="3482582"/>
            <a:chExt cx="2327616" cy="2325010"/>
          </a:xfrm>
        </p:grpSpPr>
        <p:sp>
          <p:nvSpPr>
            <p:cNvPr id="9" name="AutoShape 11">
              <a:extLst>
                <a:ext uri="{FF2B5EF4-FFF2-40B4-BE49-F238E27FC236}">
                  <a16:creationId xmlns:a16="http://schemas.microsoft.com/office/drawing/2014/main" xmlns="" id="{8A3BAC12-2C41-45AC-8F10-4BCECA7203FF}"/>
                </a:ext>
              </a:extLst>
            </p:cNvPr>
            <p:cNvSpPr>
              <a:spLocks noChangeArrowheads="1"/>
            </p:cNvSpPr>
            <p:nvPr/>
          </p:nvSpPr>
          <p:spPr bwMode="auto">
            <a:xfrm>
              <a:off x="2501835" y="3482582"/>
              <a:ext cx="2327616" cy="2325010"/>
            </a:xfrm>
            <a:prstGeom prst="diamond">
              <a:avLst/>
            </a:prstGeom>
            <a:solidFill>
              <a:schemeClr val="bg1">
                <a:lumMod val="50000"/>
              </a:schemeClr>
            </a:solidFill>
            <a:ln w="25400" cap="flat" cmpd="sng" algn="ctr">
              <a:noFill/>
              <a:prstDash val="solid"/>
            </a:ln>
            <a:effectLst/>
          </p:spPr>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algn="ctr">
                <a:lnSpc>
                  <a:spcPct val="130000"/>
                </a:lnSpc>
              </a:pPr>
              <a:endParaRPr lang="es-ES" altLang="en-US" sz="2400" kern="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AutoShape 10">
              <a:extLst>
                <a:ext uri="{FF2B5EF4-FFF2-40B4-BE49-F238E27FC236}">
                  <a16:creationId xmlns:a16="http://schemas.microsoft.com/office/drawing/2014/main" xmlns="" id="{5C176056-20E8-4589-AA1B-51AA21FCC5E6}"/>
                </a:ext>
              </a:extLst>
            </p:cNvPr>
            <p:cNvSpPr>
              <a:spLocks/>
            </p:cNvSpPr>
            <p:nvPr/>
          </p:nvSpPr>
          <p:spPr bwMode="auto">
            <a:xfrm>
              <a:off x="3437526" y="4055380"/>
              <a:ext cx="487755" cy="406008"/>
            </a:xfrm>
            <a:custGeom>
              <a:avLst/>
              <a:gdLst>
                <a:gd name="T0" fmla="*/ 466725 w 21600"/>
                <a:gd name="T1" fmla="*/ 169263 h 21579"/>
                <a:gd name="T2" fmla="*/ 458471 w 21600"/>
                <a:gd name="T3" fmla="*/ 192802 h 21579"/>
                <a:gd name="T4" fmla="*/ 437836 w 21600"/>
                <a:gd name="T5" fmla="*/ 205977 h 21579"/>
                <a:gd name="T6" fmla="*/ 437836 w 21600"/>
                <a:gd name="T7" fmla="*/ 299395 h 21579"/>
                <a:gd name="T8" fmla="*/ 426319 w 21600"/>
                <a:gd name="T9" fmla="*/ 326737 h 21579"/>
                <a:gd name="T10" fmla="*/ 398855 w 21600"/>
                <a:gd name="T11" fmla="*/ 338111 h 21579"/>
                <a:gd name="T12" fmla="*/ 357326 w 21600"/>
                <a:gd name="T13" fmla="*/ 304676 h 21579"/>
                <a:gd name="T14" fmla="*/ 305013 w 21600"/>
                <a:gd name="T15" fmla="*/ 274955 h 21579"/>
                <a:gd name="T16" fmla="*/ 247407 w 21600"/>
                <a:gd name="T17" fmla="*/ 251776 h 21579"/>
                <a:gd name="T18" fmla="*/ 189910 w 21600"/>
                <a:gd name="T19" fmla="*/ 239141 h 21579"/>
                <a:gd name="T20" fmla="*/ 172191 w 21600"/>
                <a:gd name="T21" fmla="*/ 249253 h 21579"/>
                <a:gd name="T22" fmla="*/ 162814 w 21600"/>
                <a:gd name="T23" fmla="*/ 265060 h 21579"/>
                <a:gd name="T24" fmla="*/ 162295 w 21600"/>
                <a:gd name="T25" fmla="*/ 282939 h 21579"/>
                <a:gd name="T26" fmla="*/ 171716 w 21600"/>
                <a:gd name="T27" fmla="*/ 299395 h 21579"/>
                <a:gd name="T28" fmla="*/ 165882 w 21600"/>
                <a:gd name="T29" fmla="*/ 318537 h 21579"/>
                <a:gd name="T30" fmla="*/ 171068 w 21600"/>
                <a:gd name="T31" fmla="*/ 335353 h 21579"/>
                <a:gd name="T32" fmla="*/ 183622 w 21600"/>
                <a:gd name="T33" fmla="*/ 350908 h 21579"/>
                <a:gd name="T34" fmla="*/ 200324 w 21600"/>
                <a:gd name="T35" fmla="*/ 365723 h 21579"/>
                <a:gd name="T36" fmla="*/ 182714 w 21600"/>
                <a:gd name="T37" fmla="*/ 382341 h 21579"/>
                <a:gd name="T38" fmla="*/ 155834 w 21600"/>
                <a:gd name="T39" fmla="*/ 388794 h 21579"/>
                <a:gd name="T40" fmla="*/ 127852 w 21600"/>
                <a:gd name="T41" fmla="*/ 386144 h 21579"/>
                <a:gd name="T42" fmla="*/ 106374 w 21600"/>
                <a:gd name="T43" fmla="*/ 375096 h 21579"/>
                <a:gd name="T44" fmla="*/ 96219 w 21600"/>
                <a:gd name="T45" fmla="*/ 343464 h 21579"/>
                <a:gd name="T46" fmla="*/ 87122 w 21600"/>
                <a:gd name="T47" fmla="*/ 310444 h 21579"/>
                <a:gd name="T48" fmla="*/ 83578 w 21600"/>
                <a:gd name="T49" fmla="*/ 275423 h 21579"/>
                <a:gd name="T50" fmla="*/ 89672 w 21600"/>
                <a:gd name="T51" fmla="*/ 237087 h 21579"/>
                <a:gd name="T52" fmla="*/ 38980 w 21600"/>
                <a:gd name="T53" fmla="*/ 237087 h 21579"/>
                <a:gd name="T54" fmla="*/ 11538 w 21600"/>
                <a:gd name="T55" fmla="*/ 225713 h 21579"/>
                <a:gd name="T56" fmla="*/ 0 w 21600"/>
                <a:gd name="T57" fmla="*/ 198101 h 21579"/>
                <a:gd name="T58" fmla="*/ 0 w 21600"/>
                <a:gd name="T59" fmla="*/ 140118 h 21579"/>
                <a:gd name="T60" fmla="*/ 11366 w 21600"/>
                <a:gd name="T61" fmla="*/ 112559 h 21579"/>
                <a:gd name="T62" fmla="*/ 38980 w 21600"/>
                <a:gd name="T63" fmla="*/ 101024 h 21579"/>
                <a:gd name="T64" fmla="*/ 165363 w 21600"/>
                <a:gd name="T65" fmla="*/ 101024 h 21579"/>
                <a:gd name="T66" fmla="*/ 227420 w 21600"/>
                <a:gd name="T67" fmla="*/ 92571 h 21579"/>
                <a:gd name="T68" fmla="*/ 291941 w 21600"/>
                <a:gd name="T69" fmla="*/ 69825 h 21579"/>
                <a:gd name="T70" fmla="*/ 351621 w 21600"/>
                <a:gd name="T71" fmla="*/ 37346 h 21579"/>
                <a:gd name="T72" fmla="*/ 398855 w 21600"/>
                <a:gd name="T73" fmla="*/ 0 h 21579"/>
                <a:gd name="T74" fmla="*/ 426319 w 21600"/>
                <a:gd name="T75" fmla="*/ 11427 h 21579"/>
                <a:gd name="T76" fmla="*/ 437836 w 21600"/>
                <a:gd name="T77" fmla="*/ 39040 h 21579"/>
                <a:gd name="T78" fmla="*/ 437836 w 21600"/>
                <a:gd name="T79" fmla="*/ 132187 h 21579"/>
                <a:gd name="T80" fmla="*/ 458471 w 21600"/>
                <a:gd name="T81" fmla="*/ 145471 h 21579"/>
                <a:gd name="T82" fmla="*/ 466725 w 21600"/>
                <a:gd name="T83" fmla="*/ 169263 h 21579"/>
                <a:gd name="T84" fmla="*/ 398855 w 21600"/>
                <a:gd name="T85" fmla="*/ 51458 h 21579"/>
                <a:gd name="T86" fmla="*/ 356807 w 21600"/>
                <a:gd name="T87" fmla="*/ 80242 h 21579"/>
                <a:gd name="T88" fmla="*/ 308557 w 21600"/>
                <a:gd name="T89" fmla="*/ 105152 h 21579"/>
                <a:gd name="T90" fmla="*/ 256656 w 21600"/>
                <a:gd name="T91" fmla="*/ 124780 h 21579"/>
                <a:gd name="T92" fmla="*/ 204343 w 21600"/>
                <a:gd name="T93" fmla="*/ 137054 h 21579"/>
                <a:gd name="T94" fmla="*/ 204343 w 21600"/>
                <a:gd name="T95" fmla="*/ 201381 h 21579"/>
                <a:gd name="T96" fmla="*/ 256656 w 21600"/>
                <a:gd name="T97" fmla="*/ 213800 h 21579"/>
                <a:gd name="T98" fmla="*/ 308557 w 21600"/>
                <a:gd name="T99" fmla="*/ 233536 h 21579"/>
                <a:gd name="T100" fmla="*/ 357066 w 21600"/>
                <a:gd name="T101" fmla="*/ 258607 h 21579"/>
                <a:gd name="T102" fmla="*/ 398855 w 21600"/>
                <a:gd name="T103" fmla="*/ 286959 h 21579"/>
                <a:gd name="T104" fmla="*/ 398855 w 21600"/>
                <a:gd name="T105" fmla="*/ 51458 h 21579"/>
                <a:gd name="T106" fmla="*/ 398855 w 21600"/>
                <a:gd name="T107" fmla="*/ 51458 h 2157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1600" h="21579">
                  <a:moveTo>
                    <a:pt x="21600" y="9391"/>
                  </a:moveTo>
                  <a:cubicBezTo>
                    <a:pt x="21600" y="9887"/>
                    <a:pt x="21473" y="10321"/>
                    <a:pt x="21218" y="10697"/>
                  </a:cubicBezTo>
                  <a:cubicBezTo>
                    <a:pt x="20964" y="11073"/>
                    <a:pt x="20648" y="11313"/>
                    <a:pt x="20263" y="11428"/>
                  </a:cubicBezTo>
                  <a:lnTo>
                    <a:pt x="20263" y="16611"/>
                  </a:lnTo>
                  <a:cubicBezTo>
                    <a:pt x="20263" y="17201"/>
                    <a:pt x="20087" y="17708"/>
                    <a:pt x="19730" y="18128"/>
                  </a:cubicBezTo>
                  <a:cubicBezTo>
                    <a:pt x="19375" y="18551"/>
                    <a:pt x="18951" y="18759"/>
                    <a:pt x="18459" y="18759"/>
                  </a:cubicBezTo>
                  <a:cubicBezTo>
                    <a:pt x="17928" y="18122"/>
                    <a:pt x="17286" y="17506"/>
                    <a:pt x="16537" y="16904"/>
                  </a:cubicBezTo>
                  <a:cubicBezTo>
                    <a:pt x="15786" y="16305"/>
                    <a:pt x="14980" y="15757"/>
                    <a:pt x="14116" y="15255"/>
                  </a:cubicBezTo>
                  <a:cubicBezTo>
                    <a:pt x="13254" y="14756"/>
                    <a:pt x="12363" y="14325"/>
                    <a:pt x="11450" y="13969"/>
                  </a:cubicBezTo>
                  <a:cubicBezTo>
                    <a:pt x="10537" y="13614"/>
                    <a:pt x="9648" y="13380"/>
                    <a:pt x="8789" y="13268"/>
                  </a:cubicBezTo>
                  <a:cubicBezTo>
                    <a:pt x="8453" y="13379"/>
                    <a:pt x="8179" y="13564"/>
                    <a:pt x="7969" y="13829"/>
                  </a:cubicBezTo>
                  <a:cubicBezTo>
                    <a:pt x="7758" y="14093"/>
                    <a:pt x="7614" y="14386"/>
                    <a:pt x="7535" y="14706"/>
                  </a:cubicBezTo>
                  <a:cubicBezTo>
                    <a:pt x="7457" y="15029"/>
                    <a:pt x="7450" y="15361"/>
                    <a:pt x="7511" y="15698"/>
                  </a:cubicBezTo>
                  <a:cubicBezTo>
                    <a:pt x="7575" y="16036"/>
                    <a:pt x="7719" y="16341"/>
                    <a:pt x="7947" y="16611"/>
                  </a:cubicBezTo>
                  <a:cubicBezTo>
                    <a:pt x="7751" y="16992"/>
                    <a:pt x="7660" y="17347"/>
                    <a:pt x="7677" y="17673"/>
                  </a:cubicBezTo>
                  <a:cubicBezTo>
                    <a:pt x="7692" y="17993"/>
                    <a:pt x="7773" y="18307"/>
                    <a:pt x="7917" y="18606"/>
                  </a:cubicBezTo>
                  <a:cubicBezTo>
                    <a:pt x="8059" y="18909"/>
                    <a:pt x="8255" y="19193"/>
                    <a:pt x="8498" y="19469"/>
                  </a:cubicBezTo>
                  <a:cubicBezTo>
                    <a:pt x="8737" y="19745"/>
                    <a:pt x="8997" y="20021"/>
                    <a:pt x="9271" y="20291"/>
                  </a:cubicBezTo>
                  <a:cubicBezTo>
                    <a:pt x="9114" y="20696"/>
                    <a:pt x="8843" y="21001"/>
                    <a:pt x="8456" y="21213"/>
                  </a:cubicBezTo>
                  <a:cubicBezTo>
                    <a:pt x="8069" y="21424"/>
                    <a:pt x="7655" y="21541"/>
                    <a:pt x="7212" y="21571"/>
                  </a:cubicBezTo>
                  <a:cubicBezTo>
                    <a:pt x="6772" y="21600"/>
                    <a:pt x="6341" y="21550"/>
                    <a:pt x="5917" y="21424"/>
                  </a:cubicBezTo>
                  <a:cubicBezTo>
                    <a:pt x="5496" y="21295"/>
                    <a:pt x="5163" y="21092"/>
                    <a:pt x="4923" y="20811"/>
                  </a:cubicBezTo>
                  <a:cubicBezTo>
                    <a:pt x="4781" y="20241"/>
                    <a:pt x="4625" y="19657"/>
                    <a:pt x="4453" y="19056"/>
                  </a:cubicBezTo>
                  <a:cubicBezTo>
                    <a:pt x="4282" y="18454"/>
                    <a:pt x="4140" y="17843"/>
                    <a:pt x="4032" y="17224"/>
                  </a:cubicBezTo>
                  <a:cubicBezTo>
                    <a:pt x="3922" y="16599"/>
                    <a:pt x="3868" y="15953"/>
                    <a:pt x="3868" y="15281"/>
                  </a:cubicBezTo>
                  <a:cubicBezTo>
                    <a:pt x="3868" y="14615"/>
                    <a:pt x="3961" y="13905"/>
                    <a:pt x="4150" y="13154"/>
                  </a:cubicBezTo>
                  <a:lnTo>
                    <a:pt x="1804" y="13154"/>
                  </a:lnTo>
                  <a:cubicBezTo>
                    <a:pt x="1312" y="13154"/>
                    <a:pt x="889" y="12945"/>
                    <a:pt x="534" y="12523"/>
                  </a:cubicBezTo>
                  <a:cubicBezTo>
                    <a:pt x="176" y="12100"/>
                    <a:pt x="0" y="11592"/>
                    <a:pt x="0" y="10991"/>
                  </a:cubicBezTo>
                  <a:lnTo>
                    <a:pt x="0" y="7774"/>
                  </a:lnTo>
                  <a:cubicBezTo>
                    <a:pt x="0" y="7184"/>
                    <a:pt x="176" y="6677"/>
                    <a:pt x="526" y="6245"/>
                  </a:cubicBezTo>
                  <a:cubicBezTo>
                    <a:pt x="879" y="5820"/>
                    <a:pt x="1305" y="5605"/>
                    <a:pt x="1804" y="5605"/>
                  </a:cubicBezTo>
                  <a:lnTo>
                    <a:pt x="7653" y="5605"/>
                  </a:lnTo>
                  <a:cubicBezTo>
                    <a:pt x="8551" y="5605"/>
                    <a:pt x="9509" y="5450"/>
                    <a:pt x="10525" y="5136"/>
                  </a:cubicBezTo>
                  <a:cubicBezTo>
                    <a:pt x="11541" y="4822"/>
                    <a:pt x="12537" y="4399"/>
                    <a:pt x="13511" y="3874"/>
                  </a:cubicBezTo>
                  <a:cubicBezTo>
                    <a:pt x="14488" y="3343"/>
                    <a:pt x="15409" y="2744"/>
                    <a:pt x="16273" y="2072"/>
                  </a:cubicBezTo>
                  <a:cubicBezTo>
                    <a:pt x="17135" y="1406"/>
                    <a:pt x="17864" y="713"/>
                    <a:pt x="18459" y="0"/>
                  </a:cubicBezTo>
                  <a:cubicBezTo>
                    <a:pt x="18951" y="0"/>
                    <a:pt x="19375" y="214"/>
                    <a:pt x="19730" y="634"/>
                  </a:cubicBezTo>
                  <a:cubicBezTo>
                    <a:pt x="20087" y="1057"/>
                    <a:pt x="20263" y="1567"/>
                    <a:pt x="20263" y="2166"/>
                  </a:cubicBezTo>
                  <a:lnTo>
                    <a:pt x="20263" y="7334"/>
                  </a:lnTo>
                  <a:cubicBezTo>
                    <a:pt x="20648" y="7446"/>
                    <a:pt x="20963" y="7692"/>
                    <a:pt x="21218" y="8071"/>
                  </a:cubicBezTo>
                  <a:cubicBezTo>
                    <a:pt x="21473" y="8455"/>
                    <a:pt x="21600" y="8895"/>
                    <a:pt x="21600" y="9391"/>
                  </a:cubicBezTo>
                  <a:moveTo>
                    <a:pt x="18459" y="2855"/>
                  </a:moveTo>
                  <a:cubicBezTo>
                    <a:pt x="17864" y="3407"/>
                    <a:pt x="17215" y="3941"/>
                    <a:pt x="16513" y="4452"/>
                  </a:cubicBezTo>
                  <a:cubicBezTo>
                    <a:pt x="15810" y="4963"/>
                    <a:pt x="15066" y="5423"/>
                    <a:pt x="14280" y="5834"/>
                  </a:cubicBezTo>
                  <a:cubicBezTo>
                    <a:pt x="13494" y="6245"/>
                    <a:pt x="12694" y="6609"/>
                    <a:pt x="11878" y="6923"/>
                  </a:cubicBezTo>
                  <a:cubicBezTo>
                    <a:pt x="11061" y="7237"/>
                    <a:pt x="10255" y="7463"/>
                    <a:pt x="9457" y="7604"/>
                  </a:cubicBezTo>
                  <a:lnTo>
                    <a:pt x="9457" y="11173"/>
                  </a:lnTo>
                  <a:cubicBezTo>
                    <a:pt x="10255" y="11325"/>
                    <a:pt x="11061" y="11554"/>
                    <a:pt x="11878" y="11862"/>
                  </a:cubicBezTo>
                  <a:cubicBezTo>
                    <a:pt x="12694" y="12170"/>
                    <a:pt x="13494" y="12537"/>
                    <a:pt x="14280" y="12957"/>
                  </a:cubicBezTo>
                  <a:cubicBezTo>
                    <a:pt x="15066" y="13379"/>
                    <a:pt x="15813" y="13843"/>
                    <a:pt x="16525" y="14348"/>
                  </a:cubicBezTo>
                  <a:cubicBezTo>
                    <a:pt x="17235" y="14856"/>
                    <a:pt x="17881" y="15381"/>
                    <a:pt x="18459" y="15921"/>
                  </a:cubicBezTo>
                  <a:lnTo>
                    <a:pt x="18459" y="2855"/>
                  </a:lnTo>
                  <a:close/>
                  <a:moveTo>
                    <a:pt x="18459" y="2855"/>
                  </a:move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a:lnSpc>
                  <a:spcPct val="130000"/>
                </a:lnSpc>
              </a:pP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3" name="Rectangle 21">
              <a:extLst>
                <a:ext uri="{FF2B5EF4-FFF2-40B4-BE49-F238E27FC236}">
                  <a16:creationId xmlns:a16="http://schemas.microsoft.com/office/drawing/2014/main" xmlns="" id="{9ADDE3A4-BC3E-4240-8276-B8C7DE5B9C24}"/>
                </a:ext>
              </a:extLst>
            </p:cNvPr>
            <p:cNvSpPr>
              <a:spLocks noChangeArrowheads="1"/>
            </p:cNvSpPr>
            <p:nvPr/>
          </p:nvSpPr>
          <p:spPr bwMode="auto">
            <a:xfrm>
              <a:off x="3168421" y="4579001"/>
              <a:ext cx="992784" cy="619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600" b="1">
                  <a:solidFill>
                    <a:srgbClr val="FFFFFF"/>
                  </a:solidFill>
                  <a:latin typeface="Arial" panose="020B0604020202020204" pitchFamily="34" charset="0"/>
                  <a:ea typeface="微软雅黑" panose="020B0503020204020204" pitchFamily="34" charset="-122"/>
                  <a:sym typeface="Arial" panose="020B0604020202020204" pitchFamily="34" charset="0"/>
                </a:rPr>
                <a:t>01</a:t>
              </a:r>
              <a:endParaRPr lang="en-US" sz="36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 name="组合 2">
            <a:extLst>
              <a:ext uri="{FF2B5EF4-FFF2-40B4-BE49-F238E27FC236}">
                <a16:creationId xmlns:a16="http://schemas.microsoft.com/office/drawing/2014/main" xmlns="" id="{BCDFEE12-2290-4F00-9937-34F28AD3ED5F}"/>
              </a:ext>
            </a:extLst>
          </p:cNvPr>
          <p:cNvGrpSpPr/>
          <p:nvPr/>
        </p:nvGrpSpPr>
        <p:grpSpPr>
          <a:xfrm>
            <a:off x="3674767" y="2130332"/>
            <a:ext cx="2329274" cy="2325010"/>
            <a:chOff x="3674767" y="2130332"/>
            <a:chExt cx="2329274" cy="2325010"/>
          </a:xfrm>
        </p:grpSpPr>
        <p:sp>
          <p:nvSpPr>
            <p:cNvPr id="6" name="AutoShape 8">
              <a:extLst>
                <a:ext uri="{FF2B5EF4-FFF2-40B4-BE49-F238E27FC236}">
                  <a16:creationId xmlns:a16="http://schemas.microsoft.com/office/drawing/2014/main" xmlns="" id="{295FD56A-E5AC-47DE-B130-00D37EBF88ED}"/>
                </a:ext>
              </a:extLst>
            </p:cNvPr>
            <p:cNvSpPr>
              <a:spLocks noChangeArrowheads="1"/>
            </p:cNvSpPr>
            <p:nvPr/>
          </p:nvSpPr>
          <p:spPr bwMode="auto">
            <a:xfrm>
              <a:off x="3674767" y="2130332"/>
              <a:ext cx="2329274" cy="2325010"/>
            </a:xfrm>
            <a:prstGeom prst="diamond">
              <a:avLst/>
            </a:prstGeom>
            <a:solidFill>
              <a:srgbClr val="C00000"/>
            </a:solidFill>
            <a:ln>
              <a:noFill/>
            </a:ln>
          </p:spPr>
          <p:txBody>
            <a:bodyPr lIns="0" tIns="0" rIns="0" bIns="0"/>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lnSpc>
                  <a:spcPct val="130000"/>
                </a:lnSpc>
              </a:pPr>
              <a:endParaRPr lang="es-ES" altLang="en-US" sz="3600">
                <a:solidFill>
                  <a:srgbClr val="000000"/>
                </a:solidFill>
                <a:latin typeface="Arial" panose="020B0604020202020204" pitchFamily="34" charset="0"/>
                <a:ea typeface="微软雅黑" panose="020B0503020204020204" pitchFamily="34" charset="-122"/>
                <a:cs typeface="ヒラギノ角ゴ ProN W3"/>
                <a:sym typeface="Arial" panose="020B0604020202020204" pitchFamily="34" charset="0"/>
              </a:endParaRPr>
            </a:p>
          </p:txBody>
        </p:sp>
        <p:sp>
          <p:nvSpPr>
            <p:cNvPr id="14" name="AutoShape 8">
              <a:extLst>
                <a:ext uri="{FF2B5EF4-FFF2-40B4-BE49-F238E27FC236}">
                  <a16:creationId xmlns:a16="http://schemas.microsoft.com/office/drawing/2014/main" xmlns="" id="{7C2A7FCA-8B6E-459F-A8F6-4F9540753294}"/>
                </a:ext>
              </a:extLst>
            </p:cNvPr>
            <p:cNvSpPr>
              <a:spLocks/>
            </p:cNvSpPr>
            <p:nvPr/>
          </p:nvSpPr>
          <p:spPr bwMode="auto">
            <a:xfrm>
              <a:off x="4578937" y="2835704"/>
              <a:ext cx="545820" cy="371206"/>
            </a:xfrm>
            <a:custGeom>
              <a:avLst/>
              <a:gdLst>
                <a:gd name="T0" fmla="*/ 449095 w 21600"/>
                <a:gd name="T1" fmla="*/ 156201 h 21600"/>
                <a:gd name="T2" fmla="*/ 455745 w 21600"/>
                <a:gd name="T3" fmla="*/ 122962 h 21600"/>
                <a:gd name="T4" fmla="*/ 332668 w 21600"/>
                <a:gd name="T5" fmla="*/ 0 h 21600"/>
                <a:gd name="T6" fmla="*/ 242840 w 21600"/>
                <a:gd name="T7" fmla="*/ 59826 h 21600"/>
                <a:gd name="T8" fmla="*/ 153035 w 21600"/>
                <a:gd name="T9" fmla="*/ 26588 h 21600"/>
                <a:gd name="T10" fmla="*/ 66543 w 21600"/>
                <a:gd name="T11" fmla="*/ 132938 h 21600"/>
                <a:gd name="T12" fmla="*/ 69856 w 21600"/>
                <a:gd name="T13" fmla="*/ 156201 h 21600"/>
                <a:gd name="T14" fmla="*/ 0 w 21600"/>
                <a:gd name="T15" fmla="*/ 252575 h 21600"/>
                <a:gd name="T16" fmla="*/ 103128 w 21600"/>
                <a:gd name="T17" fmla="*/ 355600 h 21600"/>
                <a:gd name="T18" fmla="*/ 419160 w 21600"/>
                <a:gd name="T19" fmla="*/ 355600 h 21600"/>
                <a:gd name="T20" fmla="*/ 522288 w 21600"/>
                <a:gd name="T21" fmla="*/ 252575 h 21600"/>
                <a:gd name="T22" fmla="*/ 449095 w 21600"/>
                <a:gd name="T23" fmla="*/ 156201 h 21600"/>
                <a:gd name="T24" fmla="*/ 399212 w 21600"/>
                <a:gd name="T25" fmla="*/ 335663 h 21600"/>
                <a:gd name="T26" fmla="*/ 262812 w 21600"/>
                <a:gd name="T27" fmla="*/ 335663 h 21600"/>
                <a:gd name="T28" fmla="*/ 345967 w 21600"/>
                <a:gd name="T29" fmla="*/ 252575 h 21600"/>
                <a:gd name="T30" fmla="*/ 342655 w 21600"/>
                <a:gd name="T31" fmla="*/ 242598 h 21600"/>
                <a:gd name="T32" fmla="*/ 306046 w 21600"/>
                <a:gd name="T33" fmla="*/ 242598 h 21600"/>
                <a:gd name="T34" fmla="*/ 306046 w 21600"/>
                <a:gd name="T35" fmla="*/ 225987 h 21600"/>
                <a:gd name="T36" fmla="*/ 306046 w 21600"/>
                <a:gd name="T37" fmla="*/ 122962 h 21600"/>
                <a:gd name="T38" fmla="*/ 299397 w 21600"/>
                <a:gd name="T39" fmla="*/ 119636 h 21600"/>
                <a:gd name="T40" fmla="*/ 212905 w 21600"/>
                <a:gd name="T41" fmla="*/ 119636 h 21600"/>
                <a:gd name="T42" fmla="*/ 206255 w 21600"/>
                <a:gd name="T43" fmla="*/ 126287 h 21600"/>
                <a:gd name="T44" fmla="*/ 206255 w 21600"/>
                <a:gd name="T45" fmla="*/ 225987 h 21600"/>
                <a:gd name="T46" fmla="*/ 206255 w 21600"/>
                <a:gd name="T47" fmla="*/ 242598 h 21600"/>
                <a:gd name="T48" fmla="*/ 169671 w 21600"/>
                <a:gd name="T49" fmla="*/ 242598 h 21600"/>
                <a:gd name="T50" fmla="*/ 169671 w 21600"/>
                <a:gd name="T51" fmla="*/ 252575 h 21600"/>
                <a:gd name="T52" fmla="*/ 252826 w 21600"/>
                <a:gd name="T53" fmla="*/ 335663 h 21600"/>
                <a:gd name="T54" fmla="*/ 126413 w 21600"/>
                <a:gd name="T55" fmla="*/ 335663 h 21600"/>
                <a:gd name="T56" fmla="*/ 36584 w 21600"/>
                <a:gd name="T57" fmla="*/ 249249 h 21600"/>
                <a:gd name="T58" fmla="*/ 96478 w 21600"/>
                <a:gd name="T59" fmla="*/ 166161 h 21600"/>
                <a:gd name="T60" fmla="*/ 93141 w 21600"/>
                <a:gd name="T61" fmla="*/ 146224 h 21600"/>
                <a:gd name="T62" fmla="*/ 169671 w 21600"/>
                <a:gd name="T63" fmla="*/ 56501 h 21600"/>
                <a:gd name="T64" fmla="*/ 249489 w 21600"/>
                <a:gd name="T65" fmla="*/ 99700 h 21600"/>
                <a:gd name="T66" fmla="*/ 326019 w 21600"/>
                <a:gd name="T67" fmla="*/ 36564 h 21600"/>
                <a:gd name="T68" fmla="*/ 425810 w 21600"/>
                <a:gd name="T69" fmla="*/ 139573 h 21600"/>
                <a:gd name="T70" fmla="*/ 422497 w 21600"/>
                <a:gd name="T71" fmla="*/ 166161 h 21600"/>
                <a:gd name="T72" fmla="*/ 489016 w 21600"/>
                <a:gd name="T73" fmla="*/ 249249 h 21600"/>
                <a:gd name="T74" fmla="*/ 399212 w 21600"/>
                <a:gd name="T75" fmla="*/ 335663 h 21600"/>
                <a:gd name="T76" fmla="*/ 399212 w 21600"/>
                <a:gd name="T77" fmla="*/ 335663 h 216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1600" h="21600">
                  <a:moveTo>
                    <a:pt x="18573" y="9488"/>
                  </a:moveTo>
                  <a:cubicBezTo>
                    <a:pt x="18711" y="8882"/>
                    <a:pt x="18848" y="8075"/>
                    <a:pt x="18848" y="7469"/>
                  </a:cubicBezTo>
                  <a:cubicBezTo>
                    <a:pt x="18848" y="3432"/>
                    <a:pt x="16510" y="0"/>
                    <a:pt x="13758" y="0"/>
                  </a:cubicBezTo>
                  <a:cubicBezTo>
                    <a:pt x="10456" y="0"/>
                    <a:pt x="10043" y="3634"/>
                    <a:pt x="10043" y="3634"/>
                  </a:cubicBezTo>
                  <a:cubicBezTo>
                    <a:pt x="10043" y="3634"/>
                    <a:pt x="8668" y="1211"/>
                    <a:pt x="6329" y="1615"/>
                  </a:cubicBezTo>
                  <a:cubicBezTo>
                    <a:pt x="4127" y="2221"/>
                    <a:pt x="2752" y="5047"/>
                    <a:pt x="2752" y="8075"/>
                  </a:cubicBezTo>
                  <a:cubicBezTo>
                    <a:pt x="2752" y="8478"/>
                    <a:pt x="2752" y="9084"/>
                    <a:pt x="2889" y="9488"/>
                  </a:cubicBezTo>
                  <a:cubicBezTo>
                    <a:pt x="1238" y="10295"/>
                    <a:pt x="0" y="12718"/>
                    <a:pt x="0" y="15342"/>
                  </a:cubicBezTo>
                  <a:cubicBezTo>
                    <a:pt x="0" y="18774"/>
                    <a:pt x="1926" y="21600"/>
                    <a:pt x="4265" y="21600"/>
                  </a:cubicBezTo>
                  <a:cubicBezTo>
                    <a:pt x="17335" y="21600"/>
                    <a:pt x="17335" y="21600"/>
                    <a:pt x="17335" y="21600"/>
                  </a:cubicBezTo>
                  <a:cubicBezTo>
                    <a:pt x="19674" y="21600"/>
                    <a:pt x="21600" y="18774"/>
                    <a:pt x="21600" y="15342"/>
                  </a:cubicBezTo>
                  <a:cubicBezTo>
                    <a:pt x="21600" y="12516"/>
                    <a:pt x="20362" y="10295"/>
                    <a:pt x="18573" y="9488"/>
                  </a:cubicBezTo>
                  <a:close/>
                  <a:moveTo>
                    <a:pt x="16510" y="20389"/>
                  </a:moveTo>
                  <a:cubicBezTo>
                    <a:pt x="10869" y="20389"/>
                    <a:pt x="10869" y="20389"/>
                    <a:pt x="10869" y="20389"/>
                  </a:cubicBezTo>
                  <a:cubicBezTo>
                    <a:pt x="11282" y="19581"/>
                    <a:pt x="14308" y="15342"/>
                    <a:pt x="14308" y="15342"/>
                  </a:cubicBezTo>
                  <a:cubicBezTo>
                    <a:pt x="14308" y="15342"/>
                    <a:pt x="14721" y="14736"/>
                    <a:pt x="14171" y="14736"/>
                  </a:cubicBezTo>
                  <a:cubicBezTo>
                    <a:pt x="13620" y="14736"/>
                    <a:pt x="12657" y="14736"/>
                    <a:pt x="12657" y="14736"/>
                  </a:cubicBezTo>
                  <a:cubicBezTo>
                    <a:pt x="12657" y="14736"/>
                    <a:pt x="12657" y="14333"/>
                    <a:pt x="12657" y="13727"/>
                  </a:cubicBezTo>
                  <a:cubicBezTo>
                    <a:pt x="12657" y="12112"/>
                    <a:pt x="12657" y="8882"/>
                    <a:pt x="12657" y="7469"/>
                  </a:cubicBezTo>
                  <a:cubicBezTo>
                    <a:pt x="12657" y="7469"/>
                    <a:pt x="12657" y="7267"/>
                    <a:pt x="12382" y="7267"/>
                  </a:cubicBezTo>
                  <a:cubicBezTo>
                    <a:pt x="12107" y="7267"/>
                    <a:pt x="9218" y="7267"/>
                    <a:pt x="8805" y="7267"/>
                  </a:cubicBezTo>
                  <a:cubicBezTo>
                    <a:pt x="8530" y="7267"/>
                    <a:pt x="8530" y="7671"/>
                    <a:pt x="8530" y="7671"/>
                  </a:cubicBezTo>
                  <a:cubicBezTo>
                    <a:pt x="8530" y="8882"/>
                    <a:pt x="8530" y="12112"/>
                    <a:pt x="8530" y="13727"/>
                  </a:cubicBezTo>
                  <a:cubicBezTo>
                    <a:pt x="8530" y="14333"/>
                    <a:pt x="8530" y="14736"/>
                    <a:pt x="8530" y="14736"/>
                  </a:cubicBezTo>
                  <a:cubicBezTo>
                    <a:pt x="8530" y="14736"/>
                    <a:pt x="7429" y="14736"/>
                    <a:pt x="7017" y="14736"/>
                  </a:cubicBezTo>
                  <a:cubicBezTo>
                    <a:pt x="6604" y="14736"/>
                    <a:pt x="7017" y="15342"/>
                    <a:pt x="7017" y="15342"/>
                  </a:cubicBezTo>
                  <a:cubicBezTo>
                    <a:pt x="10456" y="20389"/>
                    <a:pt x="10456" y="20389"/>
                    <a:pt x="10456" y="20389"/>
                  </a:cubicBezTo>
                  <a:cubicBezTo>
                    <a:pt x="5228" y="20389"/>
                    <a:pt x="5228" y="20389"/>
                    <a:pt x="5228" y="20389"/>
                  </a:cubicBezTo>
                  <a:cubicBezTo>
                    <a:pt x="3164" y="20389"/>
                    <a:pt x="1513" y="17966"/>
                    <a:pt x="1513" y="15140"/>
                  </a:cubicBezTo>
                  <a:cubicBezTo>
                    <a:pt x="1513" y="12718"/>
                    <a:pt x="2614" y="10901"/>
                    <a:pt x="3990" y="10093"/>
                  </a:cubicBezTo>
                  <a:cubicBezTo>
                    <a:pt x="3852" y="9690"/>
                    <a:pt x="3852" y="9286"/>
                    <a:pt x="3852" y="8882"/>
                  </a:cubicBezTo>
                  <a:cubicBezTo>
                    <a:pt x="3852" y="6460"/>
                    <a:pt x="5090" y="4037"/>
                    <a:pt x="7017" y="3432"/>
                  </a:cubicBezTo>
                  <a:cubicBezTo>
                    <a:pt x="9080" y="3230"/>
                    <a:pt x="10318" y="6056"/>
                    <a:pt x="10318" y="6056"/>
                  </a:cubicBezTo>
                  <a:cubicBezTo>
                    <a:pt x="10318" y="6056"/>
                    <a:pt x="10594" y="2221"/>
                    <a:pt x="13483" y="2221"/>
                  </a:cubicBezTo>
                  <a:cubicBezTo>
                    <a:pt x="15822" y="2221"/>
                    <a:pt x="17610" y="5047"/>
                    <a:pt x="17610" y="8478"/>
                  </a:cubicBezTo>
                  <a:cubicBezTo>
                    <a:pt x="17610" y="9084"/>
                    <a:pt x="17610" y="9690"/>
                    <a:pt x="17473" y="10093"/>
                  </a:cubicBezTo>
                  <a:cubicBezTo>
                    <a:pt x="18986" y="10699"/>
                    <a:pt x="20224" y="12718"/>
                    <a:pt x="20224" y="15140"/>
                  </a:cubicBezTo>
                  <a:cubicBezTo>
                    <a:pt x="20224" y="17966"/>
                    <a:pt x="18573" y="20389"/>
                    <a:pt x="16510" y="20389"/>
                  </a:cubicBezTo>
                  <a:close/>
                  <a:moveTo>
                    <a:pt x="16510" y="20389"/>
                  </a:move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a:lnSpc>
                  <a:spcPct val="130000"/>
                </a:lnSpc>
              </a:pP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5" name="Rectangle 21">
              <a:extLst>
                <a:ext uri="{FF2B5EF4-FFF2-40B4-BE49-F238E27FC236}">
                  <a16:creationId xmlns:a16="http://schemas.microsoft.com/office/drawing/2014/main" xmlns="" id="{69B20A83-7420-4413-8BF7-EEB1596DF72C}"/>
                </a:ext>
              </a:extLst>
            </p:cNvPr>
            <p:cNvSpPr>
              <a:spLocks noChangeArrowheads="1"/>
            </p:cNvSpPr>
            <p:nvPr/>
          </p:nvSpPr>
          <p:spPr bwMode="auto">
            <a:xfrm>
              <a:off x="4313149" y="3279781"/>
              <a:ext cx="992784" cy="619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600" b="1" dirty="0">
                  <a:solidFill>
                    <a:srgbClr val="FFFFFF"/>
                  </a:solidFill>
                  <a:latin typeface="Arial" panose="020B0604020202020204" pitchFamily="34" charset="0"/>
                  <a:ea typeface="微软雅黑" panose="020B0503020204020204" pitchFamily="34" charset="-122"/>
                  <a:sym typeface="Arial" panose="020B0604020202020204" pitchFamily="34" charset="0"/>
                </a:rPr>
                <a:t>02</a:t>
              </a:r>
              <a:endParaRPr lang="en-US" sz="36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2" name="组合 31">
            <a:extLst>
              <a:ext uri="{FF2B5EF4-FFF2-40B4-BE49-F238E27FC236}">
                <a16:creationId xmlns:a16="http://schemas.microsoft.com/office/drawing/2014/main" xmlns="" id="{1ABA595F-2AB2-4672-A9C8-8B4C9174E624}"/>
              </a:ext>
            </a:extLst>
          </p:cNvPr>
          <p:cNvGrpSpPr/>
          <p:nvPr/>
        </p:nvGrpSpPr>
        <p:grpSpPr>
          <a:xfrm>
            <a:off x="745081" y="5313903"/>
            <a:ext cx="2735713" cy="1084542"/>
            <a:chOff x="745081" y="5313903"/>
            <a:chExt cx="2735713" cy="1084542"/>
          </a:xfrm>
        </p:grpSpPr>
        <p:sp>
          <p:nvSpPr>
            <p:cNvPr id="20" name="TextBox 23">
              <a:extLst>
                <a:ext uri="{FF2B5EF4-FFF2-40B4-BE49-F238E27FC236}">
                  <a16:creationId xmlns:a16="http://schemas.microsoft.com/office/drawing/2014/main" xmlns="" id="{44EB2BE8-A41F-4D18-8A7E-0E984DF58589}"/>
                </a:ext>
              </a:extLst>
            </p:cNvPr>
            <p:cNvSpPr txBox="1"/>
            <p:nvPr/>
          </p:nvSpPr>
          <p:spPr>
            <a:xfrm>
              <a:off x="745082" y="5600920"/>
              <a:ext cx="2735712" cy="797525"/>
            </a:xfrm>
            <a:prstGeom prst="rect">
              <a:avLst/>
            </a:prstGeom>
            <a:noFill/>
          </p:spPr>
          <p:txBody>
            <a:bodyPr wrap="square" lIns="65023" tIns="32511" rIns="65023" bIns="32511" rtlCol="0">
              <a:spAutoFit/>
            </a:bodyPr>
            <a:lstStyle/>
            <a:p>
              <a:pPr>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点击添加相关标题文字，点击添加相关标题文字，点击添加相关标题文字，点击添加相关标题文字。</a:t>
              </a:r>
              <a:endParaRPr lang="en-GB" altLang="zh-CN" sz="11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1" name="TextBox 24">
              <a:extLst>
                <a:ext uri="{FF2B5EF4-FFF2-40B4-BE49-F238E27FC236}">
                  <a16:creationId xmlns:a16="http://schemas.microsoft.com/office/drawing/2014/main" xmlns="" id="{BC490CD1-2C7E-40DB-A2AF-EBF88B4B70ED}"/>
                </a:ext>
              </a:extLst>
            </p:cNvPr>
            <p:cNvSpPr txBox="1"/>
            <p:nvPr/>
          </p:nvSpPr>
          <p:spPr>
            <a:xfrm>
              <a:off x="745081" y="5313903"/>
              <a:ext cx="1747143" cy="342656"/>
            </a:xfrm>
            <a:prstGeom prst="rect">
              <a:avLst/>
            </a:prstGeom>
            <a:noFill/>
          </p:spPr>
          <p:txBody>
            <a:bodyPr wrap="none" lIns="65023" tIns="32511" rIns="65023" bIns="32511" rtlCol="0">
              <a:spAutoFit/>
            </a:bodyPr>
            <a:lstStyle/>
            <a:p>
              <a:r>
                <a:rPr lang="zh-CN" altLang="en-US" b="1" dirty="0">
                  <a:solidFill>
                    <a:schemeClr val="tx1">
                      <a:lumMod val="65000"/>
                      <a:lumOff val="35000"/>
                    </a:schemeClr>
                  </a:solidFill>
                  <a:ea typeface="微软雅黑" panose="020B0503020204020204" pitchFamily="34" charset="-122"/>
                </a:rPr>
                <a:t>请替换文字内容</a:t>
              </a:r>
            </a:p>
          </p:txBody>
        </p:sp>
      </p:grpSp>
      <p:grpSp>
        <p:nvGrpSpPr>
          <p:cNvPr id="33" name="组合 32">
            <a:extLst>
              <a:ext uri="{FF2B5EF4-FFF2-40B4-BE49-F238E27FC236}">
                <a16:creationId xmlns:a16="http://schemas.microsoft.com/office/drawing/2014/main" xmlns="" id="{44DA983E-A38B-4C9B-84C5-DDCE7D739F7F}"/>
              </a:ext>
            </a:extLst>
          </p:cNvPr>
          <p:cNvGrpSpPr/>
          <p:nvPr/>
        </p:nvGrpSpPr>
        <p:grpSpPr>
          <a:xfrm>
            <a:off x="3062576" y="1039748"/>
            <a:ext cx="2735712" cy="1084541"/>
            <a:chOff x="3062576" y="1039748"/>
            <a:chExt cx="2735712" cy="1084541"/>
          </a:xfrm>
        </p:grpSpPr>
        <p:sp>
          <p:nvSpPr>
            <p:cNvPr id="22" name="TextBox 23">
              <a:extLst>
                <a:ext uri="{FF2B5EF4-FFF2-40B4-BE49-F238E27FC236}">
                  <a16:creationId xmlns:a16="http://schemas.microsoft.com/office/drawing/2014/main" xmlns="" id="{BD6F7B82-7912-4879-ACF4-FC920318F57E}"/>
                </a:ext>
              </a:extLst>
            </p:cNvPr>
            <p:cNvSpPr txBox="1"/>
            <p:nvPr/>
          </p:nvSpPr>
          <p:spPr>
            <a:xfrm>
              <a:off x="3062576" y="1326764"/>
              <a:ext cx="2735712" cy="797525"/>
            </a:xfrm>
            <a:prstGeom prst="rect">
              <a:avLst/>
            </a:prstGeom>
            <a:noFill/>
          </p:spPr>
          <p:txBody>
            <a:bodyPr wrap="square" lIns="65023" tIns="32511" rIns="65023" bIns="32511" rtlCol="0">
              <a:spAutoFit/>
            </a:bodyPr>
            <a:lstStyle/>
            <a:p>
              <a:pPr>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点击添加相关标题文字，点击添加相关标题文字，点击添加相关标题文字，点击添加相关标题文字。</a:t>
              </a:r>
              <a:endParaRPr lang="en-GB" altLang="zh-CN" sz="11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3" name="TextBox 24">
              <a:extLst>
                <a:ext uri="{FF2B5EF4-FFF2-40B4-BE49-F238E27FC236}">
                  <a16:creationId xmlns:a16="http://schemas.microsoft.com/office/drawing/2014/main" xmlns="" id="{D02DCE15-E92E-4A3A-98CE-72267E72B643}"/>
                </a:ext>
              </a:extLst>
            </p:cNvPr>
            <p:cNvSpPr txBox="1"/>
            <p:nvPr/>
          </p:nvSpPr>
          <p:spPr>
            <a:xfrm>
              <a:off x="3062576" y="1039748"/>
              <a:ext cx="1747143" cy="342656"/>
            </a:xfrm>
            <a:prstGeom prst="rect">
              <a:avLst/>
            </a:prstGeom>
            <a:noFill/>
          </p:spPr>
          <p:txBody>
            <a:bodyPr wrap="none" lIns="65023" tIns="32511" rIns="65023" bIns="32511" rtlCol="0">
              <a:spAutoFit/>
            </a:bodyPr>
            <a:lstStyle/>
            <a:p>
              <a:r>
                <a:rPr lang="zh-CN" altLang="en-US" b="1" dirty="0">
                  <a:solidFill>
                    <a:schemeClr val="tx1">
                      <a:lumMod val="65000"/>
                      <a:lumOff val="35000"/>
                    </a:schemeClr>
                  </a:solidFill>
                  <a:ea typeface="微软雅黑" panose="020B0503020204020204" pitchFamily="34" charset="-122"/>
                </a:rPr>
                <a:t>请替换文字内容</a:t>
              </a:r>
            </a:p>
          </p:txBody>
        </p:sp>
      </p:grpSp>
      <p:sp>
        <p:nvSpPr>
          <p:cNvPr id="24" name="TextBox 23">
            <a:extLst>
              <a:ext uri="{FF2B5EF4-FFF2-40B4-BE49-F238E27FC236}">
                <a16:creationId xmlns:a16="http://schemas.microsoft.com/office/drawing/2014/main" xmlns="" id="{1EC467BF-4CBC-4BE7-83B7-6848BC72FD51}"/>
              </a:ext>
            </a:extLst>
          </p:cNvPr>
          <p:cNvSpPr txBox="1"/>
          <p:nvPr/>
        </p:nvSpPr>
        <p:spPr>
          <a:xfrm>
            <a:off x="6467294" y="1289053"/>
            <a:ext cx="2735712" cy="797525"/>
          </a:xfrm>
          <a:prstGeom prst="rect">
            <a:avLst/>
          </a:prstGeom>
          <a:noFill/>
        </p:spPr>
        <p:txBody>
          <a:bodyPr wrap="square" lIns="65023" tIns="32511" rIns="65023" bIns="32511" rtlCol="0">
            <a:spAutoFit/>
          </a:bodyPr>
          <a:lstStyle/>
          <a:p>
            <a:pPr>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点击添加相关标题文字，点击添加相关标题文字，点击添加相关标题文字，点击添加相关标题文字。</a:t>
            </a:r>
            <a:endParaRPr lang="en-GB" altLang="zh-CN" sz="11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nvGrpSpPr>
          <p:cNvPr id="30" name="组合 29">
            <a:extLst>
              <a:ext uri="{FF2B5EF4-FFF2-40B4-BE49-F238E27FC236}">
                <a16:creationId xmlns:a16="http://schemas.microsoft.com/office/drawing/2014/main" xmlns="" id="{C46104D2-8FE9-43E6-B135-220795D5AFE4}"/>
              </a:ext>
            </a:extLst>
          </p:cNvPr>
          <p:cNvGrpSpPr/>
          <p:nvPr/>
        </p:nvGrpSpPr>
        <p:grpSpPr>
          <a:xfrm>
            <a:off x="5987452" y="1025650"/>
            <a:ext cx="2329274" cy="3429692"/>
            <a:chOff x="5987452" y="1025650"/>
            <a:chExt cx="2329274" cy="3429692"/>
          </a:xfrm>
        </p:grpSpPr>
        <p:sp>
          <p:nvSpPr>
            <p:cNvPr id="7" name="AutoShape 9">
              <a:extLst>
                <a:ext uri="{FF2B5EF4-FFF2-40B4-BE49-F238E27FC236}">
                  <a16:creationId xmlns:a16="http://schemas.microsoft.com/office/drawing/2014/main" xmlns="" id="{7B16A289-28B0-4EC2-A529-EBB5B80CA6EC}"/>
                </a:ext>
              </a:extLst>
            </p:cNvPr>
            <p:cNvSpPr>
              <a:spLocks noChangeArrowheads="1"/>
            </p:cNvSpPr>
            <p:nvPr/>
          </p:nvSpPr>
          <p:spPr bwMode="auto">
            <a:xfrm>
              <a:off x="5987452" y="2130332"/>
              <a:ext cx="2329274" cy="2325010"/>
            </a:xfrm>
            <a:prstGeom prst="diamond">
              <a:avLst/>
            </a:prstGeom>
            <a:solidFill>
              <a:schemeClr val="bg1">
                <a:lumMod val="50000"/>
              </a:schemeClr>
            </a:solidFill>
            <a:ln w="25400" cap="flat" cmpd="sng" algn="ctr">
              <a:noFill/>
              <a:prstDash val="solid"/>
            </a:ln>
            <a:effectLst/>
          </p:spPr>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algn="ctr">
                <a:lnSpc>
                  <a:spcPct val="130000"/>
                </a:lnSpc>
              </a:pPr>
              <a:endParaRPr lang="es-ES" altLang="en-US" sz="2400" kern="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AutoShape 21">
              <a:extLst>
                <a:ext uri="{FF2B5EF4-FFF2-40B4-BE49-F238E27FC236}">
                  <a16:creationId xmlns:a16="http://schemas.microsoft.com/office/drawing/2014/main" xmlns="" id="{8AB70D71-DD0F-4AE0-8CF7-04538E428743}"/>
                </a:ext>
              </a:extLst>
            </p:cNvPr>
            <p:cNvSpPr>
              <a:spLocks/>
            </p:cNvSpPr>
            <p:nvPr/>
          </p:nvSpPr>
          <p:spPr bwMode="auto">
            <a:xfrm>
              <a:off x="6976231" y="2860562"/>
              <a:ext cx="457891" cy="381149"/>
            </a:xfrm>
            <a:custGeom>
              <a:avLst/>
              <a:gdLst>
                <a:gd name="T0" fmla="*/ 432795 w 21600"/>
                <a:gd name="T1" fmla="*/ 242301 h 21600"/>
                <a:gd name="T2" fmla="*/ 438150 w 21600"/>
                <a:gd name="T3" fmla="*/ 346598 h 21600"/>
                <a:gd name="T4" fmla="*/ 420076 w 21600"/>
                <a:gd name="T5" fmla="*/ 365125 h 21600"/>
                <a:gd name="T6" fmla="*/ 315711 w 21600"/>
                <a:gd name="T7" fmla="*/ 359817 h 21600"/>
                <a:gd name="T8" fmla="*/ 310681 w 21600"/>
                <a:gd name="T9" fmla="*/ 255520 h 21600"/>
                <a:gd name="T10" fmla="*/ 328572 w 21600"/>
                <a:gd name="T11" fmla="*/ 236993 h 21600"/>
                <a:gd name="T12" fmla="*/ 360845 w 21600"/>
                <a:gd name="T13" fmla="*/ 200633 h 21600"/>
                <a:gd name="T14" fmla="*/ 232727 w 21600"/>
                <a:gd name="T15" fmla="*/ 196119 h 21600"/>
                <a:gd name="T16" fmla="*/ 264797 w 21600"/>
                <a:gd name="T17" fmla="*/ 236993 h 21600"/>
                <a:gd name="T18" fmla="*/ 282870 w 21600"/>
                <a:gd name="T19" fmla="*/ 255520 h 21600"/>
                <a:gd name="T20" fmla="*/ 277515 w 21600"/>
                <a:gd name="T21" fmla="*/ 359817 h 21600"/>
                <a:gd name="T22" fmla="*/ 173292 w 21600"/>
                <a:gd name="T23" fmla="*/ 365125 h 21600"/>
                <a:gd name="T24" fmla="*/ 155219 w 21600"/>
                <a:gd name="T25" fmla="*/ 346598 h 21600"/>
                <a:gd name="T26" fmla="*/ 160533 w 21600"/>
                <a:gd name="T27" fmla="*/ 242301 h 21600"/>
                <a:gd name="T28" fmla="*/ 205363 w 21600"/>
                <a:gd name="T29" fmla="*/ 236993 h 21600"/>
                <a:gd name="T30" fmla="*/ 82275 w 21600"/>
                <a:gd name="T31" fmla="*/ 196119 h 21600"/>
                <a:gd name="T32" fmla="*/ 77508 w 21600"/>
                <a:gd name="T33" fmla="*/ 236993 h 21600"/>
                <a:gd name="T34" fmla="*/ 122804 w 21600"/>
                <a:gd name="T35" fmla="*/ 242301 h 21600"/>
                <a:gd name="T36" fmla="*/ 128118 w 21600"/>
                <a:gd name="T37" fmla="*/ 346598 h 21600"/>
                <a:gd name="T38" fmla="*/ 109578 w 21600"/>
                <a:gd name="T39" fmla="*/ 365125 h 21600"/>
                <a:gd name="T40" fmla="*/ 5315 w 21600"/>
                <a:gd name="T41" fmla="*/ 359817 h 21600"/>
                <a:gd name="T42" fmla="*/ 0 w 21600"/>
                <a:gd name="T43" fmla="*/ 255520 h 21600"/>
                <a:gd name="T44" fmla="*/ 18520 w 21600"/>
                <a:gd name="T45" fmla="*/ 236993 h 21600"/>
                <a:gd name="T46" fmla="*/ 50144 w 21600"/>
                <a:gd name="T47" fmla="*/ 200633 h 21600"/>
                <a:gd name="T48" fmla="*/ 82234 w 21600"/>
                <a:gd name="T49" fmla="*/ 169006 h 21600"/>
                <a:gd name="T50" fmla="*/ 205322 w 21600"/>
                <a:gd name="T51" fmla="*/ 127642 h 21600"/>
                <a:gd name="T52" fmla="*/ 160493 w 21600"/>
                <a:gd name="T53" fmla="*/ 122520 h 21600"/>
                <a:gd name="T54" fmla="*/ 155178 w 21600"/>
                <a:gd name="T55" fmla="*/ 18020 h 21600"/>
                <a:gd name="T56" fmla="*/ 173252 w 21600"/>
                <a:gd name="T57" fmla="*/ 0 h 21600"/>
                <a:gd name="T58" fmla="*/ 277475 w 21600"/>
                <a:gd name="T59" fmla="*/ 5308 h 21600"/>
                <a:gd name="T60" fmla="*/ 282830 w 21600"/>
                <a:gd name="T61" fmla="*/ 109605 h 21600"/>
                <a:gd name="T62" fmla="*/ 264756 w 21600"/>
                <a:gd name="T63" fmla="*/ 127642 h 21600"/>
                <a:gd name="T64" fmla="*/ 232686 w 21600"/>
                <a:gd name="T65" fmla="*/ 169006 h 21600"/>
                <a:gd name="T66" fmla="*/ 378371 w 21600"/>
                <a:gd name="T67" fmla="*/ 178151 h 21600"/>
                <a:gd name="T68" fmla="*/ 387905 w 21600"/>
                <a:gd name="T69" fmla="*/ 236993 h 21600"/>
                <a:gd name="T70" fmla="*/ 420076 w 21600"/>
                <a:gd name="T71" fmla="*/ 236993 h 216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1600" h="21600">
                  <a:moveTo>
                    <a:pt x="20709" y="14020"/>
                  </a:moveTo>
                  <a:cubicBezTo>
                    <a:pt x="20951" y="14020"/>
                    <a:pt x="21162" y="14126"/>
                    <a:pt x="21336" y="14334"/>
                  </a:cubicBezTo>
                  <a:cubicBezTo>
                    <a:pt x="21512" y="14549"/>
                    <a:pt x="21600" y="14810"/>
                    <a:pt x="21600" y="15116"/>
                  </a:cubicBezTo>
                  <a:lnTo>
                    <a:pt x="21600" y="20504"/>
                  </a:lnTo>
                  <a:cubicBezTo>
                    <a:pt x="21600" y="20816"/>
                    <a:pt x="21512" y="21071"/>
                    <a:pt x="21336" y="21286"/>
                  </a:cubicBezTo>
                  <a:cubicBezTo>
                    <a:pt x="21162" y="21494"/>
                    <a:pt x="20951" y="21600"/>
                    <a:pt x="20709" y="21600"/>
                  </a:cubicBezTo>
                  <a:lnTo>
                    <a:pt x="16198" y="21600"/>
                  </a:lnTo>
                  <a:cubicBezTo>
                    <a:pt x="15940" y="21600"/>
                    <a:pt x="15730" y="21494"/>
                    <a:pt x="15564" y="21286"/>
                  </a:cubicBezTo>
                  <a:cubicBezTo>
                    <a:pt x="15400" y="21071"/>
                    <a:pt x="15316" y="20816"/>
                    <a:pt x="15316" y="20504"/>
                  </a:cubicBezTo>
                  <a:lnTo>
                    <a:pt x="15316" y="15116"/>
                  </a:lnTo>
                  <a:cubicBezTo>
                    <a:pt x="15316" y="14810"/>
                    <a:pt x="15400" y="14549"/>
                    <a:pt x="15571" y="14334"/>
                  </a:cubicBezTo>
                  <a:cubicBezTo>
                    <a:pt x="15737" y="14126"/>
                    <a:pt x="15945" y="14020"/>
                    <a:pt x="16198" y="14020"/>
                  </a:cubicBezTo>
                  <a:lnTo>
                    <a:pt x="17789" y="14020"/>
                  </a:lnTo>
                  <a:lnTo>
                    <a:pt x="17789" y="11869"/>
                  </a:lnTo>
                  <a:cubicBezTo>
                    <a:pt x="17789" y="11699"/>
                    <a:pt x="17708" y="11611"/>
                    <a:pt x="17544" y="11602"/>
                  </a:cubicBezTo>
                  <a:lnTo>
                    <a:pt x="11473" y="11602"/>
                  </a:lnTo>
                  <a:lnTo>
                    <a:pt x="11473" y="14020"/>
                  </a:lnTo>
                  <a:lnTo>
                    <a:pt x="13054" y="14020"/>
                  </a:lnTo>
                  <a:cubicBezTo>
                    <a:pt x="13297" y="14020"/>
                    <a:pt x="13507" y="14126"/>
                    <a:pt x="13681" y="14334"/>
                  </a:cubicBezTo>
                  <a:cubicBezTo>
                    <a:pt x="13857" y="14549"/>
                    <a:pt x="13945" y="14810"/>
                    <a:pt x="13945" y="15116"/>
                  </a:cubicBezTo>
                  <a:lnTo>
                    <a:pt x="13945" y="20504"/>
                  </a:lnTo>
                  <a:cubicBezTo>
                    <a:pt x="13945" y="20816"/>
                    <a:pt x="13857" y="21071"/>
                    <a:pt x="13681" y="21286"/>
                  </a:cubicBezTo>
                  <a:cubicBezTo>
                    <a:pt x="13507" y="21494"/>
                    <a:pt x="13297" y="21600"/>
                    <a:pt x="13054" y="21600"/>
                  </a:cubicBezTo>
                  <a:lnTo>
                    <a:pt x="8543" y="21600"/>
                  </a:lnTo>
                  <a:cubicBezTo>
                    <a:pt x="8298" y="21600"/>
                    <a:pt x="8090" y="21494"/>
                    <a:pt x="7914" y="21286"/>
                  </a:cubicBezTo>
                  <a:cubicBezTo>
                    <a:pt x="7740" y="21071"/>
                    <a:pt x="7652" y="20816"/>
                    <a:pt x="7652" y="20504"/>
                  </a:cubicBezTo>
                  <a:lnTo>
                    <a:pt x="7652" y="15116"/>
                  </a:lnTo>
                  <a:cubicBezTo>
                    <a:pt x="7652" y="14810"/>
                    <a:pt x="7740" y="14549"/>
                    <a:pt x="7914" y="14334"/>
                  </a:cubicBezTo>
                  <a:cubicBezTo>
                    <a:pt x="8090" y="14126"/>
                    <a:pt x="8298" y="14020"/>
                    <a:pt x="8543" y="14020"/>
                  </a:cubicBezTo>
                  <a:lnTo>
                    <a:pt x="10124" y="14020"/>
                  </a:lnTo>
                  <a:lnTo>
                    <a:pt x="10124" y="11602"/>
                  </a:lnTo>
                  <a:lnTo>
                    <a:pt x="4056" y="11602"/>
                  </a:lnTo>
                  <a:cubicBezTo>
                    <a:pt x="3902" y="11602"/>
                    <a:pt x="3821" y="11690"/>
                    <a:pt x="3821" y="11869"/>
                  </a:cubicBezTo>
                  <a:lnTo>
                    <a:pt x="3821" y="14020"/>
                  </a:lnTo>
                  <a:lnTo>
                    <a:pt x="5402" y="14020"/>
                  </a:lnTo>
                  <a:cubicBezTo>
                    <a:pt x="5662" y="14020"/>
                    <a:pt x="5875" y="14126"/>
                    <a:pt x="6054" y="14334"/>
                  </a:cubicBezTo>
                  <a:cubicBezTo>
                    <a:pt x="6230" y="14549"/>
                    <a:pt x="6316" y="14810"/>
                    <a:pt x="6316" y="15116"/>
                  </a:cubicBezTo>
                  <a:lnTo>
                    <a:pt x="6316" y="20504"/>
                  </a:lnTo>
                  <a:cubicBezTo>
                    <a:pt x="6316" y="20816"/>
                    <a:pt x="6230" y="21071"/>
                    <a:pt x="6054" y="21286"/>
                  </a:cubicBezTo>
                  <a:cubicBezTo>
                    <a:pt x="5877" y="21494"/>
                    <a:pt x="5664" y="21600"/>
                    <a:pt x="5402" y="21600"/>
                  </a:cubicBezTo>
                  <a:lnTo>
                    <a:pt x="913" y="21600"/>
                  </a:lnTo>
                  <a:cubicBezTo>
                    <a:pt x="658" y="21600"/>
                    <a:pt x="441" y="21494"/>
                    <a:pt x="262" y="21286"/>
                  </a:cubicBezTo>
                  <a:cubicBezTo>
                    <a:pt x="88" y="21071"/>
                    <a:pt x="0" y="20816"/>
                    <a:pt x="0" y="20504"/>
                  </a:cubicBezTo>
                  <a:lnTo>
                    <a:pt x="0" y="15116"/>
                  </a:lnTo>
                  <a:cubicBezTo>
                    <a:pt x="0" y="14810"/>
                    <a:pt x="88" y="14549"/>
                    <a:pt x="262" y="14334"/>
                  </a:cubicBezTo>
                  <a:cubicBezTo>
                    <a:pt x="438" y="14126"/>
                    <a:pt x="656" y="14020"/>
                    <a:pt x="913" y="14020"/>
                  </a:cubicBezTo>
                  <a:lnTo>
                    <a:pt x="2472" y="14020"/>
                  </a:lnTo>
                  <a:lnTo>
                    <a:pt x="2472" y="11869"/>
                  </a:lnTo>
                  <a:cubicBezTo>
                    <a:pt x="2472" y="11352"/>
                    <a:pt x="2629" y="10912"/>
                    <a:pt x="2942" y="10544"/>
                  </a:cubicBezTo>
                  <a:cubicBezTo>
                    <a:pt x="3253" y="10180"/>
                    <a:pt x="3623" y="9998"/>
                    <a:pt x="4054" y="9998"/>
                  </a:cubicBezTo>
                  <a:lnTo>
                    <a:pt x="10122" y="9998"/>
                  </a:lnTo>
                  <a:lnTo>
                    <a:pt x="10122" y="7551"/>
                  </a:lnTo>
                  <a:lnTo>
                    <a:pt x="8541" y="7551"/>
                  </a:lnTo>
                  <a:cubicBezTo>
                    <a:pt x="8296" y="7551"/>
                    <a:pt x="8088" y="7451"/>
                    <a:pt x="7912" y="7248"/>
                  </a:cubicBezTo>
                  <a:cubicBezTo>
                    <a:pt x="7738" y="7045"/>
                    <a:pt x="7650" y="6790"/>
                    <a:pt x="7650" y="6484"/>
                  </a:cubicBezTo>
                  <a:lnTo>
                    <a:pt x="7650" y="1066"/>
                  </a:lnTo>
                  <a:cubicBezTo>
                    <a:pt x="7650" y="776"/>
                    <a:pt x="7738" y="523"/>
                    <a:pt x="7912" y="314"/>
                  </a:cubicBezTo>
                  <a:cubicBezTo>
                    <a:pt x="8088" y="103"/>
                    <a:pt x="8296" y="0"/>
                    <a:pt x="8541" y="0"/>
                  </a:cubicBezTo>
                  <a:lnTo>
                    <a:pt x="13052" y="0"/>
                  </a:lnTo>
                  <a:cubicBezTo>
                    <a:pt x="13294" y="0"/>
                    <a:pt x="13505" y="103"/>
                    <a:pt x="13679" y="314"/>
                  </a:cubicBezTo>
                  <a:cubicBezTo>
                    <a:pt x="13855" y="523"/>
                    <a:pt x="13943" y="776"/>
                    <a:pt x="13943" y="1066"/>
                  </a:cubicBezTo>
                  <a:lnTo>
                    <a:pt x="13943" y="6484"/>
                  </a:lnTo>
                  <a:cubicBezTo>
                    <a:pt x="13943" y="6790"/>
                    <a:pt x="13855" y="7045"/>
                    <a:pt x="13679" y="7248"/>
                  </a:cubicBezTo>
                  <a:cubicBezTo>
                    <a:pt x="13505" y="7451"/>
                    <a:pt x="13294" y="7551"/>
                    <a:pt x="13052" y="7551"/>
                  </a:cubicBezTo>
                  <a:lnTo>
                    <a:pt x="11471" y="7551"/>
                  </a:lnTo>
                  <a:lnTo>
                    <a:pt x="11471" y="9998"/>
                  </a:lnTo>
                  <a:lnTo>
                    <a:pt x="17541" y="9998"/>
                  </a:lnTo>
                  <a:cubicBezTo>
                    <a:pt x="17970" y="9998"/>
                    <a:pt x="18339" y="10177"/>
                    <a:pt x="18653" y="10539"/>
                  </a:cubicBezTo>
                  <a:cubicBezTo>
                    <a:pt x="18966" y="10900"/>
                    <a:pt x="19123" y="11344"/>
                    <a:pt x="19123" y="11869"/>
                  </a:cubicBezTo>
                  <a:lnTo>
                    <a:pt x="19123" y="14020"/>
                  </a:lnTo>
                  <a:lnTo>
                    <a:pt x="20709" y="14020"/>
                  </a:lnTo>
                  <a:close/>
                  <a:moveTo>
                    <a:pt x="20709" y="14020"/>
                  </a:move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a:lnSpc>
                  <a:spcPct val="130000"/>
                </a:lnSpc>
              </a:pP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8" name="Rectangle 21">
              <a:extLst>
                <a:ext uri="{FF2B5EF4-FFF2-40B4-BE49-F238E27FC236}">
                  <a16:creationId xmlns:a16="http://schemas.microsoft.com/office/drawing/2014/main" xmlns="" id="{3D3E86B3-2DEA-4AED-9487-2BFB44042E30}"/>
                </a:ext>
              </a:extLst>
            </p:cNvPr>
            <p:cNvSpPr>
              <a:spLocks noChangeArrowheads="1"/>
            </p:cNvSpPr>
            <p:nvPr/>
          </p:nvSpPr>
          <p:spPr bwMode="auto">
            <a:xfrm>
              <a:off x="6714048" y="3279781"/>
              <a:ext cx="993868" cy="619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600" b="1" dirty="0">
                  <a:solidFill>
                    <a:srgbClr val="FFFFFF"/>
                  </a:solidFill>
                  <a:latin typeface="Arial" panose="020B0604020202020204" pitchFamily="34" charset="0"/>
                  <a:ea typeface="微软雅黑" panose="020B0503020204020204" pitchFamily="34" charset="-122"/>
                  <a:sym typeface="Arial" panose="020B0604020202020204" pitchFamily="34" charset="0"/>
                </a:rPr>
                <a:t>03</a:t>
              </a:r>
              <a:endParaRPr lang="en-US" sz="36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6" name="TextBox 24">
              <a:extLst>
                <a:ext uri="{FF2B5EF4-FFF2-40B4-BE49-F238E27FC236}">
                  <a16:creationId xmlns:a16="http://schemas.microsoft.com/office/drawing/2014/main" xmlns="" id="{C34563BD-8D67-41A6-82C9-473471921852}"/>
                </a:ext>
              </a:extLst>
            </p:cNvPr>
            <p:cNvSpPr txBox="1"/>
            <p:nvPr/>
          </p:nvSpPr>
          <p:spPr>
            <a:xfrm>
              <a:off x="6515918" y="1025650"/>
              <a:ext cx="1747143" cy="342656"/>
            </a:xfrm>
            <a:prstGeom prst="rect">
              <a:avLst/>
            </a:prstGeom>
            <a:noFill/>
          </p:spPr>
          <p:txBody>
            <a:bodyPr wrap="none" lIns="65023" tIns="32511" rIns="65023" bIns="32511" rtlCol="0">
              <a:spAutoFit/>
            </a:bodyPr>
            <a:lstStyle/>
            <a:p>
              <a:r>
                <a:rPr lang="zh-CN" altLang="en-US" b="1" dirty="0">
                  <a:solidFill>
                    <a:schemeClr val="tx1">
                      <a:lumMod val="65000"/>
                      <a:lumOff val="35000"/>
                    </a:schemeClr>
                  </a:solidFill>
                  <a:ea typeface="微软雅黑" panose="020B0503020204020204" pitchFamily="34" charset="-122"/>
                </a:rPr>
                <a:t>请替换文字内容</a:t>
              </a:r>
            </a:p>
          </p:txBody>
        </p:sp>
      </p:grpSp>
      <p:sp>
        <p:nvSpPr>
          <p:cNvPr id="27" name="TextBox 23">
            <a:extLst>
              <a:ext uri="{FF2B5EF4-FFF2-40B4-BE49-F238E27FC236}">
                <a16:creationId xmlns:a16="http://schemas.microsoft.com/office/drawing/2014/main" xmlns="" id="{5E4D88A7-F9AE-4C6A-9001-2B3AF54F319A}"/>
              </a:ext>
            </a:extLst>
          </p:cNvPr>
          <p:cNvSpPr txBox="1"/>
          <p:nvPr/>
        </p:nvSpPr>
        <p:spPr>
          <a:xfrm>
            <a:off x="8711207" y="5657487"/>
            <a:ext cx="2735712" cy="797525"/>
          </a:xfrm>
          <a:prstGeom prst="rect">
            <a:avLst/>
          </a:prstGeom>
          <a:noFill/>
        </p:spPr>
        <p:txBody>
          <a:bodyPr wrap="square" lIns="65023" tIns="32511" rIns="65023" bIns="32511" rtlCol="0">
            <a:spAutoFit/>
          </a:bodyPr>
          <a:lstStyle/>
          <a:p>
            <a:pPr>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点击添加相关标题文字，点击添加相关标题文字，点击添加相关标题文字，点击添加相关标题文字。</a:t>
            </a:r>
            <a:endParaRPr lang="en-GB" altLang="zh-CN" sz="11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nvGrpSpPr>
          <p:cNvPr id="31" name="组合 30">
            <a:extLst>
              <a:ext uri="{FF2B5EF4-FFF2-40B4-BE49-F238E27FC236}">
                <a16:creationId xmlns:a16="http://schemas.microsoft.com/office/drawing/2014/main" xmlns="" id="{39D47C4C-1237-480F-A025-BC143DCB7C6A}"/>
              </a:ext>
            </a:extLst>
          </p:cNvPr>
          <p:cNvGrpSpPr/>
          <p:nvPr/>
        </p:nvGrpSpPr>
        <p:grpSpPr>
          <a:xfrm>
            <a:off x="7142134" y="3482582"/>
            <a:ext cx="3364841" cy="2325010"/>
            <a:chOff x="7142134" y="3482582"/>
            <a:chExt cx="3364841" cy="2325010"/>
          </a:xfrm>
        </p:grpSpPr>
        <p:sp>
          <p:nvSpPr>
            <p:cNvPr id="11" name="AutoShape 13">
              <a:extLst>
                <a:ext uri="{FF2B5EF4-FFF2-40B4-BE49-F238E27FC236}">
                  <a16:creationId xmlns:a16="http://schemas.microsoft.com/office/drawing/2014/main" xmlns="" id="{66724C9C-5DEE-42F9-8BCA-8D25CF0FA029}"/>
                </a:ext>
              </a:extLst>
            </p:cNvPr>
            <p:cNvSpPr>
              <a:spLocks noChangeArrowheads="1"/>
            </p:cNvSpPr>
            <p:nvPr/>
          </p:nvSpPr>
          <p:spPr bwMode="auto">
            <a:xfrm>
              <a:off x="7142134" y="3482582"/>
              <a:ext cx="2329274" cy="2325010"/>
            </a:xfrm>
            <a:prstGeom prst="diamond">
              <a:avLst/>
            </a:prstGeom>
            <a:solidFill>
              <a:srgbClr val="C00000"/>
            </a:solidFill>
            <a:ln>
              <a:noFill/>
            </a:ln>
          </p:spPr>
          <p:txBody>
            <a:bodyPr lIns="0" tIns="0" rIns="0" bIns="0"/>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lnSpc>
                  <a:spcPct val="130000"/>
                </a:lnSpc>
              </a:pPr>
              <a:endParaRPr lang="es-ES" altLang="en-US" sz="3600">
                <a:solidFill>
                  <a:srgbClr val="000000"/>
                </a:solidFill>
                <a:latin typeface="Arial" panose="020B0604020202020204" pitchFamily="34" charset="0"/>
                <a:ea typeface="微软雅黑" panose="020B0503020204020204" pitchFamily="34" charset="-122"/>
                <a:cs typeface="ヒラギノ角ゴ ProN W3"/>
                <a:sym typeface="Arial" panose="020B0604020202020204" pitchFamily="34" charset="0"/>
              </a:endParaRPr>
            </a:p>
          </p:txBody>
        </p:sp>
        <p:sp>
          <p:nvSpPr>
            <p:cNvPr id="17" name="AutoShape 16">
              <a:extLst>
                <a:ext uri="{FF2B5EF4-FFF2-40B4-BE49-F238E27FC236}">
                  <a16:creationId xmlns:a16="http://schemas.microsoft.com/office/drawing/2014/main" xmlns="" id="{03473544-A4AF-49C4-85FB-480895825E99}"/>
                </a:ext>
              </a:extLst>
            </p:cNvPr>
            <p:cNvSpPr>
              <a:spLocks/>
            </p:cNvSpPr>
            <p:nvPr/>
          </p:nvSpPr>
          <p:spPr bwMode="auto">
            <a:xfrm>
              <a:off x="8140869" y="4238522"/>
              <a:ext cx="421393" cy="407664"/>
            </a:xfrm>
            <a:custGeom>
              <a:avLst/>
              <a:gdLst>
                <a:gd name="T0" fmla="*/ 375933 w 21600"/>
                <a:gd name="T1" fmla="*/ 0 h 21600"/>
                <a:gd name="T2" fmla="*/ 27292 w 21600"/>
                <a:gd name="T3" fmla="*/ 0 h 21600"/>
                <a:gd name="T4" fmla="*/ 0 w 21600"/>
                <a:gd name="T5" fmla="*/ 27680 h 21600"/>
                <a:gd name="T6" fmla="*/ 0 w 21600"/>
                <a:gd name="T7" fmla="*/ 279822 h 21600"/>
                <a:gd name="T8" fmla="*/ 27292 w 21600"/>
                <a:gd name="T9" fmla="*/ 307502 h 21600"/>
                <a:gd name="T10" fmla="*/ 160693 w 21600"/>
                <a:gd name="T11" fmla="*/ 307502 h 21600"/>
                <a:gd name="T12" fmla="*/ 118242 w 21600"/>
                <a:gd name="T13" fmla="*/ 362845 h 21600"/>
                <a:gd name="T14" fmla="*/ 118242 w 21600"/>
                <a:gd name="T15" fmla="*/ 390525 h 21600"/>
                <a:gd name="T16" fmla="*/ 160693 w 21600"/>
                <a:gd name="T17" fmla="*/ 390525 h 21600"/>
                <a:gd name="T18" fmla="*/ 242532 w 21600"/>
                <a:gd name="T19" fmla="*/ 390525 h 21600"/>
                <a:gd name="T20" fmla="*/ 281959 w 21600"/>
                <a:gd name="T21" fmla="*/ 390525 h 21600"/>
                <a:gd name="T22" fmla="*/ 281959 w 21600"/>
                <a:gd name="T23" fmla="*/ 362845 h 21600"/>
                <a:gd name="T24" fmla="*/ 242532 w 21600"/>
                <a:gd name="T25" fmla="*/ 307502 h 21600"/>
                <a:gd name="T26" fmla="*/ 375933 w 21600"/>
                <a:gd name="T27" fmla="*/ 307502 h 21600"/>
                <a:gd name="T28" fmla="*/ 403225 w 21600"/>
                <a:gd name="T29" fmla="*/ 279822 h 21600"/>
                <a:gd name="T30" fmla="*/ 403225 w 21600"/>
                <a:gd name="T31" fmla="*/ 27680 h 21600"/>
                <a:gd name="T32" fmla="*/ 375933 w 21600"/>
                <a:gd name="T33" fmla="*/ 0 h 21600"/>
                <a:gd name="T34" fmla="*/ 178875 w 21600"/>
                <a:gd name="T35" fmla="*/ 273675 h 21600"/>
                <a:gd name="T36" fmla="*/ 203125 w 21600"/>
                <a:gd name="T37" fmla="*/ 252142 h 21600"/>
                <a:gd name="T38" fmla="*/ 227374 w 21600"/>
                <a:gd name="T39" fmla="*/ 273675 h 21600"/>
                <a:gd name="T40" fmla="*/ 203125 w 21600"/>
                <a:gd name="T41" fmla="*/ 298282 h 21600"/>
                <a:gd name="T42" fmla="*/ 178875 w 21600"/>
                <a:gd name="T43" fmla="*/ 273675 h 21600"/>
                <a:gd name="T44" fmla="*/ 372908 w 21600"/>
                <a:gd name="T45" fmla="*/ 242921 h 21600"/>
                <a:gd name="T46" fmla="*/ 27292 w 21600"/>
                <a:gd name="T47" fmla="*/ 242921 h 21600"/>
                <a:gd name="T48" fmla="*/ 27292 w 21600"/>
                <a:gd name="T49" fmla="*/ 30754 h 21600"/>
                <a:gd name="T50" fmla="*/ 372908 w 21600"/>
                <a:gd name="T51" fmla="*/ 30754 h 21600"/>
                <a:gd name="T52" fmla="*/ 372908 w 21600"/>
                <a:gd name="T53" fmla="*/ 242921 h 21600"/>
                <a:gd name="T54" fmla="*/ 372908 w 21600"/>
                <a:gd name="T55" fmla="*/ 242921 h 2160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00" h="21600">
                  <a:moveTo>
                    <a:pt x="20138" y="0"/>
                  </a:moveTo>
                  <a:cubicBezTo>
                    <a:pt x="1462" y="0"/>
                    <a:pt x="1462" y="0"/>
                    <a:pt x="1462" y="0"/>
                  </a:cubicBezTo>
                  <a:cubicBezTo>
                    <a:pt x="650" y="0"/>
                    <a:pt x="0" y="680"/>
                    <a:pt x="0" y="1531"/>
                  </a:cubicBezTo>
                  <a:cubicBezTo>
                    <a:pt x="0" y="15477"/>
                    <a:pt x="0" y="15477"/>
                    <a:pt x="0" y="15477"/>
                  </a:cubicBezTo>
                  <a:cubicBezTo>
                    <a:pt x="0" y="16328"/>
                    <a:pt x="650" y="17008"/>
                    <a:pt x="1462" y="17008"/>
                  </a:cubicBezTo>
                  <a:cubicBezTo>
                    <a:pt x="8608" y="17008"/>
                    <a:pt x="8608" y="17008"/>
                    <a:pt x="8608" y="17008"/>
                  </a:cubicBezTo>
                  <a:cubicBezTo>
                    <a:pt x="8608" y="17008"/>
                    <a:pt x="8932" y="20069"/>
                    <a:pt x="6334" y="20069"/>
                  </a:cubicBezTo>
                  <a:cubicBezTo>
                    <a:pt x="6334" y="21600"/>
                    <a:pt x="6334" y="21600"/>
                    <a:pt x="6334" y="21600"/>
                  </a:cubicBezTo>
                  <a:cubicBezTo>
                    <a:pt x="8608" y="21600"/>
                    <a:pt x="8608" y="21600"/>
                    <a:pt x="8608" y="21600"/>
                  </a:cubicBezTo>
                  <a:cubicBezTo>
                    <a:pt x="12992" y="21600"/>
                    <a:pt x="12992" y="21600"/>
                    <a:pt x="12992" y="21600"/>
                  </a:cubicBezTo>
                  <a:cubicBezTo>
                    <a:pt x="15104" y="21600"/>
                    <a:pt x="15104" y="21600"/>
                    <a:pt x="15104" y="21600"/>
                  </a:cubicBezTo>
                  <a:cubicBezTo>
                    <a:pt x="15104" y="20069"/>
                    <a:pt x="15104" y="20069"/>
                    <a:pt x="15104" y="20069"/>
                  </a:cubicBezTo>
                  <a:cubicBezTo>
                    <a:pt x="12505" y="20069"/>
                    <a:pt x="12992" y="17008"/>
                    <a:pt x="12992" y="17008"/>
                  </a:cubicBezTo>
                  <a:cubicBezTo>
                    <a:pt x="20138" y="17008"/>
                    <a:pt x="20138" y="17008"/>
                    <a:pt x="20138" y="17008"/>
                  </a:cubicBezTo>
                  <a:cubicBezTo>
                    <a:pt x="20950" y="17008"/>
                    <a:pt x="21600" y="16328"/>
                    <a:pt x="21600" y="15477"/>
                  </a:cubicBezTo>
                  <a:cubicBezTo>
                    <a:pt x="21600" y="1531"/>
                    <a:pt x="21600" y="1531"/>
                    <a:pt x="21600" y="1531"/>
                  </a:cubicBezTo>
                  <a:cubicBezTo>
                    <a:pt x="21600" y="680"/>
                    <a:pt x="20950" y="0"/>
                    <a:pt x="20138" y="0"/>
                  </a:cubicBezTo>
                  <a:close/>
                  <a:moveTo>
                    <a:pt x="9582" y="15137"/>
                  </a:moveTo>
                  <a:cubicBezTo>
                    <a:pt x="9582" y="14457"/>
                    <a:pt x="10232" y="13946"/>
                    <a:pt x="10881" y="13946"/>
                  </a:cubicBezTo>
                  <a:cubicBezTo>
                    <a:pt x="11531" y="13946"/>
                    <a:pt x="12180" y="14457"/>
                    <a:pt x="12180" y="15137"/>
                  </a:cubicBezTo>
                  <a:cubicBezTo>
                    <a:pt x="12180" y="15817"/>
                    <a:pt x="11531" y="16498"/>
                    <a:pt x="10881" y="16498"/>
                  </a:cubicBezTo>
                  <a:cubicBezTo>
                    <a:pt x="10232" y="16498"/>
                    <a:pt x="9582" y="15817"/>
                    <a:pt x="9582" y="15137"/>
                  </a:cubicBezTo>
                  <a:close/>
                  <a:moveTo>
                    <a:pt x="19976" y="13436"/>
                  </a:moveTo>
                  <a:cubicBezTo>
                    <a:pt x="1462" y="13436"/>
                    <a:pt x="1462" y="13436"/>
                    <a:pt x="1462" y="13436"/>
                  </a:cubicBezTo>
                  <a:cubicBezTo>
                    <a:pt x="1462" y="1701"/>
                    <a:pt x="1462" y="1701"/>
                    <a:pt x="1462" y="1701"/>
                  </a:cubicBezTo>
                  <a:cubicBezTo>
                    <a:pt x="19976" y="1701"/>
                    <a:pt x="19976" y="1701"/>
                    <a:pt x="19976" y="1701"/>
                  </a:cubicBezTo>
                  <a:lnTo>
                    <a:pt x="19976" y="13436"/>
                  </a:lnTo>
                  <a:close/>
                  <a:moveTo>
                    <a:pt x="19976" y="13436"/>
                  </a:move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a:lnSpc>
                  <a:spcPct val="130000"/>
                </a:lnSpc>
              </a:pP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9" name="Rectangle 21">
              <a:extLst>
                <a:ext uri="{FF2B5EF4-FFF2-40B4-BE49-F238E27FC236}">
                  <a16:creationId xmlns:a16="http://schemas.microsoft.com/office/drawing/2014/main" xmlns="" id="{07EDC7E1-F646-4E52-B51A-56E1DECF4DC7}"/>
                </a:ext>
              </a:extLst>
            </p:cNvPr>
            <p:cNvSpPr>
              <a:spLocks noChangeArrowheads="1"/>
            </p:cNvSpPr>
            <p:nvPr/>
          </p:nvSpPr>
          <p:spPr bwMode="auto">
            <a:xfrm>
              <a:off x="7865125" y="4627910"/>
              <a:ext cx="992784" cy="619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600" b="1" dirty="0">
                  <a:solidFill>
                    <a:srgbClr val="FFFFFF"/>
                  </a:solidFill>
                  <a:latin typeface="Arial" panose="020B0604020202020204" pitchFamily="34" charset="0"/>
                  <a:ea typeface="微软雅黑" panose="020B0503020204020204" pitchFamily="34" charset="-122"/>
                  <a:sym typeface="Arial" panose="020B0604020202020204" pitchFamily="34" charset="0"/>
                </a:rPr>
                <a:t>04</a:t>
              </a:r>
              <a:endParaRPr lang="en-US" sz="36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TextBox 24">
              <a:extLst>
                <a:ext uri="{FF2B5EF4-FFF2-40B4-BE49-F238E27FC236}">
                  <a16:creationId xmlns:a16="http://schemas.microsoft.com/office/drawing/2014/main" xmlns="" id="{57ADC1FF-1830-4AE4-9DDA-C235E22DCF14}"/>
                </a:ext>
              </a:extLst>
            </p:cNvPr>
            <p:cNvSpPr txBox="1"/>
            <p:nvPr/>
          </p:nvSpPr>
          <p:spPr>
            <a:xfrm>
              <a:off x="8759832" y="5394086"/>
              <a:ext cx="1747143" cy="342656"/>
            </a:xfrm>
            <a:prstGeom prst="rect">
              <a:avLst/>
            </a:prstGeom>
            <a:noFill/>
          </p:spPr>
          <p:txBody>
            <a:bodyPr wrap="none" lIns="65023" tIns="32511" rIns="65023" bIns="32511" rtlCol="0">
              <a:spAutoFit/>
            </a:bodyPr>
            <a:lstStyle/>
            <a:p>
              <a:r>
                <a:rPr lang="zh-CN" altLang="en-US" b="1" dirty="0">
                  <a:solidFill>
                    <a:schemeClr val="tx1">
                      <a:lumMod val="65000"/>
                      <a:lumOff val="35000"/>
                    </a:schemeClr>
                  </a:solidFill>
                  <a:ea typeface="微软雅黑" panose="020B0503020204020204" pitchFamily="34" charset="-122"/>
                </a:rPr>
                <a:t>请替换文字内容</a:t>
              </a:r>
            </a:p>
          </p:txBody>
        </p:sp>
      </p:grpSp>
    </p:spTree>
    <p:extLst>
      <p:ext uri="{BB962C8B-B14F-4D97-AF65-F5344CB8AC3E}">
        <p14:creationId xmlns:p14="http://schemas.microsoft.com/office/powerpoint/2010/main" val="7635946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3500"/>
                            </p:stCondLst>
                            <p:childTnLst>
                              <p:par>
                                <p:cTn id="33" presetID="16" presetClass="entr" presetSubtype="21" fill="hold"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barn(inVertical)">
                                      <p:cBhvr>
                                        <p:cTn id="35" dur="500"/>
                                        <p:tgtEl>
                                          <p:spTgt spid="33"/>
                                        </p:tgtEl>
                                      </p:cBhvr>
                                    </p:animEffect>
                                  </p:childTnLst>
                                </p:cTn>
                              </p:par>
                            </p:childTnLst>
                          </p:cTn>
                        </p:par>
                        <p:par>
                          <p:cTn id="36" fill="hold">
                            <p:stCondLst>
                              <p:cond delay="4000"/>
                            </p:stCondLst>
                            <p:childTnLst>
                              <p:par>
                                <p:cTn id="37" presetID="16" presetClass="entr" presetSubtype="21" fill="hold"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barn(inVertical)">
                                      <p:cBhvr>
                                        <p:cTn id="39" dur="500"/>
                                        <p:tgtEl>
                                          <p:spTgt spid="32"/>
                                        </p:tgtEl>
                                      </p:cBhvr>
                                    </p:animEffect>
                                  </p:childTnLst>
                                </p:cTn>
                              </p:par>
                            </p:childTnLst>
                          </p:cTn>
                        </p:par>
                        <p:par>
                          <p:cTn id="40" fill="hold">
                            <p:stCondLst>
                              <p:cond delay="4500"/>
                            </p:stCondLst>
                            <p:childTnLst>
                              <p:par>
                                <p:cTn id="41" presetID="16" presetClass="entr" presetSubtype="2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barn(inVertical)">
                                      <p:cBhvr>
                                        <p:cTn id="43" dur="500"/>
                                        <p:tgtEl>
                                          <p:spTgt spid="24"/>
                                        </p:tgtEl>
                                      </p:cBhvr>
                                    </p:animEffect>
                                  </p:childTnLst>
                                </p:cTn>
                              </p:par>
                            </p:childTnLst>
                          </p:cTn>
                        </p:par>
                        <p:par>
                          <p:cTn id="44" fill="hold">
                            <p:stCondLst>
                              <p:cond delay="5000"/>
                            </p:stCondLst>
                            <p:childTnLst>
                              <p:par>
                                <p:cTn id="45" presetID="16" presetClass="entr" presetSubtype="21"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barn(inVertical)">
                                      <p:cBhvr>
                                        <p:cTn id="4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P spid="24" grpId="0"/>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2.</a:t>
            </a:r>
            <a:r>
              <a:rPr lang="zh-CN" altLang="en-US" sz="3200" dirty="0">
                <a:solidFill>
                  <a:srgbClr val="B82B2A"/>
                </a:solidFill>
                <a:latin typeface="思源黑体 CN Bold" panose="020B0800000000000000" pitchFamily="34" charset="-122"/>
                <a:ea typeface="思源黑体 CN Bold" panose="020B0800000000000000" pitchFamily="34" charset="-122"/>
              </a:rPr>
              <a:t>工作完成情况</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a:extLst>
              <a:ext uri="{FF2B5EF4-FFF2-40B4-BE49-F238E27FC236}">
                <a16:creationId xmlns:a16="http://schemas.microsoft.com/office/drawing/2014/main" xmlns="" id="{87062B16-E086-4673-8C21-F4D2B4B5AA22}"/>
              </a:ext>
            </a:extLst>
          </p:cNvPr>
          <p:cNvGrpSpPr/>
          <p:nvPr/>
        </p:nvGrpSpPr>
        <p:grpSpPr>
          <a:xfrm>
            <a:off x="0" y="3257550"/>
            <a:ext cx="12192001" cy="1104542"/>
            <a:chOff x="-3050" y="3429000"/>
            <a:chExt cx="12192001" cy="1104542"/>
          </a:xfrm>
        </p:grpSpPr>
        <p:sp>
          <p:nvSpPr>
            <p:cNvPr id="6" name="箭头: 右 5">
              <a:extLst>
                <a:ext uri="{FF2B5EF4-FFF2-40B4-BE49-F238E27FC236}">
                  <a16:creationId xmlns:a16="http://schemas.microsoft.com/office/drawing/2014/main" xmlns="" id="{056FB55B-1AC5-47C3-9640-ADB3938FAD2E}"/>
                </a:ext>
              </a:extLst>
            </p:cNvPr>
            <p:cNvSpPr/>
            <p:nvPr/>
          </p:nvSpPr>
          <p:spPr>
            <a:xfrm>
              <a:off x="-3050" y="3676523"/>
              <a:ext cx="12192001" cy="581041"/>
            </a:xfrm>
            <a:prstGeom prst="rightArrow">
              <a:avLst>
                <a:gd name="adj1" fmla="val 50000"/>
                <a:gd name="adj2" fmla="val 106878"/>
              </a:avLst>
            </a:prstGeom>
            <a:solidFill>
              <a:srgbClr val="E534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endParaRPr>
            </a:p>
          </p:txBody>
        </p:sp>
        <p:sp>
          <p:nvSpPr>
            <p:cNvPr id="7" name="椭圆 6">
              <a:extLst>
                <a:ext uri="{FF2B5EF4-FFF2-40B4-BE49-F238E27FC236}">
                  <a16:creationId xmlns:a16="http://schemas.microsoft.com/office/drawing/2014/main" xmlns="" id="{86C7820B-F8D2-4239-93BB-88E7D899C86C}"/>
                </a:ext>
              </a:extLst>
            </p:cNvPr>
            <p:cNvSpPr/>
            <p:nvPr/>
          </p:nvSpPr>
          <p:spPr>
            <a:xfrm>
              <a:off x="2230748" y="3429000"/>
              <a:ext cx="1102519" cy="1102519"/>
            </a:xfrm>
            <a:prstGeom prst="ellipse">
              <a:avLst/>
            </a:pr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endParaRPr>
            </a:p>
          </p:txBody>
        </p:sp>
        <p:sp>
          <p:nvSpPr>
            <p:cNvPr id="8" name="椭圆 7">
              <a:extLst>
                <a:ext uri="{FF2B5EF4-FFF2-40B4-BE49-F238E27FC236}">
                  <a16:creationId xmlns:a16="http://schemas.microsoft.com/office/drawing/2014/main" xmlns="" id="{6119A984-5801-488D-B94E-F7ED77A3A60F}"/>
                </a:ext>
              </a:extLst>
            </p:cNvPr>
            <p:cNvSpPr/>
            <p:nvPr/>
          </p:nvSpPr>
          <p:spPr>
            <a:xfrm>
              <a:off x="3907148" y="3431023"/>
              <a:ext cx="1102519" cy="1102519"/>
            </a:xfrm>
            <a:prstGeom prst="ellipse">
              <a:avLst/>
            </a:pr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endParaRPr>
            </a:p>
          </p:txBody>
        </p:sp>
        <p:sp>
          <p:nvSpPr>
            <p:cNvPr id="9" name="椭圆 8">
              <a:extLst>
                <a:ext uri="{FF2B5EF4-FFF2-40B4-BE49-F238E27FC236}">
                  <a16:creationId xmlns:a16="http://schemas.microsoft.com/office/drawing/2014/main" xmlns="" id="{002D2171-1FEC-4C25-91F4-FE1CFA78B5D7}"/>
                </a:ext>
              </a:extLst>
            </p:cNvPr>
            <p:cNvSpPr/>
            <p:nvPr/>
          </p:nvSpPr>
          <p:spPr>
            <a:xfrm>
              <a:off x="5583548" y="3429000"/>
              <a:ext cx="1102519" cy="1102519"/>
            </a:xfrm>
            <a:prstGeom prst="ellipse">
              <a:avLst/>
            </a:pr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endParaRPr>
            </a:p>
          </p:txBody>
        </p:sp>
        <p:sp>
          <p:nvSpPr>
            <p:cNvPr id="10" name="椭圆 9">
              <a:extLst>
                <a:ext uri="{FF2B5EF4-FFF2-40B4-BE49-F238E27FC236}">
                  <a16:creationId xmlns:a16="http://schemas.microsoft.com/office/drawing/2014/main" xmlns="" id="{D094682C-26D6-49DF-83D0-075EA9C8DB4B}"/>
                </a:ext>
              </a:extLst>
            </p:cNvPr>
            <p:cNvSpPr/>
            <p:nvPr/>
          </p:nvSpPr>
          <p:spPr>
            <a:xfrm>
              <a:off x="7259948" y="3431023"/>
              <a:ext cx="1102519" cy="1102519"/>
            </a:xfrm>
            <a:prstGeom prst="ellipse">
              <a:avLst/>
            </a:pr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endParaRPr>
            </a:p>
          </p:txBody>
        </p:sp>
        <p:sp>
          <p:nvSpPr>
            <p:cNvPr id="11" name="椭圆 10">
              <a:extLst>
                <a:ext uri="{FF2B5EF4-FFF2-40B4-BE49-F238E27FC236}">
                  <a16:creationId xmlns:a16="http://schemas.microsoft.com/office/drawing/2014/main" xmlns="" id="{A532F0AD-90C1-447D-862E-A93DBF35A177}"/>
                </a:ext>
              </a:extLst>
            </p:cNvPr>
            <p:cNvSpPr/>
            <p:nvPr/>
          </p:nvSpPr>
          <p:spPr>
            <a:xfrm>
              <a:off x="8936348" y="3429000"/>
              <a:ext cx="1102519" cy="1102519"/>
            </a:xfrm>
            <a:prstGeom prst="ellipse">
              <a:avLst/>
            </a:pr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effectLst>
                  <a:outerShdw blurRad="38100" dist="38100" dir="2700000" algn="tl">
                    <a:srgbClr val="000000">
                      <a:alpha val="43137"/>
                    </a:srgbClr>
                  </a:outerShdw>
                </a:effectLst>
                <a:latin typeface="字魂59号-创粗黑" panose="00000500000000000000" pitchFamily="2" charset="-122"/>
                <a:ea typeface="字魂59号-创粗黑" panose="00000500000000000000" pitchFamily="2" charset="-122"/>
              </a:endParaRPr>
            </a:p>
          </p:txBody>
        </p:sp>
        <p:pic>
          <p:nvPicPr>
            <p:cNvPr id="12" name="图形 11">
              <a:extLst>
                <a:ext uri="{FF2B5EF4-FFF2-40B4-BE49-F238E27FC236}">
                  <a16:creationId xmlns:a16="http://schemas.microsoft.com/office/drawing/2014/main" xmlns="" id="{3A7E179A-8DA1-437A-9A5C-B40111B3866F}"/>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2543883" y="3775471"/>
              <a:ext cx="476250" cy="409575"/>
            </a:xfrm>
            <a:prstGeom prst="rect">
              <a:avLst/>
            </a:prstGeom>
          </p:spPr>
        </p:pic>
        <p:pic>
          <p:nvPicPr>
            <p:cNvPr id="13" name="图形 12">
              <a:extLst>
                <a:ext uri="{FF2B5EF4-FFF2-40B4-BE49-F238E27FC236}">
                  <a16:creationId xmlns:a16="http://schemas.microsoft.com/office/drawing/2014/main" xmlns="" id="{C7B518BA-AF35-4083-883F-5A1464BD18C0}"/>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7601657" y="3738388"/>
              <a:ext cx="419100" cy="419100"/>
            </a:xfrm>
            <a:prstGeom prst="rect">
              <a:avLst/>
            </a:prstGeom>
          </p:spPr>
        </p:pic>
        <p:pic>
          <p:nvPicPr>
            <p:cNvPr id="14" name="图形 13">
              <a:extLst>
                <a:ext uri="{FF2B5EF4-FFF2-40B4-BE49-F238E27FC236}">
                  <a16:creationId xmlns:a16="http://schemas.microsoft.com/office/drawing/2014/main" xmlns="" id="{E84CA4F1-C585-4226-B898-A76B01504380}"/>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5925257" y="3738388"/>
              <a:ext cx="419100" cy="419100"/>
            </a:xfrm>
            <a:prstGeom prst="rect">
              <a:avLst/>
            </a:prstGeom>
          </p:spPr>
        </p:pic>
        <p:pic>
          <p:nvPicPr>
            <p:cNvPr id="15" name="图形 14">
              <a:extLst>
                <a:ext uri="{FF2B5EF4-FFF2-40B4-BE49-F238E27FC236}">
                  <a16:creationId xmlns:a16="http://schemas.microsoft.com/office/drawing/2014/main" xmlns="" id="{4DD7C4CC-74FD-46B8-910A-EC49CF9C95B4}"/>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273294" y="3724164"/>
              <a:ext cx="428625" cy="419100"/>
            </a:xfrm>
            <a:prstGeom prst="rect">
              <a:avLst/>
            </a:prstGeom>
          </p:spPr>
        </p:pic>
        <p:pic>
          <p:nvPicPr>
            <p:cNvPr id="16" name="图形 15">
              <a:extLst>
                <a:ext uri="{FF2B5EF4-FFF2-40B4-BE49-F238E27FC236}">
                  <a16:creationId xmlns:a16="http://schemas.microsoft.com/office/drawing/2014/main" xmlns="" id="{9137C1B6-F687-4217-8D1B-E6374E3B2258}"/>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4196042" y="3733689"/>
              <a:ext cx="542925" cy="523875"/>
            </a:xfrm>
            <a:prstGeom prst="rect">
              <a:avLst/>
            </a:prstGeom>
          </p:spPr>
        </p:pic>
      </p:grpSp>
      <p:sp>
        <p:nvSpPr>
          <p:cNvPr id="17" name="文本框 16">
            <a:extLst>
              <a:ext uri="{FF2B5EF4-FFF2-40B4-BE49-F238E27FC236}">
                <a16:creationId xmlns:a16="http://schemas.microsoft.com/office/drawing/2014/main" xmlns="" id="{9F9EC621-A5E3-474A-90DC-B9723E6091E0}"/>
              </a:ext>
            </a:extLst>
          </p:cNvPr>
          <p:cNvSpPr txBox="1"/>
          <p:nvPr/>
        </p:nvSpPr>
        <p:spPr>
          <a:xfrm>
            <a:off x="1606970" y="2490208"/>
            <a:ext cx="2304307" cy="598429"/>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18" name="文本框 17">
            <a:extLst>
              <a:ext uri="{FF2B5EF4-FFF2-40B4-BE49-F238E27FC236}">
                <a16:creationId xmlns:a16="http://schemas.microsoft.com/office/drawing/2014/main" xmlns="" id="{5153D770-E007-4D80-B368-C90715D5EE53}"/>
              </a:ext>
            </a:extLst>
          </p:cNvPr>
          <p:cNvSpPr txBox="1"/>
          <p:nvPr/>
        </p:nvSpPr>
        <p:spPr>
          <a:xfrm>
            <a:off x="2168945" y="1854492"/>
            <a:ext cx="1315011" cy="389161"/>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gn="l">
              <a:lnSpc>
                <a:spcPts val="22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输入标题</a:t>
            </a:r>
          </a:p>
        </p:txBody>
      </p:sp>
      <p:sp>
        <p:nvSpPr>
          <p:cNvPr id="19" name="文本框 18">
            <a:extLst>
              <a:ext uri="{FF2B5EF4-FFF2-40B4-BE49-F238E27FC236}">
                <a16:creationId xmlns:a16="http://schemas.microsoft.com/office/drawing/2014/main" xmlns="" id="{A000160C-C336-45B1-A4A6-9AE9209E2919}"/>
              </a:ext>
            </a:extLst>
          </p:cNvPr>
          <p:cNvSpPr txBox="1"/>
          <p:nvPr/>
        </p:nvSpPr>
        <p:spPr>
          <a:xfrm>
            <a:off x="3336317" y="5148943"/>
            <a:ext cx="2304307" cy="598429"/>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20" name="文本框 19">
            <a:extLst>
              <a:ext uri="{FF2B5EF4-FFF2-40B4-BE49-F238E27FC236}">
                <a16:creationId xmlns:a16="http://schemas.microsoft.com/office/drawing/2014/main" xmlns="" id="{F3674B9A-266C-46EB-9D75-AC07613E5291}"/>
              </a:ext>
            </a:extLst>
          </p:cNvPr>
          <p:cNvSpPr txBox="1"/>
          <p:nvPr/>
        </p:nvSpPr>
        <p:spPr>
          <a:xfrm>
            <a:off x="3898292" y="4513227"/>
            <a:ext cx="1315011" cy="389161"/>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gn="l">
              <a:lnSpc>
                <a:spcPts val="22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输入标题</a:t>
            </a:r>
          </a:p>
        </p:txBody>
      </p:sp>
      <p:sp>
        <p:nvSpPr>
          <p:cNvPr id="21" name="文本框 20">
            <a:extLst>
              <a:ext uri="{FF2B5EF4-FFF2-40B4-BE49-F238E27FC236}">
                <a16:creationId xmlns:a16="http://schemas.microsoft.com/office/drawing/2014/main" xmlns="" id="{1CE2946B-0C18-4361-A19F-238EE9D4280A}"/>
              </a:ext>
            </a:extLst>
          </p:cNvPr>
          <p:cNvSpPr txBox="1"/>
          <p:nvPr/>
        </p:nvSpPr>
        <p:spPr>
          <a:xfrm>
            <a:off x="4982223" y="2490208"/>
            <a:ext cx="2304307" cy="598429"/>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22" name="文本框 21">
            <a:extLst>
              <a:ext uri="{FF2B5EF4-FFF2-40B4-BE49-F238E27FC236}">
                <a16:creationId xmlns:a16="http://schemas.microsoft.com/office/drawing/2014/main" xmlns="" id="{575D162E-BE66-44F3-B14C-7B870FB2C385}"/>
              </a:ext>
            </a:extLst>
          </p:cNvPr>
          <p:cNvSpPr txBox="1"/>
          <p:nvPr/>
        </p:nvSpPr>
        <p:spPr>
          <a:xfrm>
            <a:off x="5544198" y="1854492"/>
            <a:ext cx="1315011" cy="389161"/>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gn="l">
              <a:lnSpc>
                <a:spcPts val="22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输入标题</a:t>
            </a:r>
          </a:p>
        </p:txBody>
      </p:sp>
      <p:sp>
        <p:nvSpPr>
          <p:cNvPr id="23" name="文本框 22">
            <a:extLst>
              <a:ext uri="{FF2B5EF4-FFF2-40B4-BE49-F238E27FC236}">
                <a16:creationId xmlns:a16="http://schemas.microsoft.com/office/drawing/2014/main" xmlns="" id="{78B2F9A9-A747-4FA2-8517-656BCB05A3B3}"/>
              </a:ext>
            </a:extLst>
          </p:cNvPr>
          <p:cNvSpPr txBox="1"/>
          <p:nvPr/>
        </p:nvSpPr>
        <p:spPr>
          <a:xfrm>
            <a:off x="6711570" y="5148943"/>
            <a:ext cx="2304307" cy="598429"/>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24" name="文本框 23">
            <a:extLst>
              <a:ext uri="{FF2B5EF4-FFF2-40B4-BE49-F238E27FC236}">
                <a16:creationId xmlns:a16="http://schemas.microsoft.com/office/drawing/2014/main" xmlns="" id="{EC1B1143-D3AA-48A7-BBDC-66DC3B7F0196}"/>
              </a:ext>
            </a:extLst>
          </p:cNvPr>
          <p:cNvSpPr txBox="1"/>
          <p:nvPr/>
        </p:nvSpPr>
        <p:spPr>
          <a:xfrm>
            <a:off x="7273545" y="4513227"/>
            <a:ext cx="1315011" cy="389161"/>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gn="l">
              <a:lnSpc>
                <a:spcPts val="22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输入标题</a:t>
            </a:r>
          </a:p>
        </p:txBody>
      </p:sp>
      <p:sp>
        <p:nvSpPr>
          <p:cNvPr id="26" name="文本框 25">
            <a:extLst>
              <a:ext uri="{FF2B5EF4-FFF2-40B4-BE49-F238E27FC236}">
                <a16:creationId xmlns:a16="http://schemas.microsoft.com/office/drawing/2014/main" xmlns="" id="{84F69673-91D8-4EBD-88C6-BC5EE269F53B}"/>
              </a:ext>
            </a:extLst>
          </p:cNvPr>
          <p:cNvSpPr txBox="1"/>
          <p:nvPr/>
        </p:nvSpPr>
        <p:spPr>
          <a:xfrm>
            <a:off x="8286825" y="2490208"/>
            <a:ext cx="2304307" cy="598429"/>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27" name="文本框 26">
            <a:extLst>
              <a:ext uri="{FF2B5EF4-FFF2-40B4-BE49-F238E27FC236}">
                <a16:creationId xmlns:a16="http://schemas.microsoft.com/office/drawing/2014/main" xmlns="" id="{486455AB-23E7-4AEA-9F13-142D749A81C1}"/>
              </a:ext>
            </a:extLst>
          </p:cNvPr>
          <p:cNvSpPr txBox="1"/>
          <p:nvPr/>
        </p:nvSpPr>
        <p:spPr>
          <a:xfrm>
            <a:off x="8848800" y="1854492"/>
            <a:ext cx="1315011" cy="389161"/>
          </a:xfrm>
          <a:prstGeom prst="rect">
            <a:avLst/>
          </a:prstGeom>
        </p:spPr>
        <p:txBody>
          <a:bodyPr vert="horz" lIns="91440" tIns="45720" rIns="91440" bIns="45720" rtlCol="0" anchor="b">
            <a:noAutofit/>
          </a:bodyPr>
          <a:lstStyle>
            <a:defPPr>
              <a:defRPr lang="zh-CN"/>
            </a:defPPr>
            <a:lvl1pPr algn="ctr">
              <a:lnSpc>
                <a:spcPct val="90000"/>
              </a:lnSpc>
              <a:spcBef>
                <a:spcPct val="0"/>
              </a:spcBef>
              <a:buNone/>
              <a:defRPr sz="5600">
                <a:gradFill flip="none" rotWithShape="1">
                  <a:gsLst>
                    <a:gs pos="0">
                      <a:srgbClr val="E1FCFE"/>
                    </a:gs>
                    <a:gs pos="87000">
                      <a:srgbClr val="68FBFB"/>
                    </a:gs>
                  </a:gsLst>
                  <a:lin ang="5400000" scaled="1"/>
                  <a:tileRect/>
                </a:gradFill>
                <a:latin typeface="字魂59号-创粗黑" panose="00000500000000000000" pitchFamily="2" charset="-122"/>
                <a:ea typeface="字魂59号-创粗黑" panose="00000500000000000000" pitchFamily="2" charset="-122"/>
                <a:cs typeface="+mj-cs"/>
              </a:defRPr>
            </a:lvl1pPr>
          </a:lstStyle>
          <a:p>
            <a:pPr algn="l">
              <a:lnSpc>
                <a:spcPts val="22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输入标题</a:t>
            </a:r>
          </a:p>
        </p:txBody>
      </p:sp>
    </p:spTree>
    <p:extLst>
      <p:ext uri="{BB962C8B-B14F-4D97-AF65-F5344CB8AC3E}">
        <p14:creationId xmlns:p14="http://schemas.microsoft.com/office/powerpoint/2010/main" val="32235510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50"/>
                                        <p:tgtEl>
                                          <p:spTgt spid="5"/>
                                        </p:tgtEl>
                                      </p:cBhvr>
                                    </p:animEffect>
                                  </p:childTnLst>
                                </p:cTn>
                              </p:par>
                            </p:childTnLst>
                          </p:cTn>
                        </p:par>
                        <p:par>
                          <p:cTn id="8" fill="hold">
                            <p:stCondLst>
                              <p:cond delay="750"/>
                            </p:stCondLst>
                            <p:childTnLst>
                              <p:par>
                                <p:cTn id="9" presetID="2" presetClass="entr" presetSubtype="8"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0-#ppt_w/2"/>
                                          </p:val>
                                        </p:tav>
                                        <p:tav tm="100000">
                                          <p:val>
                                            <p:strVal val="#ppt_x"/>
                                          </p:val>
                                        </p:tav>
                                      </p:tavLst>
                                    </p:anim>
                                    <p:anim calcmode="lin" valueType="num">
                                      <p:cBhvr additive="base">
                                        <p:cTn id="12" dur="75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750" fill="hold"/>
                                        <p:tgtEl>
                                          <p:spTgt spid="17"/>
                                        </p:tgtEl>
                                        <p:attrNameLst>
                                          <p:attrName>ppt_x</p:attrName>
                                        </p:attrNameLst>
                                      </p:cBhvr>
                                      <p:tavLst>
                                        <p:tav tm="0">
                                          <p:val>
                                            <p:strVal val="0-#ppt_w/2"/>
                                          </p:val>
                                        </p:tav>
                                        <p:tav tm="100000">
                                          <p:val>
                                            <p:strVal val="#ppt_x"/>
                                          </p:val>
                                        </p:tav>
                                      </p:tavLst>
                                    </p:anim>
                                    <p:anim calcmode="lin" valueType="num">
                                      <p:cBhvr additive="base">
                                        <p:cTn id="16" dur="750" fill="hold"/>
                                        <p:tgtEl>
                                          <p:spTgt spid="1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750" fill="hold"/>
                                        <p:tgtEl>
                                          <p:spTgt spid="22"/>
                                        </p:tgtEl>
                                        <p:attrNameLst>
                                          <p:attrName>ppt_x</p:attrName>
                                        </p:attrNameLst>
                                      </p:cBhvr>
                                      <p:tavLst>
                                        <p:tav tm="0">
                                          <p:val>
                                            <p:strVal val="0-#ppt_w/2"/>
                                          </p:val>
                                        </p:tav>
                                        <p:tav tm="100000">
                                          <p:val>
                                            <p:strVal val="#ppt_x"/>
                                          </p:val>
                                        </p:tav>
                                      </p:tavLst>
                                    </p:anim>
                                    <p:anim calcmode="lin" valueType="num">
                                      <p:cBhvr additive="base">
                                        <p:cTn id="20" dur="750" fill="hold"/>
                                        <p:tgtEl>
                                          <p:spTgt spid="22"/>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750" fill="hold"/>
                                        <p:tgtEl>
                                          <p:spTgt spid="21"/>
                                        </p:tgtEl>
                                        <p:attrNameLst>
                                          <p:attrName>ppt_x</p:attrName>
                                        </p:attrNameLst>
                                      </p:cBhvr>
                                      <p:tavLst>
                                        <p:tav tm="0">
                                          <p:val>
                                            <p:strVal val="0-#ppt_w/2"/>
                                          </p:val>
                                        </p:tav>
                                        <p:tav tm="100000">
                                          <p:val>
                                            <p:strVal val="#ppt_x"/>
                                          </p:val>
                                        </p:tav>
                                      </p:tavLst>
                                    </p:anim>
                                    <p:anim calcmode="lin" valueType="num">
                                      <p:cBhvr additive="base">
                                        <p:cTn id="24" dur="750" fill="hold"/>
                                        <p:tgtEl>
                                          <p:spTgt spid="21"/>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750" fill="hold"/>
                                        <p:tgtEl>
                                          <p:spTgt spid="27"/>
                                        </p:tgtEl>
                                        <p:attrNameLst>
                                          <p:attrName>ppt_x</p:attrName>
                                        </p:attrNameLst>
                                      </p:cBhvr>
                                      <p:tavLst>
                                        <p:tav tm="0">
                                          <p:val>
                                            <p:strVal val="0-#ppt_w/2"/>
                                          </p:val>
                                        </p:tav>
                                        <p:tav tm="100000">
                                          <p:val>
                                            <p:strVal val="#ppt_x"/>
                                          </p:val>
                                        </p:tav>
                                      </p:tavLst>
                                    </p:anim>
                                    <p:anim calcmode="lin" valueType="num">
                                      <p:cBhvr additive="base">
                                        <p:cTn id="28" dur="750" fill="hold"/>
                                        <p:tgtEl>
                                          <p:spTgt spid="2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750" fill="hold"/>
                                        <p:tgtEl>
                                          <p:spTgt spid="26"/>
                                        </p:tgtEl>
                                        <p:attrNameLst>
                                          <p:attrName>ppt_x</p:attrName>
                                        </p:attrNameLst>
                                      </p:cBhvr>
                                      <p:tavLst>
                                        <p:tav tm="0">
                                          <p:val>
                                            <p:strVal val="0-#ppt_w/2"/>
                                          </p:val>
                                        </p:tav>
                                        <p:tav tm="100000">
                                          <p:val>
                                            <p:strVal val="#ppt_x"/>
                                          </p:val>
                                        </p:tav>
                                      </p:tavLst>
                                    </p:anim>
                                    <p:anim calcmode="lin" valueType="num">
                                      <p:cBhvr additive="base">
                                        <p:cTn id="32" dur="750" fill="hold"/>
                                        <p:tgtEl>
                                          <p:spTgt spid="26"/>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750" fill="hold"/>
                                        <p:tgtEl>
                                          <p:spTgt spid="20"/>
                                        </p:tgtEl>
                                        <p:attrNameLst>
                                          <p:attrName>ppt_x</p:attrName>
                                        </p:attrNameLst>
                                      </p:cBhvr>
                                      <p:tavLst>
                                        <p:tav tm="0">
                                          <p:val>
                                            <p:strVal val="0-#ppt_w/2"/>
                                          </p:val>
                                        </p:tav>
                                        <p:tav tm="100000">
                                          <p:val>
                                            <p:strVal val="#ppt_x"/>
                                          </p:val>
                                        </p:tav>
                                      </p:tavLst>
                                    </p:anim>
                                    <p:anim calcmode="lin" valueType="num">
                                      <p:cBhvr additive="base">
                                        <p:cTn id="36" dur="750" fill="hold"/>
                                        <p:tgtEl>
                                          <p:spTgt spid="20"/>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750" fill="hold"/>
                                        <p:tgtEl>
                                          <p:spTgt spid="19"/>
                                        </p:tgtEl>
                                        <p:attrNameLst>
                                          <p:attrName>ppt_x</p:attrName>
                                        </p:attrNameLst>
                                      </p:cBhvr>
                                      <p:tavLst>
                                        <p:tav tm="0">
                                          <p:val>
                                            <p:strVal val="0-#ppt_w/2"/>
                                          </p:val>
                                        </p:tav>
                                        <p:tav tm="100000">
                                          <p:val>
                                            <p:strVal val="#ppt_x"/>
                                          </p:val>
                                        </p:tav>
                                      </p:tavLst>
                                    </p:anim>
                                    <p:anim calcmode="lin" valueType="num">
                                      <p:cBhvr additive="base">
                                        <p:cTn id="40" dur="750" fill="hold"/>
                                        <p:tgtEl>
                                          <p:spTgt spid="19"/>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750" fill="hold"/>
                                        <p:tgtEl>
                                          <p:spTgt spid="24"/>
                                        </p:tgtEl>
                                        <p:attrNameLst>
                                          <p:attrName>ppt_x</p:attrName>
                                        </p:attrNameLst>
                                      </p:cBhvr>
                                      <p:tavLst>
                                        <p:tav tm="0">
                                          <p:val>
                                            <p:strVal val="0-#ppt_w/2"/>
                                          </p:val>
                                        </p:tav>
                                        <p:tav tm="100000">
                                          <p:val>
                                            <p:strVal val="#ppt_x"/>
                                          </p:val>
                                        </p:tav>
                                      </p:tavLst>
                                    </p:anim>
                                    <p:anim calcmode="lin" valueType="num">
                                      <p:cBhvr additive="base">
                                        <p:cTn id="44" dur="750" fill="hold"/>
                                        <p:tgtEl>
                                          <p:spTgt spid="24"/>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750" fill="hold"/>
                                        <p:tgtEl>
                                          <p:spTgt spid="23"/>
                                        </p:tgtEl>
                                        <p:attrNameLst>
                                          <p:attrName>ppt_x</p:attrName>
                                        </p:attrNameLst>
                                      </p:cBhvr>
                                      <p:tavLst>
                                        <p:tav tm="0">
                                          <p:val>
                                            <p:strVal val="0-#ppt_w/2"/>
                                          </p:val>
                                        </p:tav>
                                        <p:tav tm="100000">
                                          <p:val>
                                            <p:strVal val="#ppt_x"/>
                                          </p:val>
                                        </p:tav>
                                      </p:tavLst>
                                    </p:anim>
                                    <p:anim calcmode="lin" valueType="num">
                                      <p:cBhvr additive="base">
                                        <p:cTn id="48" dur="75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P spid="24" grpId="0"/>
      <p:bldP spid="26" grpId="0"/>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BFD343B3-8E3D-48F1-83D4-A8221D74C56C}"/>
              </a:ext>
            </a:extLst>
          </p:cNvPr>
          <p:cNvSpPr/>
          <p:nvPr/>
        </p:nvSpPr>
        <p:spPr>
          <a:xfrm>
            <a:off x="9042856" y="0"/>
            <a:ext cx="3150549" cy="6858000"/>
          </a:xfrm>
          <a:prstGeom prst="rect">
            <a:avLst/>
          </a:prstGeom>
          <a:solidFill>
            <a:srgbClr val="B82B2A"/>
          </a:solidFill>
          <a:ln>
            <a:noFill/>
          </a:ln>
          <a:effectLst>
            <a:outerShdw blurRad="50800" dist="63500" dir="2700000" algn="tl" rotWithShape="0">
              <a:srgbClr val="C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xmlns="" id="{F2EDE50C-7C4D-4F1E-8895-B5EBDACC7EDD}"/>
              </a:ext>
            </a:extLst>
          </p:cNvPr>
          <p:cNvSpPr txBox="1"/>
          <p:nvPr/>
        </p:nvSpPr>
        <p:spPr>
          <a:xfrm>
            <a:off x="10256902" y="1864489"/>
            <a:ext cx="1292662" cy="2862322"/>
          </a:xfrm>
          <a:prstGeom prst="rect">
            <a:avLst/>
          </a:prstGeom>
          <a:noFill/>
        </p:spPr>
        <p:txBody>
          <a:bodyPr vert="eaVert" wrap="none" rtlCol="0">
            <a:spAutoFit/>
          </a:bodyPr>
          <a:lstStyle/>
          <a:p>
            <a:r>
              <a:rPr lang="zh-CN" altLang="en-US" sz="7200" dirty="0">
                <a:solidFill>
                  <a:schemeClr val="bg1"/>
                </a:solidFill>
                <a:latin typeface="思源黑体 CN Bold" panose="020B0800000000000000" pitchFamily="34" charset="-122"/>
                <a:ea typeface="思源黑体 CN Bold" panose="020B0800000000000000" pitchFamily="34" charset="-122"/>
              </a:rPr>
              <a:t>第三章</a:t>
            </a:r>
          </a:p>
        </p:txBody>
      </p:sp>
      <p:sp>
        <p:nvSpPr>
          <p:cNvPr id="4" name="文本框 3">
            <a:extLst>
              <a:ext uri="{FF2B5EF4-FFF2-40B4-BE49-F238E27FC236}">
                <a16:creationId xmlns:a16="http://schemas.microsoft.com/office/drawing/2014/main" xmlns="" id="{04C34C66-0A1D-4294-B528-A49096F80C81}"/>
              </a:ext>
            </a:extLst>
          </p:cNvPr>
          <p:cNvSpPr txBox="1"/>
          <p:nvPr/>
        </p:nvSpPr>
        <p:spPr>
          <a:xfrm>
            <a:off x="1850931" y="2565737"/>
            <a:ext cx="4801314" cy="1015663"/>
          </a:xfrm>
          <a:prstGeom prst="rect">
            <a:avLst/>
          </a:prstGeom>
          <a:noFill/>
        </p:spPr>
        <p:txBody>
          <a:bodyPr wrap="none" rtlCol="0">
            <a:spAutoFit/>
          </a:bodyPr>
          <a:lstStyle/>
          <a:p>
            <a:r>
              <a:rPr lang="zh-CN" altLang="en-US" sz="6000" dirty="0">
                <a:solidFill>
                  <a:srgbClr val="B82B2A"/>
                </a:solidFill>
                <a:latin typeface="思源黑体 CN Bold" panose="020B0800000000000000" pitchFamily="34" charset="-122"/>
                <a:ea typeface="思源黑体 CN Bold" panose="020B0800000000000000" pitchFamily="34" charset="-122"/>
              </a:rPr>
              <a:t>工作存在不足</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2732739" y="3581400"/>
            <a:ext cx="3037697" cy="45719"/>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xmlns="" id="{9C656502-761A-420B-9CD2-B5FC09D72769}"/>
              </a:ext>
            </a:extLst>
          </p:cNvPr>
          <p:cNvSpPr txBox="1"/>
          <p:nvPr/>
        </p:nvSpPr>
        <p:spPr>
          <a:xfrm>
            <a:off x="883517" y="3776114"/>
            <a:ext cx="6736139" cy="523220"/>
          </a:xfrm>
          <a:prstGeom prst="rect">
            <a:avLst/>
          </a:prstGeom>
          <a:noFill/>
        </p:spPr>
        <p:txBody>
          <a:bodyPr wrap="square" rtlCol="0">
            <a:spAutoFit/>
          </a:bodyPr>
          <a:lstStyle/>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标题数字等都可以通过点击和重新输入进行更改，顶部“开始”</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面板中可以对字体、字号、颜色、行距等进行修改。建议正文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号字，</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1.3</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倍字间距</a:t>
            </a:r>
            <a:endParaRPr lang="zh-CN" altLang="en-US" sz="1400" dirty="0">
              <a:solidFill>
                <a:srgbClr val="B82B2A"/>
              </a:solidFill>
              <a:latin typeface="思源黑体 CN Bold" panose="020B0800000000000000" pitchFamily="34" charset="-122"/>
              <a:ea typeface="思源黑体 CN Bold" panose="020B0800000000000000" pitchFamily="34" charset="-122"/>
            </a:endParaRPr>
          </a:p>
        </p:txBody>
      </p:sp>
      <p:sp>
        <p:nvSpPr>
          <p:cNvPr id="28" name="矩形 27">
            <a:extLst>
              <a:ext uri="{FF2B5EF4-FFF2-40B4-BE49-F238E27FC236}">
                <a16:creationId xmlns:a16="http://schemas.microsoft.com/office/drawing/2014/main" xmlns="" id="{C65A3428-E99E-44BA-B0C2-DE956193A647}"/>
              </a:ext>
            </a:extLst>
          </p:cNvPr>
          <p:cNvSpPr/>
          <p:nvPr/>
        </p:nvSpPr>
        <p:spPr>
          <a:xfrm>
            <a:off x="-23761" y="1466850"/>
            <a:ext cx="271793" cy="392430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xmlns="" id="{C2B2B4B2-35CC-4AA4-B168-4611454E0747}"/>
              </a:ext>
            </a:extLst>
          </p:cNvPr>
          <p:cNvGrpSpPr/>
          <p:nvPr/>
        </p:nvGrpSpPr>
        <p:grpSpPr>
          <a:xfrm rot="16200000">
            <a:off x="5945089" y="2582311"/>
            <a:ext cx="6092472" cy="1693379"/>
            <a:chOff x="3149613" y="460811"/>
            <a:chExt cx="6092472" cy="1693379"/>
          </a:xfrm>
        </p:grpSpPr>
        <p:pic>
          <p:nvPicPr>
            <p:cNvPr id="10" name="图片 9">
              <a:extLst>
                <a:ext uri="{FF2B5EF4-FFF2-40B4-BE49-F238E27FC236}">
                  <a16:creationId xmlns:a16="http://schemas.microsoft.com/office/drawing/2014/main" xmlns="" id="{C8DE34C0-B8CE-4DB6-9A06-41C704D37512}"/>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38667" b="53994"/>
            <a:stretch/>
          </p:blipFill>
          <p:spPr>
            <a:xfrm>
              <a:off x="3149613" y="460811"/>
              <a:ext cx="4506781" cy="1670546"/>
            </a:xfrm>
            <a:prstGeom prst="rect">
              <a:avLst/>
            </a:prstGeom>
          </p:spPr>
        </p:pic>
        <p:pic>
          <p:nvPicPr>
            <p:cNvPr id="11" name="图片 10">
              <a:extLst>
                <a:ext uri="{FF2B5EF4-FFF2-40B4-BE49-F238E27FC236}">
                  <a16:creationId xmlns:a16="http://schemas.microsoft.com/office/drawing/2014/main" xmlns="" id="{A1B7F021-D59E-41CD-B3F9-1CB69AA69B18}"/>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61834" b="53994"/>
            <a:stretch/>
          </p:blipFill>
          <p:spPr>
            <a:xfrm>
              <a:off x="7650816" y="483644"/>
              <a:ext cx="1591269" cy="1670546"/>
            </a:xfrm>
            <a:prstGeom prst="rect">
              <a:avLst/>
            </a:prstGeom>
          </p:spPr>
        </p:pic>
      </p:grpSp>
    </p:spTree>
    <p:extLst>
      <p:ext uri="{BB962C8B-B14F-4D97-AF65-F5344CB8AC3E}">
        <p14:creationId xmlns:p14="http://schemas.microsoft.com/office/powerpoint/2010/main" val="3723801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par>
                          <p:cTn id="25" fill="hold">
                            <p:stCondLst>
                              <p:cond delay="1000"/>
                            </p:stCondLst>
                            <p:childTnLst>
                              <p:par>
                                <p:cTn id="26" presetID="16" presetClass="entr" presetSubtype="21"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arn(inVertical)">
                                      <p:cBhvr>
                                        <p:cTn id="28" dur="500"/>
                                        <p:tgtEl>
                                          <p:spTgt spid="4"/>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par>
                          <p:cTn id="33" fill="hold">
                            <p:stCondLst>
                              <p:cond delay="2000"/>
                            </p:stCondLst>
                            <p:childTnLst>
                              <p:par>
                                <p:cTn id="34" presetID="16" presetClass="entr" presetSubtype="21"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barn(inVertical)">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4" grpId="0"/>
      <p:bldP spid="25" grpId="0" animBg="1"/>
      <p:bldP spid="26" grpId="0"/>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3.</a:t>
            </a:r>
            <a:r>
              <a:rPr lang="zh-CN" altLang="en-US" sz="3200" dirty="0">
                <a:solidFill>
                  <a:srgbClr val="B82B2A"/>
                </a:solidFill>
                <a:latin typeface="思源黑体 CN Bold" panose="020B0800000000000000" pitchFamily="34" charset="-122"/>
                <a:ea typeface="思源黑体 CN Bold" panose="020B0800000000000000" pitchFamily="34" charset="-122"/>
              </a:rPr>
              <a:t>工作存在不足</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MH_Other_9">
            <a:extLst>
              <a:ext uri="{FF2B5EF4-FFF2-40B4-BE49-F238E27FC236}">
                <a16:creationId xmlns:a16="http://schemas.microsoft.com/office/drawing/2014/main" xmlns="" id="{D0247089-B6FB-4BBA-83D8-C9FAAFB4BEAD}"/>
              </a:ext>
            </a:extLst>
          </p:cNvPr>
          <p:cNvSpPr/>
          <p:nvPr>
            <p:custDataLst>
              <p:tags r:id="rId1"/>
            </p:custDataLst>
          </p:nvPr>
        </p:nvSpPr>
        <p:spPr>
          <a:xfrm>
            <a:off x="912083" y="2193650"/>
            <a:ext cx="1846973" cy="3420356"/>
          </a:xfrm>
          <a:custGeom>
            <a:avLst/>
            <a:gdLst>
              <a:gd name="connsiteX0" fmla="*/ 353236 w 1570676"/>
              <a:gd name="connsiteY0" fmla="*/ 0 h 3230989"/>
              <a:gd name="connsiteX1" fmla="*/ 704078 w 1570676"/>
              <a:gd name="connsiteY1" fmla="*/ 350842 h 3230989"/>
              <a:gd name="connsiteX2" fmla="*/ 696950 w 1570676"/>
              <a:gd name="connsiteY2" fmla="*/ 421549 h 3230989"/>
              <a:gd name="connsiteX3" fmla="*/ 693971 w 1570676"/>
              <a:gd name="connsiteY3" fmla="*/ 431148 h 3230989"/>
              <a:gd name="connsiteX4" fmla="*/ 1124583 w 1570676"/>
              <a:gd name="connsiteY4" fmla="*/ 115308 h 3230989"/>
              <a:gd name="connsiteX5" fmla="*/ 1182673 w 1570676"/>
              <a:gd name="connsiteY5" fmla="*/ 124239 h 3230989"/>
              <a:gd name="connsiteX6" fmla="*/ 1280987 w 1570676"/>
              <a:gd name="connsiteY6" fmla="*/ 258279 h 3230989"/>
              <a:gd name="connsiteX7" fmla="*/ 1272055 w 1570676"/>
              <a:gd name="connsiteY7" fmla="*/ 316369 h 3230989"/>
              <a:gd name="connsiteX8" fmla="*/ 737572 w 1570676"/>
              <a:gd name="connsiteY8" fmla="*/ 708396 h 3230989"/>
              <a:gd name="connsiteX9" fmla="*/ 1421618 w 1570676"/>
              <a:gd name="connsiteY9" fmla="*/ 295118 h 3230989"/>
              <a:gd name="connsiteX10" fmla="*/ 1478696 w 1570676"/>
              <a:gd name="connsiteY10" fmla="*/ 309203 h 3230989"/>
              <a:gd name="connsiteX11" fmla="*/ 1564680 w 1570676"/>
              <a:gd name="connsiteY11" fmla="*/ 451522 h 3230989"/>
              <a:gd name="connsiteX12" fmla="*/ 1550596 w 1570676"/>
              <a:gd name="connsiteY12" fmla="*/ 508600 h 3230989"/>
              <a:gd name="connsiteX13" fmla="*/ 625846 w 1570676"/>
              <a:gd name="connsiteY13" fmla="*/ 1067303 h 3230989"/>
              <a:gd name="connsiteX14" fmla="*/ 625846 w 1570676"/>
              <a:gd name="connsiteY14" fmla="*/ 1840572 h 3230989"/>
              <a:gd name="connsiteX15" fmla="*/ 621798 w 1570676"/>
              <a:gd name="connsiteY15" fmla="*/ 1860622 h 3230989"/>
              <a:gd name="connsiteX16" fmla="*/ 630588 w 1570676"/>
              <a:gd name="connsiteY16" fmla="*/ 1874274 h 3230989"/>
              <a:gd name="connsiteX17" fmla="*/ 719607 w 1570676"/>
              <a:gd name="connsiteY17" fmla="*/ 2101869 h 3230989"/>
              <a:gd name="connsiteX18" fmla="*/ 724451 w 1570676"/>
              <a:gd name="connsiteY18" fmla="*/ 2103875 h 3230989"/>
              <a:gd name="connsiteX19" fmla="*/ 738159 w 1570676"/>
              <a:gd name="connsiteY19" fmla="*/ 2136968 h 3230989"/>
              <a:gd name="connsiteX20" fmla="*/ 738159 w 1570676"/>
              <a:gd name="connsiteY20" fmla="*/ 3173493 h 3230989"/>
              <a:gd name="connsiteX21" fmla="*/ 691358 w 1570676"/>
              <a:gd name="connsiteY21" fmla="*/ 3220294 h 3230989"/>
              <a:gd name="connsiteX22" fmla="*/ 504158 w 1570676"/>
              <a:gd name="connsiteY22" fmla="*/ 3220294 h 3230989"/>
              <a:gd name="connsiteX23" fmla="*/ 457357 w 1570676"/>
              <a:gd name="connsiteY23" fmla="*/ 3173493 h 3230989"/>
              <a:gd name="connsiteX24" fmla="*/ 457357 w 1570676"/>
              <a:gd name="connsiteY24" fmla="*/ 2183074 h 3230989"/>
              <a:gd name="connsiteX25" fmla="*/ 375586 w 1570676"/>
              <a:gd name="connsiteY25" fmla="*/ 1974012 h 3230989"/>
              <a:gd name="connsiteX26" fmla="*/ 370477 w 1570676"/>
              <a:gd name="connsiteY26" fmla="*/ 1944882 h 3230989"/>
              <a:gd name="connsiteX27" fmla="*/ 280842 w 1570676"/>
              <a:gd name="connsiteY27" fmla="*/ 1944882 h 3230989"/>
              <a:gd name="connsiteX28" fmla="*/ 280842 w 1570676"/>
              <a:gd name="connsiteY28" fmla="*/ 3185353 h 3230989"/>
              <a:gd name="connsiteX29" fmla="*/ 235206 w 1570676"/>
              <a:gd name="connsiteY29" fmla="*/ 3230989 h 3230989"/>
              <a:gd name="connsiteX30" fmla="*/ 52665 w 1570676"/>
              <a:gd name="connsiteY30" fmla="*/ 3230989 h 3230989"/>
              <a:gd name="connsiteX31" fmla="*/ 7029 w 1570676"/>
              <a:gd name="connsiteY31" fmla="*/ 3185353 h 3230989"/>
              <a:gd name="connsiteX32" fmla="*/ 7029 w 1570676"/>
              <a:gd name="connsiteY32" fmla="*/ 1902195 h 3230989"/>
              <a:gd name="connsiteX33" fmla="*/ 10564 w 1570676"/>
              <a:gd name="connsiteY33" fmla="*/ 1884685 h 3230989"/>
              <a:gd name="connsiteX34" fmla="*/ 8197 w 1570676"/>
              <a:gd name="connsiteY34" fmla="*/ 1881174 h 3230989"/>
              <a:gd name="connsiteX35" fmla="*/ 0 w 1570676"/>
              <a:gd name="connsiteY35" fmla="*/ 1840572 h 3230989"/>
              <a:gd name="connsiteX36" fmla="*/ 0 w 1570676"/>
              <a:gd name="connsiteY36" fmla="*/ 836612 h 3230989"/>
              <a:gd name="connsiteX37" fmla="*/ 104310 w 1570676"/>
              <a:gd name="connsiteY37" fmla="*/ 732302 h 3230989"/>
              <a:gd name="connsiteX38" fmla="*/ 283381 w 1570676"/>
              <a:gd name="connsiteY38" fmla="*/ 732302 h 3230989"/>
              <a:gd name="connsiteX39" fmla="*/ 331193 w 1570676"/>
              <a:gd name="connsiteY39" fmla="*/ 697234 h 3230989"/>
              <a:gd name="connsiteX40" fmla="*/ 216672 w 1570676"/>
              <a:gd name="connsiteY40" fmla="*/ 674113 h 3230989"/>
              <a:gd name="connsiteX41" fmla="*/ 2394 w 1570676"/>
              <a:gd name="connsiteY41" fmla="*/ 350842 h 3230989"/>
              <a:gd name="connsiteX42" fmla="*/ 353236 w 1570676"/>
              <a:gd name="connsiteY42" fmla="*/ 0 h 3230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70676" h="3230989">
                <a:moveTo>
                  <a:pt x="353236" y="0"/>
                </a:moveTo>
                <a:cubicBezTo>
                  <a:pt x="547001" y="0"/>
                  <a:pt x="704078" y="157077"/>
                  <a:pt x="704078" y="350842"/>
                </a:cubicBezTo>
                <a:cubicBezTo>
                  <a:pt x="704078" y="375063"/>
                  <a:pt x="701624" y="398710"/>
                  <a:pt x="696950" y="421549"/>
                </a:cubicBezTo>
                <a:lnTo>
                  <a:pt x="693971" y="431148"/>
                </a:lnTo>
                <a:lnTo>
                  <a:pt x="1124583" y="115308"/>
                </a:lnTo>
                <a:cubicBezTo>
                  <a:pt x="1143090" y="101733"/>
                  <a:pt x="1169099" y="105732"/>
                  <a:pt x="1182673" y="124239"/>
                </a:cubicBezTo>
                <a:lnTo>
                  <a:pt x="1280987" y="258279"/>
                </a:lnTo>
                <a:cubicBezTo>
                  <a:pt x="1294562" y="276786"/>
                  <a:pt x="1290563" y="302795"/>
                  <a:pt x="1272055" y="316369"/>
                </a:cubicBezTo>
                <a:lnTo>
                  <a:pt x="737572" y="708396"/>
                </a:lnTo>
                <a:lnTo>
                  <a:pt x="1421618" y="295118"/>
                </a:lnTo>
                <a:cubicBezTo>
                  <a:pt x="1441269" y="283246"/>
                  <a:pt x="1466824" y="289552"/>
                  <a:pt x="1478696" y="309203"/>
                </a:cubicBezTo>
                <a:lnTo>
                  <a:pt x="1564680" y="451522"/>
                </a:lnTo>
                <a:cubicBezTo>
                  <a:pt x="1576553" y="471173"/>
                  <a:pt x="1570247" y="496728"/>
                  <a:pt x="1550596" y="508600"/>
                </a:cubicBezTo>
                <a:lnTo>
                  <a:pt x="625846" y="1067303"/>
                </a:lnTo>
                <a:lnTo>
                  <a:pt x="625846" y="1840572"/>
                </a:lnTo>
                <a:lnTo>
                  <a:pt x="621798" y="1860622"/>
                </a:lnTo>
                <a:lnTo>
                  <a:pt x="630588" y="1874274"/>
                </a:lnTo>
                <a:lnTo>
                  <a:pt x="719607" y="2101869"/>
                </a:lnTo>
                <a:lnTo>
                  <a:pt x="724451" y="2103875"/>
                </a:lnTo>
                <a:cubicBezTo>
                  <a:pt x="732921" y="2112345"/>
                  <a:pt x="738159" y="2124045"/>
                  <a:pt x="738159" y="2136968"/>
                </a:cubicBezTo>
                <a:lnTo>
                  <a:pt x="738159" y="3173493"/>
                </a:lnTo>
                <a:cubicBezTo>
                  <a:pt x="738159" y="3199340"/>
                  <a:pt x="717205" y="3220294"/>
                  <a:pt x="691358" y="3220294"/>
                </a:cubicBezTo>
                <a:lnTo>
                  <a:pt x="504158" y="3220294"/>
                </a:lnTo>
                <a:cubicBezTo>
                  <a:pt x="478311" y="3220294"/>
                  <a:pt x="457357" y="3199340"/>
                  <a:pt x="457357" y="3173493"/>
                </a:cubicBezTo>
                <a:lnTo>
                  <a:pt x="457357" y="2183074"/>
                </a:lnTo>
                <a:lnTo>
                  <a:pt x="375586" y="1974012"/>
                </a:lnTo>
                <a:lnTo>
                  <a:pt x="370477" y="1944882"/>
                </a:lnTo>
                <a:lnTo>
                  <a:pt x="280842" y="1944882"/>
                </a:lnTo>
                <a:lnTo>
                  <a:pt x="280842" y="3185353"/>
                </a:lnTo>
                <a:cubicBezTo>
                  <a:pt x="280842" y="3210557"/>
                  <a:pt x="260410" y="3230989"/>
                  <a:pt x="235206" y="3230989"/>
                </a:cubicBezTo>
                <a:lnTo>
                  <a:pt x="52665" y="3230989"/>
                </a:lnTo>
                <a:cubicBezTo>
                  <a:pt x="27461" y="3230989"/>
                  <a:pt x="7029" y="3210557"/>
                  <a:pt x="7029" y="3185353"/>
                </a:cubicBezTo>
                <a:lnTo>
                  <a:pt x="7029" y="1902195"/>
                </a:lnTo>
                <a:lnTo>
                  <a:pt x="10564" y="1884685"/>
                </a:lnTo>
                <a:lnTo>
                  <a:pt x="8197" y="1881174"/>
                </a:lnTo>
                <a:cubicBezTo>
                  <a:pt x="2919" y="1868695"/>
                  <a:pt x="0" y="1854975"/>
                  <a:pt x="0" y="1840572"/>
                </a:cubicBezTo>
                <a:lnTo>
                  <a:pt x="0" y="836612"/>
                </a:lnTo>
                <a:cubicBezTo>
                  <a:pt x="0" y="779003"/>
                  <a:pt x="46701" y="732302"/>
                  <a:pt x="104310" y="732302"/>
                </a:cubicBezTo>
                <a:lnTo>
                  <a:pt x="283381" y="732302"/>
                </a:lnTo>
                <a:lnTo>
                  <a:pt x="331193" y="697234"/>
                </a:lnTo>
                <a:lnTo>
                  <a:pt x="216672" y="674113"/>
                </a:lnTo>
                <a:cubicBezTo>
                  <a:pt x="90750" y="620853"/>
                  <a:pt x="2394" y="496166"/>
                  <a:pt x="2394" y="350842"/>
                </a:cubicBezTo>
                <a:cubicBezTo>
                  <a:pt x="2394" y="157077"/>
                  <a:pt x="159471" y="0"/>
                  <a:pt x="353236"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800">
              <a:latin typeface="微软雅黑" panose="020B0503020204020204" pitchFamily="34" charset="-122"/>
              <a:ea typeface="微软雅黑" panose="020B0503020204020204" pitchFamily="34" charset="-122"/>
              <a:cs typeface="+mn-ea"/>
              <a:sym typeface="+mn-lt"/>
            </a:endParaRPr>
          </a:p>
        </p:txBody>
      </p:sp>
      <p:sp>
        <p:nvSpPr>
          <p:cNvPr id="37" name="MH_Text_4">
            <a:extLst>
              <a:ext uri="{FF2B5EF4-FFF2-40B4-BE49-F238E27FC236}">
                <a16:creationId xmlns:a16="http://schemas.microsoft.com/office/drawing/2014/main" xmlns="" id="{C6BCD3EE-6962-4F96-B4EB-A652654D9079}"/>
              </a:ext>
            </a:extLst>
          </p:cNvPr>
          <p:cNvSpPr txBox="1">
            <a:spLocks/>
          </p:cNvSpPr>
          <p:nvPr>
            <p:custDataLst>
              <p:tags r:id="rId2"/>
            </p:custDataLst>
          </p:nvPr>
        </p:nvSpPr>
        <p:spPr>
          <a:xfrm>
            <a:off x="5561902" y="1588724"/>
            <a:ext cx="5981762" cy="640371"/>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mn-lt"/>
              </a:rPr>
              <a:t>点击添加相关标题文字，点击添加相关标题文字，点击添加相关标题文字，点击添加相关标题文字，点击添加相关标题文字。</a:t>
            </a:r>
            <a:endParaRPr lang="en-GB"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mn-lt"/>
            </a:endParaRPr>
          </a:p>
        </p:txBody>
      </p:sp>
      <p:grpSp>
        <p:nvGrpSpPr>
          <p:cNvPr id="3" name="组合 2">
            <a:extLst>
              <a:ext uri="{FF2B5EF4-FFF2-40B4-BE49-F238E27FC236}">
                <a16:creationId xmlns:a16="http://schemas.microsoft.com/office/drawing/2014/main" xmlns="" id="{908F7D55-4937-4460-A03F-7F876DDD870B}"/>
              </a:ext>
            </a:extLst>
          </p:cNvPr>
          <p:cNvGrpSpPr/>
          <p:nvPr/>
        </p:nvGrpSpPr>
        <p:grpSpPr>
          <a:xfrm>
            <a:off x="2353805" y="1558322"/>
            <a:ext cx="3354711" cy="1038712"/>
            <a:chOff x="2353805" y="1558322"/>
            <a:chExt cx="3354711" cy="1038712"/>
          </a:xfrm>
        </p:grpSpPr>
        <p:sp>
          <p:nvSpPr>
            <p:cNvPr id="34" name="MH_Other_7">
              <a:extLst>
                <a:ext uri="{FF2B5EF4-FFF2-40B4-BE49-F238E27FC236}">
                  <a16:creationId xmlns:a16="http://schemas.microsoft.com/office/drawing/2014/main" xmlns="" id="{A25FF7B5-B385-4485-B5CB-17513D805E04}"/>
                </a:ext>
              </a:extLst>
            </p:cNvPr>
            <p:cNvSpPr/>
            <p:nvPr>
              <p:custDataLst>
                <p:tags r:id="rId15"/>
              </p:custDataLst>
            </p:nvPr>
          </p:nvSpPr>
          <p:spPr>
            <a:xfrm rot="21116664">
              <a:off x="2353805" y="1558322"/>
              <a:ext cx="1141053" cy="1038712"/>
            </a:xfrm>
            <a:prstGeom prst="roundRect">
              <a:avLst>
                <a:gd name="adj" fmla="val 185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6600" dirty="0">
                  <a:solidFill>
                    <a:srgbClr val="FFFFFF"/>
                  </a:solidFill>
                  <a:latin typeface="微软雅黑" panose="020B0503020204020204" pitchFamily="34" charset="-122"/>
                  <a:ea typeface="微软雅黑" panose="020B0503020204020204" pitchFamily="34" charset="-122"/>
                  <a:cs typeface="+mn-ea"/>
                  <a:sym typeface="+mn-lt"/>
                </a:rPr>
                <a:t>4</a:t>
              </a:r>
              <a:endParaRPr lang="zh-CN" altLang="en-US" sz="6600" dirty="0">
                <a:solidFill>
                  <a:srgbClr val="FFFFFF"/>
                </a:solidFill>
                <a:latin typeface="微软雅黑" panose="020B0503020204020204" pitchFamily="34" charset="-122"/>
                <a:ea typeface="微软雅黑" panose="020B0503020204020204" pitchFamily="34" charset="-122"/>
                <a:cs typeface="+mn-ea"/>
                <a:sym typeface="+mn-lt"/>
              </a:endParaRPr>
            </a:p>
          </p:txBody>
        </p:sp>
        <p:cxnSp>
          <p:nvCxnSpPr>
            <p:cNvPr id="35" name="MH_Other_8">
              <a:extLst>
                <a:ext uri="{FF2B5EF4-FFF2-40B4-BE49-F238E27FC236}">
                  <a16:creationId xmlns:a16="http://schemas.microsoft.com/office/drawing/2014/main" xmlns="" id="{6E271A9B-B4A6-4F03-BB64-53124E6035FB}"/>
                </a:ext>
              </a:extLst>
            </p:cNvPr>
            <p:cNvCxnSpPr/>
            <p:nvPr>
              <p:custDataLst>
                <p:tags r:id="rId16"/>
              </p:custDataLst>
            </p:nvPr>
          </p:nvCxnSpPr>
          <p:spPr>
            <a:xfrm>
              <a:off x="3446302" y="1949973"/>
              <a:ext cx="603418"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8" name="MH_SubTitle_4">
              <a:extLst>
                <a:ext uri="{FF2B5EF4-FFF2-40B4-BE49-F238E27FC236}">
                  <a16:creationId xmlns:a16="http://schemas.microsoft.com/office/drawing/2014/main" xmlns="" id="{D0ED57D7-FE48-4C2D-9A9E-4D33C1F59326}"/>
                </a:ext>
              </a:extLst>
            </p:cNvPr>
            <p:cNvSpPr txBox="1">
              <a:spLocks/>
            </p:cNvSpPr>
            <p:nvPr>
              <p:custDataLst>
                <p:tags r:id="rId17"/>
              </p:custDataLst>
            </p:nvPr>
          </p:nvSpPr>
          <p:spPr bwMode="auto">
            <a:xfrm>
              <a:off x="4159659" y="1714739"/>
              <a:ext cx="1548857" cy="480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lnSpc>
                  <a:spcPct val="130000"/>
                </a:lnSpc>
              </a:pPr>
              <a:r>
                <a:rPr lang="zh-CN" altLang="en-US" sz="3200" b="1" dirty="0">
                  <a:solidFill>
                    <a:srgbClr val="C00000"/>
                  </a:solidFill>
                  <a:latin typeface="微软雅黑" panose="020B0503020204020204" pitchFamily="34" charset="-122"/>
                  <a:ea typeface="微软雅黑" panose="020B0503020204020204" pitchFamily="34" charset="-122"/>
                  <a:cs typeface="+mn-ea"/>
                  <a:sym typeface="+mn-lt"/>
                </a:rPr>
                <a:t>不想做</a:t>
              </a:r>
            </a:p>
          </p:txBody>
        </p:sp>
      </p:grpSp>
      <p:grpSp>
        <p:nvGrpSpPr>
          <p:cNvPr id="45" name="组合 44">
            <a:extLst>
              <a:ext uri="{FF2B5EF4-FFF2-40B4-BE49-F238E27FC236}">
                <a16:creationId xmlns:a16="http://schemas.microsoft.com/office/drawing/2014/main" xmlns="" id="{F9332EBE-BA08-46A0-9530-F1AE02713964}"/>
              </a:ext>
            </a:extLst>
          </p:cNvPr>
          <p:cNvGrpSpPr/>
          <p:nvPr/>
        </p:nvGrpSpPr>
        <p:grpSpPr>
          <a:xfrm>
            <a:off x="2731043" y="2580227"/>
            <a:ext cx="3489227" cy="1038712"/>
            <a:chOff x="2731043" y="2580227"/>
            <a:chExt cx="3489227" cy="1038712"/>
          </a:xfrm>
        </p:grpSpPr>
        <p:sp>
          <p:nvSpPr>
            <p:cNvPr id="32" name="MH_Other_5">
              <a:extLst>
                <a:ext uri="{FF2B5EF4-FFF2-40B4-BE49-F238E27FC236}">
                  <a16:creationId xmlns:a16="http://schemas.microsoft.com/office/drawing/2014/main" xmlns="" id="{E0D05009-6FAE-4904-A730-D4CC00DB1C64}"/>
                </a:ext>
              </a:extLst>
            </p:cNvPr>
            <p:cNvSpPr/>
            <p:nvPr>
              <p:custDataLst>
                <p:tags r:id="rId12"/>
              </p:custDataLst>
            </p:nvPr>
          </p:nvSpPr>
          <p:spPr>
            <a:xfrm rot="21439215">
              <a:off x="2731043" y="2580227"/>
              <a:ext cx="1141053" cy="1038712"/>
            </a:xfrm>
            <a:prstGeom prst="roundRect">
              <a:avLst>
                <a:gd name="adj" fmla="val 18567"/>
              </a:avLst>
            </a:prstGeom>
            <a:solidFill>
              <a:schemeClr val="bg1">
                <a:lumMod val="50000"/>
              </a:schemeClr>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6600" dirty="0">
                  <a:solidFill>
                    <a:schemeClr val="bg1"/>
                  </a:solidFill>
                  <a:latin typeface="微软雅黑" panose="020B0503020204020204" pitchFamily="34" charset="-122"/>
                  <a:ea typeface="微软雅黑" panose="020B0503020204020204" pitchFamily="34" charset="-122"/>
                  <a:cs typeface="+mn-ea"/>
                  <a:sym typeface="+mn-lt"/>
                </a:rPr>
                <a:t>3</a:t>
              </a:r>
              <a:endParaRPr lang="zh-CN" altLang="en-US" sz="6600"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33" name="MH_Other_6">
              <a:extLst>
                <a:ext uri="{FF2B5EF4-FFF2-40B4-BE49-F238E27FC236}">
                  <a16:creationId xmlns:a16="http://schemas.microsoft.com/office/drawing/2014/main" xmlns="" id="{659D31CB-C008-4E6D-A55E-D9192EBB26A1}"/>
                </a:ext>
              </a:extLst>
            </p:cNvPr>
            <p:cNvCxnSpPr/>
            <p:nvPr>
              <p:custDataLst>
                <p:tags r:id="rId13"/>
              </p:custDataLst>
            </p:nvPr>
          </p:nvCxnSpPr>
          <p:spPr>
            <a:xfrm>
              <a:off x="3860889" y="3116389"/>
              <a:ext cx="454016"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9" name="MH_SubTitle_3">
              <a:extLst>
                <a:ext uri="{FF2B5EF4-FFF2-40B4-BE49-F238E27FC236}">
                  <a16:creationId xmlns:a16="http://schemas.microsoft.com/office/drawing/2014/main" xmlns="" id="{B9274698-9BF9-4350-B151-FF072FF5F429}"/>
                </a:ext>
              </a:extLst>
            </p:cNvPr>
            <p:cNvSpPr txBox="1">
              <a:spLocks/>
            </p:cNvSpPr>
            <p:nvPr>
              <p:custDataLst>
                <p:tags r:id="rId14"/>
              </p:custDataLst>
            </p:nvPr>
          </p:nvSpPr>
          <p:spPr bwMode="auto">
            <a:xfrm>
              <a:off x="4468781" y="2859232"/>
              <a:ext cx="1751489" cy="480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lnSpc>
                  <a:spcPct val="130000"/>
                </a:lnSpc>
              </a:pPr>
              <a:r>
                <a:rPr lang="zh-CN" altLang="en-US" sz="3200" b="1" dirty="0">
                  <a:solidFill>
                    <a:srgbClr val="C00000"/>
                  </a:solidFill>
                  <a:latin typeface="微软雅黑" panose="020B0503020204020204" pitchFamily="34" charset="-122"/>
                  <a:ea typeface="微软雅黑" panose="020B0503020204020204" pitchFamily="34" charset="-122"/>
                  <a:cs typeface="+mn-ea"/>
                  <a:sym typeface="+mn-lt"/>
                </a:rPr>
                <a:t>不会做</a:t>
              </a:r>
            </a:p>
          </p:txBody>
        </p:sp>
      </p:grpSp>
      <p:grpSp>
        <p:nvGrpSpPr>
          <p:cNvPr id="46" name="组合 45">
            <a:extLst>
              <a:ext uri="{FF2B5EF4-FFF2-40B4-BE49-F238E27FC236}">
                <a16:creationId xmlns:a16="http://schemas.microsoft.com/office/drawing/2014/main" xmlns="" id="{6F6F62B7-B005-4353-BA91-91786F9D8C5B}"/>
              </a:ext>
            </a:extLst>
          </p:cNvPr>
          <p:cNvGrpSpPr/>
          <p:nvPr/>
        </p:nvGrpSpPr>
        <p:grpSpPr>
          <a:xfrm>
            <a:off x="3147499" y="3587005"/>
            <a:ext cx="3353003" cy="1038712"/>
            <a:chOff x="3147499" y="3587005"/>
            <a:chExt cx="3353003" cy="1038712"/>
          </a:xfrm>
        </p:grpSpPr>
        <p:sp>
          <p:nvSpPr>
            <p:cNvPr id="30" name="MH_Other_3">
              <a:extLst>
                <a:ext uri="{FF2B5EF4-FFF2-40B4-BE49-F238E27FC236}">
                  <a16:creationId xmlns:a16="http://schemas.microsoft.com/office/drawing/2014/main" xmlns="" id="{1661CAC3-8979-4B8C-825B-75F57409F7A3}"/>
                </a:ext>
              </a:extLst>
            </p:cNvPr>
            <p:cNvSpPr/>
            <p:nvPr>
              <p:custDataLst>
                <p:tags r:id="rId9"/>
              </p:custDataLst>
            </p:nvPr>
          </p:nvSpPr>
          <p:spPr>
            <a:xfrm rot="21439215">
              <a:off x="3147499" y="3587005"/>
              <a:ext cx="1141051" cy="1038712"/>
            </a:xfrm>
            <a:prstGeom prst="roundRect">
              <a:avLst>
                <a:gd name="adj" fmla="val 18567"/>
              </a:avLst>
            </a:prstGeom>
            <a:solidFill>
              <a:schemeClr val="bg1">
                <a:lumMod val="50000"/>
              </a:schemeClr>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6600"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sz="6600"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31" name="MH_Other_4">
              <a:extLst>
                <a:ext uri="{FF2B5EF4-FFF2-40B4-BE49-F238E27FC236}">
                  <a16:creationId xmlns:a16="http://schemas.microsoft.com/office/drawing/2014/main" xmlns="" id="{A4C3AC8B-4D97-4436-A748-1096AF1B61D1}"/>
                </a:ext>
              </a:extLst>
            </p:cNvPr>
            <p:cNvCxnSpPr/>
            <p:nvPr>
              <p:custDataLst>
                <p:tags r:id="rId10"/>
              </p:custDataLst>
            </p:nvPr>
          </p:nvCxnSpPr>
          <p:spPr>
            <a:xfrm>
              <a:off x="4286684" y="4027821"/>
              <a:ext cx="647404"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0" name="MH_SubTitle_2">
              <a:extLst>
                <a:ext uri="{FF2B5EF4-FFF2-40B4-BE49-F238E27FC236}">
                  <a16:creationId xmlns:a16="http://schemas.microsoft.com/office/drawing/2014/main" xmlns="" id="{AC1B053B-7B36-4018-9AAF-8A38FBC788CA}"/>
                </a:ext>
              </a:extLst>
            </p:cNvPr>
            <p:cNvSpPr txBox="1">
              <a:spLocks/>
            </p:cNvSpPr>
            <p:nvPr>
              <p:custDataLst>
                <p:tags r:id="rId11"/>
              </p:custDataLst>
            </p:nvPr>
          </p:nvSpPr>
          <p:spPr bwMode="auto">
            <a:xfrm>
              <a:off x="5080725" y="3787471"/>
              <a:ext cx="1419777" cy="480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lnSpc>
                  <a:spcPct val="130000"/>
                </a:lnSpc>
              </a:pPr>
              <a:r>
                <a:rPr lang="zh-CN" altLang="en-US" sz="3200" b="1" dirty="0">
                  <a:solidFill>
                    <a:srgbClr val="C00000"/>
                  </a:solidFill>
                  <a:latin typeface="微软雅黑" panose="020B0503020204020204" pitchFamily="34" charset="-122"/>
                  <a:ea typeface="微软雅黑" panose="020B0503020204020204" pitchFamily="34" charset="-122"/>
                  <a:cs typeface="+mn-ea"/>
                  <a:sym typeface="+mn-lt"/>
                </a:rPr>
                <a:t>不好做</a:t>
              </a:r>
            </a:p>
          </p:txBody>
        </p:sp>
      </p:grpSp>
      <p:grpSp>
        <p:nvGrpSpPr>
          <p:cNvPr id="47" name="组合 46">
            <a:extLst>
              <a:ext uri="{FF2B5EF4-FFF2-40B4-BE49-F238E27FC236}">
                <a16:creationId xmlns:a16="http://schemas.microsoft.com/office/drawing/2014/main" xmlns="" id="{7FC72A97-B109-49C3-9CE6-4043ED6FAEB9}"/>
              </a:ext>
            </a:extLst>
          </p:cNvPr>
          <p:cNvGrpSpPr/>
          <p:nvPr/>
        </p:nvGrpSpPr>
        <p:grpSpPr>
          <a:xfrm>
            <a:off x="2882311" y="4603866"/>
            <a:ext cx="3116227" cy="1038712"/>
            <a:chOff x="2882311" y="4603866"/>
            <a:chExt cx="3116227" cy="1038712"/>
          </a:xfrm>
        </p:grpSpPr>
        <p:sp>
          <p:nvSpPr>
            <p:cNvPr id="28" name="MH_Other_1">
              <a:extLst>
                <a:ext uri="{FF2B5EF4-FFF2-40B4-BE49-F238E27FC236}">
                  <a16:creationId xmlns:a16="http://schemas.microsoft.com/office/drawing/2014/main" xmlns="" id="{75A82E28-9504-4EA5-87AA-75F3B1B51375}"/>
                </a:ext>
              </a:extLst>
            </p:cNvPr>
            <p:cNvSpPr/>
            <p:nvPr>
              <p:custDataLst>
                <p:tags r:id="rId6"/>
              </p:custDataLst>
            </p:nvPr>
          </p:nvSpPr>
          <p:spPr>
            <a:xfrm rot="21439215">
              <a:off x="2882311" y="4603866"/>
              <a:ext cx="1141051" cy="1038712"/>
            </a:xfrm>
            <a:prstGeom prst="roundRect">
              <a:avLst>
                <a:gd name="adj" fmla="val 18567"/>
              </a:avLst>
            </a:prstGeom>
            <a:solidFill>
              <a:schemeClr val="bg1">
                <a:lumMod val="50000"/>
              </a:schemeClr>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6600" dirty="0">
                  <a:solidFill>
                    <a:schemeClr val="bg1"/>
                  </a:solidFill>
                  <a:latin typeface="微软雅黑" panose="020B0503020204020204" pitchFamily="34" charset="-122"/>
                  <a:ea typeface="微软雅黑" panose="020B0503020204020204" pitchFamily="34" charset="-122"/>
                  <a:cs typeface="+mn-ea"/>
                  <a:sym typeface="+mn-lt"/>
                </a:rPr>
                <a:t>1</a:t>
              </a:r>
              <a:endParaRPr lang="zh-CN" altLang="en-US" sz="6600"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29" name="MH_Other_2">
              <a:extLst>
                <a:ext uri="{FF2B5EF4-FFF2-40B4-BE49-F238E27FC236}">
                  <a16:creationId xmlns:a16="http://schemas.microsoft.com/office/drawing/2014/main" xmlns="" id="{D5E79EED-5639-4205-832D-1233460AB81D}"/>
                </a:ext>
              </a:extLst>
            </p:cNvPr>
            <p:cNvCxnSpPr/>
            <p:nvPr>
              <p:custDataLst>
                <p:tags r:id="rId7"/>
              </p:custDataLst>
            </p:nvPr>
          </p:nvCxnSpPr>
          <p:spPr>
            <a:xfrm>
              <a:off x="4049509" y="5106413"/>
              <a:ext cx="560876"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1" name="MH_SubTitle_1">
              <a:extLst>
                <a:ext uri="{FF2B5EF4-FFF2-40B4-BE49-F238E27FC236}">
                  <a16:creationId xmlns:a16="http://schemas.microsoft.com/office/drawing/2014/main" xmlns="" id="{A8CFDDFE-087F-41B9-AC48-EE3061A041AE}"/>
                </a:ext>
              </a:extLst>
            </p:cNvPr>
            <p:cNvSpPr txBox="1">
              <a:spLocks/>
            </p:cNvSpPr>
            <p:nvPr>
              <p:custDataLst>
                <p:tags r:id="rId8"/>
              </p:custDataLst>
            </p:nvPr>
          </p:nvSpPr>
          <p:spPr bwMode="auto">
            <a:xfrm>
              <a:off x="4690512" y="4879511"/>
              <a:ext cx="1308026" cy="480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lnSpc>
                  <a:spcPct val="130000"/>
                </a:lnSpc>
              </a:pPr>
              <a:r>
                <a:rPr lang="zh-CN" altLang="en-US" sz="3200" b="1" dirty="0">
                  <a:solidFill>
                    <a:srgbClr val="C00000"/>
                  </a:solidFill>
                  <a:latin typeface="微软雅黑" panose="020B0503020204020204" pitchFamily="34" charset="-122"/>
                  <a:ea typeface="微软雅黑" panose="020B0503020204020204" pitchFamily="34" charset="-122"/>
                  <a:cs typeface="+mn-ea"/>
                  <a:sym typeface="+mn-lt"/>
                </a:rPr>
                <a:t>做不好</a:t>
              </a:r>
            </a:p>
          </p:txBody>
        </p:sp>
      </p:grpSp>
      <p:sp>
        <p:nvSpPr>
          <p:cNvPr id="42" name="MH_Text_4">
            <a:extLst>
              <a:ext uri="{FF2B5EF4-FFF2-40B4-BE49-F238E27FC236}">
                <a16:creationId xmlns:a16="http://schemas.microsoft.com/office/drawing/2014/main" xmlns="" id="{55BE5EED-2434-45AC-BFA9-ACEF2D9C11F8}"/>
              </a:ext>
            </a:extLst>
          </p:cNvPr>
          <p:cNvSpPr txBox="1">
            <a:spLocks/>
          </p:cNvSpPr>
          <p:nvPr>
            <p:custDataLst>
              <p:tags r:id="rId3"/>
            </p:custDataLst>
          </p:nvPr>
        </p:nvSpPr>
        <p:spPr>
          <a:xfrm>
            <a:off x="5790613" y="2758494"/>
            <a:ext cx="5156831" cy="640371"/>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mn-lt"/>
              </a:rPr>
              <a:t>点击添加相关标题文字，点击添加相关标题文字，点击添加相关标题文字，点击添加相关标题文字，点击添加相关标题文字。</a:t>
            </a:r>
            <a:endParaRPr lang="en-GB"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mn-lt"/>
            </a:endParaRPr>
          </a:p>
        </p:txBody>
      </p:sp>
      <p:sp>
        <p:nvSpPr>
          <p:cNvPr id="43" name="MH_Text_4">
            <a:extLst>
              <a:ext uri="{FF2B5EF4-FFF2-40B4-BE49-F238E27FC236}">
                <a16:creationId xmlns:a16="http://schemas.microsoft.com/office/drawing/2014/main" xmlns="" id="{21F6EBDF-A4E1-4CF7-BB0E-08452591FFE1}"/>
              </a:ext>
            </a:extLst>
          </p:cNvPr>
          <p:cNvSpPr txBox="1">
            <a:spLocks/>
          </p:cNvSpPr>
          <p:nvPr>
            <p:custDataLst>
              <p:tags r:id="rId4"/>
            </p:custDataLst>
          </p:nvPr>
        </p:nvSpPr>
        <p:spPr>
          <a:xfrm>
            <a:off x="6389786" y="3691209"/>
            <a:ext cx="5156831" cy="640371"/>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mn-lt"/>
              </a:rPr>
              <a:t>点击添加相关标题文字，点击添加相关标题文字，点击添加相关标题文字，点击添加相关标题文字，点击添加相关标题文字。</a:t>
            </a:r>
            <a:endParaRPr lang="en-GB"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mn-lt"/>
            </a:endParaRPr>
          </a:p>
        </p:txBody>
      </p:sp>
      <p:sp>
        <p:nvSpPr>
          <p:cNvPr id="44" name="MH_Text_4">
            <a:extLst>
              <a:ext uri="{FF2B5EF4-FFF2-40B4-BE49-F238E27FC236}">
                <a16:creationId xmlns:a16="http://schemas.microsoft.com/office/drawing/2014/main" xmlns="" id="{6C630ABB-7FCF-4901-9301-A99351AC5E64}"/>
              </a:ext>
            </a:extLst>
          </p:cNvPr>
          <p:cNvSpPr txBox="1">
            <a:spLocks/>
          </p:cNvSpPr>
          <p:nvPr>
            <p:custDataLst>
              <p:tags r:id="rId5"/>
            </p:custDataLst>
          </p:nvPr>
        </p:nvSpPr>
        <p:spPr>
          <a:xfrm>
            <a:off x="5988085" y="4801487"/>
            <a:ext cx="5156831" cy="640371"/>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mn-lt"/>
              </a:rPr>
              <a:t>点击添加相关标题文字，点击添加相关标题文字，点击添加相关标题文字，点击添加相关标题文字，点击添加相关标题文字。</a:t>
            </a:r>
            <a:endParaRPr lang="en-GB"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mn-lt"/>
            </a:endParaRPr>
          </a:p>
        </p:txBody>
      </p:sp>
    </p:spTree>
    <p:extLst>
      <p:ext uri="{BB962C8B-B14F-4D97-AF65-F5344CB8AC3E}">
        <p14:creationId xmlns:p14="http://schemas.microsoft.com/office/powerpoint/2010/main" val="37690886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ppt_x"/>
                                          </p:val>
                                        </p:tav>
                                        <p:tav tm="100000">
                                          <p:val>
                                            <p:strVal val="#ppt_x"/>
                                          </p:val>
                                        </p:tav>
                                      </p:tavLst>
                                    </p:anim>
                                    <p:anim calcmode="lin" valueType="num">
                                      <p:cBhvr additive="base">
                                        <p:cTn id="14" dur="500" fill="hold"/>
                                        <p:tgtEl>
                                          <p:spTgt spid="47"/>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2" presetClass="entr" presetSubtype="4" fill="hold" nodeType="afterEffect">
                                  <p:stCondLst>
                                    <p:cond delay="0"/>
                                  </p:stCondLst>
                                  <p:childTnLst>
                                    <p:set>
                                      <p:cBhvr>
                                        <p:cTn id="17" dur="1" fill="hold">
                                          <p:stCondLst>
                                            <p:cond delay="0"/>
                                          </p:stCondLst>
                                        </p:cTn>
                                        <p:tgtEl>
                                          <p:spTgt spid="46"/>
                                        </p:tgtEl>
                                        <p:attrNameLst>
                                          <p:attrName>style.visibility</p:attrName>
                                        </p:attrNameLst>
                                      </p:cBhvr>
                                      <p:to>
                                        <p:strVal val="visible"/>
                                      </p:to>
                                    </p:set>
                                    <p:anim calcmode="lin" valueType="num">
                                      <p:cBhvr additive="base">
                                        <p:cTn id="18" dur="500" fill="hold"/>
                                        <p:tgtEl>
                                          <p:spTgt spid="46"/>
                                        </p:tgtEl>
                                        <p:attrNameLst>
                                          <p:attrName>ppt_x</p:attrName>
                                        </p:attrNameLst>
                                      </p:cBhvr>
                                      <p:tavLst>
                                        <p:tav tm="0">
                                          <p:val>
                                            <p:strVal val="#ppt_x"/>
                                          </p:val>
                                        </p:tav>
                                        <p:tav tm="100000">
                                          <p:val>
                                            <p:strVal val="#ppt_x"/>
                                          </p:val>
                                        </p:tav>
                                      </p:tavLst>
                                    </p:anim>
                                    <p:anim calcmode="lin" valueType="num">
                                      <p:cBhvr additive="base">
                                        <p:cTn id="19" dur="500" fill="hold"/>
                                        <p:tgtEl>
                                          <p:spTgt spid="46"/>
                                        </p:tgtEl>
                                        <p:attrNameLst>
                                          <p:attrName>ppt_y</p:attrName>
                                        </p:attrNameLst>
                                      </p:cBhvr>
                                      <p:tavLst>
                                        <p:tav tm="0">
                                          <p:val>
                                            <p:strVal val="1+#ppt_h/2"/>
                                          </p:val>
                                        </p:tav>
                                        <p:tav tm="100000">
                                          <p:val>
                                            <p:strVal val="#ppt_y"/>
                                          </p:val>
                                        </p:tav>
                                      </p:tavLst>
                                    </p:anim>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 calcmode="lin" valueType="num">
                                      <p:cBhvr additive="base">
                                        <p:cTn id="23" dur="500" fill="hold"/>
                                        <p:tgtEl>
                                          <p:spTgt spid="45"/>
                                        </p:tgtEl>
                                        <p:attrNameLst>
                                          <p:attrName>ppt_x</p:attrName>
                                        </p:attrNameLst>
                                      </p:cBhvr>
                                      <p:tavLst>
                                        <p:tav tm="0">
                                          <p:val>
                                            <p:strVal val="#ppt_x"/>
                                          </p:val>
                                        </p:tav>
                                        <p:tav tm="100000">
                                          <p:val>
                                            <p:strVal val="#ppt_x"/>
                                          </p:val>
                                        </p:tav>
                                      </p:tavLst>
                                    </p:anim>
                                    <p:anim calcmode="lin" valueType="num">
                                      <p:cBhvr additive="base">
                                        <p:cTn id="24" dur="500" fill="hold"/>
                                        <p:tgtEl>
                                          <p:spTgt spid="45"/>
                                        </p:tgtEl>
                                        <p:attrNameLst>
                                          <p:attrName>ppt_y</p:attrName>
                                        </p:attrNameLst>
                                      </p:cBhvr>
                                      <p:tavLst>
                                        <p:tav tm="0">
                                          <p:val>
                                            <p:strVal val="1+#ppt_h/2"/>
                                          </p:val>
                                        </p:tav>
                                        <p:tav tm="100000">
                                          <p:val>
                                            <p:strVal val="#ppt_y"/>
                                          </p:val>
                                        </p:tav>
                                      </p:tavLst>
                                    </p:anim>
                                  </p:childTnLst>
                                </p:cTn>
                              </p:par>
                            </p:childTnLst>
                          </p:cTn>
                        </p:par>
                        <p:par>
                          <p:cTn id="25" fill="hold">
                            <p:stCondLst>
                              <p:cond delay="2500"/>
                            </p:stCondLst>
                            <p:childTnLst>
                              <p:par>
                                <p:cTn id="26" presetID="2" presetClass="entr" presetSubtype="4"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childTnLst>
                          </p:cTn>
                        </p:par>
                        <p:par>
                          <p:cTn id="30" fill="hold">
                            <p:stCondLst>
                              <p:cond delay="3000"/>
                            </p:stCondLst>
                            <p:childTnLst>
                              <p:par>
                                <p:cTn id="31" presetID="16" presetClass="entr" presetSubtype="21" fill="hold" grpId="0" nodeType="after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barn(inVertical)">
                                      <p:cBhvr>
                                        <p:cTn id="33" dur="500"/>
                                        <p:tgtEl>
                                          <p:spTgt spid="37"/>
                                        </p:tgtEl>
                                      </p:cBhvr>
                                    </p:animEffect>
                                  </p:childTnLst>
                                </p:cTn>
                              </p:par>
                            </p:childTnLst>
                          </p:cTn>
                        </p:par>
                        <p:par>
                          <p:cTn id="34" fill="hold">
                            <p:stCondLst>
                              <p:cond delay="3500"/>
                            </p:stCondLst>
                            <p:childTnLst>
                              <p:par>
                                <p:cTn id="35" presetID="16" presetClass="entr" presetSubtype="21" fill="hold" grpId="0" nodeType="after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barn(inVertical)">
                                      <p:cBhvr>
                                        <p:cTn id="37" dur="500"/>
                                        <p:tgtEl>
                                          <p:spTgt spid="42"/>
                                        </p:tgtEl>
                                      </p:cBhvr>
                                    </p:animEffect>
                                  </p:childTnLst>
                                </p:cTn>
                              </p:par>
                            </p:childTnLst>
                          </p:cTn>
                        </p:par>
                        <p:par>
                          <p:cTn id="38" fill="hold">
                            <p:stCondLst>
                              <p:cond delay="4000"/>
                            </p:stCondLst>
                            <p:childTnLst>
                              <p:par>
                                <p:cTn id="39" presetID="16" presetClass="entr" presetSubtype="21" fill="hold" grpId="0" nodeType="after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barn(inVertical)">
                                      <p:cBhvr>
                                        <p:cTn id="41" dur="500"/>
                                        <p:tgtEl>
                                          <p:spTgt spid="43"/>
                                        </p:tgtEl>
                                      </p:cBhvr>
                                    </p:animEffect>
                                  </p:childTnLst>
                                </p:cTn>
                              </p:par>
                            </p:childTnLst>
                          </p:cTn>
                        </p:par>
                        <p:par>
                          <p:cTn id="42" fill="hold">
                            <p:stCondLst>
                              <p:cond delay="4500"/>
                            </p:stCondLst>
                            <p:childTnLst>
                              <p:par>
                                <p:cTn id="43" presetID="16" presetClass="entr" presetSubtype="21" fill="hold" grpId="0"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barn(inVertical)">
                                      <p:cBhvr>
                                        <p:cTn id="4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p:bldP spid="42" grpId="0"/>
      <p:bldP spid="43" grpId="0"/>
      <p:bldP spid="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3.</a:t>
            </a:r>
            <a:r>
              <a:rPr lang="zh-CN" altLang="en-US" sz="3200" dirty="0">
                <a:solidFill>
                  <a:srgbClr val="B82B2A"/>
                </a:solidFill>
                <a:latin typeface="思源黑体 CN Bold" panose="020B0800000000000000" pitchFamily="34" charset="-122"/>
                <a:ea typeface="思源黑体 CN Bold" panose="020B0800000000000000" pitchFamily="34" charset="-122"/>
              </a:rPr>
              <a:t>工作存在不足</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2" name="图片 21">
            <a:extLst>
              <a:ext uri="{FF2B5EF4-FFF2-40B4-BE49-F238E27FC236}">
                <a16:creationId xmlns:a16="http://schemas.microsoft.com/office/drawing/2014/main" xmlns="" id="{E92C18A9-6C01-4EB4-B799-55AA25036BA8}"/>
              </a:ext>
            </a:extLst>
          </p:cNvPr>
          <p:cNvPicPr>
            <a:picLocks noChangeAspect="1"/>
          </p:cNvPicPr>
          <p:nvPr/>
        </p:nvPicPr>
        <p:blipFill>
          <a:blip r:embed="rId2"/>
          <a:stretch>
            <a:fillRect/>
          </a:stretch>
        </p:blipFill>
        <p:spPr>
          <a:xfrm>
            <a:off x="7177394" y="1548399"/>
            <a:ext cx="2011627" cy="4314586"/>
          </a:xfrm>
          <a:prstGeom prst="rect">
            <a:avLst/>
          </a:prstGeom>
        </p:spPr>
      </p:pic>
      <p:pic>
        <p:nvPicPr>
          <p:cNvPr id="23" name="图片 22">
            <a:extLst>
              <a:ext uri="{FF2B5EF4-FFF2-40B4-BE49-F238E27FC236}">
                <a16:creationId xmlns:a16="http://schemas.microsoft.com/office/drawing/2014/main" xmlns="" id="{3EFAE083-6EFE-4B03-84E5-836B0B836B3D}"/>
              </a:ext>
            </a:extLst>
          </p:cNvPr>
          <p:cNvPicPr>
            <a:picLocks noChangeAspect="1"/>
          </p:cNvPicPr>
          <p:nvPr/>
        </p:nvPicPr>
        <p:blipFill>
          <a:blip r:embed="rId3"/>
          <a:stretch>
            <a:fillRect/>
          </a:stretch>
        </p:blipFill>
        <p:spPr>
          <a:xfrm>
            <a:off x="2836577" y="1548116"/>
            <a:ext cx="2176059" cy="2120202"/>
          </a:xfrm>
          <a:prstGeom prst="rect">
            <a:avLst/>
          </a:prstGeom>
        </p:spPr>
      </p:pic>
      <p:pic>
        <p:nvPicPr>
          <p:cNvPr id="24" name="图片 23">
            <a:extLst>
              <a:ext uri="{FF2B5EF4-FFF2-40B4-BE49-F238E27FC236}">
                <a16:creationId xmlns:a16="http://schemas.microsoft.com/office/drawing/2014/main" xmlns="" id="{B0B61FF3-65D3-44BA-ABF4-A0365B7EC349}"/>
              </a:ext>
            </a:extLst>
          </p:cNvPr>
          <p:cNvPicPr>
            <a:picLocks noChangeAspect="1"/>
          </p:cNvPicPr>
          <p:nvPr/>
        </p:nvPicPr>
        <p:blipFill>
          <a:blip r:embed="rId4"/>
          <a:stretch>
            <a:fillRect/>
          </a:stretch>
        </p:blipFill>
        <p:spPr>
          <a:xfrm>
            <a:off x="5097922" y="3735314"/>
            <a:ext cx="2014817" cy="2127669"/>
          </a:xfrm>
          <a:prstGeom prst="rect">
            <a:avLst/>
          </a:prstGeom>
        </p:spPr>
      </p:pic>
      <p:sp>
        <p:nvSpPr>
          <p:cNvPr id="26" name="Rectangle 33">
            <a:extLst>
              <a:ext uri="{FF2B5EF4-FFF2-40B4-BE49-F238E27FC236}">
                <a16:creationId xmlns:a16="http://schemas.microsoft.com/office/drawing/2014/main" xmlns="" id="{70C4A762-2877-4BDF-AAA3-264DC7944C49}"/>
              </a:ext>
            </a:extLst>
          </p:cNvPr>
          <p:cNvSpPr/>
          <p:nvPr/>
        </p:nvSpPr>
        <p:spPr>
          <a:xfrm>
            <a:off x="883836" y="1548399"/>
            <a:ext cx="1890893" cy="2120202"/>
          </a:xfrm>
          <a:prstGeom prst="rect">
            <a:avLst/>
          </a:pr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sp>
        <p:nvSpPr>
          <p:cNvPr id="27" name="Rectangle 47">
            <a:extLst>
              <a:ext uri="{FF2B5EF4-FFF2-40B4-BE49-F238E27FC236}">
                <a16:creationId xmlns:a16="http://schemas.microsoft.com/office/drawing/2014/main" xmlns="" id="{7081BEC9-8D54-497A-865A-2DF156B90FCD}"/>
              </a:ext>
            </a:extLst>
          </p:cNvPr>
          <p:cNvSpPr/>
          <p:nvPr/>
        </p:nvSpPr>
        <p:spPr>
          <a:xfrm>
            <a:off x="9274694" y="3735315"/>
            <a:ext cx="2033475" cy="2127670"/>
          </a:xfrm>
          <a:prstGeom prst="rect">
            <a:avLst/>
          </a:pr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lt"/>
            </a:endParaRPr>
          </a:p>
        </p:txBody>
      </p:sp>
      <p:grpSp>
        <p:nvGrpSpPr>
          <p:cNvPr id="45" name="组合 44">
            <a:extLst>
              <a:ext uri="{FF2B5EF4-FFF2-40B4-BE49-F238E27FC236}">
                <a16:creationId xmlns:a16="http://schemas.microsoft.com/office/drawing/2014/main" xmlns="" id="{6A1F4C15-5AAA-4C77-84E4-C43DB3DB2520}"/>
              </a:ext>
            </a:extLst>
          </p:cNvPr>
          <p:cNvGrpSpPr/>
          <p:nvPr/>
        </p:nvGrpSpPr>
        <p:grpSpPr>
          <a:xfrm>
            <a:off x="883837" y="3735316"/>
            <a:ext cx="4131189" cy="2127670"/>
            <a:chOff x="883837" y="3735316"/>
            <a:chExt cx="4131189" cy="2127670"/>
          </a:xfrm>
        </p:grpSpPr>
        <p:sp>
          <p:nvSpPr>
            <p:cNvPr id="46" name="Rectangle 41">
              <a:extLst>
                <a:ext uri="{FF2B5EF4-FFF2-40B4-BE49-F238E27FC236}">
                  <a16:creationId xmlns:a16="http://schemas.microsoft.com/office/drawing/2014/main" xmlns="" id="{4BF44021-F7C8-44BE-8A7D-8BE65B30592F}"/>
                </a:ext>
              </a:extLst>
            </p:cNvPr>
            <p:cNvSpPr/>
            <p:nvPr/>
          </p:nvSpPr>
          <p:spPr>
            <a:xfrm>
              <a:off x="883837" y="3735316"/>
              <a:ext cx="4131189" cy="2127670"/>
            </a:xfrm>
            <a:prstGeom prst="rect">
              <a:avLst/>
            </a:prstGeom>
            <a:solidFill>
              <a:srgbClr val="FFFFFF"/>
            </a:solidFill>
            <a:ln w="12700" cap="flat" cmpd="sng" algn="ctr">
              <a:noFill/>
              <a:prstDash val="solid"/>
              <a:miter lim="800000"/>
            </a:ln>
            <a:effectLst>
              <a:outerShdw blurRad="2540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TextBox 29">
              <a:extLst>
                <a:ext uri="{FF2B5EF4-FFF2-40B4-BE49-F238E27FC236}">
                  <a16:creationId xmlns:a16="http://schemas.microsoft.com/office/drawing/2014/main" xmlns="" id="{B706C9DC-8C2B-4CF2-85EF-A8EF0379C2B6}"/>
                </a:ext>
              </a:extLst>
            </p:cNvPr>
            <p:cNvSpPr txBox="1"/>
            <p:nvPr/>
          </p:nvSpPr>
          <p:spPr>
            <a:xfrm flipH="1">
              <a:off x="1132722" y="3972603"/>
              <a:ext cx="1706245" cy="427356"/>
            </a:xfrm>
            <a:prstGeom prst="rect">
              <a:avLst/>
            </a:prstGeom>
          </p:spPr>
          <p:txBody>
            <a:bodyPr vert="horz" lIns="91440" tIns="45720" rIns="91440" bIns="45720" rtlCol="0" anchor="b">
              <a:noAutofit/>
            </a:bodyPr>
            <a:lstStyle>
              <a:defPPr>
                <a:defRPr lang="zh-CN"/>
              </a:defPPr>
              <a:lvl1pPr>
                <a:lnSpc>
                  <a:spcPct val="90000"/>
                </a:lnSpc>
                <a:spcBef>
                  <a:spcPct val="0"/>
                </a:spcBef>
                <a:buNone/>
                <a:defRPr sz="32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sz="2400"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48" name="TextBox 30">
              <a:extLst>
                <a:ext uri="{FF2B5EF4-FFF2-40B4-BE49-F238E27FC236}">
                  <a16:creationId xmlns:a16="http://schemas.microsoft.com/office/drawing/2014/main" xmlns="" id="{AE4ED9DC-DABB-4FDC-8D4E-2AB6F468DAB3}"/>
                </a:ext>
              </a:extLst>
            </p:cNvPr>
            <p:cNvSpPr txBox="1"/>
            <p:nvPr/>
          </p:nvSpPr>
          <p:spPr>
            <a:xfrm>
              <a:off x="1132724" y="4400242"/>
              <a:ext cx="3639301" cy="1193019"/>
            </a:xfrm>
            <a:prstGeom prst="rect">
              <a:avLst/>
            </a:prstGeom>
            <a:noFill/>
          </p:spPr>
          <p:txBody>
            <a:bodyPr wrap="square" rtlCol="0">
              <a:spAutoFit/>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点击此处添加内容点击此处添加内容点击此处添加内容点击此处添加内容点击此处添加内容点击此处添加内容点击此处添加内容点击此处添加内容</a:t>
              </a:r>
            </a:p>
          </p:txBody>
        </p:sp>
      </p:grpSp>
      <p:grpSp>
        <p:nvGrpSpPr>
          <p:cNvPr id="49" name="组合 48">
            <a:extLst>
              <a:ext uri="{FF2B5EF4-FFF2-40B4-BE49-F238E27FC236}">
                <a16:creationId xmlns:a16="http://schemas.microsoft.com/office/drawing/2014/main" xmlns="" id="{DA57B1D2-DE69-49AF-A04E-0C0BE316A81C}"/>
              </a:ext>
            </a:extLst>
          </p:cNvPr>
          <p:cNvGrpSpPr/>
          <p:nvPr/>
        </p:nvGrpSpPr>
        <p:grpSpPr>
          <a:xfrm>
            <a:off x="5079266" y="1548399"/>
            <a:ext cx="2033475" cy="2127670"/>
            <a:chOff x="5079266" y="1548399"/>
            <a:chExt cx="2033475" cy="2127670"/>
          </a:xfrm>
        </p:grpSpPr>
        <p:sp>
          <p:nvSpPr>
            <p:cNvPr id="50" name="Rectangle 35">
              <a:extLst>
                <a:ext uri="{FF2B5EF4-FFF2-40B4-BE49-F238E27FC236}">
                  <a16:creationId xmlns:a16="http://schemas.microsoft.com/office/drawing/2014/main" xmlns="" id="{32DE9583-61F3-4ACB-A32B-FBF0F87255D3}"/>
                </a:ext>
              </a:extLst>
            </p:cNvPr>
            <p:cNvSpPr/>
            <p:nvPr/>
          </p:nvSpPr>
          <p:spPr>
            <a:xfrm>
              <a:off x="5079266" y="1548399"/>
              <a:ext cx="2033475" cy="2127670"/>
            </a:xfrm>
            <a:prstGeom prst="rect">
              <a:avLst/>
            </a:prstGeom>
            <a:solidFill>
              <a:srgbClr val="FFFFFF"/>
            </a:solidFill>
            <a:ln w="12700" cap="flat" cmpd="sng" algn="ctr">
              <a:noFill/>
              <a:prstDash val="solid"/>
              <a:miter lim="800000"/>
            </a:ln>
            <a:effectLst>
              <a:outerShdw blurRad="2540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84ACB6">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TextBox 29">
              <a:extLst>
                <a:ext uri="{FF2B5EF4-FFF2-40B4-BE49-F238E27FC236}">
                  <a16:creationId xmlns:a16="http://schemas.microsoft.com/office/drawing/2014/main" xmlns="" id="{E6ED10A6-33A4-4D9A-8149-48DF5D3803DB}"/>
                </a:ext>
              </a:extLst>
            </p:cNvPr>
            <p:cNvSpPr txBox="1"/>
            <p:nvPr/>
          </p:nvSpPr>
          <p:spPr>
            <a:xfrm flipH="1">
              <a:off x="5179180" y="1836487"/>
              <a:ext cx="1706245" cy="427356"/>
            </a:xfrm>
            <a:prstGeom prst="rect">
              <a:avLst/>
            </a:prstGeom>
          </p:spPr>
          <p:txBody>
            <a:bodyPr vert="horz" lIns="91440" tIns="45720" rIns="91440" bIns="45720" rtlCol="0" anchor="b">
              <a:noAutofit/>
            </a:bodyPr>
            <a:lstStyle>
              <a:defPPr>
                <a:defRPr lang="zh-CN"/>
              </a:defPPr>
              <a:lvl1pPr>
                <a:lnSpc>
                  <a:spcPct val="90000"/>
                </a:lnSpc>
                <a:spcBef>
                  <a:spcPct val="0"/>
                </a:spcBef>
                <a:buNone/>
                <a:defRPr sz="32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sz="2400"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52" name="TextBox 30">
              <a:extLst>
                <a:ext uri="{FF2B5EF4-FFF2-40B4-BE49-F238E27FC236}">
                  <a16:creationId xmlns:a16="http://schemas.microsoft.com/office/drawing/2014/main" xmlns="" id="{170C9EBD-8BB3-4A12-B9C3-D910D15E286C}"/>
                </a:ext>
              </a:extLst>
            </p:cNvPr>
            <p:cNvSpPr txBox="1"/>
            <p:nvPr/>
          </p:nvSpPr>
          <p:spPr>
            <a:xfrm>
              <a:off x="5212524" y="2264126"/>
              <a:ext cx="1842672" cy="1193019"/>
            </a:xfrm>
            <a:prstGeom prst="rect">
              <a:avLst/>
            </a:prstGeom>
            <a:noFill/>
          </p:spPr>
          <p:txBody>
            <a:bodyPr wrap="square" rtlCol="0">
              <a:spAutoFit/>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nvGrpSpPr>
          <p:cNvPr id="53" name="组合 52">
            <a:extLst>
              <a:ext uri="{FF2B5EF4-FFF2-40B4-BE49-F238E27FC236}">
                <a16:creationId xmlns:a16="http://schemas.microsoft.com/office/drawing/2014/main" xmlns="" id="{E85FB9C6-1184-497B-B48D-EB4C14406DC6}"/>
              </a:ext>
            </a:extLst>
          </p:cNvPr>
          <p:cNvGrpSpPr/>
          <p:nvPr/>
        </p:nvGrpSpPr>
        <p:grpSpPr>
          <a:xfrm>
            <a:off x="9274694" y="1548399"/>
            <a:ext cx="2033475" cy="2127670"/>
            <a:chOff x="9274694" y="1548399"/>
            <a:chExt cx="2033475" cy="2127670"/>
          </a:xfrm>
        </p:grpSpPr>
        <p:sp>
          <p:nvSpPr>
            <p:cNvPr id="54" name="Rectangle 38">
              <a:extLst>
                <a:ext uri="{FF2B5EF4-FFF2-40B4-BE49-F238E27FC236}">
                  <a16:creationId xmlns:a16="http://schemas.microsoft.com/office/drawing/2014/main" xmlns="" id="{6EE68483-6183-48F3-9182-0C9883C66462}"/>
                </a:ext>
              </a:extLst>
            </p:cNvPr>
            <p:cNvSpPr/>
            <p:nvPr/>
          </p:nvSpPr>
          <p:spPr>
            <a:xfrm>
              <a:off x="9274694" y="1548399"/>
              <a:ext cx="2033475" cy="2127670"/>
            </a:xfrm>
            <a:prstGeom prst="rect">
              <a:avLst/>
            </a:prstGeom>
            <a:solidFill>
              <a:srgbClr val="FFFFFF"/>
            </a:solidFill>
            <a:ln w="12700" cap="flat" cmpd="sng" algn="ctr">
              <a:noFill/>
              <a:prstDash val="solid"/>
              <a:miter lim="800000"/>
            </a:ln>
            <a:effectLst>
              <a:outerShdw blurRad="2540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84ACB6">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TextBox 29">
              <a:extLst>
                <a:ext uri="{FF2B5EF4-FFF2-40B4-BE49-F238E27FC236}">
                  <a16:creationId xmlns:a16="http://schemas.microsoft.com/office/drawing/2014/main" xmlns="" id="{729A29E2-22BC-4504-B660-F06B6BC5A84B}"/>
                </a:ext>
              </a:extLst>
            </p:cNvPr>
            <p:cNvSpPr txBox="1"/>
            <p:nvPr/>
          </p:nvSpPr>
          <p:spPr>
            <a:xfrm flipH="1">
              <a:off x="9358792" y="1836487"/>
              <a:ext cx="1706245" cy="427356"/>
            </a:xfrm>
            <a:prstGeom prst="rect">
              <a:avLst/>
            </a:prstGeom>
          </p:spPr>
          <p:txBody>
            <a:bodyPr vert="horz" lIns="91440" tIns="45720" rIns="91440" bIns="45720" rtlCol="0" anchor="b">
              <a:noAutofit/>
            </a:bodyPr>
            <a:lstStyle>
              <a:defPPr>
                <a:defRPr lang="zh-CN"/>
              </a:defPPr>
              <a:lvl1pPr>
                <a:lnSpc>
                  <a:spcPct val="90000"/>
                </a:lnSpc>
                <a:spcBef>
                  <a:spcPct val="0"/>
                </a:spcBef>
                <a:buNone/>
                <a:defRPr sz="32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zh-CN" altLang="en-US" sz="2400"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56" name="TextBox 30">
              <a:extLst>
                <a:ext uri="{FF2B5EF4-FFF2-40B4-BE49-F238E27FC236}">
                  <a16:creationId xmlns:a16="http://schemas.microsoft.com/office/drawing/2014/main" xmlns="" id="{C93DA1E0-E032-412B-BE8A-2E66371E3B12}"/>
                </a:ext>
              </a:extLst>
            </p:cNvPr>
            <p:cNvSpPr txBox="1"/>
            <p:nvPr/>
          </p:nvSpPr>
          <p:spPr>
            <a:xfrm>
              <a:off x="9392136" y="2264126"/>
              <a:ext cx="1842672" cy="1193019"/>
            </a:xfrm>
            <a:prstGeom prst="rect">
              <a:avLst/>
            </a:prstGeom>
            <a:noFill/>
          </p:spPr>
          <p:txBody>
            <a:bodyPr wrap="square" rtlCol="0">
              <a:spAutoFit/>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spTree>
    <p:extLst>
      <p:ext uri="{BB962C8B-B14F-4D97-AF65-F5344CB8AC3E}">
        <p14:creationId xmlns:p14="http://schemas.microsoft.com/office/powerpoint/2010/main" val="11242906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750" fill="hold"/>
                                        <p:tgtEl>
                                          <p:spTgt spid="26"/>
                                        </p:tgtEl>
                                        <p:attrNameLst>
                                          <p:attrName>ppt_w</p:attrName>
                                        </p:attrNameLst>
                                      </p:cBhvr>
                                      <p:tavLst>
                                        <p:tav tm="0">
                                          <p:val>
                                            <p:fltVal val="0"/>
                                          </p:val>
                                        </p:tav>
                                        <p:tav tm="100000">
                                          <p:val>
                                            <p:strVal val="#ppt_w"/>
                                          </p:val>
                                        </p:tav>
                                      </p:tavLst>
                                    </p:anim>
                                    <p:anim calcmode="lin" valueType="num">
                                      <p:cBhvr>
                                        <p:cTn id="8" dur="750" fill="hold"/>
                                        <p:tgtEl>
                                          <p:spTgt spid="26"/>
                                        </p:tgtEl>
                                        <p:attrNameLst>
                                          <p:attrName>ppt_h</p:attrName>
                                        </p:attrNameLst>
                                      </p:cBhvr>
                                      <p:tavLst>
                                        <p:tav tm="0">
                                          <p:val>
                                            <p:fltVal val="0"/>
                                          </p:val>
                                        </p:tav>
                                        <p:tav tm="100000">
                                          <p:val>
                                            <p:strVal val="#ppt_h"/>
                                          </p:val>
                                        </p:tav>
                                      </p:tavLst>
                                    </p:anim>
                                    <p:animEffect transition="in" filter="fade">
                                      <p:cBhvr>
                                        <p:cTn id="9" dur="750"/>
                                        <p:tgtEl>
                                          <p:spTgt spid="26"/>
                                        </p:tgtEl>
                                      </p:cBhvr>
                                    </p:animEffect>
                                  </p:childTnLst>
                                </p:cTn>
                              </p:par>
                              <p:par>
                                <p:cTn id="10" presetID="53" presetClass="entr" presetSubtype="16" fill="hold" nodeType="with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750" fill="hold"/>
                                        <p:tgtEl>
                                          <p:spTgt spid="23"/>
                                        </p:tgtEl>
                                        <p:attrNameLst>
                                          <p:attrName>ppt_w</p:attrName>
                                        </p:attrNameLst>
                                      </p:cBhvr>
                                      <p:tavLst>
                                        <p:tav tm="0">
                                          <p:val>
                                            <p:fltVal val="0"/>
                                          </p:val>
                                        </p:tav>
                                        <p:tav tm="100000">
                                          <p:val>
                                            <p:strVal val="#ppt_w"/>
                                          </p:val>
                                        </p:tav>
                                      </p:tavLst>
                                    </p:anim>
                                    <p:anim calcmode="lin" valueType="num">
                                      <p:cBhvr>
                                        <p:cTn id="13" dur="750" fill="hold"/>
                                        <p:tgtEl>
                                          <p:spTgt spid="23"/>
                                        </p:tgtEl>
                                        <p:attrNameLst>
                                          <p:attrName>ppt_h</p:attrName>
                                        </p:attrNameLst>
                                      </p:cBhvr>
                                      <p:tavLst>
                                        <p:tav tm="0">
                                          <p:val>
                                            <p:fltVal val="0"/>
                                          </p:val>
                                        </p:tav>
                                        <p:tav tm="100000">
                                          <p:val>
                                            <p:strVal val="#ppt_h"/>
                                          </p:val>
                                        </p:tav>
                                      </p:tavLst>
                                    </p:anim>
                                    <p:animEffect transition="in" filter="fade">
                                      <p:cBhvr>
                                        <p:cTn id="14" dur="750"/>
                                        <p:tgtEl>
                                          <p:spTgt spid="23"/>
                                        </p:tgtEl>
                                      </p:cBhvr>
                                    </p:animEffect>
                                  </p:childTnLst>
                                </p:cTn>
                              </p:par>
                              <p:par>
                                <p:cTn id="15" presetID="53" presetClass="entr" presetSubtype="16"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p:cTn id="17" dur="750" fill="hold"/>
                                        <p:tgtEl>
                                          <p:spTgt spid="49"/>
                                        </p:tgtEl>
                                        <p:attrNameLst>
                                          <p:attrName>ppt_w</p:attrName>
                                        </p:attrNameLst>
                                      </p:cBhvr>
                                      <p:tavLst>
                                        <p:tav tm="0">
                                          <p:val>
                                            <p:fltVal val="0"/>
                                          </p:val>
                                        </p:tav>
                                        <p:tav tm="100000">
                                          <p:val>
                                            <p:strVal val="#ppt_w"/>
                                          </p:val>
                                        </p:tav>
                                      </p:tavLst>
                                    </p:anim>
                                    <p:anim calcmode="lin" valueType="num">
                                      <p:cBhvr>
                                        <p:cTn id="18" dur="750" fill="hold"/>
                                        <p:tgtEl>
                                          <p:spTgt spid="49"/>
                                        </p:tgtEl>
                                        <p:attrNameLst>
                                          <p:attrName>ppt_h</p:attrName>
                                        </p:attrNameLst>
                                      </p:cBhvr>
                                      <p:tavLst>
                                        <p:tav tm="0">
                                          <p:val>
                                            <p:fltVal val="0"/>
                                          </p:val>
                                        </p:tav>
                                        <p:tav tm="100000">
                                          <p:val>
                                            <p:strVal val="#ppt_h"/>
                                          </p:val>
                                        </p:tav>
                                      </p:tavLst>
                                    </p:anim>
                                    <p:animEffect transition="in" filter="fade">
                                      <p:cBhvr>
                                        <p:cTn id="19" dur="750"/>
                                        <p:tgtEl>
                                          <p:spTgt spid="49"/>
                                        </p:tgtEl>
                                      </p:cBhvr>
                                    </p:animEffect>
                                  </p:childTnLst>
                                </p:cTn>
                              </p:par>
                              <p:par>
                                <p:cTn id="20" presetID="53" presetClass="entr" presetSubtype="16"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p:cTn id="22" dur="750" fill="hold"/>
                                        <p:tgtEl>
                                          <p:spTgt spid="45"/>
                                        </p:tgtEl>
                                        <p:attrNameLst>
                                          <p:attrName>ppt_w</p:attrName>
                                        </p:attrNameLst>
                                      </p:cBhvr>
                                      <p:tavLst>
                                        <p:tav tm="0">
                                          <p:val>
                                            <p:fltVal val="0"/>
                                          </p:val>
                                        </p:tav>
                                        <p:tav tm="100000">
                                          <p:val>
                                            <p:strVal val="#ppt_w"/>
                                          </p:val>
                                        </p:tav>
                                      </p:tavLst>
                                    </p:anim>
                                    <p:anim calcmode="lin" valueType="num">
                                      <p:cBhvr>
                                        <p:cTn id="23" dur="750" fill="hold"/>
                                        <p:tgtEl>
                                          <p:spTgt spid="45"/>
                                        </p:tgtEl>
                                        <p:attrNameLst>
                                          <p:attrName>ppt_h</p:attrName>
                                        </p:attrNameLst>
                                      </p:cBhvr>
                                      <p:tavLst>
                                        <p:tav tm="0">
                                          <p:val>
                                            <p:fltVal val="0"/>
                                          </p:val>
                                        </p:tav>
                                        <p:tav tm="100000">
                                          <p:val>
                                            <p:strVal val="#ppt_h"/>
                                          </p:val>
                                        </p:tav>
                                      </p:tavLst>
                                    </p:anim>
                                    <p:animEffect transition="in" filter="fade">
                                      <p:cBhvr>
                                        <p:cTn id="24" dur="750"/>
                                        <p:tgtEl>
                                          <p:spTgt spid="45"/>
                                        </p:tgtEl>
                                      </p:cBhvr>
                                    </p:animEffect>
                                  </p:childTnLst>
                                </p:cTn>
                              </p:par>
                              <p:par>
                                <p:cTn id="25" presetID="53" presetClass="entr" presetSubtype="16"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p:cTn id="27" dur="750" fill="hold"/>
                                        <p:tgtEl>
                                          <p:spTgt spid="24"/>
                                        </p:tgtEl>
                                        <p:attrNameLst>
                                          <p:attrName>ppt_w</p:attrName>
                                        </p:attrNameLst>
                                      </p:cBhvr>
                                      <p:tavLst>
                                        <p:tav tm="0">
                                          <p:val>
                                            <p:fltVal val="0"/>
                                          </p:val>
                                        </p:tav>
                                        <p:tav tm="100000">
                                          <p:val>
                                            <p:strVal val="#ppt_w"/>
                                          </p:val>
                                        </p:tav>
                                      </p:tavLst>
                                    </p:anim>
                                    <p:anim calcmode="lin" valueType="num">
                                      <p:cBhvr>
                                        <p:cTn id="28" dur="750" fill="hold"/>
                                        <p:tgtEl>
                                          <p:spTgt spid="24"/>
                                        </p:tgtEl>
                                        <p:attrNameLst>
                                          <p:attrName>ppt_h</p:attrName>
                                        </p:attrNameLst>
                                      </p:cBhvr>
                                      <p:tavLst>
                                        <p:tav tm="0">
                                          <p:val>
                                            <p:fltVal val="0"/>
                                          </p:val>
                                        </p:tav>
                                        <p:tav tm="100000">
                                          <p:val>
                                            <p:strVal val="#ppt_h"/>
                                          </p:val>
                                        </p:tav>
                                      </p:tavLst>
                                    </p:anim>
                                    <p:animEffect transition="in" filter="fade">
                                      <p:cBhvr>
                                        <p:cTn id="29" dur="75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arn(inVertical)">
                                      <p:cBhvr>
                                        <p:cTn id="34" dur="500"/>
                                        <p:tgtEl>
                                          <p:spTgt spid="22"/>
                                        </p:tgtEl>
                                      </p:cBhvr>
                                    </p:animEffect>
                                  </p:childTnLst>
                                </p:cTn>
                              </p:par>
                              <p:par>
                                <p:cTn id="35" presetID="53" presetClass="entr" presetSubtype="16"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p:cTn id="37" dur="750" fill="hold"/>
                                        <p:tgtEl>
                                          <p:spTgt spid="53"/>
                                        </p:tgtEl>
                                        <p:attrNameLst>
                                          <p:attrName>ppt_w</p:attrName>
                                        </p:attrNameLst>
                                      </p:cBhvr>
                                      <p:tavLst>
                                        <p:tav tm="0">
                                          <p:val>
                                            <p:fltVal val="0"/>
                                          </p:val>
                                        </p:tav>
                                        <p:tav tm="100000">
                                          <p:val>
                                            <p:strVal val="#ppt_w"/>
                                          </p:val>
                                        </p:tav>
                                      </p:tavLst>
                                    </p:anim>
                                    <p:anim calcmode="lin" valueType="num">
                                      <p:cBhvr>
                                        <p:cTn id="38" dur="750" fill="hold"/>
                                        <p:tgtEl>
                                          <p:spTgt spid="53"/>
                                        </p:tgtEl>
                                        <p:attrNameLst>
                                          <p:attrName>ppt_h</p:attrName>
                                        </p:attrNameLst>
                                      </p:cBhvr>
                                      <p:tavLst>
                                        <p:tav tm="0">
                                          <p:val>
                                            <p:fltVal val="0"/>
                                          </p:val>
                                        </p:tav>
                                        <p:tav tm="100000">
                                          <p:val>
                                            <p:strVal val="#ppt_h"/>
                                          </p:val>
                                        </p:tav>
                                      </p:tavLst>
                                    </p:anim>
                                    <p:animEffect transition="in" filter="fade">
                                      <p:cBhvr>
                                        <p:cTn id="39" dur="750"/>
                                        <p:tgtEl>
                                          <p:spTgt spid="53"/>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p:cTn id="42" dur="750" fill="hold"/>
                                        <p:tgtEl>
                                          <p:spTgt spid="27"/>
                                        </p:tgtEl>
                                        <p:attrNameLst>
                                          <p:attrName>ppt_w</p:attrName>
                                        </p:attrNameLst>
                                      </p:cBhvr>
                                      <p:tavLst>
                                        <p:tav tm="0">
                                          <p:val>
                                            <p:fltVal val="0"/>
                                          </p:val>
                                        </p:tav>
                                        <p:tav tm="100000">
                                          <p:val>
                                            <p:strVal val="#ppt_w"/>
                                          </p:val>
                                        </p:tav>
                                      </p:tavLst>
                                    </p:anim>
                                    <p:anim calcmode="lin" valueType="num">
                                      <p:cBhvr>
                                        <p:cTn id="43" dur="750" fill="hold"/>
                                        <p:tgtEl>
                                          <p:spTgt spid="27"/>
                                        </p:tgtEl>
                                        <p:attrNameLst>
                                          <p:attrName>ppt_h</p:attrName>
                                        </p:attrNameLst>
                                      </p:cBhvr>
                                      <p:tavLst>
                                        <p:tav tm="0">
                                          <p:val>
                                            <p:fltVal val="0"/>
                                          </p:val>
                                        </p:tav>
                                        <p:tav tm="100000">
                                          <p:val>
                                            <p:strVal val="#ppt_h"/>
                                          </p:val>
                                        </p:tav>
                                      </p:tavLst>
                                    </p:anim>
                                    <p:animEffect transition="in" filter="fade">
                                      <p:cBhvr>
                                        <p:cTn id="44" dur="7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3.</a:t>
            </a:r>
            <a:r>
              <a:rPr lang="zh-CN" altLang="en-US" sz="3200" dirty="0">
                <a:solidFill>
                  <a:srgbClr val="B82B2A"/>
                </a:solidFill>
                <a:latin typeface="思源黑体 CN Bold" panose="020B0800000000000000" pitchFamily="34" charset="-122"/>
                <a:ea typeface="思源黑体 CN Bold" panose="020B0800000000000000" pitchFamily="34" charset="-122"/>
              </a:rPr>
              <a:t>工作存在不足</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虚尾箭头 167">
            <a:extLst>
              <a:ext uri="{FF2B5EF4-FFF2-40B4-BE49-F238E27FC236}">
                <a16:creationId xmlns:a16="http://schemas.microsoft.com/office/drawing/2014/main" xmlns="" id="{473DB65F-A45E-44FB-A6AD-8773325C7A0D}"/>
              </a:ext>
            </a:extLst>
          </p:cNvPr>
          <p:cNvSpPr/>
          <p:nvPr/>
        </p:nvSpPr>
        <p:spPr>
          <a:xfrm rot="16200000">
            <a:off x="4903202" y="3285247"/>
            <a:ext cx="2278695" cy="1141330"/>
          </a:xfrm>
          <a:prstGeom prst="striped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nvGrpSpPr>
          <p:cNvPr id="6" name="组合 5">
            <a:extLst>
              <a:ext uri="{FF2B5EF4-FFF2-40B4-BE49-F238E27FC236}">
                <a16:creationId xmlns:a16="http://schemas.microsoft.com/office/drawing/2014/main" xmlns="" id="{3ECE7DEA-19BB-4B2B-A127-D0427365256D}"/>
              </a:ext>
            </a:extLst>
          </p:cNvPr>
          <p:cNvGrpSpPr/>
          <p:nvPr/>
        </p:nvGrpSpPr>
        <p:grpSpPr>
          <a:xfrm>
            <a:off x="6926138" y="1431742"/>
            <a:ext cx="4141145" cy="4273864"/>
            <a:chOff x="6926138" y="1431742"/>
            <a:chExt cx="4141145" cy="4273864"/>
          </a:xfrm>
        </p:grpSpPr>
        <p:sp>
          <p:nvSpPr>
            <p:cNvPr id="24" name="MH_Other_2">
              <a:extLst>
                <a:ext uri="{FF2B5EF4-FFF2-40B4-BE49-F238E27FC236}">
                  <a16:creationId xmlns:a16="http://schemas.microsoft.com/office/drawing/2014/main" xmlns="" id="{E8CB35EE-7C81-4802-97ED-6710FDE280D7}"/>
                </a:ext>
              </a:extLst>
            </p:cNvPr>
            <p:cNvSpPr/>
            <p:nvPr>
              <p:custDataLst>
                <p:tags r:id="rId3"/>
              </p:custDataLst>
            </p:nvPr>
          </p:nvSpPr>
          <p:spPr>
            <a:xfrm>
              <a:off x="6996848" y="1431742"/>
              <a:ext cx="1053553" cy="592708"/>
            </a:xfrm>
            <a:custGeom>
              <a:avLst/>
              <a:gdLst>
                <a:gd name="connsiteX0" fmla="*/ 0 w 717819"/>
                <a:gd name="connsiteY0" fmla="*/ 0 h 779310"/>
                <a:gd name="connsiteX1" fmla="*/ 717819 w 717819"/>
                <a:gd name="connsiteY1" fmla="*/ 0 h 779310"/>
                <a:gd name="connsiteX2" fmla="*/ 1786 w 717819"/>
                <a:gd name="connsiteY2" fmla="*/ 779310 h 779310"/>
                <a:gd name="connsiteX3" fmla="*/ 0 w 717819"/>
                <a:gd name="connsiteY3" fmla="*/ 779310 h 779310"/>
              </a:gdLst>
              <a:ahLst/>
              <a:cxnLst>
                <a:cxn ang="0">
                  <a:pos x="connsiteX0" y="connsiteY0"/>
                </a:cxn>
                <a:cxn ang="0">
                  <a:pos x="connsiteX1" y="connsiteY1"/>
                </a:cxn>
                <a:cxn ang="0">
                  <a:pos x="connsiteX2" y="connsiteY2"/>
                </a:cxn>
                <a:cxn ang="0">
                  <a:pos x="connsiteX3" y="connsiteY3"/>
                </a:cxn>
              </a:cxnLst>
              <a:rect l="l" t="t" r="r" b="b"/>
              <a:pathLst>
                <a:path w="717819" h="779310">
                  <a:moveTo>
                    <a:pt x="0" y="0"/>
                  </a:moveTo>
                  <a:lnTo>
                    <a:pt x="717819" y="0"/>
                  </a:lnTo>
                  <a:lnTo>
                    <a:pt x="1786" y="779310"/>
                  </a:lnTo>
                  <a:lnTo>
                    <a:pt x="0" y="77931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bIns="0"/>
            <a:lstStyle/>
            <a:p>
              <a:pPr eaLnBrk="1" fontAlgn="auto" hangingPunct="1">
                <a:spcBef>
                  <a:spcPts val="0"/>
                </a:spcBef>
                <a:spcAft>
                  <a:spcPts val="0"/>
                </a:spcAft>
                <a:defRPr/>
              </a:pPr>
              <a:r>
                <a:rPr lang="en-US" altLang="zh-CN" sz="3600" dirty="0">
                  <a:solidFill>
                    <a:srgbClr val="FFFFFF"/>
                  </a:solidFill>
                  <a:latin typeface="微软雅黑" panose="020B0503020204020204" pitchFamily="34" charset="-122"/>
                  <a:ea typeface="微软雅黑" panose="020B0503020204020204" pitchFamily="34" charset="-122"/>
                  <a:cs typeface="+mn-ea"/>
                  <a:sym typeface="+mn-lt"/>
                </a:rPr>
                <a:t>B</a:t>
              </a:r>
              <a:endParaRPr lang="zh-CN" altLang="en-US" sz="3600"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26" name="MH_SubTitle_2">
              <a:extLst>
                <a:ext uri="{FF2B5EF4-FFF2-40B4-BE49-F238E27FC236}">
                  <a16:creationId xmlns:a16="http://schemas.microsoft.com/office/drawing/2014/main" xmlns="" id="{72855CEC-36AE-4B76-9CBB-8F4FDD7B2694}"/>
                </a:ext>
              </a:extLst>
            </p:cNvPr>
            <p:cNvSpPr/>
            <p:nvPr>
              <p:custDataLst>
                <p:tags r:id="rId4"/>
              </p:custDataLst>
            </p:nvPr>
          </p:nvSpPr>
          <p:spPr>
            <a:xfrm>
              <a:off x="6926138" y="1595147"/>
              <a:ext cx="4141144" cy="613783"/>
            </a:xfrm>
            <a:custGeom>
              <a:avLst/>
              <a:gdLst>
                <a:gd name="connsiteX0" fmla="*/ 2148718 w 2191263"/>
                <a:gd name="connsiteY0" fmla="*/ 0 h 626989"/>
                <a:gd name="connsiteX1" fmla="*/ 2191263 w 2191263"/>
                <a:gd name="connsiteY1" fmla="*/ 0 h 626989"/>
                <a:gd name="connsiteX2" fmla="*/ 2191263 w 2191263"/>
                <a:gd name="connsiteY2" fmla="*/ 626989 h 626989"/>
                <a:gd name="connsiteX3" fmla="*/ 2148718 w 2191263"/>
                <a:gd name="connsiteY3" fmla="*/ 626989 h 626989"/>
                <a:gd name="connsiteX4" fmla="*/ 565885 w 2191263"/>
                <a:gd name="connsiteY4" fmla="*/ 0 h 626989"/>
                <a:gd name="connsiteX5" fmla="*/ 2110617 w 2191263"/>
                <a:gd name="connsiteY5" fmla="*/ 0 h 626989"/>
                <a:gd name="connsiteX6" fmla="*/ 2110617 w 2191263"/>
                <a:gd name="connsiteY6" fmla="*/ 626989 h 626989"/>
                <a:gd name="connsiteX7" fmla="*/ 0 w 2191263"/>
                <a:gd name="connsiteY7" fmla="*/ 626989 h 626989"/>
                <a:gd name="connsiteX8" fmla="*/ 0 w 2191263"/>
                <a:gd name="connsiteY8" fmla="*/ 615893 h 62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1263" h="626989">
                  <a:moveTo>
                    <a:pt x="2148718" y="0"/>
                  </a:moveTo>
                  <a:lnTo>
                    <a:pt x="2191263" y="0"/>
                  </a:lnTo>
                  <a:lnTo>
                    <a:pt x="2191263" y="626989"/>
                  </a:lnTo>
                  <a:lnTo>
                    <a:pt x="2148718" y="626989"/>
                  </a:lnTo>
                  <a:close/>
                  <a:moveTo>
                    <a:pt x="565885" y="0"/>
                  </a:moveTo>
                  <a:lnTo>
                    <a:pt x="2110617" y="0"/>
                  </a:lnTo>
                  <a:lnTo>
                    <a:pt x="2110617" y="626989"/>
                  </a:lnTo>
                  <a:lnTo>
                    <a:pt x="0" y="626989"/>
                  </a:lnTo>
                  <a:lnTo>
                    <a:pt x="0" y="61589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anchor="ctr" anchorCtr="1">
              <a:normAutofit/>
            </a:bodyPr>
            <a:lstStyle/>
            <a:p>
              <a:pPr algn="ctr" eaLnBrk="1" fontAlgn="auto" hangingPunct="1">
                <a:spcBef>
                  <a:spcPts val="0"/>
                </a:spcBef>
                <a:spcAft>
                  <a:spcPts val="0"/>
                </a:spcAft>
                <a:defRPr/>
              </a:pPr>
              <a:r>
                <a:rPr lang="zh-CN" altLang="en-US" sz="4000" b="1" dirty="0">
                  <a:solidFill>
                    <a:srgbClr val="FFFFFF"/>
                  </a:solidFill>
                  <a:latin typeface="微软雅黑" panose="020B0503020204020204" pitchFamily="34" charset="-122"/>
                  <a:ea typeface="微软雅黑" panose="020B0503020204020204" pitchFamily="34" charset="-122"/>
                  <a:cs typeface="+mn-ea"/>
                  <a:sym typeface="+mn-lt"/>
                </a:rPr>
                <a:t>成绩</a:t>
              </a:r>
            </a:p>
          </p:txBody>
        </p:sp>
        <p:sp>
          <p:nvSpPr>
            <p:cNvPr id="51" name="TextBox 6">
              <a:extLst>
                <a:ext uri="{FF2B5EF4-FFF2-40B4-BE49-F238E27FC236}">
                  <a16:creationId xmlns:a16="http://schemas.microsoft.com/office/drawing/2014/main" xmlns="" id="{ACA8EE00-B7AB-4B4B-B014-66AEA340AC8E}"/>
                </a:ext>
              </a:extLst>
            </p:cNvPr>
            <p:cNvSpPr txBox="1"/>
            <p:nvPr/>
          </p:nvSpPr>
          <p:spPr>
            <a:xfrm>
              <a:off x="7366594" y="2524127"/>
              <a:ext cx="3700689" cy="679801"/>
            </a:xfrm>
            <a:prstGeom prst="rect">
              <a:avLst/>
            </a:prstGeom>
            <a:noFill/>
          </p:spPr>
          <p:txBody>
            <a:bodyPr wrap="square" rtlCol="0">
              <a:spAutoFit/>
            </a:bodyPr>
            <a:lstStyle>
              <a:defPPr>
                <a:defRPr lang="zh-CN"/>
              </a:defPPr>
              <a:lvl1pPr fontAlgn="auto">
                <a:lnSpc>
                  <a:spcPct val="125000"/>
                </a:lnSpc>
                <a:spcBef>
                  <a:spcPts val="0"/>
                </a:spcBef>
                <a:spcAft>
                  <a:spcPts val="0"/>
                </a:spcAft>
                <a:defRPr sz="1400">
                  <a:solidFill>
                    <a:schemeClr val="bg1"/>
                  </a:solidFill>
                  <a:latin typeface="Calibri"/>
                  <a:ea typeface="微软雅黑"/>
                </a:defRPr>
              </a:lvl1pPr>
            </a:lstStyle>
            <a:p>
              <a:pPr>
                <a:buClr>
                  <a:srgbClr val="0070C0"/>
                </a:buClr>
                <a:buSzPct val="81000"/>
              </a:pPr>
              <a:r>
                <a:rPr lang="zh-CN" altLang="en-US" sz="1600" dirty="0">
                  <a:solidFill>
                    <a:schemeClr val="bg2">
                      <a:lumMod val="10000"/>
                    </a:schemeClr>
                  </a:solidFill>
                  <a:latin typeface="微软雅黑" panose="020B0503020204020204" pitchFamily="34" charset="-122"/>
                  <a:ea typeface="微软雅黑" panose="020B0503020204020204" pitchFamily="34" charset="-122"/>
                  <a:cs typeface="+mn-ea"/>
                  <a:sym typeface="+mn-lt"/>
                </a:rPr>
                <a:t>一、添加文本说明内容添加文本说明内容添加文本说明内容</a:t>
              </a:r>
            </a:p>
          </p:txBody>
        </p:sp>
        <p:sp>
          <p:nvSpPr>
            <p:cNvPr id="52" name="TextBox 6">
              <a:extLst>
                <a:ext uri="{FF2B5EF4-FFF2-40B4-BE49-F238E27FC236}">
                  <a16:creationId xmlns:a16="http://schemas.microsoft.com/office/drawing/2014/main" xmlns="" id="{470CC55B-04C2-4DB6-BA37-04FF26BE40D4}"/>
                </a:ext>
              </a:extLst>
            </p:cNvPr>
            <p:cNvSpPr txBox="1"/>
            <p:nvPr/>
          </p:nvSpPr>
          <p:spPr>
            <a:xfrm>
              <a:off x="7366594" y="3358020"/>
              <a:ext cx="3700689" cy="679801"/>
            </a:xfrm>
            <a:prstGeom prst="rect">
              <a:avLst/>
            </a:prstGeom>
            <a:noFill/>
          </p:spPr>
          <p:txBody>
            <a:bodyPr wrap="square" rtlCol="0">
              <a:spAutoFit/>
            </a:bodyPr>
            <a:lstStyle>
              <a:defPPr>
                <a:defRPr lang="zh-CN"/>
              </a:defPPr>
              <a:lvl1pPr fontAlgn="auto">
                <a:lnSpc>
                  <a:spcPct val="125000"/>
                </a:lnSpc>
                <a:spcBef>
                  <a:spcPts val="0"/>
                </a:spcBef>
                <a:spcAft>
                  <a:spcPts val="0"/>
                </a:spcAft>
                <a:defRPr sz="1400">
                  <a:solidFill>
                    <a:schemeClr val="bg1"/>
                  </a:solidFill>
                  <a:latin typeface="Calibri"/>
                  <a:ea typeface="微软雅黑"/>
                </a:defRPr>
              </a:lvl1pPr>
            </a:lstStyle>
            <a:p>
              <a:pPr>
                <a:buClr>
                  <a:srgbClr val="0070C0"/>
                </a:buClr>
                <a:buSzPct val="81000"/>
              </a:pPr>
              <a:r>
                <a:rPr lang="zh-CN" altLang="en-US" sz="1600" dirty="0">
                  <a:solidFill>
                    <a:schemeClr val="bg2">
                      <a:lumMod val="10000"/>
                    </a:schemeClr>
                  </a:solidFill>
                  <a:latin typeface="微软雅黑" panose="020B0503020204020204" pitchFamily="34" charset="-122"/>
                  <a:ea typeface="微软雅黑" panose="020B0503020204020204" pitchFamily="34" charset="-122"/>
                  <a:cs typeface="+mn-ea"/>
                  <a:sym typeface="+mn-lt"/>
                </a:rPr>
                <a:t>二、添加文本说明内容添加文本说明内容添加文本说明内容</a:t>
              </a:r>
            </a:p>
          </p:txBody>
        </p:sp>
        <p:sp>
          <p:nvSpPr>
            <p:cNvPr id="53" name="TextBox 6">
              <a:extLst>
                <a:ext uri="{FF2B5EF4-FFF2-40B4-BE49-F238E27FC236}">
                  <a16:creationId xmlns:a16="http://schemas.microsoft.com/office/drawing/2014/main" xmlns="" id="{A13E12B4-6BE0-4376-99AD-9C81A5019B0B}"/>
                </a:ext>
              </a:extLst>
            </p:cNvPr>
            <p:cNvSpPr txBox="1"/>
            <p:nvPr/>
          </p:nvSpPr>
          <p:spPr>
            <a:xfrm>
              <a:off x="7366594" y="4191912"/>
              <a:ext cx="3700689" cy="679801"/>
            </a:xfrm>
            <a:prstGeom prst="rect">
              <a:avLst/>
            </a:prstGeom>
            <a:noFill/>
          </p:spPr>
          <p:txBody>
            <a:bodyPr wrap="square" rtlCol="0">
              <a:spAutoFit/>
            </a:bodyPr>
            <a:lstStyle>
              <a:defPPr>
                <a:defRPr lang="zh-CN"/>
              </a:defPPr>
              <a:lvl1pPr fontAlgn="auto">
                <a:lnSpc>
                  <a:spcPct val="125000"/>
                </a:lnSpc>
                <a:spcBef>
                  <a:spcPts val="0"/>
                </a:spcBef>
                <a:spcAft>
                  <a:spcPts val="0"/>
                </a:spcAft>
                <a:defRPr sz="1400">
                  <a:solidFill>
                    <a:schemeClr val="bg1"/>
                  </a:solidFill>
                  <a:latin typeface="Calibri"/>
                  <a:ea typeface="微软雅黑"/>
                </a:defRPr>
              </a:lvl1pPr>
            </a:lstStyle>
            <a:p>
              <a:pPr>
                <a:buClr>
                  <a:srgbClr val="0070C0"/>
                </a:buClr>
                <a:buSzPct val="81000"/>
              </a:pPr>
              <a:r>
                <a:rPr lang="zh-CN" altLang="en-US" sz="1600" dirty="0">
                  <a:solidFill>
                    <a:schemeClr val="bg2">
                      <a:lumMod val="10000"/>
                    </a:schemeClr>
                  </a:solidFill>
                  <a:latin typeface="微软雅黑" panose="020B0503020204020204" pitchFamily="34" charset="-122"/>
                  <a:ea typeface="微软雅黑" panose="020B0503020204020204" pitchFamily="34" charset="-122"/>
                  <a:cs typeface="+mn-ea"/>
                  <a:sym typeface="+mn-lt"/>
                </a:rPr>
                <a:t>三、添加文本说明内容添加文本说明内容添加文本说明内容</a:t>
              </a:r>
            </a:p>
          </p:txBody>
        </p:sp>
        <p:sp>
          <p:nvSpPr>
            <p:cNvPr id="54" name="TextBox 6">
              <a:extLst>
                <a:ext uri="{FF2B5EF4-FFF2-40B4-BE49-F238E27FC236}">
                  <a16:creationId xmlns:a16="http://schemas.microsoft.com/office/drawing/2014/main" xmlns="" id="{9E87CCE7-5683-40CF-9519-3B520E42D36F}"/>
                </a:ext>
              </a:extLst>
            </p:cNvPr>
            <p:cNvSpPr txBox="1"/>
            <p:nvPr/>
          </p:nvSpPr>
          <p:spPr>
            <a:xfrm>
              <a:off x="7366594" y="5025805"/>
              <a:ext cx="3700689" cy="679801"/>
            </a:xfrm>
            <a:prstGeom prst="rect">
              <a:avLst/>
            </a:prstGeom>
            <a:noFill/>
          </p:spPr>
          <p:txBody>
            <a:bodyPr wrap="square" rtlCol="0">
              <a:spAutoFit/>
            </a:bodyPr>
            <a:lstStyle>
              <a:defPPr>
                <a:defRPr lang="zh-CN"/>
              </a:defPPr>
              <a:lvl1pPr fontAlgn="auto">
                <a:lnSpc>
                  <a:spcPct val="125000"/>
                </a:lnSpc>
                <a:spcBef>
                  <a:spcPts val="0"/>
                </a:spcBef>
                <a:spcAft>
                  <a:spcPts val="0"/>
                </a:spcAft>
                <a:defRPr sz="1400">
                  <a:solidFill>
                    <a:schemeClr val="bg1"/>
                  </a:solidFill>
                  <a:latin typeface="Calibri"/>
                  <a:ea typeface="微软雅黑"/>
                </a:defRPr>
              </a:lvl1pPr>
            </a:lstStyle>
            <a:p>
              <a:pPr>
                <a:buClr>
                  <a:srgbClr val="0070C0"/>
                </a:buClr>
                <a:buSzPct val="81000"/>
              </a:pPr>
              <a:r>
                <a:rPr lang="zh-CN" altLang="en-US" sz="1600" dirty="0">
                  <a:solidFill>
                    <a:schemeClr val="bg2">
                      <a:lumMod val="10000"/>
                    </a:schemeClr>
                  </a:solidFill>
                  <a:latin typeface="微软雅黑" panose="020B0503020204020204" pitchFamily="34" charset="-122"/>
                  <a:ea typeface="微软雅黑" panose="020B0503020204020204" pitchFamily="34" charset="-122"/>
                  <a:cs typeface="+mn-ea"/>
                  <a:sym typeface="+mn-lt"/>
                </a:rPr>
                <a:t>四、添加文本说明内容添加文本说明内容添加文本说明内容</a:t>
              </a:r>
            </a:p>
          </p:txBody>
        </p:sp>
        <p:cxnSp>
          <p:nvCxnSpPr>
            <p:cNvPr id="55" name="直接连接符 54">
              <a:extLst>
                <a:ext uri="{FF2B5EF4-FFF2-40B4-BE49-F238E27FC236}">
                  <a16:creationId xmlns:a16="http://schemas.microsoft.com/office/drawing/2014/main" xmlns="" id="{EDE929AF-3CCB-4544-A411-7DCE5F92AF2C}"/>
                </a:ext>
              </a:extLst>
            </p:cNvPr>
            <p:cNvCxnSpPr/>
            <p:nvPr/>
          </p:nvCxnSpPr>
          <p:spPr>
            <a:xfrm>
              <a:off x="7728626" y="3307600"/>
              <a:ext cx="3209120" cy="0"/>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xmlns="" id="{084588FC-F121-4B4C-B0C4-94485D2F0AAB}"/>
                </a:ext>
              </a:extLst>
            </p:cNvPr>
            <p:cNvCxnSpPr/>
            <p:nvPr/>
          </p:nvCxnSpPr>
          <p:spPr>
            <a:xfrm>
              <a:off x="7728626" y="4111430"/>
              <a:ext cx="3209120" cy="0"/>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xmlns="" id="{9D338AEA-EE91-416F-A04E-4DFBE070CC48}"/>
                </a:ext>
              </a:extLst>
            </p:cNvPr>
            <p:cNvCxnSpPr/>
            <p:nvPr/>
          </p:nvCxnSpPr>
          <p:spPr>
            <a:xfrm>
              <a:off x="7728626" y="4995259"/>
              <a:ext cx="3209120" cy="0"/>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9" name="KSO_Shape">
              <a:extLst>
                <a:ext uri="{FF2B5EF4-FFF2-40B4-BE49-F238E27FC236}">
                  <a16:creationId xmlns:a16="http://schemas.microsoft.com/office/drawing/2014/main" xmlns="" id="{C555A3FB-FD50-401A-B566-6627CDF7CDE2}"/>
                </a:ext>
              </a:extLst>
            </p:cNvPr>
            <p:cNvSpPr>
              <a:spLocks noChangeArrowheads="1"/>
            </p:cNvSpPr>
            <p:nvPr/>
          </p:nvSpPr>
          <p:spPr bwMode="auto">
            <a:xfrm>
              <a:off x="10212007" y="1703168"/>
              <a:ext cx="513311" cy="484181"/>
            </a:xfrm>
            <a:custGeom>
              <a:avLst/>
              <a:gdLst>
                <a:gd name="T0" fmla="*/ 186959 w 11981237"/>
                <a:gd name="T1" fmla="*/ 80936 h 12554355"/>
                <a:gd name="T2" fmla="*/ 201434 w 11981237"/>
                <a:gd name="T3" fmla="*/ 95398 h 12554355"/>
                <a:gd name="T4" fmla="*/ 186959 w 11981237"/>
                <a:gd name="T5" fmla="*/ 109860 h 12554355"/>
                <a:gd name="T6" fmla="*/ 172483 w 11981237"/>
                <a:gd name="T7" fmla="*/ 95398 h 12554355"/>
                <a:gd name="T8" fmla="*/ 186959 w 11981237"/>
                <a:gd name="T9" fmla="*/ 80936 h 12554355"/>
                <a:gd name="T10" fmla="*/ 135384 w 11981237"/>
                <a:gd name="T11" fmla="*/ 74810 h 12554355"/>
                <a:gd name="T12" fmla="*/ 140604 w 11981237"/>
                <a:gd name="T13" fmla="*/ 77136 h 12554355"/>
                <a:gd name="T14" fmla="*/ 176652 w 11981237"/>
                <a:gd name="T15" fmla="*/ 113110 h 12554355"/>
                <a:gd name="T16" fmla="*/ 197725 w 11981237"/>
                <a:gd name="T17" fmla="*/ 113110 h 12554355"/>
                <a:gd name="T18" fmla="*/ 233541 w 11981237"/>
                <a:gd name="T19" fmla="*/ 77136 h 12554355"/>
                <a:gd name="T20" fmla="*/ 244039 w 11981237"/>
                <a:gd name="T21" fmla="*/ 76827 h 12554355"/>
                <a:gd name="T22" fmla="*/ 244271 w 11981237"/>
                <a:gd name="T23" fmla="*/ 87326 h 12554355"/>
                <a:gd name="T24" fmla="*/ 206602 w 11981237"/>
                <a:gd name="T25" fmla="*/ 124999 h 12554355"/>
                <a:gd name="T26" fmla="*/ 206679 w 11981237"/>
                <a:gd name="T27" fmla="*/ 250061 h 12554355"/>
                <a:gd name="T28" fmla="*/ 198574 w 11981237"/>
                <a:gd name="T29" fmla="*/ 258167 h 12554355"/>
                <a:gd name="T30" fmla="*/ 190392 w 11981237"/>
                <a:gd name="T31" fmla="*/ 250061 h 12554355"/>
                <a:gd name="T32" fmla="*/ 190392 w 11981237"/>
                <a:gd name="T33" fmla="*/ 182203 h 12554355"/>
                <a:gd name="T34" fmla="*/ 183753 w 11981237"/>
                <a:gd name="T35" fmla="*/ 182203 h 12554355"/>
                <a:gd name="T36" fmla="*/ 183753 w 11981237"/>
                <a:gd name="T37" fmla="*/ 250061 h 12554355"/>
                <a:gd name="T38" fmla="*/ 175648 w 11981237"/>
                <a:gd name="T39" fmla="*/ 258167 h 12554355"/>
                <a:gd name="T40" fmla="*/ 167466 w 11981237"/>
                <a:gd name="T41" fmla="*/ 250061 h 12554355"/>
                <a:gd name="T42" fmla="*/ 167466 w 11981237"/>
                <a:gd name="T43" fmla="*/ 124999 h 12554355"/>
                <a:gd name="T44" fmla="*/ 129874 w 11981237"/>
                <a:gd name="T45" fmla="*/ 87326 h 12554355"/>
                <a:gd name="T46" fmla="*/ 130106 w 11981237"/>
                <a:gd name="T47" fmla="*/ 76827 h 12554355"/>
                <a:gd name="T48" fmla="*/ 135384 w 11981237"/>
                <a:gd name="T49" fmla="*/ 74810 h 12554355"/>
                <a:gd name="T50" fmla="*/ 83316 w 11981237"/>
                <a:gd name="T51" fmla="*/ 8594 h 12554355"/>
                <a:gd name="T52" fmla="*/ 103649 w 11981237"/>
                <a:gd name="T53" fmla="*/ 29014 h 12554355"/>
                <a:gd name="T54" fmla="*/ 83316 w 11981237"/>
                <a:gd name="T55" fmla="*/ 49433 h 12554355"/>
                <a:gd name="T56" fmla="*/ 62982 w 11981237"/>
                <a:gd name="T57" fmla="*/ 29014 h 12554355"/>
                <a:gd name="T58" fmla="*/ 83316 w 11981237"/>
                <a:gd name="T59" fmla="*/ 8594 h 12554355"/>
                <a:gd name="T60" fmla="*/ 10664 w 11981237"/>
                <a:gd name="T61" fmla="*/ 4 h 12554355"/>
                <a:gd name="T62" fmla="*/ 17978 w 11981237"/>
                <a:gd name="T63" fmla="*/ 3266 h 12554355"/>
                <a:gd name="T64" fmla="*/ 68688 w 11981237"/>
                <a:gd name="T65" fmla="*/ 53984 h 12554355"/>
                <a:gd name="T66" fmla="*/ 98481 w 11981237"/>
                <a:gd name="T67" fmla="*/ 53984 h 12554355"/>
                <a:gd name="T68" fmla="*/ 148882 w 11981237"/>
                <a:gd name="T69" fmla="*/ 3266 h 12554355"/>
                <a:gd name="T70" fmla="*/ 163624 w 11981237"/>
                <a:gd name="T71" fmla="*/ 2880 h 12554355"/>
                <a:gd name="T72" fmla="*/ 164010 w 11981237"/>
                <a:gd name="T73" fmla="*/ 17624 h 12554355"/>
                <a:gd name="T74" fmla="*/ 110985 w 11981237"/>
                <a:gd name="T75" fmla="*/ 70735 h 12554355"/>
                <a:gd name="T76" fmla="*/ 111062 w 11981237"/>
                <a:gd name="T77" fmla="*/ 246742 h 12554355"/>
                <a:gd name="T78" fmla="*/ 99639 w 11981237"/>
                <a:gd name="T79" fmla="*/ 258167 h 12554355"/>
                <a:gd name="T80" fmla="*/ 88138 w 11981237"/>
                <a:gd name="T81" fmla="*/ 246742 h 12554355"/>
                <a:gd name="T82" fmla="*/ 88061 w 11981237"/>
                <a:gd name="T83" fmla="*/ 151251 h 12554355"/>
                <a:gd name="T84" fmla="*/ 78799 w 11981237"/>
                <a:gd name="T85" fmla="*/ 151251 h 12554355"/>
                <a:gd name="T86" fmla="*/ 78799 w 11981237"/>
                <a:gd name="T87" fmla="*/ 246742 h 12554355"/>
                <a:gd name="T88" fmla="*/ 67298 w 11981237"/>
                <a:gd name="T89" fmla="*/ 258167 h 12554355"/>
                <a:gd name="T90" fmla="*/ 55875 w 11981237"/>
                <a:gd name="T91" fmla="*/ 246742 h 12554355"/>
                <a:gd name="T92" fmla="*/ 55875 w 11981237"/>
                <a:gd name="T93" fmla="*/ 70735 h 12554355"/>
                <a:gd name="T94" fmla="*/ 2849 w 11981237"/>
                <a:gd name="T95" fmla="*/ 17624 h 12554355"/>
                <a:gd name="T96" fmla="*/ 3235 w 11981237"/>
                <a:gd name="T97" fmla="*/ 2880 h 12554355"/>
                <a:gd name="T98" fmla="*/ 10664 w 11981237"/>
                <a:gd name="T99" fmla="*/ 4 h 1255435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1981237" h="12554355">
                  <a:moveTo>
                    <a:pt x="9093518" y="3935817"/>
                  </a:moveTo>
                  <a:cubicBezTo>
                    <a:pt x="9482358" y="3935817"/>
                    <a:pt x="9797575" y="4250679"/>
                    <a:pt x="9797575" y="4639080"/>
                  </a:cubicBezTo>
                  <a:cubicBezTo>
                    <a:pt x="9797575" y="5027480"/>
                    <a:pt x="9482358" y="5342343"/>
                    <a:pt x="9093518" y="5342343"/>
                  </a:cubicBezTo>
                  <a:cubicBezTo>
                    <a:pt x="8704678" y="5342343"/>
                    <a:pt x="8389461" y="5027480"/>
                    <a:pt x="8389461" y="4639080"/>
                  </a:cubicBezTo>
                  <a:cubicBezTo>
                    <a:pt x="8389461" y="4250679"/>
                    <a:pt x="8704678" y="3935817"/>
                    <a:pt x="9093518" y="3935817"/>
                  </a:cubicBezTo>
                  <a:close/>
                  <a:moveTo>
                    <a:pt x="6584967" y="3637926"/>
                  </a:moveTo>
                  <a:cubicBezTo>
                    <a:pt x="6677422" y="3640272"/>
                    <a:pt x="6769407" y="3677813"/>
                    <a:pt x="6838865" y="3751018"/>
                  </a:cubicBezTo>
                  <a:cubicBezTo>
                    <a:pt x="6838865" y="3751018"/>
                    <a:pt x="6838865" y="3751018"/>
                    <a:pt x="8592216" y="5500423"/>
                  </a:cubicBezTo>
                  <a:cubicBezTo>
                    <a:pt x="8592216" y="5500423"/>
                    <a:pt x="8592216" y="5500423"/>
                    <a:pt x="9617194" y="5500423"/>
                  </a:cubicBezTo>
                  <a:lnTo>
                    <a:pt x="11359281" y="3751018"/>
                  </a:lnTo>
                  <a:cubicBezTo>
                    <a:pt x="11498198" y="3604608"/>
                    <a:pt x="11723468" y="3600854"/>
                    <a:pt x="11869893" y="3736002"/>
                  </a:cubicBezTo>
                  <a:cubicBezTo>
                    <a:pt x="12012564" y="3874903"/>
                    <a:pt x="12020073" y="4100148"/>
                    <a:pt x="11881156" y="4246558"/>
                  </a:cubicBezTo>
                  <a:cubicBezTo>
                    <a:pt x="11881156" y="4246558"/>
                    <a:pt x="11881156" y="4246558"/>
                    <a:pt x="10048961" y="6078553"/>
                  </a:cubicBezTo>
                  <a:cubicBezTo>
                    <a:pt x="10048961" y="6078553"/>
                    <a:pt x="10048961" y="6078553"/>
                    <a:pt x="10052716" y="12160176"/>
                  </a:cubicBezTo>
                  <a:cubicBezTo>
                    <a:pt x="10052716" y="12377913"/>
                    <a:pt x="9876254" y="12554355"/>
                    <a:pt x="9658493" y="12554355"/>
                  </a:cubicBezTo>
                  <a:cubicBezTo>
                    <a:pt x="9440733" y="12554355"/>
                    <a:pt x="9260517" y="12377913"/>
                    <a:pt x="9260517" y="12160176"/>
                  </a:cubicBezTo>
                  <a:cubicBezTo>
                    <a:pt x="9260517" y="12160176"/>
                    <a:pt x="9260517" y="12160176"/>
                    <a:pt x="9260517" y="8860332"/>
                  </a:cubicBezTo>
                  <a:cubicBezTo>
                    <a:pt x="9260517" y="8860332"/>
                    <a:pt x="9260517" y="8860332"/>
                    <a:pt x="8937630" y="8860332"/>
                  </a:cubicBezTo>
                  <a:cubicBezTo>
                    <a:pt x="8937630" y="8860332"/>
                    <a:pt x="8937630" y="8860332"/>
                    <a:pt x="8937630" y="12160176"/>
                  </a:cubicBezTo>
                  <a:cubicBezTo>
                    <a:pt x="8937630" y="12377913"/>
                    <a:pt x="8761168" y="12554355"/>
                    <a:pt x="8543407" y="12554355"/>
                  </a:cubicBezTo>
                  <a:cubicBezTo>
                    <a:pt x="8325646" y="12554355"/>
                    <a:pt x="8145431" y="12377913"/>
                    <a:pt x="8145431" y="12160176"/>
                  </a:cubicBezTo>
                  <a:cubicBezTo>
                    <a:pt x="8145431" y="12160176"/>
                    <a:pt x="8145431" y="12160176"/>
                    <a:pt x="8145431" y="6078553"/>
                  </a:cubicBezTo>
                  <a:cubicBezTo>
                    <a:pt x="8145431" y="6078553"/>
                    <a:pt x="8145431" y="6078553"/>
                    <a:pt x="6316990" y="4246558"/>
                  </a:cubicBezTo>
                  <a:cubicBezTo>
                    <a:pt x="6178073" y="4100148"/>
                    <a:pt x="6185582" y="3874903"/>
                    <a:pt x="6328253" y="3736002"/>
                  </a:cubicBezTo>
                  <a:cubicBezTo>
                    <a:pt x="6399589" y="3668428"/>
                    <a:pt x="6492513" y="3635580"/>
                    <a:pt x="6584967" y="3637926"/>
                  </a:cubicBezTo>
                  <a:close/>
                  <a:moveTo>
                    <a:pt x="4052412" y="417917"/>
                  </a:moveTo>
                  <a:cubicBezTo>
                    <a:pt x="4598629" y="417917"/>
                    <a:pt x="5041424" y="862490"/>
                    <a:pt x="5041424" y="1410899"/>
                  </a:cubicBezTo>
                  <a:cubicBezTo>
                    <a:pt x="5041424" y="1959308"/>
                    <a:pt x="4598629" y="2403881"/>
                    <a:pt x="4052412" y="2403881"/>
                  </a:cubicBezTo>
                  <a:cubicBezTo>
                    <a:pt x="3506195" y="2403881"/>
                    <a:pt x="3063398" y="1959308"/>
                    <a:pt x="3063398" y="1410899"/>
                  </a:cubicBezTo>
                  <a:cubicBezTo>
                    <a:pt x="3063398" y="862490"/>
                    <a:pt x="3506195" y="417917"/>
                    <a:pt x="4052412" y="417917"/>
                  </a:cubicBezTo>
                  <a:close/>
                  <a:moveTo>
                    <a:pt x="518710" y="212"/>
                  </a:moveTo>
                  <a:cubicBezTo>
                    <a:pt x="648229" y="3966"/>
                    <a:pt x="776810" y="57460"/>
                    <a:pt x="874419" y="158816"/>
                  </a:cubicBezTo>
                  <a:cubicBezTo>
                    <a:pt x="874419" y="158816"/>
                    <a:pt x="874419" y="158816"/>
                    <a:pt x="3340918" y="2625161"/>
                  </a:cubicBezTo>
                  <a:cubicBezTo>
                    <a:pt x="3340918" y="2625161"/>
                    <a:pt x="3340918" y="2625161"/>
                    <a:pt x="4790033" y="2625161"/>
                  </a:cubicBezTo>
                  <a:lnTo>
                    <a:pt x="7241515" y="158816"/>
                  </a:lnTo>
                  <a:cubicBezTo>
                    <a:pt x="7432978" y="-43897"/>
                    <a:pt x="7755838" y="-55159"/>
                    <a:pt x="7958564" y="140047"/>
                  </a:cubicBezTo>
                  <a:cubicBezTo>
                    <a:pt x="8161290" y="331498"/>
                    <a:pt x="8168798" y="654338"/>
                    <a:pt x="7977335" y="857051"/>
                  </a:cubicBezTo>
                  <a:cubicBezTo>
                    <a:pt x="7977335" y="857051"/>
                    <a:pt x="7977335" y="857051"/>
                    <a:pt x="5398210" y="3439768"/>
                  </a:cubicBezTo>
                  <a:cubicBezTo>
                    <a:pt x="5398210" y="3439768"/>
                    <a:pt x="5398210" y="3439768"/>
                    <a:pt x="5401965" y="11998771"/>
                  </a:cubicBezTo>
                  <a:cubicBezTo>
                    <a:pt x="5401965" y="12306594"/>
                    <a:pt x="5154188" y="12554355"/>
                    <a:pt x="4846345" y="12554355"/>
                  </a:cubicBezTo>
                  <a:cubicBezTo>
                    <a:pt x="4538502" y="12554355"/>
                    <a:pt x="4286972" y="12306594"/>
                    <a:pt x="4286972" y="11998771"/>
                  </a:cubicBezTo>
                  <a:cubicBezTo>
                    <a:pt x="4286972" y="11998771"/>
                    <a:pt x="4286972" y="11998771"/>
                    <a:pt x="4283218" y="7355136"/>
                  </a:cubicBezTo>
                  <a:cubicBezTo>
                    <a:pt x="4283218" y="7355136"/>
                    <a:pt x="4283218" y="7355136"/>
                    <a:pt x="3832716" y="7355136"/>
                  </a:cubicBezTo>
                  <a:cubicBezTo>
                    <a:pt x="3832716" y="7355136"/>
                    <a:pt x="3832716" y="7355136"/>
                    <a:pt x="3832716" y="11998771"/>
                  </a:cubicBezTo>
                  <a:cubicBezTo>
                    <a:pt x="3832716" y="12306594"/>
                    <a:pt x="3581186" y="12554355"/>
                    <a:pt x="3273343" y="12554355"/>
                  </a:cubicBezTo>
                  <a:cubicBezTo>
                    <a:pt x="2965500" y="12554355"/>
                    <a:pt x="2717723" y="12306594"/>
                    <a:pt x="2717723" y="11998771"/>
                  </a:cubicBezTo>
                  <a:cubicBezTo>
                    <a:pt x="2717723" y="11998771"/>
                    <a:pt x="2717723" y="11998771"/>
                    <a:pt x="2717723" y="3439768"/>
                  </a:cubicBezTo>
                  <a:cubicBezTo>
                    <a:pt x="2717723" y="3439768"/>
                    <a:pt x="2717723" y="3439768"/>
                    <a:pt x="138599" y="857051"/>
                  </a:cubicBezTo>
                  <a:cubicBezTo>
                    <a:pt x="-52865" y="654338"/>
                    <a:pt x="-45356" y="331498"/>
                    <a:pt x="157370" y="140047"/>
                  </a:cubicBezTo>
                  <a:cubicBezTo>
                    <a:pt x="258733" y="42444"/>
                    <a:pt x="389191" y="-3542"/>
                    <a:pt x="518710" y="212"/>
                  </a:cubicBezTo>
                  <a:close/>
                </a:path>
              </a:pathLst>
            </a:custGeom>
            <a:solidFill>
              <a:schemeClr val="bg1"/>
            </a:solidFill>
            <a:ln>
              <a:noFill/>
            </a:ln>
          </p:spPr>
          <p:txBody>
            <a:bodyPr anchor="ctr" anchorCtr="1"/>
            <a:lstStyle/>
            <a:p>
              <a:endParaRPr lang="zh-CN" altLang="en-US" sz="2800">
                <a:latin typeface="微软雅黑" panose="020B0503020204020204" pitchFamily="34" charset="-122"/>
                <a:ea typeface="微软雅黑" panose="020B0503020204020204" pitchFamily="34" charset="-122"/>
                <a:cs typeface="+mn-ea"/>
                <a:sym typeface="+mn-lt"/>
              </a:endParaRPr>
            </a:p>
          </p:txBody>
        </p:sp>
      </p:grpSp>
      <p:grpSp>
        <p:nvGrpSpPr>
          <p:cNvPr id="5" name="组合 4">
            <a:extLst>
              <a:ext uri="{FF2B5EF4-FFF2-40B4-BE49-F238E27FC236}">
                <a16:creationId xmlns:a16="http://schemas.microsoft.com/office/drawing/2014/main" xmlns="" id="{FA4AB02C-87ED-402D-AEB3-31C59B76353A}"/>
              </a:ext>
            </a:extLst>
          </p:cNvPr>
          <p:cNvGrpSpPr/>
          <p:nvPr/>
        </p:nvGrpSpPr>
        <p:grpSpPr>
          <a:xfrm>
            <a:off x="1124717" y="1431742"/>
            <a:ext cx="4138786" cy="4273864"/>
            <a:chOff x="1124717" y="1431742"/>
            <a:chExt cx="4138786" cy="4273864"/>
          </a:xfrm>
        </p:grpSpPr>
        <p:sp>
          <p:nvSpPr>
            <p:cNvPr id="22" name="MH_Other_1">
              <a:extLst>
                <a:ext uri="{FF2B5EF4-FFF2-40B4-BE49-F238E27FC236}">
                  <a16:creationId xmlns:a16="http://schemas.microsoft.com/office/drawing/2014/main" xmlns="" id="{32651256-912E-46CB-BCE1-1DEE944B6D5D}"/>
                </a:ext>
              </a:extLst>
            </p:cNvPr>
            <p:cNvSpPr/>
            <p:nvPr>
              <p:custDataLst>
                <p:tags r:id="rId1"/>
              </p:custDataLst>
            </p:nvPr>
          </p:nvSpPr>
          <p:spPr>
            <a:xfrm>
              <a:off x="1195425" y="1431742"/>
              <a:ext cx="1053551" cy="592708"/>
            </a:xfrm>
            <a:custGeom>
              <a:avLst/>
              <a:gdLst>
                <a:gd name="connsiteX0" fmla="*/ 0 w 717819"/>
                <a:gd name="connsiteY0" fmla="*/ 0 h 779310"/>
                <a:gd name="connsiteX1" fmla="*/ 717819 w 717819"/>
                <a:gd name="connsiteY1" fmla="*/ 0 h 779310"/>
                <a:gd name="connsiteX2" fmla="*/ 1786 w 717819"/>
                <a:gd name="connsiteY2" fmla="*/ 779310 h 779310"/>
                <a:gd name="connsiteX3" fmla="*/ 0 w 717819"/>
                <a:gd name="connsiteY3" fmla="*/ 779310 h 779310"/>
              </a:gdLst>
              <a:ahLst/>
              <a:cxnLst>
                <a:cxn ang="0">
                  <a:pos x="connsiteX0" y="connsiteY0"/>
                </a:cxn>
                <a:cxn ang="0">
                  <a:pos x="connsiteX1" y="connsiteY1"/>
                </a:cxn>
                <a:cxn ang="0">
                  <a:pos x="connsiteX2" y="connsiteY2"/>
                </a:cxn>
                <a:cxn ang="0">
                  <a:pos x="connsiteX3" y="connsiteY3"/>
                </a:cxn>
              </a:cxnLst>
              <a:rect l="l" t="t" r="r" b="b"/>
              <a:pathLst>
                <a:path w="717819" h="779310">
                  <a:moveTo>
                    <a:pt x="0" y="0"/>
                  </a:moveTo>
                  <a:lnTo>
                    <a:pt x="717819" y="0"/>
                  </a:lnTo>
                  <a:lnTo>
                    <a:pt x="1786" y="779310"/>
                  </a:lnTo>
                  <a:lnTo>
                    <a:pt x="0" y="77931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bIns="0"/>
            <a:lstStyle/>
            <a:p>
              <a:pPr eaLnBrk="1" fontAlgn="auto" hangingPunct="1">
                <a:spcBef>
                  <a:spcPts val="0"/>
                </a:spcBef>
                <a:spcAft>
                  <a:spcPts val="0"/>
                </a:spcAft>
                <a:defRPr/>
              </a:pPr>
              <a:r>
                <a:rPr lang="en-US" altLang="zh-CN" sz="3600" dirty="0">
                  <a:solidFill>
                    <a:srgbClr val="FFFFFF"/>
                  </a:solidFill>
                  <a:latin typeface="微软雅黑" panose="020B0503020204020204" pitchFamily="34" charset="-122"/>
                  <a:ea typeface="微软雅黑" panose="020B0503020204020204" pitchFamily="34" charset="-122"/>
                  <a:cs typeface="+mn-ea"/>
                  <a:sym typeface="+mn-lt"/>
                </a:rPr>
                <a:t>A</a:t>
              </a:r>
              <a:endParaRPr lang="zh-CN" altLang="en-US" sz="3600"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23" name="MH_SubTitle_1">
              <a:extLst>
                <a:ext uri="{FF2B5EF4-FFF2-40B4-BE49-F238E27FC236}">
                  <a16:creationId xmlns:a16="http://schemas.microsoft.com/office/drawing/2014/main" xmlns="" id="{AA7403AB-9A88-4ED2-825F-31BCFD7DB535}"/>
                </a:ext>
              </a:extLst>
            </p:cNvPr>
            <p:cNvSpPr/>
            <p:nvPr>
              <p:custDataLst>
                <p:tags r:id="rId2"/>
              </p:custDataLst>
            </p:nvPr>
          </p:nvSpPr>
          <p:spPr>
            <a:xfrm>
              <a:off x="1124717" y="1595147"/>
              <a:ext cx="4138786" cy="613783"/>
            </a:xfrm>
            <a:custGeom>
              <a:avLst/>
              <a:gdLst>
                <a:gd name="connsiteX0" fmla="*/ 2148718 w 2191263"/>
                <a:gd name="connsiteY0" fmla="*/ 0 h 626989"/>
                <a:gd name="connsiteX1" fmla="*/ 2191263 w 2191263"/>
                <a:gd name="connsiteY1" fmla="*/ 0 h 626989"/>
                <a:gd name="connsiteX2" fmla="*/ 2191263 w 2191263"/>
                <a:gd name="connsiteY2" fmla="*/ 626989 h 626989"/>
                <a:gd name="connsiteX3" fmla="*/ 2148718 w 2191263"/>
                <a:gd name="connsiteY3" fmla="*/ 626989 h 626989"/>
                <a:gd name="connsiteX4" fmla="*/ 565885 w 2191263"/>
                <a:gd name="connsiteY4" fmla="*/ 0 h 626989"/>
                <a:gd name="connsiteX5" fmla="*/ 2110617 w 2191263"/>
                <a:gd name="connsiteY5" fmla="*/ 0 h 626989"/>
                <a:gd name="connsiteX6" fmla="*/ 2110617 w 2191263"/>
                <a:gd name="connsiteY6" fmla="*/ 626989 h 626989"/>
                <a:gd name="connsiteX7" fmla="*/ 0 w 2191263"/>
                <a:gd name="connsiteY7" fmla="*/ 626989 h 626989"/>
                <a:gd name="connsiteX8" fmla="*/ 0 w 2191263"/>
                <a:gd name="connsiteY8" fmla="*/ 615893 h 62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1263" h="626989">
                  <a:moveTo>
                    <a:pt x="2148718" y="0"/>
                  </a:moveTo>
                  <a:lnTo>
                    <a:pt x="2191263" y="0"/>
                  </a:lnTo>
                  <a:lnTo>
                    <a:pt x="2191263" y="626989"/>
                  </a:lnTo>
                  <a:lnTo>
                    <a:pt x="2148718" y="626989"/>
                  </a:lnTo>
                  <a:close/>
                  <a:moveTo>
                    <a:pt x="565885" y="0"/>
                  </a:moveTo>
                  <a:lnTo>
                    <a:pt x="2110617" y="0"/>
                  </a:lnTo>
                  <a:lnTo>
                    <a:pt x="2110617" y="626989"/>
                  </a:lnTo>
                  <a:lnTo>
                    <a:pt x="0" y="626989"/>
                  </a:lnTo>
                  <a:lnTo>
                    <a:pt x="0" y="61589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anchor="ctr" anchorCtr="1">
              <a:normAutofit/>
            </a:bodyPr>
            <a:lstStyle/>
            <a:p>
              <a:pPr algn="ctr" eaLnBrk="1" fontAlgn="auto" hangingPunct="1">
                <a:spcBef>
                  <a:spcPts val="0"/>
                </a:spcBef>
                <a:spcAft>
                  <a:spcPts val="0"/>
                </a:spcAft>
                <a:defRPr/>
              </a:pPr>
              <a:r>
                <a:rPr lang="zh-CN" altLang="en-US" sz="4000" b="1" dirty="0">
                  <a:solidFill>
                    <a:srgbClr val="FFFFFF"/>
                  </a:solidFill>
                  <a:latin typeface="微软雅黑" panose="020B0503020204020204" pitchFamily="34" charset="-122"/>
                  <a:ea typeface="微软雅黑" panose="020B0503020204020204" pitchFamily="34" charset="-122"/>
                  <a:cs typeface="+mn-ea"/>
                  <a:sym typeface="+mn-lt"/>
                </a:rPr>
                <a:t>经验</a:t>
              </a:r>
            </a:p>
          </p:txBody>
        </p:sp>
        <p:sp>
          <p:nvSpPr>
            <p:cNvPr id="27" name="TextBox 153">
              <a:extLst>
                <a:ext uri="{FF2B5EF4-FFF2-40B4-BE49-F238E27FC236}">
                  <a16:creationId xmlns:a16="http://schemas.microsoft.com/office/drawing/2014/main" xmlns="" id="{C11FE21B-6C9B-477B-8D52-BFDF9243DF15}"/>
                </a:ext>
              </a:extLst>
            </p:cNvPr>
            <p:cNvSpPr txBox="1"/>
            <p:nvPr/>
          </p:nvSpPr>
          <p:spPr>
            <a:xfrm>
              <a:off x="1165855" y="2524127"/>
              <a:ext cx="3700689" cy="679801"/>
            </a:xfrm>
            <a:prstGeom prst="rect">
              <a:avLst/>
            </a:prstGeom>
            <a:noFill/>
          </p:spPr>
          <p:txBody>
            <a:bodyPr wrap="square" rtlCol="0">
              <a:spAutoFit/>
            </a:bodyPr>
            <a:lstStyle>
              <a:defPPr>
                <a:defRPr lang="zh-CN"/>
              </a:defPPr>
              <a:lvl1pPr fontAlgn="auto">
                <a:lnSpc>
                  <a:spcPct val="125000"/>
                </a:lnSpc>
                <a:spcBef>
                  <a:spcPts val="0"/>
                </a:spcBef>
                <a:spcAft>
                  <a:spcPts val="0"/>
                </a:spcAft>
                <a:defRPr sz="1400">
                  <a:solidFill>
                    <a:schemeClr val="bg1"/>
                  </a:solidFill>
                  <a:latin typeface="Calibri"/>
                  <a:ea typeface="微软雅黑"/>
                </a:defRPr>
              </a:lvl1pPr>
            </a:lstStyle>
            <a:p>
              <a:pPr>
                <a:buClr>
                  <a:srgbClr val="0070C0"/>
                </a:buClr>
                <a:buSzPct val="81000"/>
              </a:pPr>
              <a:r>
                <a:rPr lang="zh-CN" altLang="en-US" sz="1600" dirty="0">
                  <a:solidFill>
                    <a:schemeClr val="bg2">
                      <a:lumMod val="10000"/>
                    </a:schemeClr>
                  </a:solidFill>
                  <a:latin typeface="微软雅黑" panose="020B0503020204020204" pitchFamily="34" charset="-122"/>
                  <a:ea typeface="微软雅黑" panose="020B0503020204020204" pitchFamily="34" charset="-122"/>
                  <a:cs typeface="+mn-ea"/>
                  <a:sym typeface="+mn-lt"/>
                </a:rPr>
                <a:t>一、添加文本说明内容添加文本说明内容添加文本说明内容</a:t>
              </a:r>
            </a:p>
          </p:txBody>
        </p:sp>
        <p:sp>
          <p:nvSpPr>
            <p:cNvPr id="45" name="TextBox 6">
              <a:extLst>
                <a:ext uri="{FF2B5EF4-FFF2-40B4-BE49-F238E27FC236}">
                  <a16:creationId xmlns:a16="http://schemas.microsoft.com/office/drawing/2014/main" xmlns="" id="{0638311D-4C0D-42A5-ADCA-9BDD58F43538}"/>
                </a:ext>
              </a:extLst>
            </p:cNvPr>
            <p:cNvSpPr txBox="1"/>
            <p:nvPr/>
          </p:nvSpPr>
          <p:spPr>
            <a:xfrm>
              <a:off x="1165855" y="3358020"/>
              <a:ext cx="3700689" cy="679801"/>
            </a:xfrm>
            <a:prstGeom prst="rect">
              <a:avLst/>
            </a:prstGeom>
            <a:noFill/>
          </p:spPr>
          <p:txBody>
            <a:bodyPr wrap="square" rtlCol="0">
              <a:spAutoFit/>
            </a:bodyPr>
            <a:lstStyle>
              <a:defPPr>
                <a:defRPr lang="zh-CN"/>
              </a:defPPr>
              <a:lvl1pPr fontAlgn="auto">
                <a:lnSpc>
                  <a:spcPct val="125000"/>
                </a:lnSpc>
                <a:spcBef>
                  <a:spcPts val="0"/>
                </a:spcBef>
                <a:spcAft>
                  <a:spcPts val="0"/>
                </a:spcAft>
                <a:defRPr sz="1400">
                  <a:solidFill>
                    <a:schemeClr val="bg1"/>
                  </a:solidFill>
                  <a:latin typeface="Calibri"/>
                  <a:ea typeface="微软雅黑"/>
                </a:defRPr>
              </a:lvl1pPr>
            </a:lstStyle>
            <a:p>
              <a:pPr>
                <a:buClr>
                  <a:srgbClr val="0070C0"/>
                </a:buClr>
                <a:buSzPct val="81000"/>
              </a:pPr>
              <a:r>
                <a:rPr lang="zh-CN" altLang="en-US" sz="1600" dirty="0">
                  <a:solidFill>
                    <a:schemeClr val="bg2">
                      <a:lumMod val="10000"/>
                    </a:schemeClr>
                  </a:solidFill>
                  <a:latin typeface="微软雅黑" panose="020B0503020204020204" pitchFamily="34" charset="-122"/>
                  <a:ea typeface="微软雅黑" panose="020B0503020204020204" pitchFamily="34" charset="-122"/>
                  <a:cs typeface="+mn-ea"/>
                  <a:sym typeface="+mn-lt"/>
                </a:rPr>
                <a:t>二、添加文本说明内容添加文本说明内容添加文本说明内容</a:t>
              </a:r>
            </a:p>
          </p:txBody>
        </p:sp>
        <p:sp>
          <p:nvSpPr>
            <p:cNvPr id="46" name="TextBox 6">
              <a:extLst>
                <a:ext uri="{FF2B5EF4-FFF2-40B4-BE49-F238E27FC236}">
                  <a16:creationId xmlns:a16="http://schemas.microsoft.com/office/drawing/2014/main" xmlns="" id="{090116B8-7DE3-4BB7-9369-81821DE05AE4}"/>
                </a:ext>
              </a:extLst>
            </p:cNvPr>
            <p:cNvSpPr txBox="1"/>
            <p:nvPr/>
          </p:nvSpPr>
          <p:spPr>
            <a:xfrm>
              <a:off x="1165855" y="4191912"/>
              <a:ext cx="3700689" cy="679801"/>
            </a:xfrm>
            <a:prstGeom prst="rect">
              <a:avLst/>
            </a:prstGeom>
            <a:noFill/>
          </p:spPr>
          <p:txBody>
            <a:bodyPr wrap="square" rtlCol="0">
              <a:spAutoFit/>
            </a:bodyPr>
            <a:lstStyle>
              <a:defPPr>
                <a:defRPr lang="zh-CN"/>
              </a:defPPr>
              <a:lvl1pPr fontAlgn="auto">
                <a:lnSpc>
                  <a:spcPct val="125000"/>
                </a:lnSpc>
                <a:spcBef>
                  <a:spcPts val="0"/>
                </a:spcBef>
                <a:spcAft>
                  <a:spcPts val="0"/>
                </a:spcAft>
                <a:defRPr sz="1400">
                  <a:solidFill>
                    <a:schemeClr val="bg1"/>
                  </a:solidFill>
                  <a:latin typeface="Calibri"/>
                  <a:ea typeface="微软雅黑"/>
                </a:defRPr>
              </a:lvl1pPr>
            </a:lstStyle>
            <a:p>
              <a:pPr>
                <a:buClr>
                  <a:srgbClr val="0070C0"/>
                </a:buClr>
                <a:buSzPct val="81000"/>
              </a:pPr>
              <a:r>
                <a:rPr lang="zh-CN" altLang="en-US" sz="1600" dirty="0">
                  <a:solidFill>
                    <a:schemeClr val="bg2">
                      <a:lumMod val="10000"/>
                    </a:schemeClr>
                  </a:solidFill>
                  <a:latin typeface="微软雅黑" panose="020B0503020204020204" pitchFamily="34" charset="-122"/>
                  <a:ea typeface="微软雅黑" panose="020B0503020204020204" pitchFamily="34" charset="-122"/>
                  <a:cs typeface="+mn-ea"/>
                  <a:sym typeface="+mn-lt"/>
                </a:rPr>
                <a:t>三、添加文本说明内容添加文本说明内容添加文本说明内容</a:t>
              </a:r>
            </a:p>
          </p:txBody>
        </p:sp>
        <p:sp>
          <p:nvSpPr>
            <p:cNvPr id="47" name="TextBox 6">
              <a:extLst>
                <a:ext uri="{FF2B5EF4-FFF2-40B4-BE49-F238E27FC236}">
                  <a16:creationId xmlns:a16="http://schemas.microsoft.com/office/drawing/2014/main" xmlns="" id="{ECB58758-EA69-482C-993E-DB7405257F06}"/>
                </a:ext>
              </a:extLst>
            </p:cNvPr>
            <p:cNvSpPr txBox="1"/>
            <p:nvPr/>
          </p:nvSpPr>
          <p:spPr>
            <a:xfrm>
              <a:off x="1165855" y="5025805"/>
              <a:ext cx="3700689" cy="679801"/>
            </a:xfrm>
            <a:prstGeom prst="rect">
              <a:avLst/>
            </a:prstGeom>
            <a:noFill/>
          </p:spPr>
          <p:txBody>
            <a:bodyPr wrap="square" rtlCol="0">
              <a:spAutoFit/>
            </a:bodyPr>
            <a:lstStyle>
              <a:defPPr>
                <a:defRPr lang="zh-CN"/>
              </a:defPPr>
              <a:lvl1pPr fontAlgn="auto">
                <a:lnSpc>
                  <a:spcPct val="125000"/>
                </a:lnSpc>
                <a:spcBef>
                  <a:spcPts val="0"/>
                </a:spcBef>
                <a:spcAft>
                  <a:spcPts val="0"/>
                </a:spcAft>
                <a:defRPr sz="1400">
                  <a:solidFill>
                    <a:schemeClr val="bg1"/>
                  </a:solidFill>
                  <a:latin typeface="Calibri"/>
                  <a:ea typeface="微软雅黑"/>
                </a:defRPr>
              </a:lvl1pPr>
            </a:lstStyle>
            <a:p>
              <a:pPr>
                <a:buClr>
                  <a:srgbClr val="0070C0"/>
                </a:buClr>
                <a:buSzPct val="81000"/>
              </a:pPr>
              <a:r>
                <a:rPr lang="zh-CN" altLang="en-US" sz="1600" dirty="0">
                  <a:solidFill>
                    <a:schemeClr val="bg2">
                      <a:lumMod val="10000"/>
                    </a:schemeClr>
                  </a:solidFill>
                  <a:latin typeface="微软雅黑" panose="020B0503020204020204" pitchFamily="34" charset="-122"/>
                  <a:ea typeface="微软雅黑" panose="020B0503020204020204" pitchFamily="34" charset="-122"/>
                  <a:cs typeface="+mn-ea"/>
                  <a:sym typeface="+mn-lt"/>
                </a:rPr>
                <a:t>四、添加文本说明内容添加文本说明内容添加文本说明内容</a:t>
              </a:r>
            </a:p>
          </p:txBody>
        </p:sp>
        <p:cxnSp>
          <p:nvCxnSpPr>
            <p:cNvPr id="48" name="直接连接符 47">
              <a:extLst>
                <a:ext uri="{FF2B5EF4-FFF2-40B4-BE49-F238E27FC236}">
                  <a16:creationId xmlns:a16="http://schemas.microsoft.com/office/drawing/2014/main" xmlns="" id="{A6F68B6A-8DEB-404F-B495-2A78E9A4A2B8}"/>
                </a:ext>
              </a:extLst>
            </p:cNvPr>
            <p:cNvCxnSpPr/>
            <p:nvPr/>
          </p:nvCxnSpPr>
          <p:spPr>
            <a:xfrm>
              <a:off x="1527887" y="3307600"/>
              <a:ext cx="320912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xmlns="" id="{87A566AF-C7CD-45F0-BA20-C2E598BF53B2}"/>
                </a:ext>
              </a:extLst>
            </p:cNvPr>
            <p:cNvCxnSpPr/>
            <p:nvPr/>
          </p:nvCxnSpPr>
          <p:spPr>
            <a:xfrm>
              <a:off x="1527887" y="4111430"/>
              <a:ext cx="320912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xmlns="" id="{DBFF53CD-6C06-4BB0-938C-FECABEC61BC3}"/>
                </a:ext>
              </a:extLst>
            </p:cNvPr>
            <p:cNvCxnSpPr/>
            <p:nvPr/>
          </p:nvCxnSpPr>
          <p:spPr>
            <a:xfrm>
              <a:off x="1527887" y="4995259"/>
              <a:ext cx="320912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0" name="KSO_Shape">
              <a:extLst>
                <a:ext uri="{FF2B5EF4-FFF2-40B4-BE49-F238E27FC236}">
                  <a16:creationId xmlns:a16="http://schemas.microsoft.com/office/drawing/2014/main" xmlns="" id="{5598E4DA-421D-4A1E-AC54-B9DD670EFBB1}"/>
                </a:ext>
              </a:extLst>
            </p:cNvPr>
            <p:cNvSpPr>
              <a:spLocks/>
            </p:cNvSpPr>
            <p:nvPr/>
          </p:nvSpPr>
          <p:spPr bwMode="auto">
            <a:xfrm>
              <a:off x="4259493" y="1721193"/>
              <a:ext cx="627250" cy="401755"/>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2800">
                <a:solidFill>
                  <a:srgbClr val="FFFFFF"/>
                </a:solidFill>
                <a:latin typeface="微软雅黑" panose="020B0503020204020204" pitchFamily="34" charset="-122"/>
                <a:ea typeface="微软雅黑" panose="020B0503020204020204" pitchFamily="34" charset="-122"/>
                <a:cs typeface="+mn-ea"/>
                <a:sym typeface="+mn-lt"/>
              </a:endParaRPr>
            </a:p>
          </p:txBody>
        </p:sp>
      </p:grpSp>
    </p:spTree>
    <p:extLst>
      <p:ext uri="{BB962C8B-B14F-4D97-AF65-F5344CB8AC3E}">
        <p14:creationId xmlns:p14="http://schemas.microsoft.com/office/powerpoint/2010/main" val="407061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8"/>
                                        </p:tgtEl>
                                        <p:attrNameLst>
                                          <p:attrName>style.visibility</p:attrName>
                                        </p:attrNameLst>
                                      </p:cBhvr>
                                      <p:to>
                                        <p:strVal val="visible"/>
                                      </p:to>
                                    </p:set>
                                    <p:anim calcmode="lin" valueType="num">
                                      <p:cBhvr additive="base">
                                        <p:cTn id="11" dur="500" fill="hold"/>
                                        <p:tgtEl>
                                          <p:spTgt spid="58"/>
                                        </p:tgtEl>
                                        <p:attrNameLst>
                                          <p:attrName>ppt_x</p:attrName>
                                        </p:attrNameLst>
                                      </p:cBhvr>
                                      <p:tavLst>
                                        <p:tav tm="0">
                                          <p:val>
                                            <p:strVal val="#ppt_x"/>
                                          </p:val>
                                        </p:tav>
                                        <p:tav tm="100000">
                                          <p:val>
                                            <p:strVal val="#ppt_x"/>
                                          </p:val>
                                        </p:tav>
                                      </p:tavLst>
                                    </p:anim>
                                    <p:anim calcmode="lin" valueType="num">
                                      <p:cBhvr additive="base">
                                        <p:cTn id="12" dur="500" fill="hold"/>
                                        <p:tgtEl>
                                          <p:spTgt spid="58"/>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3.</a:t>
            </a:r>
            <a:r>
              <a:rPr lang="zh-CN" altLang="en-US" sz="3200" dirty="0">
                <a:solidFill>
                  <a:srgbClr val="B82B2A"/>
                </a:solidFill>
                <a:latin typeface="思源黑体 CN Bold" panose="020B0800000000000000" pitchFamily="34" charset="-122"/>
                <a:ea typeface="思源黑体 CN Bold" panose="020B0800000000000000" pitchFamily="34" charset="-122"/>
              </a:rPr>
              <a:t>工作存在不足</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iŝḷiḓé">
            <a:extLst>
              <a:ext uri="{FF2B5EF4-FFF2-40B4-BE49-F238E27FC236}">
                <a16:creationId xmlns:a16="http://schemas.microsoft.com/office/drawing/2014/main" xmlns="" id="{D53C35D2-31C2-4AAF-9371-ECCA2BA7C008}"/>
              </a:ext>
            </a:extLst>
          </p:cNvPr>
          <p:cNvSpPr/>
          <p:nvPr/>
        </p:nvSpPr>
        <p:spPr>
          <a:xfrm flipH="1">
            <a:off x="5162551" y="1398072"/>
            <a:ext cx="1490832" cy="1490983"/>
          </a:xfrm>
          <a:prstGeom prst="circularArrow">
            <a:avLst>
              <a:gd name="adj1" fmla="val 10980"/>
              <a:gd name="adj2" fmla="val 1142322"/>
              <a:gd name="adj3" fmla="val 4500000"/>
              <a:gd name="adj4" fmla="val 10800000"/>
              <a:gd name="adj5" fmla="val 12500"/>
            </a:avLst>
          </a:prstGeom>
          <a:solidFill>
            <a:srgbClr val="E1102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3" name="ísļiḓê">
            <a:extLst>
              <a:ext uri="{FF2B5EF4-FFF2-40B4-BE49-F238E27FC236}">
                <a16:creationId xmlns:a16="http://schemas.microsoft.com/office/drawing/2014/main" xmlns="" id="{87097072-83E7-4AB1-AF29-4732CEC69B3F}"/>
              </a:ext>
            </a:extLst>
          </p:cNvPr>
          <p:cNvSpPr/>
          <p:nvPr/>
        </p:nvSpPr>
        <p:spPr>
          <a:xfrm flipH="1">
            <a:off x="5576717" y="2254864"/>
            <a:ext cx="1490832" cy="1490983"/>
          </a:xfrm>
          <a:prstGeom prst="leftCircularArrow">
            <a:avLst>
              <a:gd name="adj1" fmla="val 10980"/>
              <a:gd name="adj2" fmla="val 1142322"/>
              <a:gd name="adj3" fmla="val 6300000"/>
              <a:gd name="adj4" fmla="val 18900000"/>
              <a:gd name="adj5" fmla="val 12500"/>
            </a:avLst>
          </a:prstGeom>
          <a:solidFill>
            <a:srgbClr val="E1102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4" name="îśļiḑe">
            <a:extLst>
              <a:ext uri="{FF2B5EF4-FFF2-40B4-BE49-F238E27FC236}">
                <a16:creationId xmlns:a16="http://schemas.microsoft.com/office/drawing/2014/main" xmlns="" id="{FF6B09BE-2093-4A5B-B772-41DACA6A64B2}"/>
              </a:ext>
            </a:extLst>
          </p:cNvPr>
          <p:cNvSpPr/>
          <p:nvPr/>
        </p:nvSpPr>
        <p:spPr>
          <a:xfrm flipH="1">
            <a:off x="5162551" y="3114818"/>
            <a:ext cx="1490832" cy="1490983"/>
          </a:xfrm>
          <a:prstGeom prst="circularArrow">
            <a:avLst>
              <a:gd name="adj1" fmla="val 10980"/>
              <a:gd name="adj2" fmla="val 1142322"/>
              <a:gd name="adj3" fmla="val 4500000"/>
              <a:gd name="adj4" fmla="val 13500000"/>
              <a:gd name="adj5" fmla="val 12500"/>
            </a:avLst>
          </a:prstGeom>
          <a:solidFill>
            <a:srgbClr val="E1102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6" name="íṧlïḋê">
            <a:extLst>
              <a:ext uri="{FF2B5EF4-FFF2-40B4-BE49-F238E27FC236}">
                <a16:creationId xmlns:a16="http://schemas.microsoft.com/office/drawing/2014/main" xmlns="" id="{8BA457C3-D7FE-4660-BE10-7C26BBE1A39B}"/>
              </a:ext>
            </a:extLst>
          </p:cNvPr>
          <p:cNvSpPr/>
          <p:nvPr/>
        </p:nvSpPr>
        <p:spPr>
          <a:xfrm flipH="1">
            <a:off x="5680469" y="4070455"/>
            <a:ext cx="1280812" cy="1281431"/>
          </a:xfrm>
          <a:prstGeom prst="blockArc">
            <a:avLst>
              <a:gd name="adj1" fmla="val 0"/>
              <a:gd name="adj2" fmla="val 18900000"/>
              <a:gd name="adj3" fmla="val 12740"/>
            </a:avLst>
          </a:prstGeom>
          <a:solidFill>
            <a:srgbClr val="E1102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latin typeface="微软雅黑" panose="020B0503020204020204" pitchFamily="34" charset="-122"/>
              <a:ea typeface="微软雅黑" panose="020B0503020204020204" pitchFamily="34" charset="-122"/>
            </a:endParaRPr>
          </a:p>
        </p:txBody>
      </p:sp>
      <p:sp>
        <p:nvSpPr>
          <p:cNvPr id="27" name="椭圆 41">
            <a:extLst>
              <a:ext uri="{FF2B5EF4-FFF2-40B4-BE49-F238E27FC236}">
                <a16:creationId xmlns:a16="http://schemas.microsoft.com/office/drawing/2014/main" xmlns="" id="{D6D497E4-6DCC-4E58-8531-F6D17C33F0F7}"/>
              </a:ext>
            </a:extLst>
          </p:cNvPr>
          <p:cNvSpPr/>
          <p:nvPr/>
        </p:nvSpPr>
        <p:spPr>
          <a:xfrm>
            <a:off x="5758241" y="1943060"/>
            <a:ext cx="299452" cy="299000"/>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45" name="椭圆 42">
            <a:extLst>
              <a:ext uri="{FF2B5EF4-FFF2-40B4-BE49-F238E27FC236}">
                <a16:creationId xmlns:a16="http://schemas.microsoft.com/office/drawing/2014/main" xmlns="" id="{A160F9E9-F443-45AB-951F-B02147CB632F}"/>
              </a:ext>
            </a:extLst>
          </p:cNvPr>
          <p:cNvSpPr/>
          <p:nvPr/>
        </p:nvSpPr>
        <p:spPr>
          <a:xfrm>
            <a:off x="5758241" y="3658348"/>
            <a:ext cx="299452" cy="299000"/>
          </a:xfrm>
          <a:custGeom>
            <a:avLst/>
            <a:gdLst>
              <a:gd name="connsiteX0" fmla="*/ 264400 w 607639"/>
              <a:gd name="connsiteY0" fmla="*/ 371924 h 606722"/>
              <a:gd name="connsiteX1" fmla="*/ 209306 w 607639"/>
              <a:gd name="connsiteY1" fmla="*/ 398407 h 606722"/>
              <a:gd name="connsiteX2" fmla="*/ 171212 w 607639"/>
              <a:gd name="connsiteY2" fmla="*/ 423290 h 606722"/>
              <a:gd name="connsiteX3" fmla="*/ 196756 w 607639"/>
              <a:gd name="connsiteY3" fmla="*/ 433510 h 606722"/>
              <a:gd name="connsiteX4" fmla="*/ 410813 w 607639"/>
              <a:gd name="connsiteY4" fmla="*/ 433510 h 606722"/>
              <a:gd name="connsiteX5" fmla="*/ 436358 w 607639"/>
              <a:gd name="connsiteY5" fmla="*/ 423290 h 606722"/>
              <a:gd name="connsiteX6" fmla="*/ 398352 w 607639"/>
              <a:gd name="connsiteY6" fmla="*/ 398407 h 606722"/>
              <a:gd name="connsiteX7" fmla="*/ 342368 w 607639"/>
              <a:gd name="connsiteY7" fmla="*/ 372457 h 606722"/>
              <a:gd name="connsiteX8" fmla="*/ 303740 w 607639"/>
              <a:gd name="connsiteY8" fmla="*/ 382499 h 606722"/>
              <a:gd name="connsiteX9" fmla="*/ 264400 w 607639"/>
              <a:gd name="connsiteY9" fmla="*/ 371924 h 606722"/>
              <a:gd name="connsiteX10" fmla="*/ 303740 w 607639"/>
              <a:gd name="connsiteY10" fmla="*/ 173124 h 606722"/>
              <a:gd name="connsiteX11" fmla="*/ 236720 w 607639"/>
              <a:gd name="connsiteY11" fmla="*/ 262970 h 606722"/>
              <a:gd name="connsiteX12" fmla="*/ 303740 w 607639"/>
              <a:gd name="connsiteY12" fmla="*/ 352906 h 606722"/>
              <a:gd name="connsiteX13" fmla="*/ 370850 w 607639"/>
              <a:gd name="connsiteY13" fmla="*/ 262970 h 606722"/>
              <a:gd name="connsiteX14" fmla="*/ 303740 w 607639"/>
              <a:gd name="connsiteY14" fmla="*/ 173124 h 606722"/>
              <a:gd name="connsiteX15" fmla="*/ 303740 w 607639"/>
              <a:gd name="connsiteY15" fmla="*/ 143530 h 606722"/>
              <a:gd name="connsiteX16" fmla="*/ 400489 w 607639"/>
              <a:gd name="connsiteY16" fmla="*/ 262970 h 606722"/>
              <a:gd name="connsiteX17" fmla="*/ 368981 w 607639"/>
              <a:gd name="connsiteY17" fmla="*/ 350684 h 606722"/>
              <a:gd name="connsiteX18" fmla="*/ 410902 w 607639"/>
              <a:gd name="connsiteY18" fmla="*/ 371568 h 606722"/>
              <a:gd name="connsiteX19" fmla="*/ 466085 w 607639"/>
              <a:gd name="connsiteY19" fmla="*/ 423290 h 606722"/>
              <a:gd name="connsiteX20" fmla="*/ 410813 w 607639"/>
              <a:gd name="connsiteY20" fmla="*/ 463192 h 606722"/>
              <a:gd name="connsiteX21" fmla="*/ 196756 w 607639"/>
              <a:gd name="connsiteY21" fmla="*/ 463192 h 606722"/>
              <a:gd name="connsiteX22" fmla="*/ 141484 w 607639"/>
              <a:gd name="connsiteY22" fmla="*/ 423290 h 606722"/>
              <a:gd name="connsiteX23" fmla="*/ 196578 w 607639"/>
              <a:gd name="connsiteY23" fmla="*/ 371657 h 606722"/>
              <a:gd name="connsiteX24" fmla="*/ 238589 w 607639"/>
              <a:gd name="connsiteY24" fmla="*/ 350773 h 606722"/>
              <a:gd name="connsiteX25" fmla="*/ 206992 w 607639"/>
              <a:gd name="connsiteY25" fmla="*/ 262970 h 606722"/>
              <a:gd name="connsiteX26" fmla="*/ 303740 w 607639"/>
              <a:gd name="connsiteY26" fmla="*/ 143530 h 606722"/>
              <a:gd name="connsiteX27" fmla="*/ 288644 w 607639"/>
              <a:gd name="connsiteY27" fmla="*/ 31105 h 606722"/>
              <a:gd name="connsiteX28" fmla="*/ 31152 w 607639"/>
              <a:gd name="connsiteY28" fmla="*/ 288209 h 606722"/>
              <a:gd name="connsiteX29" fmla="*/ 91141 w 607639"/>
              <a:gd name="connsiteY29" fmla="*/ 288209 h 606722"/>
              <a:gd name="connsiteX30" fmla="*/ 91141 w 607639"/>
              <a:gd name="connsiteY30" fmla="*/ 318514 h 606722"/>
              <a:gd name="connsiteX31" fmla="*/ 31152 w 607639"/>
              <a:gd name="connsiteY31" fmla="*/ 318514 h 606722"/>
              <a:gd name="connsiteX32" fmla="*/ 288644 w 607639"/>
              <a:gd name="connsiteY32" fmla="*/ 575617 h 606722"/>
              <a:gd name="connsiteX33" fmla="*/ 288644 w 607639"/>
              <a:gd name="connsiteY33" fmla="*/ 515718 h 606722"/>
              <a:gd name="connsiteX34" fmla="*/ 318995 w 607639"/>
              <a:gd name="connsiteY34" fmla="*/ 515718 h 606722"/>
              <a:gd name="connsiteX35" fmla="*/ 318995 w 607639"/>
              <a:gd name="connsiteY35" fmla="*/ 575617 h 606722"/>
              <a:gd name="connsiteX36" fmla="*/ 576487 w 607639"/>
              <a:gd name="connsiteY36" fmla="*/ 318514 h 606722"/>
              <a:gd name="connsiteX37" fmla="*/ 516498 w 607639"/>
              <a:gd name="connsiteY37" fmla="*/ 318514 h 606722"/>
              <a:gd name="connsiteX38" fmla="*/ 516498 w 607639"/>
              <a:gd name="connsiteY38" fmla="*/ 288209 h 606722"/>
              <a:gd name="connsiteX39" fmla="*/ 576487 w 607639"/>
              <a:gd name="connsiteY39" fmla="*/ 288209 h 606722"/>
              <a:gd name="connsiteX40" fmla="*/ 318995 w 607639"/>
              <a:gd name="connsiteY40" fmla="*/ 31105 h 606722"/>
              <a:gd name="connsiteX41" fmla="*/ 318995 w 607639"/>
              <a:gd name="connsiteY41" fmla="*/ 91004 h 606722"/>
              <a:gd name="connsiteX42" fmla="*/ 288644 w 607639"/>
              <a:gd name="connsiteY42" fmla="*/ 91004 h 606722"/>
              <a:gd name="connsiteX43" fmla="*/ 303775 w 607639"/>
              <a:gd name="connsiteY43" fmla="*/ 0 h 606722"/>
              <a:gd name="connsiteX44" fmla="*/ 607639 w 607639"/>
              <a:gd name="connsiteY44" fmla="*/ 303317 h 606722"/>
              <a:gd name="connsiteX45" fmla="*/ 303775 w 607639"/>
              <a:gd name="connsiteY45" fmla="*/ 606722 h 606722"/>
              <a:gd name="connsiteX46" fmla="*/ 0 w 607639"/>
              <a:gd name="connsiteY46" fmla="*/ 303317 h 606722"/>
              <a:gd name="connsiteX47" fmla="*/ 303775 w 607639"/>
              <a:gd name="connsiteY4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7639" h="606722">
                <a:moveTo>
                  <a:pt x="264400" y="371924"/>
                </a:moveTo>
                <a:cubicBezTo>
                  <a:pt x="249625" y="379033"/>
                  <a:pt x="214557" y="395918"/>
                  <a:pt x="209306" y="398407"/>
                </a:cubicBezTo>
                <a:cubicBezTo>
                  <a:pt x="175929" y="413870"/>
                  <a:pt x="171212" y="416536"/>
                  <a:pt x="171212" y="423290"/>
                </a:cubicBezTo>
                <a:cubicBezTo>
                  <a:pt x="171212" y="432088"/>
                  <a:pt x="177531" y="433510"/>
                  <a:pt x="196756" y="433510"/>
                </a:cubicBezTo>
                <a:lnTo>
                  <a:pt x="410813" y="433510"/>
                </a:lnTo>
                <a:cubicBezTo>
                  <a:pt x="429949" y="433510"/>
                  <a:pt x="436358" y="432088"/>
                  <a:pt x="436358" y="423290"/>
                </a:cubicBezTo>
                <a:cubicBezTo>
                  <a:pt x="436358" y="416536"/>
                  <a:pt x="431551" y="413870"/>
                  <a:pt x="398352" y="398407"/>
                </a:cubicBezTo>
                <a:cubicBezTo>
                  <a:pt x="393813" y="396363"/>
                  <a:pt x="362216" y="381699"/>
                  <a:pt x="342368" y="372457"/>
                </a:cubicBezTo>
                <a:cubicBezTo>
                  <a:pt x="330531" y="378856"/>
                  <a:pt x="317536" y="382499"/>
                  <a:pt x="303740" y="382499"/>
                </a:cubicBezTo>
                <a:cubicBezTo>
                  <a:pt x="289766" y="382499"/>
                  <a:pt x="276416" y="378589"/>
                  <a:pt x="264400" y="371924"/>
                </a:cubicBezTo>
                <a:close/>
                <a:moveTo>
                  <a:pt x="303740" y="173124"/>
                </a:moveTo>
                <a:cubicBezTo>
                  <a:pt x="266803" y="173124"/>
                  <a:pt x="236720" y="213470"/>
                  <a:pt x="236720" y="262970"/>
                </a:cubicBezTo>
                <a:cubicBezTo>
                  <a:pt x="236720" y="312559"/>
                  <a:pt x="266803" y="352906"/>
                  <a:pt x="303740" y="352906"/>
                </a:cubicBezTo>
                <a:cubicBezTo>
                  <a:pt x="340766" y="352906"/>
                  <a:pt x="370850" y="312559"/>
                  <a:pt x="370850" y="262970"/>
                </a:cubicBezTo>
                <a:cubicBezTo>
                  <a:pt x="370850" y="213470"/>
                  <a:pt x="340766" y="173124"/>
                  <a:pt x="303740" y="173124"/>
                </a:cubicBezTo>
                <a:close/>
                <a:moveTo>
                  <a:pt x="303740" y="143530"/>
                </a:moveTo>
                <a:cubicBezTo>
                  <a:pt x="357143" y="143530"/>
                  <a:pt x="400489" y="197118"/>
                  <a:pt x="400489" y="262970"/>
                </a:cubicBezTo>
                <a:cubicBezTo>
                  <a:pt x="400489" y="297807"/>
                  <a:pt x="388206" y="328822"/>
                  <a:pt x="368981" y="350684"/>
                </a:cubicBezTo>
                <a:cubicBezTo>
                  <a:pt x="386070" y="359304"/>
                  <a:pt x="408232" y="370324"/>
                  <a:pt x="410902" y="371568"/>
                </a:cubicBezTo>
                <a:cubicBezTo>
                  <a:pt x="448818" y="389164"/>
                  <a:pt x="466085" y="397163"/>
                  <a:pt x="466085" y="423290"/>
                </a:cubicBezTo>
                <a:cubicBezTo>
                  <a:pt x="466085" y="463192"/>
                  <a:pt x="424431" y="463192"/>
                  <a:pt x="410813" y="463192"/>
                </a:cubicBezTo>
                <a:lnTo>
                  <a:pt x="196756" y="463192"/>
                </a:lnTo>
                <a:cubicBezTo>
                  <a:pt x="183050" y="463192"/>
                  <a:pt x="141484" y="463192"/>
                  <a:pt x="141484" y="423290"/>
                </a:cubicBezTo>
                <a:cubicBezTo>
                  <a:pt x="141484" y="397163"/>
                  <a:pt x="158751" y="389164"/>
                  <a:pt x="196578" y="371657"/>
                </a:cubicBezTo>
                <a:cubicBezTo>
                  <a:pt x="199693" y="370146"/>
                  <a:pt x="224526" y="357794"/>
                  <a:pt x="238589" y="350773"/>
                </a:cubicBezTo>
                <a:cubicBezTo>
                  <a:pt x="219275" y="328911"/>
                  <a:pt x="206992" y="297807"/>
                  <a:pt x="206992" y="262970"/>
                </a:cubicBezTo>
                <a:cubicBezTo>
                  <a:pt x="206992" y="197118"/>
                  <a:pt x="250426" y="143530"/>
                  <a:pt x="303740" y="143530"/>
                </a:cubicBezTo>
                <a:close/>
                <a:moveTo>
                  <a:pt x="288644" y="31105"/>
                </a:moveTo>
                <a:cubicBezTo>
                  <a:pt x="149974" y="38747"/>
                  <a:pt x="38806" y="149748"/>
                  <a:pt x="31152" y="288209"/>
                </a:cubicBezTo>
                <a:lnTo>
                  <a:pt x="91141" y="288209"/>
                </a:lnTo>
                <a:lnTo>
                  <a:pt x="91141" y="318514"/>
                </a:lnTo>
                <a:lnTo>
                  <a:pt x="31152" y="318514"/>
                </a:lnTo>
                <a:cubicBezTo>
                  <a:pt x="38806" y="456975"/>
                  <a:pt x="149974" y="567886"/>
                  <a:pt x="288644" y="575617"/>
                </a:cubicBezTo>
                <a:lnTo>
                  <a:pt x="288644" y="515718"/>
                </a:lnTo>
                <a:lnTo>
                  <a:pt x="318995" y="515718"/>
                </a:lnTo>
                <a:lnTo>
                  <a:pt x="318995" y="575617"/>
                </a:lnTo>
                <a:cubicBezTo>
                  <a:pt x="457665" y="567886"/>
                  <a:pt x="568833" y="456975"/>
                  <a:pt x="576487" y="318514"/>
                </a:cubicBezTo>
                <a:lnTo>
                  <a:pt x="516498" y="318514"/>
                </a:lnTo>
                <a:lnTo>
                  <a:pt x="516498" y="288209"/>
                </a:lnTo>
                <a:lnTo>
                  <a:pt x="576487" y="288209"/>
                </a:lnTo>
                <a:cubicBezTo>
                  <a:pt x="568833" y="149748"/>
                  <a:pt x="457665" y="38747"/>
                  <a:pt x="318995" y="31105"/>
                </a:cubicBezTo>
                <a:lnTo>
                  <a:pt x="318995" y="91004"/>
                </a:lnTo>
                <a:lnTo>
                  <a:pt x="288644" y="91004"/>
                </a:lnTo>
                <a:close/>
                <a:moveTo>
                  <a:pt x="303775" y="0"/>
                </a:moveTo>
                <a:cubicBezTo>
                  <a:pt x="471550" y="0"/>
                  <a:pt x="607639" y="135795"/>
                  <a:pt x="607639" y="303317"/>
                </a:cubicBezTo>
                <a:cubicBezTo>
                  <a:pt x="607639" y="470839"/>
                  <a:pt x="471550" y="606722"/>
                  <a:pt x="303775" y="606722"/>
                </a:cubicBezTo>
                <a:cubicBezTo>
                  <a:pt x="136000" y="606722"/>
                  <a:pt x="0" y="470839"/>
                  <a:pt x="0" y="303317"/>
                </a:cubicBezTo>
                <a:cubicBezTo>
                  <a:pt x="0" y="135795"/>
                  <a:pt x="136000" y="0"/>
                  <a:pt x="303775" y="0"/>
                </a:cubicBezTo>
                <a:close/>
              </a:path>
            </a:pathLst>
          </a:cu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46" name="椭圆 43">
            <a:extLst>
              <a:ext uri="{FF2B5EF4-FFF2-40B4-BE49-F238E27FC236}">
                <a16:creationId xmlns:a16="http://schemas.microsoft.com/office/drawing/2014/main" xmlns="" id="{9868FF23-5587-4E83-B389-EE4B3FE24104}"/>
              </a:ext>
            </a:extLst>
          </p:cNvPr>
          <p:cNvSpPr/>
          <p:nvPr/>
        </p:nvSpPr>
        <p:spPr>
          <a:xfrm>
            <a:off x="6189255" y="2802182"/>
            <a:ext cx="299452" cy="293613"/>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47" name="椭圆 44">
            <a:extLst>
              <a:ext uri="{FF2B5EF4-FFF2-40B4-BE49-F238E27FC236}">
                <a16:creationId xmlns:a16="http://schemas.microsoft.com/office/drawing/2014/main" xmlns="" id="{D737E21D-6485-44AF-98D0-AB865E99FD94}"/>
              </a:ext>
            </a:extLst>
          </p:cNvPr>
          <p:cNvSpPr/>
          <p:nvPr/>
        </p:nvSpPr>
        <p:spPr>
          <a:xfrm>
            <a:off x="6189255" y="4561670"/>
            <a:ext cx="299452" cy="299000"/>
          </a:xfrm>
          <a:custGeom>
            <a:avLst/>
            <a:gdLst>
              <a:gd name="connsiteX0" fmla="*/ 278498 w 607639"/>
              <a:gd name="connsiteY0" fmla="*/ 505578 h 606722"/>
              <a:gd name="connsiteX1" fmla="*/ 253131 w 607639"/>
              <a:gd name="connsiteY1" fmla="*/ 530820 h 606722"/>
              <a:gd name="connsiteX2" fmla="*/ 278498 w 607639"/>
              <a:gd name="connsiteY2" fmla="*/ 556150 h 606722"/>
              <a:gd name="connsiteX3" fmla="*/ 506351 w 607639"/>
              <a:gd name="connsiteY3" fmla="*/ 556150 h 606722"/>
              <a:gd name="connsiteX4" fmla="*/ 531629 w 607639"/>
              <a:gd name="connsiteY4" fmla="*/ 530820 h 606722"/>
              <a:gd name="connsiteX5" fmla="*/ 506351 w 607639"/>
              <a:gd name="connsiteY5" fmla="*/ 505578 h 606722"/>
              <a:gd name="connsiteX6" fmla="*/ 126566 w 607639"/>
              <a:gd name="connsiteY6" fmla="*/ 505578 h 606722"/>
              <a:gd name="connsiteX7" fmla="*/ 101288 w 607639"/>
              <a:gd name="connsiteY7" fmla="*/ 530820 h 606722"/>
              <a:gd name="connsiteX8" fmla="*/ 126566 w 607639"/>
              <a:gd name="connsiteY8" fmla="*/ 556150 h 606722"/>
              <a:gd name="connsiteX9" fmla="*/ 177210 w 607639"/>
              <a:gd name="connsiteY9" fmla="*/ 556150 h 606722"/>
              <a:gd name="connsiteX10" fmla="*/ 202576 w 607639"/>
              <a:gd name="connsiteY10" fmla="*/ 530820 h 606722"/>
              <a:gd name="connsiteX11" fmla="*/ 177210 w 607639"/>
              <a:gd name="connsiteY11" fmla="*/ 505578 h 606722"/>
              <a:gd name="connsiteX12" fmla="*/ 0 w 607639"/>
              <a:gd name="connsiteY12" fmla="*/ 455006 h 606722"/>
              <a:gd name="connsiteX13" fmla="*/ 607639 w 607639"/>
              <a:gd name="connsiteY13" fmla="*/ 455006 h 606722"/>
              <a:gd name="connsiteX14" fmla="*/ 607639 w 607639"/>
              <a:gd name="connsiteY14" fmla="*/ 581392 h 606722"/>
              <a:gd name="connsiteX15" fmla="*/ 582273 w 607639"/>
              <a:gd name="connsiteY15" fmla="*/ 606722 h 606722"/>
              <a:gd name="connsiteX16" fmla="*/ 25278 w 607639"/>
              <a:gd name="connsiteY16" fmla="*/ 606722 h 606722"/>
              <a:gd name="connsiteX17" fmla="*/ 0 w 607639"/>
              <a:gd name="connsiteY17" fmla="*/ 581392 h 606722"/>
              <a:gd name="connsiteX18" fmla="*/ 253118 w 607639"/>
              <a:gd name="connsiteY18" fmla="*/ 173662 h 606722"/>
              <a:gd name="connsiteX19" fmla="*/ 334127 w 607639"/>
              <a:gd name="connsiteY19" fmla="*/ 227503 h 606722"/>
              <a:gd name="connsiteX20" fmla="*/ 253118 w 607639"/>
              <a:gd name="connsiteY20" fmla="*/ 281345 h 606722"/>
              <a:gd name="connsiteX21" fmla="*/ 215927 w 607639"/>
              <a:gd name="connsiteY21" fmla="*/ 104075 h 606722"/>
              <a:gd name="connsiteX22" fmla="*/ 202576 w 607639"/>
              <a:gd name="connsiteY22" fmla="*/ 126384 h 606722"/>
              <a:gd name="connsiteX23" fmla="*/ 202576 w 607639"/>
              <a:gd name="connsiteY23" fmla="*/ 328669 h 606722"/>
              <a:gd name="connsiteX24" fmla="*/ 215927 w 607639"/>
              <a:gd name="connsiteY24" fmla="*/ 350977 h 606722"/>
              <a:gd name="connsiteX25" fmla="*/ 227854 w 607639"/>
              <a:gd name="connsiteY25" fmla="*/ 353910 h 606722"/>
              <a:gd name="connsiteX26" fmla="*/ 241917 w 607639"/>
              <a:gd name="connsiteY26" fmla="*/ 349644 h 606722"/>
              <a:gd name="connsiteX27" fmla="*/ 393849 w 607639"/>
              <a:gd name="connsiteY27" fmla="*/ 248590 h 606722"/>
              <a:gd name="connsiteX28" fmla="*/ 405063 w 607639"/>
              <a:gd name="connsiteY28" fmla="*/ 227526 h 606722"/>
              <a:gd name="connsiteX29" fmla="*/ 393849 w 607639"/>
              <a:gd name="connsiteY29" fmla="*/ 206462 h 606722"/>
              <a:gd name="connsiteX30" fmla="*/ 241917 w 607639"/>
              <a:gd name="connsiteY30" fmla="*/ 105409 h 606722"/>
              <a:gd name="connsiteX31" fmla="*/ 215927 w 607639"/>
              <a:gd name="connsiteY31" fmla="*/ 104075 h 606722"/>
              <a:gd name="connsiteX32" fmla="*/ 25278 w 607639"/>
              <a:gd name="connsiteY32" fmla="*/ 0 h 606722"/>
              <a:gd name="connsiteX33" fmla="*/ 582273 w 607639"/>
              <a:gd name="connsiteY33" fmla="*/ 0 h 606722"/>
              <a:gd name="connsiteX34" fmla="*/ 607639 w 607639"/>
              <a:gd name="connsiteY34" fmla="*/ 25241 h 606722"/>
              <a:gd name="connsiteX35" fmla="*/ 607639 w 607639"/>
              <a:gd name="connsiteY35" fmla="*/ 404481 h 606722"/>
              <a:gd name="connsiteX36" fmla="*/ 0 w 607639"/>
              <a:gd name="connsiteY36" fmla="*/ 404481 h 606722"/>
              <a:gd name="connsiteX37" fmla="*/ 0 w 607639"/>
              <a:gd name="connsiteY37" fmla="*/ 25241 h 606722"/>
              <a:gd name="connsiteX38" fmla="*/ 25278 w 607639"/>
              <a:gd name="connsiteY3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7639" h="606722">
                <a:moveTo>
                  <a:pt x="278498" y="505578"/>
                </a:moveTo>
                <a:cubicBezTo>
                  <a:pt x="264524" y="505578"/>
                  <a:pt x="253131" y="516866"/>
                  <a:pt x="253131" y="530820"/>
                </a:cubicBezTo>
                <a:cubicBezTo>
                  <a:pt x="253131" y="544774"/>
                  <a:pt x="264524" y="556150"/>
                  <a:pt x="278498" y="556150"/>
                </a:cubicBezTo>
                <a:lnTo>
                  <a:pt x="506351" y="556150"/>
                </a:lnTo>
                <a:cubicBezTo>
                  <a:pt x="520325" y="556150"/>
                  <a:pt x="531629" y="544774"/>
                  <a:pt x="531629" y="530820"/>
                </a:cubicBezTo>
                <a:cubicBezTo>
                  <a:pt x="531629" y="516866"/>
                  <a:pt x="520325" y="505578"/>
                  <a:pt x="506351" y="505578"/>
                </a:cubicBezTo>
                <a:close/>
                <a:moveTo>
                  <a:pt x="126566" y="505578"/>
                </a:moveTo>
                <a:cubicBezTo>
                  <a:pt x="112592" y="505578"/>
                  <a:pt x="101288" y="516866"/>
                  <a:pt x="101288" y="530820"/>
                </a:cubicBezTo>
                <a:cubicBezTo>
                  <a:pt x="101288" y="544774"/>
                  <a:pt x="112592" y="556150"/>
                  <a:pt x="126566" y="556150"/>
                </a:cubicBezTo>
                <a:lnTo>
                  <a:pt x="177210" y="556150"/>
                </a:lnTo>
                <a:cubicBezTo>
                  <a:pt x="191184" y="556150"/>
                  <a:pt x="202576" y="544774"/>
                  <a:pt x="202576" y="530820"/>
                </a:cubicBezTo>
                <a:cubicBezTo>
                  <a:pt x="202576" y="516866"/>
                  <a:pt x="191184" y="505578"/>
                  <a:pt x="177210" y="505578"/>
                </a:cubicBezTo>
                <a:close/>
                <a:moveTo>
                  <a:pt x="0" y="455006"/>
                </a:moveTo>
                <a:lnTo>
                  <a:pt x="607639" y="455006"/>
                </a:lnTo>
                <a:lnTo>
                  <a:pt x="607639" y="581392"/>
                </a:lnTo>
                <a:cubicBezTo>
                  <a:pt x="607639" y="595346"/>
                  <a:pt x="596336" y="606722"/>
                  <a:pt x="582273" y="606722"/>
                </a:cubicBezTo>
                <a:lnTo>
                  <a:pt x="25278" y="606722"/>
                </a:lnTo>
                <a:cubicBezTo>
                  <a:pt x="11304" y="606722"/>
                  <a:pt x="0" y="595346"/>
                  <a:pt x="0" y="581392"/>
                </a:cubicBezTo>
                <a:close/>
                <a:moveTo>
                  <a:pt x="253118" y="173662"/>
                </a:moveTo>
                <a:lnTo>
                  <a:pt x="334127" y="227503"/>
                </a:lnTo>
                <a:lnTo>
                  <a:pt x="253118" y="281345"/>
                </a:lnTo>
                <a:close/>
                <a:moveTo>
                  <a:pt x="215927" y="104075"/>
                </a:moveTo>
                <a:cubicBezTo>
                  <a:pt x="207650" y="108519"/>
                  <a:pt x="202576" y="117052"/>
                  <a:pt x="202576" y="126384"/>
                </a:cubicBezTo>
                <a:lnTo>
                  <a:pt x="202576" y="328669"/>
                </a:lnTo>
                <a:cubicBezTo>
                  <a:pt x="202576" y="338001"/>
                  <a:pt x="207650" y="346533"/>
                  <a:pt x="215927" y="350977"/>
                </a:cubicBezTo>
                <a:cubicBezTo>
                  <a:pt x="219665" y="352932"/>
                  <a:pt x="223759" y="353910"/>
                  <a:pt x="227854" y="353910"/>
                </a:cubicBezTo>
                <a:cubicBezTo>
                  <a:pt x="232749" y="353910"/>
                  <a:pt x="237644" y="352488"/>
                  <a:pt x="241917" y="349644"/>
                </a:cubicBezTo>
                <a:lnTo>
                  <a:pt x="393849" y="248590"/>
                </a:lnTo>
                <a:cubicBezTo>
                  <a:pt x="400880" y="243880"/>
                  <a:pt x="405063" y="235969"/>
                  <a:pt x="405063" y="227526"/>
                </a:cubicBezTo>
                <a:cubicBezTo>
                  <a:pt x="405063" y="219083"/>
                  <a:pt x="400880" y="211173"/>
                  <a:pt x="393849" y="206462"/>
                </a:cubicBezTo>
                <a:lnTo>
                  <a:pt x="241917" y="105409"/>
                </a:lnTo>
                <a:cubicBezTo>
                  <a:pt x="234173" y="100165"/>
                  <a:pt x="224116" y="99720"/>
                  <a:pt x="215927" y="104075"/>
                </a:cubicBezTo>
                <a:close/>
                <a:moveTo>
                  <a:pt x="25278" y="0"/>
                </a:moveTo>
                <a:lnTo>
                  <a:pt x="582273" y="0"/>
                </a:lnTo>
                <a:cubicBezTo>
                  <a:pt x="596336" y="0"/>
                  <a:pt x="607639" y="11287"/>
                  <a:pt x="607639" y="25241"/>
                </a:cubicBezTo>
                <a:lnTo>
                  <a:pt x="607639" y="404481"/>
                </a:lnTo>
                <a:lnTo>
                  <a:pt x="0" y="404481"/>
                </a:lnTo>
                <a:lnTo>
                  <a:pt x="0" y="25241"/>
                </a:lnTo>
                <a:cubicBezTo>
                  <a:pt x="0" y="11287"/>
                  <a:pt x="11304" y="0"/>
                  <a:pt x="25278" y="0"/>
                </a:cubicBezTo>
                <a:close/>
              </a:path>
            </a:pathLst>
          </a:custGeom>
          <a:solidFill>
            <a:srgbClr val="E110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48" name="直接连接符 47">
            <a:extLst>
              <a:ext uri="{FF2B5EF4-FFF2-40B4-BE49-F238E27FC236}">
                <a16:creationId xmlns:a16="http://schemas.microsoft.com/office/drawing/2014/main" xmlns="" id="{805CBF91-9BAD-44FD-98A0-726ACA8DC3E3}"/>
              </a:ext>
            </a:extLst>
          </p:cNvPr>
          <p:cNvCxnSpPr/>
          <p:nvPr/>
        </p:nvCxnSpPr>
        <p:spPr>
          <a:xfrm>
            <a:off x="4210050" y="2292614"/>
            <a:ext cx="850901"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xmlns="" id="{D6AE82E6-9ACA-414C-A8E9-1F16CC052C98}"/>
              </a:ext>
            </a:extLst>
          </p:cNvPr>
          <p:cNvCxnSpPr/>
          <p:nvPr/>
        </p:nvCxnSpPr>
        <p:spPr>
          <a:xfrm>
            <a:off x="4210050" y="4317777"/>
            <a:ext cx="850901"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xmlns="" id="{524651D9-D8C7-4DCE-99B9-559082A1E2AE}"/>
              </a:ext>
            </a:extLst>
          </p:cNvPr>
          <p:cNvCxnSpPr/>
          <p:nvPr/>
        </p:nvCxnSpPr>
        <p:spPr>
          <a:xfrm>
            <a:off x="7067549" y="2527077"/>
            <a:ext cx="850901"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xmlns="" id="{82D7783D-EA02-49DC-AB27-F1C1D8289002}"/>
              </a:ext>
            </a:extLst>
          </p:cNvPr>
          <p:cNvCxnSpPr/>
          <p:nvPr/>
        </p:nvCxnSpPr>
        <p:spPr>
          <a:xfrm>
            <a:off x="7067549" y="4542397"/>
            <a:ext cx="850901"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grpSp>
        <p:nvGrpSpPr>
          <p:cNvPr id="52" name="组合 51">
            <a:extLst>
              <a:ext uri="{FF2B5EF4-FFF2-40B4-BE49-F238E27FC236}">
                <a16:creationId xmlns:a16="http://schemas.microsoft.com/office/drawing/2014/main" xmlns="" id="{46F32D05-7F44-4D42-A257-36B3378CB16F}"/>
              </a:ext>
            </a:extLst>
          </p:cNvPr>
          <p:cNvGrpSpPr/>
          <p:nvPr/>
        </p:nvGrpSpPr>
        <p:grpSpPr>
          <a:xfrm>
            <a:off x="8203613" y="1935850"/>
            <a:ext cx="2784999" cy="1249444"/>
            <a:chOff x="1541719" y="2349127"/>
            <a:chExt cx="2784999" cy="1249444"/>
          </a:xfrm>
        </p:grpSpPr>
        <p:sp>
          <p:nvSpPr>
            <p:cNvPr id="53" name="文本框 52">
              <a:extLst>
                <a:ext uri="{FF2B5EF4-FFF2-40B4-BE49-F238E27FC236}">
                  <a16:creationId xmlns:a16="http://schemas.microsoft.com/office/drawing/2014/main" xmlns="" id="{B5F9B807-5E83-4FD9-BD0E-942A268B3133}"/>
                </a:ext>
              </a:extLst>
            </p:cNvPr>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标题文字添加</a:t>
              </a:r>
            </a:p>
          </p:txBody>
        </p:sp>
        <p:sp>
          <p:nvSpPr>
            <p:cNvPr id="54" name="文本框 53">
              <a:extLst>
                <a:ext uri="{FF2B5EF4-FFF2-40B4-BE49-F238E27FC236}">
                  <a16:creationId xmlns:a16="http://schemas.microsoft.com/office/drawing/2014/main" xmlns="" id="{7DB74BD3-5D5C-4ABE-B241-AFA8173A037B}"/>
                </a:ext>
              </a:extLst>
            </p:cNvPr>
            <p:cNvSpPr txBox="1"/>
            <p:nvPr/>
          </p:nvSpPr>
          <p:spPr>
            <a:xfrm>
              <a:off x="1541719" y="2687681"/>
              <a:ext cx="2784999" cy="910890"/>
            </a:xfrm>
            <a:prstGeom prst="rect">
              <a:avLst/>
            </a:prstGeom>
            <a:noFill/>
          </p:spPr>
          <p:txBody>
            <a:bodyPr wrap="square" rtlCol="0">
              <a:spAutoFit/>
              <a:scene3d>
                <a:camera prst="orthographicFront"/>
                <a:lightRig rig="threePt" dir="t"/>
              </a:scene3d>
              <a:sp3d contourW="12700"/>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nvGrpSpPr>
          <p:cNvPr id="55" name="组合 54">
            <a:extLst>
              <a:ext uri="{FF2B5EF4-FFF2-40B4-BE49-F238E27FC236}">
                <a16:creationId xmlns:a16="http://schemas.microsoft.com/office/drawing/2014/main" xmlns="" id="{65F8BAD8-4C35-4A33-A4B7-8903267CC441}"/>
              </a:ext>
            </a:extLst>
          </p:cNvPr>
          <p:cNvGrpSpPr/>
          <p:nvPr/>
        </p:nvGrpSpPr>
        <p:grpSpPr>
          <a:xfrm>
            <a:off x="8203613" y="3991659"/>
            <a:ext cx="2784999" cy="1249444"/>
            <a:chOff x="1541719" y="2349127"/>
            <a:chExt cx="2784999" cy="1249444"/>
          </a:xfrm>
        </p:grpSpPr>
        <p:sp>
          <p:nvSpPr>
            <p:cNvPr id="56" name="文本框 55">
              <a:extLst>
                <a:ext uri="{FF2B5EF4-FFF2-40B4-BE49-F238E27FC236}">
                  <a16:creationId xmlns:a16="http://schemas.microsoft.com/office/drawing/2014/main" xmlns="" id="{DE82038F-99B3-44D4-8DC9-A00B35423473}"/>
                </a:ext>
              </a:extLst>
            </p:cNvPr>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标题文字添加</a:t>
              </a:r>
            </a:p>
          </p:txBody>
        </p:sp>
        <p:sp>
          <p:nvSpPr>
            <p:cNvPr id="57" name="文本框 56">
              <a:extLst>
                <a:ext uri="{FF2B5EF4-FFF2-40B4-BE49-F238E27FC236}">
                  <a16:creationId xmlns:a16="http://schemas.microsoft.com/office/drawing/2014/main" xmlns="" id="{6A1FB870-4920-4C94-85C2-5067AD2AA98A}"/>
                </a:ext>
              </a:extLst>
            </p:cNvPr>
            <p:cNvSpPr txBox="1"/>
            <p:nvPr/>
          </p:nvSpPr>
          <p:spPr>
            <a:xfrm>
              <a:off x="1541719" y="2687681"/>
              <a:ext cx="2784999" cy="910890"/>
            </a:xfrm>
            <a:prstGeom prst="rect">
              <a:avLst/>
            </a:prstGeom>
            <a:noFill/>
          </p:spPr>
          <p:txBody>
            <a:bodyPr wrap="square" rtlCol="0">
              <a:spAutoFit/>
              <a:scene3d>
                <a:camera prst="orthographicFront"/>
                <a:lightRig rig="threePt" dir="t"/>
              </a:scene3d>
              <a:sp3d contourW="12700"/>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nvGrpSpPr>
          <p:cNvPr id="58" name="组合 57">
            <a:extLst>
              <a:ext uri="{FF2B5EF4-FFF2-40B4-BE49-F238E27FC236}">
                <a16:creationId xmlns:a16="http://schemas.microsoft.com/office/drawing/2014/main" xmlns="" id="{E79F632C-A088-47F8-A167-6A7F9F2308D6}"/>
              </a:ext>
            </a:extLst>
          </p:cNvPr>
          <p:cNvGrpSpPr/>
          <p:nvPr/>
        </p:nvGrpSpPr>
        <p:grpSpPr>
          <a:xfrm>
            <a:off x="1256176" y="1935850"/>
            <a:ext cx="2784999" cy="1249444"/>
            <a:chOff x="1541719" y="2349127"/>
            <a:chExt cx="2784999" cy="1249444"/>
          </a:xfrm>
        </p:grpSpPr>
        <p:sp>
          <p:nvSpPr>
            <p:cNvPr id="59" name="文本框 58">
              <a:extLst>
                <a:ext uri="{FF2B5EF4-FFF2-40B4-BE49-F238E27FC236}">
                  <a16:creationId xmlns:a16="http://schemas.microsoft.com/office/drawing/2014/main" xmlns="" id="{358BF312-3DB4-4F7C-8D34-D8FA04DFD70B}"/>
                </a:ext>
              </a:extLst>
            </p:cNvPr>
            <p:cNvSpPr txBox="1"/>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标题文字添加</a:t>
              </a:r>
            </a:p>
          </p:txBody>
        </p:sp>
        <p:sp>
          <p:nvSpPr>
            <p:cNvPr id="60" name="文本框 59">
              <a:extLst>
                <a:ext uri="{FF2B5EF4-FFF2-40B4-BE49-F238E27FC236}">
                  <a16:creationId xmlns:a16="http://schemas.microsoft.com/office/drawing/2014/main" xmlns="" id="{B6DC0B69-88E6-431C-B9AE-C3B9F6E28515}"/>
                </a:ext>
              </a:extLst>
            </p:cNvPr>
            <p:cNvSpPr txBox="1"/>
            <p:nvPr/>
          </p:nvSpPr>
          <p:spPr>
            <a:xfrm>
              <a:off x="1541719" y="2687681"/>
              <a:ext cx="2784999" cy="910890"/>
            </a:xfrm>
            <a:prstGeom prst="rect">
              <a:avLst/>
            </a:prstGeom>
            <a:noFill/>
          </p:spPr>
          <p:txBody>
            <a:bodyPr wrap="square" rtlCol="0">
              <a:spAutoFit/>
              <a:scene3d>
                <a:camera prst="orthographicFront"/>
                <a:lightRig rig="threePt" dir="t"/>
              </a:scene3d>
              <a:sp3d contourW="12700"/>
            </a:bodyPr>
            <a:lstStyle/>
            <a:p>
              <a:pPr algn="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nvGrpSpPr>
          <p:cNvPr id="61" name="组合 60">
            <a:extLst>
              <a:ext uri="{FF2B5EF4-FFF2-40B4-BE49-F238E27FC236}">
                <a16:creationId xmlns:a16="http://schemas.microsoft.com/office/drawing/2014/main" xmlns="" id="{81A0D2C0-918D-4FC3-8B29-E0C194618866}"/>
              </a:ext>
            </a:extLst>
          </p:cNvPr>
          <p:cNvGrpSpPr/>
          <p:nvPr/>
        </p:nvGrpSpPr>
        <p:grpSpPr>
          <a:xfrm>
            <a:off x="1256176" y="3991659"/>
            <a:ext cx="2784999" cy="1249444"/>
            <a:chOff x="1541719" y="2349127"/>
            <a:chExt cx="2784999" cy="1249444"/>
          </a:xfrm>
        </p:grpSpPr>
        <p:sp>
          <p:nvSpPr>
            <p:cNvPr id="62" name="文本框 61">
              <a:extLst>
                <a:ext uri="{FF2B5EF4-FFF2-40B4-BE49-F238E27FC236}">
                  <a16:creationId xmlns:a16="http://schemas.microsoft.com/office/drawing/2014/main" xmlns="" id="{AAEFF580-AE64-487F-8C29-8997EC6985A6}"/>
                </a:ext>
              </a:extLst>
            </p:cNvPr>
            <p:cNvSpPr txBox="1"/>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标题文字添加</a:t>
              </a:r>
            </a:p>
          </p:txBody>
        </p:sp>
        <p:sp>
          <p:nvSpPr>
            <p:cNvPr id="63" name="文本框 62">
              <a:extLst>
                <a:ext uri="{FF2B5EF4-FFF2-40B4-BE49-F238E27FC236}">
                  <a16:creationId xmlns:a16="http://schemas.microsoft.com/office/drawing/2014/main" xmlns="" id="{E45F5268-0779-480B-9756-93B542B78C17}"/>
                </a:ext>
              </a:extLst>
            </p:cNvPr>
            <p:cNvSpPr txBox="1"/>
            <p:nvPr/>
          </p:nvSpPr>
          <p:spPr>
            <a:xfrm>
              <a:off x="1541719" y="2687681"/>
              <a:ext cx="2784999" cy="910890"/>
            </a:xfrm>
            <a:prstGeom prst="rect">
              <a:avLst/>
            </a:prstGeom>
            <a:noFill/>
          </p:spPr>
          <p:txBody>
            <a:bodyPr wrap="square" rtlCol="0">
              <a:spAutoFit/>
              <a:scene3d>
                <a:camera prst="orthographicFront"/>
                <a:lightRig rig="threePt" dir="t"/>
              </a:scene3d>
              <a:sp3d contourW="12700"/>
            </a:bodyPr>
            <a:lstStyle/>
            <a:p>
              <a:pPr algn="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spTree>
    <p:extLst>
      <p:ext uri="{BB962C8B-B14F-4D97-AF65-F5344CB8AC3E}">
        <p14:creationId xmlns:p14="http://schemas.microsoft.com/office/powerpoint/2010/main" val="2326558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additive="base">
                                            <p:cTn id="27" dur="500" fill="hold"/>
                                            <p:tgtEl>
                                              <p:spTgt spid="45"/>
                                            </p:tgtEl>
                                            <p:attrNameLst>
                                              <p:attrName>ppt_x</p:attrName>
                                            </p:attrNameLst>
                                          </p:cBhvr>
                                          <p:tavLst>
                                            <p:tav tm="0">
                                              <p:val>
                                                <p:strVal val="#ppt_x"/>
                                              </p:val>
                                            </p:tav>
                                            <p:tav tm="100000">
                                              <p:val>
                                                <p:strVal val="#ppt_x"/>
                                              </p:val>
                                            </p:tav>
                                          </p:tavLst>
                                        </p:anim>
                                        <p:anim calcmode="lin" valueType="num">
                                          <p:cBhvr additive="base">
                                            <p:cTn id="28" dur="500" fill="hold"/>
                                            <p:tgtEl>
                                              <p:spTgt spid="4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anim calcmode="lin" valueType="num">
                                          <p:cBhvr additive="base">
                                            <p:cTn id="31" dur="500" fill="hold"/>
                                            <p:tgtEl>
                                              <p:spTgt spid="46"/>
                                            </p:tgtEl>
                                            <p:attrNameLst>
                                              <p:attrName>ppt_x</p:attrName>
                                            </p:attrNameLst>
                                          </p:cBhvr>
                                          <p:tavLst>
                                            <p:tav tm="0">
                                              <p:val>
                                                <p:strVal val="#ppt_x"/>
                                              </p:val>
                                            </p:tav>
                                            <p:tav tm="100000">
                                              <p:val>
                                                <p:strVal val="#ppt_x"/>
                                              </p:val>
                                            </p:tav>
                                          </p:tavLst>
                                        </p:anim>
                                        <p:anim calcmode="lin" valueType="num">
                                          <p:cBhvr additive="base">
                                            <p:cTn id="32" dur="500" fill="hold"/>
                                            <p:tgtEl>
                                              <p:spTgt spid="4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 calcmode="lin" valueType="num">
                                          <p:cBhvr additive="base">
                                            <p:cTn id="35" dur="500" fill="hold"/>
                                            <p:tgtEl>
                                              <p:spTgt spid="47"/>
                                            </p:tgtEl>
                                            <p:attrNameLst>
                                              <p:attrName>ppt_x</p:attrName>
                                            </p:attrNameLst>
                                          </p:cBhvr>
                                          <p:tavLst>
                                            <p:tav tm="0">
                                              <p:val>
                                                <p:strVal val="#ppt_x"/>
                                              </p:val>
                                            </p:tav>
                                            <p:tav tm="100000">
                                              <p:val>
                                                <p:strVal val="#ppt_x"/>
                                              </p:val>
                                            </p:tav>
                                          </p:tavLst>
                                        </p:anim>
                                        <p:anim calcmode="lin" valueType="num">
                                          <p:cBhvr additive="base">
                                            <p:cTn id="36" dur="500" fill="hold"/>
                                            <p:tgtEl>
                                              <p:spTgt spid="4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anim calcmode="lin" valueType="num">
                                          <p:cBhvr additive="base">
                                            <p:cTn id="43" dur="500" fill="hold"/>
                                            <p:tgtEl>
                                              <p:spTgt spid="49"/>
                                            </p:tgtEl>
                                            <p:attrNameLst>
                                              <p:attrName>ppt_x</p:attrName>
                                            </p:attrNameLst>
                                          </p:cBhvr>
                                          <p:tavLst>
                                            <p:tav tm="0">
                                              <p:val>
                                                <p:strVal val="#ppt_x"/>
                                              </p:val>
                                            </p:tav>
                                            <p:tav tm="100000">
                                              <p:val>
                                                <p:strVal val="#ppt_x"/>
                                              </p:val>
                                            </p:tav>
                                          </p:tavLst>
                                        </p:anim>
                                        <p:anim calcmode="lin" valueType="num">
                                          <p:cBhvr additive="base">
                                            <p:cTn id="44" dur="500" fill="hold"/>
                                            <p:tgtEl>
                                              <p:spTgt spid="49"/>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0"/>
                                            </p:tgtEl>
                                            <p:attrNameLst>
                                              <p:attrName>style.visibility</p:attrName>
                                            </p:attrNameLst>
                                          </p:cBhvr>
                                          <p:to>
                                            <p:strVal val="visible"/>
                                          </p:to>
                                        </p:set>
                                        <p:anim calcmode="lin" valueType="num">
                                          <p:cBhvr additive="base">
                                            <p:cTn id="47" dur="500" fill="hold"/>
                                            <p:tgtEl>
                                              <p:spTgt spid="50"/>
                                            </p:tgtEl>
                                            <p:attrNameLst>
                                              <p:attrName>ppt_x</p:attrName>
                                            </p:attrNameLst>
                                          </p:cBhvr>
                                          <p:tavLst>
                                            <p:tav tm="0">
                                              <p:val>
                                                <p:strVal val="#ppt_x"/>
                                              </p:val>
                                            </p:tav>
                                            <p:tav tm="100000">
                                              <p:val>
                                                <p:strVal val="#ppt_x"/>
                                              </p:val>
                                            </p:tav>
                                          </p:tavLst>
                                        </p:anim>
                                        <p:anim calcmode="lin" valueType="num">
                                          <p:cBhvr additive="base">
                                            <p:cTn id="48" dur="500" fill="hold"/>
                                            <p:tgtEl>
                                              <p:spTgt spid="50"/>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1"/>
                                            </p:tgtEl>
                                            <p:attrNameLst>
                                              <p:attrName>style.visibility</p:attrName>
                                            </p:attrNameLst>
                                          </p:cBhvr>
                                          <p:to>
                                            <p:strVal val="visible"/>
                                          </p:to>
                                        </p:set>
                                        <p:anim calcmode="lin" valueType="num">
                                          <p:cBhvr additive="base">
                                            <p:cTn id="51" dur="500" fill="hold"/>
                                            <p:tgtEl>
                                              <p:spTgt spid="51"/>
                                            </p:tgtEl>
                                            <p:attrNameLst>
                                              <p:attrName>ppt_x</p:attrName>
                                            </p:attrNameLst>
                                          </p:cBhvr>
                                          <p:tavLst>
                                            <p:tav tm="0">
                                              <p:val>
                                                <p:strVal val="#ppt_x"/>
                                              </p:val>
                                            </p:tav>
                                            <p:tav tm="100000">
                                              <p:val>
                                                <p:strVal val="#ppt_x"/>
                                              </p:val>
                                            </p:tav>
                                          </p:tavLst>
                                        </p:anim>
                                        <p:anim calcmode="lin" valueType="num">
                                          <p:cBhvr additive="base">
                                            <p:cTn id="52" dur="500" fill="hold"/>
                                            <p:tgtEl>
                                              <p:spTgt spid="51"/>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 presetClass="entr" presetSubtype="8" fill="hold" nodeType="afterEffect" p14:presetBounceEnd="49000">
                                      <p:stCondLst>
                                        <p:cond delay="0"/>
                                      </p:stCondLst>
                                      <p:childTnLst>
                                        <p:set>
                                          <p:cBhvr>
                                            <p:cTn id="55" dur="1" fill="hold">
                                              <p:stCondLst>
                                                <p:cond delay="0"/>
                                              </p:stCondLst>
                                            </p:cTn>
                                            <p:tgtEl>
                                              <p:spTgt spid="58"/>
                                            </p:tgtEl>
                                            <p:attrNameLst>
                                              <p:attrName>style.visibility</p:attrName>
                                            </p:attrNameLst>
                                          </p:cBhvr>
                                          <p:to>
                                            <p:strVal val="visible"/>
                                          </p:to>
                                        </p:set>
                                        <p:anim calcmode="lin" valueType="num" p14:bounceEnd="49000">
                                          <p:cBhvr additive="base">
                                            <p:cTn id="56" dur="1000" fill="hold"/>
                                            <p:tgtEl>
                                              <p:spTgt spid="58"/>
                                            </p:tgtEl>
                                            <p:attrNameLst>
                                              <p:attrName>ppt_x</p:attrName>
                                            </p:attrNameLst>
                                          </p:cBhvr>
                                          <p:tavLst>
                                            <p:tav tm="0">
                                              <p:val>
                                                <p:strVal val="0-#ppt_w/2"/>
                                              </p:val>
                                            </p:tav>
                                            <p:tav tm="100000">
                                              <p:val>
                                                <p:strVal val="#ppt_x"/>
                                              </p:val>
                                            </p:tav>
                                          </p:tavLst>
                                        </p:anim>
                                        <p:anim calcmode="lin" valueType="num" p14:bounceEnd="49000">
                                          <p:cBhvr additive="base">
                                            <p:cTn id="57" dur="1000" fill="hold"/>
                                            <p:tgtEl>
                                              <p:spTgt spid="58"/>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14:presetBounceEnd="49000">
                                      <p:stCondLst>
                                        <p:cond delay="0"/>
                                      </p:stCondLst>
                                      <p:childTnLst>
                                        <p:set>
                                          <p:cBhvr>
                                            <p:cTn id="59" dur="1" fill="hold">
                                              <p:stCondLst>
                                                <p:cond delay="0"/>
                                              </p:stCondLst>
                                            </p:cTn>
                                            <p:tgtEl>
                                              <p:spTgt spid="61"/>
                                            </p:tgtEl>
                                            <p:attrNameLst>
                                              <p:attrName>style.visibility</p:attrName>
                                            </p:attrNameLst>
                                          </p:cBhvr>
                                          <p:to>
                                            <p:strVal val="visible"/>
                                          </p:to>
                                        </p:set>
                                        <p:anim calcmode="lin" valueType="num" p14:bounceEnd="49000">
                                          <p:cBhvr additive="base">
                                            <p:cTn id="60" dur="1000" fill="hold"/>
                                            <p:tgtEl>
                                              <p:spTgt spid="61"/>
                                            </p:tgtEl>
                                            <p:attrNameLst>
                                              <p:attrName>ppt_x</p:attrName>
                                            </p:attrNameLst>
                                          </p:cBhvr>
                                          <p:tavLst>
                                            <p:tav tm="0">
                                              <p:val>
                                                <p:strVal val="0-#ppt_w/2"/>
                                              </p:val>
                                            </p:tav>
                                            <p:tav tm="100000">
                                              <p:val>
                                                <p:strVal val="#ppt_x"/>
                                              </p:val>
                                            </p:tav>
                                          </p:tavLst>
                                        </p:anim>
                                        <p:anim calcmode="lin" valueType="num" p14:bounceEnd="49000">
                                          <p:cBhvr additive="base">
                                            <p:cTn id="61" dur="1000" fill="hold"/>
                                            <p:tgtEl>
                                              <p:spTgt spid="61"/>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14:presetBounceEnd="49000">
                                      <p:stCondLst>
                                        <p:cond delay="0"/>
                                      </p:stCondLst>
                                      <p:childTnLst>
                                        <p:set>
                                          <p:cBhvr>
                                            <p:cTn id="63" dur="1" fill="hold">
                                              <p:stCondLst>
                                                <p:cond delay="0"/>
                                              </p:stCondLst>
                                            </p:cTn>
                                            <p:tgtEl>
                                              <p:spTgt spid="52"/>
                                            </p:tgtEl>
                                            <p:attrNameLst>
                                              <p:attrName>style.visibility</p:attrName>
                                            </p:attrNameLst>
                                          </p:cBhvr>
                                          <p:to>
                                            <p:strVal val="visible"/>
                                          </p:to>
                                        </p:set>
                                        <p:anim calcmode="lin" valueType="num" p14:bounceEnd="49000">
                                          <p:cBhvr additive="base">
                                            <p:cTn id="64" dur="1000" fill="hold"/>
                                            <p:tgtEl>
                                              <p:spTgt spid="52"/>
                                            </p:tgtEl>
                                            <p:attrNameLst>
                                              <p:attrName>ppt_x</p:attrName>
                                            </p:attrNameLst>
                                          </p:cBhvr>
                                          <p:tavLst>
                                            <p:tav tm="0">
                                              <p:val>
                                                <p:strVal val="1+#ppt_w/2"/>
                                              </p:val>
                                            </p:tav>
                                            <p:tav tm="100000">
                                              <p:val>
                                                <p:strVal val="#ppt_x"/>
                                              </p:val>
                                            </p:tav>
                                          </p:tavLst>
                                        </p:anim>
                                        <p:anim calcmode="lin" valueType="num" p14:bounceEnd="49000">
                                          <p:cBhvr additive="base">
                                            <p:cTn id="65" dur="1000" fill="hold"/>
                                            <p:tgtEl>
                                              <p:spTgt spid="52"/>
                                            </p:tgtEl>
                                            <p:attrNameLst>
                                              <p:attrName>ppt_y</p:attrName>
                                            </p:attrNameLst>
                                          </p:cBhvr>
                                          <p:tavLst>
                                            <p:tav tm="0">
                                              <p:val>
                                                <p:strVal val="#ppt_y"/>
                                              </p:val>
                                            </p:tav>
                                            <p:tav tm="100000">
                                              <p:val>
                                                <p:strVal val="#ppt_y"/>
                                              </p:val>
                                            </p:tav>
                                          </p:tavLst>
                                        </p:anim>
                                      </p:childTnLst>
                                    </p:cTn>
                                  </p:par>
                                  <p:par>
                                    <p:cTn id="66" presetID="2" presetClass="entr" presetSubtype="2" fill="hold" nodeType="withEffect" p14:presetBounceEnd="49000">
                                      <p:stCondLst>
                                        <p:cond delay="0"/>
                                      </p:stCondLst>
                                      <p:childTnLst>
                                        <p:set>
                                          <p:cBhvr>
                                            <p:cTn id="67" dur="1" fill="hold">
                                              <p:stCondLst>
                                                <p:cond delay="0"/>
                                              </p:stCondLst>
                                            </p:cTn>
                                            <p:tgtEl>
                                              <p:spTgt spid="55"/>
                                            </p:tgtEl>
                                            <p:attrNameLst>
                                              <p:attrName>style.visibility</p:attrName>
                                            </p:attrNameLst>
                                          </p:cBhvr>
                                          <p:to>
                                            <p:strVal val="visible"/>
                                          </p:to>
                                        </p:set>
                                        <p:anim calcmode="lin" valueType="num" p14:bounceEnd="49000">
                                          <p:cBhvr additive="base">
                                            <p:cTn id="68" dur="1000" fill="hold"/>
                                            <p:tgtEl>
                                              <p:spTgt spid="55"/>
                                            </p:tgtEl>
                                            <p:attrNameLst>
                                              <p:attrName>ppt_x</p:attrName>
                                            </p:attrNameLst>
                                          </p:cBhvr>
                                          <p:tavLst>
                                            <p:tav tm="0">
                                              <p:val>
                                                <p:strVal val="1+#ppt_w/2"/>
                                              </p:val>
                                            </p:tav>
                                            <p:tav tm="100000">
                                              <p:val>
                                                <p:strVal val="#ppt_x"/>
                                              </p:val>
                                            </p:tav>
                                          </p:tavLst>
                                        </p:anim>
                                        <p:anim calcmode="lin" valueType="num" p14:bounceEnd="49000">
                                          <p:cBhvr additive="base">
                                            <p:cTn id="69" dur="100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P spid="27" grpId="0" animBg="1"/>
          <p:bldP spid="45" grpId="0" animBg="1"/>
          <p:bldP spid="46" grpId="0" animBg="1"/>
          <p:bldP spid="47"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additive="base">
                                            <p:cTn id="27" dur="500" fill="hold"/>
                                            <p:tgtEl>
                                              <p:spTgt spid="45"/>
                                            </p:tgtEl>
                                            <p:attrNameLst>
                                              <p:attrName>ppt_x</p:attrName>
                                            </p:attrNameLst>
                                          </p:cBhvr>
                                          <p:tavLst>
                                            <p:tav tm="0">
                                              <p:val>
                                                <p:strVal val="#ppt_x"/>
                                              </p:val>
                                            </p:tav>
                                            <p:tav tm="100000">
                                              <p:val>
                                                <p:strVal val="#ppt_x"/>
                                              </p:val>
                                            </p:tav>
                                          </p:tavLst>
                                        </p:anim>
                                        <p:anim calcmode="lin" valueType="num">
                                          <p:cBhvr additive="base">
                                            <p:cTn id="28" dur="500" fill="hold"/>
                                            <p:tgtEl>
                                              <p:spTgt spid="4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anim calcmode="lin" valueType="num">
                                          <p:cBhvr additive="base">
                                            <p:cTn id="31" dur="500" fill="hold"/>
                                            <p:tgtEl>
                                              <p:spTgt spid="46"/>
                                            </p:tgtEl>
                                            <p:attrNameLst>
                                              <p:attrName>ppt_x</p:attrName>
                                            </p:attrNameLst>
                                          </p:cBhvr>
                                          <p:tavLst>
                                            <p:tav tm="0">
                                              <p:val>
                                                <p:strVal val="#ppt_x"/>
                                              </p:val>
                                            </p:tav>
                                            <p:tav tm="100000">
                                              <p:val>
                                                <p:strVal val="#ppt_x"/>
                                              </p:val>
                                            </p:tav>
                                          </p:tavLst>
                                        </p:anim>
                                        <p:anim calcmode="lin" valueType="num">
                                          <p:cBhvr additive="base">
                                            <p:cTn id="32" dur="500" fill="hold"/>
                                            <p:tgtEl>
                                              <p:spTgt spid="4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 calcmode="lin" valueType="num">
                                          <p:cBhvr additive="base">
                                            <p:cTn id="35" dur="500" fill="hold"/>
                                            <p:tgtEl>
                                              <p:spTgt spid="47"/>
                                            </p:tgtEl>
                                            <p:attrNameLst>
                                              <p:attrName>ppt_x</p:attrName>
                                            </p:attrNameLst>
                                          </p:cBhvr>
                                          <p:tavLst>
                                            <p:tav tm="0">
                                              <p:val>
                                                <p:strVal val="#ppt_x"/>
                                              </p:val>
                                            </p:tav>
                                            <p:tav tm="100000">
                                              <p:val>
                                                <p:strVal val="#ppt_x"/>
                                              </p:val>
                                            </p:tav>
                                          </p:tavLst>
                                        </p:anim>
                                        <p:anim calcmode="lin" valueType="num">
                                          <p:cBhvr additive="base">
                                            <p:cTn id="36" dur="500" fill="hold"/>
                                            <p:tgtEl>
                                              <p:spTgt spid="4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anim calcmode="lin" valueType="num">
                                          <p:cBhvr additive="base">
                                            <p:cTn id="43" dur="500" fill="hold"/>
                                            <p:tgtEl>
                                              <p:spTgt spid="49"/>
                                            </p:tgtEl>
                                            <p:attrNameLst>
                                              <p:attrName>ppt_x</p:attrName>
                                            </p:attrNameLst>
                                          </p:cBhvr>
                                          <p:tavLst>
                                            <p:tav tm="0">
                                              <p:val>
                                                <p:strVal val="#ppt_x"/>
                                              </p:val>
                                            </p:tav>
                                            <p:tav tm="100000">
                                              <p:val>
                                                <p:strVal val="#ppt_x"/>
                                              </p:val>
                                            </p:tav>
                                          </p:tavLst>
                                        </p:anim>
                                        <p:anim calcmode="lin" valueType="num">
                                          <p:cBhvr additive="base">
                                            <p:cTn id="44" dur="500" fill="hold"/>
                                            <p:tgtEl>
                                              <p:spTgt spid="49"/>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0"/>
                                            </p:tgtEl>
                                            <p:attrNameLst>
                                              <p:attrName>style.visibility</p:attrName>
                                            </p:attrNameLst>
                                          </p:cBhvr>
                                          <p:to>
                                            <p:strVal val="visible"/>
                                          </p:to>
                                        </p:set>
                                        <p:anim calcmode="lin" valueType="num">
                                          <p:cBhvr additive="base">
                                            <p:cTn id="47" dur="500" fill="hold"/>
                                            <p:tgtEl>
                                              <p:spTgt spid="50"/>
                                            </p:tgtEl>
                                            <p:attrNameLst>
                                              <p:attrName>ppt_x</p:attrName>
                                            </p:attrNameLst>
                                          </p:cBhvr>
                                          <p:tavLst>
                                            <p:tav tm="0">
                                              <p:val>
                                                <p:strVal val="#ppt_x"/>
                                              </p:val>
                                            </p:tav>
                                            <p:tav tm="100000">
                                              <p:val>
                                                <p:strVal val="#ppt_x"/>
                                              </p:val>
                                            </p:tav>
                                          </p:tavLst>
                                        </p:anim>
                                        <p:anim calcmode="lin" valueType="num">
                                          <p:cBhvr additive="base">
                                            <p:cTn id="48" dur="500" fill="hold"/>
                                            <p:tgtEl>
                                              <p:spTgt spid="50"/>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1"/>
                                            </p:tgtEl>
                                            <p:attrNameLst>
                                              <p:attrName>style.visibility</p:attrName>
                                            </p:attrNameLst>
                                          </p:cBhvr>
                                          <p:to>
                                            <p:strVal val="visible"/>
                                          </p:to>
                                        </p:set>
                                        <p:anim calcmode="lin" valueType="num">
                                          <p:cBhvr additive="base">
                                            <p:cTn id="51" dur="500" fill="hold"/>
                                            <p:tgtEl>
                                              <p:spTgt spid="51"/>
                                            </p:tgtEl>
                                            <p:attrNameLst>
                                              <p:attrName>ppt_x</p:attrName>
                                            </p:attrNameLst>
                                          </p:cBhvr>
                                          <p:tavLst>
                                            <p:tav tm="0">
                                              <p:val>
                                                <p:strVal val="#ppt_x"/>
                                              </p:val>
                                            </p:tav>
                                            <p:tav tm="100000">
                                              <p:val>
                                                <p:strVal val="#ppt_x"/>
                                              </p:val>
                                            </p:tav>
                                          </p:tavLst>
                                        </p:anim>
                                        <p:anim calcmode="lin" valueType="num">
                                          <p:cBhvr additive="base">
                                            <p:cTn id="52" dur="500" fill="hold"/>
                                            <p:tgtEl>
                                              <p:spTgt spid="51"/>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 presetClass="entr" presetSubtype="8" fill="hold" nodeType="afterEffect">
                                      <p:stCondLst>
                                        <p:cond delay="0"/>
                                      </p:stCondLst>
                                      <p:childTnLst>
                                        <p:set>
                                          <p:cBhvr>
                                            <p:cTn id="55" dur="1" fill="hold">
                                              <p:stCondLst>
                                                <p:cond delay="0"/>
                                              </p:stCondLst>
                                            </p:cTn>
                                            <p:tgtEl>
                                              <p:spTgt spid="58"/>
                                            </p:tgtEl>
                                            <p:attrNameLst>
                                              <p:attrName>style.visibility</p:attrName>
                                            </p:attrNameLst>
                                          </p:cBhvr>
                                          <p:to>
                                            <p:strVal val="visible"/>
                                          </p:to>
                                        </p:set>
                                        <p:anim calcmode="lin" valueType="num">
                                          <p:cBhvr additive="base">
                                            <p:cTn id="56" dur="1000" fill="hold"/>
                                            <p:tgtEl>
                                              <p:spTgt spid="58"/>
                                            </p:tgtEl>
                                            <p:attrNameLst>
                                              <p:attrName>ppt_x</p:attrName>
                                            </p:attrNameLst>
                                          </p:cBhvr>
                                          <p:tavLst>
                                            <p:tav tm="0">
                                              <p:val>
                                                <p:strVal val="0-#ppt_w/2"/>
                                              </p:val>
                                            </p:tav>
                                            <p:tav tm="100000">
                                              <p:val>
                                                <p:strVal val="#ppt_x"/>
                                              </p:val>
                                            </p:tav>
                                          </p:tavLst>
                                        </p:anim>
                                        <p:anim calcmode="lin" valueType="num">
                                          <p:cBhvr additive="base">
                                            <p:cTn id="57" dur="1000" fill="hold"/>
                                            <p:tgtEl>
                                              <p:spTgt spid="58"/>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stCondLst>
                                        <p:cond delay="0"/>
                                      </p:stCondLst>
                                      <p:childTnLst>
                                        <p:set>
                                          <p:cBhvr>
                                            <p:cTn id="59" dur="1" fill="hold">
                                              <p:stCondLst>
                                                <p:cond delay="0"/>
                                              </p:stCondLst>
                                            </p:cTn>
                                            <p:tgtEl>
                                              <p:spTgt spid="61"/>
                                            </p:tgtEl>
                                            <p:attrNameLst>
                                              <p:attrName>style.visibility</p:attrName>
                                            </p:attrNameLst>
                                          </p:cBhvr>
                                          <p:to>
                                            <p:strVal val="visible"/>
                                          </p:to>
                                        </p:set>
                                        <p:anim calcmode="lin" valueType="num">
                                          <p:cBhvr additive="base">
                                            <p:cTn id="60" dur="1000" fill="hold"/>
                                            <p:tgtEl>
                                              <p:spTgt spid="61"/>
                                            </p:tgtEl>
                                            <p:attrNameLst>
                                              <p:attrName>ppt_x</p:attrName>
                                            </p:attrNameLst>
                                          </p:cBhvr>
                                          <p:tavLst>
                                            <p:tav tm="0">
                                              <p:val>
                                                <p:strVal val="0-#ppt_w/2"/>
                                              </p:val>
                                            </p:tav>
                                            <p:tav tm="100000">
                                              <p:val>
                                                <p:strVal val="#ppt_x"/>
                                              </p:val>
                                            </p:tav>
                                          </p:tavLst>
                                        </p:anim>
                                        <p:anim calcmode="lin" valueType="num">
                                          <p:cBhvr additive="base">
                                            <p:cTn id="61" dur="1000" fill="hold"/>
                                            <p:tgtEl>
                                              <p:spTgt spid="61"/>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0"/>
                                      </p:stCondLst>
                                      <p:childTnLst>
                                        <p:set>
                                          <p:cBhvr>
                                            <p:cTn id="63" dur="1" fill="hold">
                                              <p:stCondLst>
                                                <p:cond delay="0"/>
                                              </p:stCondLst>
                                            </p:cTn>
                                            <p:tgtEl>
                                              <p:spTgt spid="52"/>
                                            </p:tgtEl>
                                            <p:attrNameLst>
                                              <p:attrName>style.visibility</p:attrName>
                                            </p:attrNameLst>
                                          </p:cBhvr>
                                          <p:to>
                                            <p:strVal val="visible"/>
                                          </p:to>
                                        </p:set>
                                        <p:anim calcmode="lin" valueType="num">
                                          <p:cBhvr additive="base">
                                            <p:cTn id="64" dur="1000" fill="hold"/>
                                            <p:tgtEl>
                                              <p:spTgt spid="52"/>
                                            </p:tgtEl>
                                            <p:attrNameLst>
                                              <p:attrName>ppt_x</p:attrName>
                                            </p:attrNameLst>
                                          </p:cBhvr>
                                          <p:tavLst>
                                            <p:tav tm="0">
                                              <p:val>
                                                <p:strVal val="1+#ppt_w/2"/>
                                              </p:val>
                                            </p:tav>
                                            <p:tav tm="100000">
                                              <p:val>
                                                <p:strVal val="#ppt_x"/>
                                              </p:val>
                                            </p:tav>
                                          </p:tavLst>
                                        </p:anim>
                                        <p:anim calcmode="lin" valueType="num">
                                          <p:cBhvr additive="base">
                                            <p:cTn id="65" dur="1000" fill="hold"/>
                                            <p:tgtEl>
                                              <p:spTgt spid="52"/>
                                            </p:tgtEl>
                                            <p:attrNameLst>
                                              <p:attrName>ppt_y</p:attrName>
                                            </p:attrNameLst>
                                          </p:cBhvr>
                                          <p:tavLst>
                                            <p:tav tm="0">
                                              <p:val>
                                                <p:strVal val="#ppt_y"/>
                                              </p:val>
                                            </p:tav>
                                            <p:tav tm="100000">
                                              <p:val>
                                                <p:strVal val="#ppt_y"/>
                                              </p:val>
                                            </p:tav>
                                          </p:tavLst>
                                        </p:anim>
                                      </p:childTnLst>
                                    </p:cTn>
                                  </p:par>
                                  <p:par>
                                    <p:cTn id="66" presetID="2" presetClass="entr" presetSubtype="2" fill="hold" nodeType="withEffect">
                                      <p:stCondLst>
                                        <p:cond delay="0"/>
                                      </p:stCondLst>
                                      <p:childTnLst>
                                        <p:set>
                                          <p:cBhvr>
                                            <p:cTn id="67" dur="1" fill="hold">
                                              <p:stCondLst>
                                                <p:cond delay="0"/>
                                              </p:stCondLst>
                                            </p:cTn>
                                            <p:tgtEl>
                                              <p:spTgt spid="55"/>
                                            </p:tgtEl>
                                            <p:attrNameLst>
                                              <p:attrName>style.visibility</p:attrName>
                                            </p:attrNameLst>
                                          </p:cBhvr>
                                          <p:to>
                                            <p:strVal val="visible"/>
                                          </p:to>
                                        </p:set>
                                        <p:anim calcmode="lin" valueType="num">
                                          <p:cBhvr additive="base">
                                            <p:cTn id="68" dur="1000" fill="hold"/>
                                            <p:tgtEl>
                                              <p:spTgt spid="55"/>
                                            </p:tgtEl>
                                            <p:attrNameLst>
                                              <p:attrName>ppt_x</p:attrName>
                                            </p:attrNameLst>
                                          </p:cBhvr>
                                          <p:tavLst>
                                            <p:tav tm="0">
                                              <p:val>
                                                <p:strVal val="1+#ppt_w/2"/>
                                              </p:val>
                                            </p:tav>
                                            <p:tav tm="100000">
                                              <p:val>
                                                <p:strVal val="#ppt_x"/>
                                              </p:val>
                                            </p:tav>
                                          </p:tavLst>
                                        </p:anim>
                                        <p:anim calcmode="lin" valueType="num">
                                          <p:cBhvr additive="base">
                                            <p:cTn id="69" dur="100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P spid="27" grpId="0" animBg="1"/>
          <p:bldP spid="45" grpId="0" animBg="1"/>
          <p:bldP spid="46" grpId="0" animBg="1"/>
          <p:bldP spid="47" grpId="0" animBg="1"/>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BFD343B3-8E3D-48F1-83D4-A8221D74C56C}"/>
              </a:ext>
            </a:extLst>
          </p:cNvPr>
          <p:cNvSpPr/>
          <p:nvPr/>
        </p:nvSpPr>
        <p:spPr>
          <a:xfrm>
            <a:off x="9042856" y="0"/>
            <a:ext cx="3150549" cy="6858000"/>
          </a:xfrm>
          <a:prstGeom prst="rect">
            <a:avLst/>
          </a:prstGeom>
          <a:solidFill>
            <a:srgbClr val="B82B2A"/>
          </a:solidFill>
          <a:ln>
            <a:noFill/>
          </a:ln>
          <a:effectLst>
            <a:outerShdw blurRad="50800" dist="63500" dir="2700000" algn="tl" rotWithShape="0">
              <a:srgbClr val="C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xmlns="" id="{F2EDE50C-7C4D-4F1E-8895-B5EBDACC7EDD}"/>
              </a:ext>
            </a:extLst>
          </p:cNvPr>
          <p:cNvSpPr txBox="1"/>
          <p:nvPr/>
        </p:nvSpPr>
        <p:spPr>
          <a:xfrm>
            <a:off x="10256902" y="1864489"/>
            <a:ext cx="1292662" cy="2862322"/>
          </a:xfrm>
          <a:prstGeom prst="rect">
            <a:avLst/>
          </a:prstGeom>
          <a:noFill/>
        </p:spPr>
        <p:txBody>
          <a:bodyPr vert="eaVert" wrap="none" rtlCol="0">
            <a:spAutoFit/>
          </a:bodyPr>
          <a:lstStyle/>
          <a:p>
            <a:r>
              <a:rPr lang="zh-CN" altLang="en-US" sz="7200" dirty="0">
                <a:solidFill>
                  <a:schemeClr val="bg1"/>
                </a:solidFill>
                <a:latin typeface="思源黑体 CN Bold" panose="020B0800000000000000" pitchFamily="34" charset="-122"/>
                <a:ea typeface="思源黑体 CN Bold" panose="020B0800000000000000" pitchFamily="34" charset="-122"/>
              </a:rPr>
              <a:t>第四章</a:t>
            </a:r>
          </a:p>
        </p:txBody>
      </p:sp>
      <p:sp>
        <p:nvSpPr>
          <p:cNvPr id="4" name="文本框 3">
            <a:extLst>
              <a:ext uri="{FF2B5EF4-FFF2-40B4-BE49-F238E27FC236}">
                <a16:creationId xmlns:a16="http://schemas.microsoft.com/office/drawing/2014/main" xmlns="" id="{04C34C66-0A1D-4294-B528-A49096F80C81}"/>
              </a:ext>
            </a:extLst>
          </p:cNvPr>
          <p:cNvSpPr txBox="1"/>
          <p:nvPr/>
        </p:nvSpPr>
        <p:spPr>
          <a:xfrm>
            <a:off x="1850931" y="2565737"/>
            <a:ext cx="4801314" cy="1015663"/>
          </a:xfrm>
          <a:prstGeom prst="rect">
            <a:avLst/>
          </a:prstGeom>
          <a:noFill/>
        </p:spPr>
        <p:txBody>
          <a:bodyPr wrap="none" rtlCol="0">
            <a:spAutoFit/>
          </a:bodyPr>
          <a:lstStyle/>
          <a:p>
            <a:r>
              <a:rPr lang="zh-CN" altLang="en-US" sz="6000" dirty="0">
                <a:solidFill>
                  <a:srgbClr val="B82B2A"/>
                </a:solidFill>
                <a:latin typeface="思源黑体 CN Bold" panose="020B0800000000000000" pitchFamily="34" charset="-122"/>
                <a:ea typeface="思源黑体 CN Bold" panose="020B0800000000000000" pitchFamily="34" charset="-122"/>
              </a:rPr>
              <a:t>明年工作规划</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2732739" y="3581400"/>
            <a:ext cx="3037697" cy="45719"/>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xmlns="" id="{9C656502-761A-420B-9CD2-B5FC09D72769}"/>
              </a:ext>
            </a:extLst>
          </p:cNvPr>
          <p:cNvSpPr txBox="1"/>
          <p:nvPr/>
        </p:nvSpPr>
        <p:spPr>
          <a:xfrm>
            <a:off x="883517" y="3776114"/>
            <a:ext cx="6736139" cy="523220"/>
          </a:xfrm>
          <a:prstGeom prst="rect">
            <a:avLst/>
          </a:prstGeom>
          <a:noFill/>
        </p:spPr>
        <p:txBody>
          <a:bodyPr wrap="square" rtlCol="0">
            <a:spAutoFit/>
          </a:bodyPr>
          <a:lstStyle/>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标题数字等都可以通过点击和重新输入进行更改，顶部“开始”</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面板中可以对字体、字号、颜色、行距等进行修改。建议正文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号字，</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1.3</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倍字间距</a:t>
            </a:r>
            <a:endParaRPr lang="zh-CN" altLang="en-US" sz="1400" dirty="0">
              <a:solidFill>
                <a:srgbClr val="B82B2A"/>
              </a:solidFill>
              <a:latin typeface="思源黑体 CN Bold" panose="020B0800000000000000" pitchFamily="34" charset="-122"/>
              <a:ea typeface="思源黑体 CN Bold" panose="020B0800000000000000" pitchFamily="34" charset="-122"/>
            </a:endParaRPr>
          </a:p>
        </p:txBody>
      </p:sp>
      <p:sp>
        <p:nvSpPr>
          <p:cNvPr id="28" name="矩形 27">
            <a:extLst>
              <a:ext uri="{FF2B5EF4-FFF2-40B4-BE49-F238E27FC236}">
                <a16:creationId xmlns:a16="http://schemas.microsoft.com/office/drawing/2014/main" xmlns="" id="{C65A3428-E99E-44BA-B0C2-DE956193A647}"/>
              </a:ext>
            </a:extLst>
          </p:cNvPr>
          <p:cNvSpPr/>
          <p:nvPr/>
        </p:nvSpPr>
        <p:spPr>
          <a:xfrm>
            <a:off x="-23761" y="1466850"/>
            <a:ext cx="271793" cy="392430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xmlns="" id="{FF2520B9-C9CA-4130-BC64-1D01591FF660}"/>
              </a:ext>
            </a:extLst>
          </p:cNvPr>
          <p:cNvGrpSpPr/>
          <p:nvPr/>
        </p:nvGrpSpPr>
        <p:grpSpPr>
          <a:xfrm rot="16200000">
            <a:off x="5945089" y="2582311"/>
            <a:ext cx="6092472" cy="1693379"/>
            <a:chOff x="3149613" y="460811"/>
            <a:chExt cx="6092472" cy="1693379"/>
          </a:xfrm>
        </p:grpSpPr>
        <p:pic>
          <p:nvPicPr>
            <p:cNvPr id="10" name="图片 9">
              <a:extLst>
                <a:ext uri="{FF2B5EF4-FFF2-40B4-BE49-F238E27FC236}">
                  <a16:creationId xmlns:a16="http://schemas.microsoft.com/office/drawing/2014/main" xmlns="" id="{4C4165B8-88F4-4954-8DF1-DC14A8D3F9BB}"/>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38667" b="53994"/>
            <a:stretch/>
          </p:blipFill>
          <p:spPr>
            <a:xfrm>
              <a:off x="3149613" y="460811"/>
              <a:ext cx="4506781" cy="1670546"/>
            </a:xfrm>
            <a:prstGeom prst="rect">
              <a:avLst/>
            </a:prstGeom>
          </p:spPr>
        </p:pic>
        <p:pic>
          <p:nvPicPr>
            <p:cNvPr id="11" name="图片 10">
              <a:extLst>
                <a:ext uri="{FF2B5EF4-FFF2-40B4-BE49-F238E27FC236}">
                  <a16:creationId xmlns:a16="http://schemas.microsoft.com/office/drawing/2014/main" xmlns="" id="{D4D951AE-46AD-4329-B4AA-80E5934097D5}"/>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61834" b="53994"/>
            <a:stretch/>
          </p:blipFill>
          <p:spPr>
            <a:xfrm>
              <a:off x="7650816" y="483644"/>
              <a:ext cx="1591269" cy="1670546"/>
            </a:xfrm>
            <a:prstGeom prst="rect">
              <a:avLst/>
            </a:prstGeom>
          </p:spPr>
        </p:pic>
      </p:grpSp>
    </p:spTree>
    <p:extLst>
      <p:ext uri="{BB962C8B-B14F-4D97-AF65-F5344CB8AC3E}">
        <p14:creationId xmlns:p14="http://schemas.microsoft.com/office/powerpoint/2010/main" val="196719734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par>
                          <p:cTn id="25" fill="hold">
                            <p:stCondLst>
                              <p:cond delay="1000"/>
                            </p:stCondLst>
                            <p:childTnLst>
                              <p:par>
                                <p:cTn id="26" presetID="16" presetClass="entr" presetSubtype="21"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arn(inVertical)">
                                      <p:cBhvr>
                                        <p:cTn id="28" dur="500"/>
                                        <p:tgtEl>
                                          <p:spTgt spid="4"/>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par>
                          <p:cTn id="33" fill="hold">
                            <p:stCondLst>
                              <p:cond delay="2000"/>
                            </p:stCondLst>
                            <p:childTnLst>
                              <p:par>
                                <p:cTn id="34" presetID="16" presetClass="entr" presetSubtype="21"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barn(inVertical)">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4" grpId="0"/>
      <p:bldP spid="25" grpId="0" animBg="1"/>
      <p:bldP spid="26" grpId="0"/>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4.</a:t>
            </a:r>
            <a:r>
              <a:rPr lang="zh-CN" altLang="en-US" sz="3200" dirty="0">
                <a:solidFill>
                  <a:srgbClr val="B82B2A"/>
                </a:solidFill>
                <a:latin typeface="思源黑体 CN Bold" panose="020B0800000000000000" pitchFamily="34" charset="-122"/>
                <a:ea typeface="思源黑体 CN Bold" panose="020B0800000000000000" pitchFamily="34" charset="-122"/>
              </a:rPr>
              <a:t>明年工作规划</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8" name="组合 27">
            <a:extLst>
              <a:ext uri="{FF2B5EF4-FFF2-40B4-BE49-F238E27FC236}">
                <a16:creationId xmlns:a16="http://schemas.microsoft.com/office/drawing/2014/main" xmlns="" id="{645F500F-5A66-4CA4-B253-E603F7DB745E}"/>
              </a:ext>
            </a:extLst>
          </p:cNvPr>
          <p:cNvGrpSpPr/>
          <p:nvPr/>
        </p:nvGrpSpPr>
        <p:grpSpPr>
          <a:xfrm>
            <a:off x="556190" y="1687081"/>
            <a:ext cx="2671032" cy="1328821"/>
            <a:chOff x="1104173" y="1912773"/>
            <a:chExt cx="2613488" cy="1300193"/>
          </a:xfrm>
        </p:grpSpPr>
        <p:sp>
          <p:nvSpPr>
            <p:cNvPr id="29" name="矩形 28">
              <a:extLst>
                <a:ext uri="{FF2B5EF4-FFF2-40B4-BE49-F238E27FC236}">
                  <a16:creationId xmlns:a16="http://schemas.microsoft.com/office/drawing/2014/main" xmlns="" id="{F771FE3E-E8F5-461A-AF3C-67A4BB778695}"/>
                </a:ext>
              </a:extLst>
            </p:cNvPr>
            <p:cNvSpPr/>
            <p:nvPr/>
          </p:nvSpPr>
          <p:spPr>
            <a:xfrm>
              <a:off x="1104173" y="2311512"/>
              <a:ext cx="2613488" cy="6262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0" name="椭圆 29">
              <a:extLst>
                <a:ext uri="{FF2B5EF4-FFF2-40B4-BE49-F238E27FC236}">
                  <a16:creationId xmlns:a16="http://schemas.microsoft.com/office/drawing/2014/main" xmlns="" id="{1B9AB278-898B-46D5-A395-76A3070E726A}"/>
                </a:ext>
              </a:extLst>
            </p:cNvPr>
            <p:cNvSpPr/>
            <p:nvPr/>
          </p:nvSpPr>
          <p:spPr>
            <a:xfrm>
              <a:off x="1850063" y="1912773"/>
              <a:ext cx="1258789" cy="1300193"/>
            </a:xfrm>
            <a:prstGeom prst="ellipse">
              <a:avLst/>
            </a:prstGeom>
            <a:solidFill>
              <a:schemeClr val="bg1"/>
            </a:solid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1" name="组合 30">
              <a:extLst>
                <a:ext uri="{FF2B5EF4-FFF2-40B4-BE49-F238E27FC236}">
                  <a16:creationId xmlns:a16="http://schemas.microsoft.com/office/drawing/2014/main" xmlns="" id="{49B66013-3688-4FF1-BFFB-9C5F998E2710}"/>
                </a:ext>
              </a:extLst>
            </p:cNvPr>
            <p:cNvGrpSpPr/>
            <p:nvPr/>
          </p:nvGrpSpPr>
          <p:grpSpPr>
            <a:xfrm>
              <a:off x="2025133" y="2307580"/>
              <a:ext cx="834600" cy="594642"/>
              <a:chOff x="1756121" y="1038676"/>
              <a:chExt cx="1253352" cy="862898"/>
            </a:xfrm>
          </p:grpSpPr>
          <p:sp>
            <p:nvSpPr>
              <p:cNvPr id="32" name="任意多边形 39">
                <a:extLst>
                  <a:ext uri="{FF2B5EF4-FFF2-40B4-BE49-F238E27FC236}">
                    <a16:creationId xmlns:a16="http://schemas.microsoft.com/office/drawing/2014/main" xmlns="" id="{64875D67-75CA-4718-A5CC-DAB240D1283D}"/>
                  </a:ext>
                </a:extLst>
              </p:cNvPr>
              <p:cNvSpPr/>
              <p:nvPr/>
            </p:nvSpPr>
            <p:spPr>
              <a:xfrm>
                <a:off x="1838191" y="1038676"/>
                <a:ext cx="1089213" cy="689163"/>
              </a:xfrm>
              <a:custGeom>
                <a:avLst/>
                <a:gdLst>
                  <a:gd name="connsiteX0" fmla="*/ 107577 w 1089213"/>
                  <a:gd name="connsiteY0" fmla="*/ 79281 h 689163"/>
                  <a:gd name="connsiteX1" fmla="*/ 107577 w 1089213"/>
                  <a:gd name="connsiteY1" fmla="*/ 609880 h 689163"/>
                  <a:gd name="connsiteX2" fmla="*/ 981635 w 1089213"/>
                  <a:gd name="connsiteY2" fmla="*/ 609880 h 689163"/>
                  <a:gd name="connsiteX3" fmla="*/ 981635 w 1089213"/>
                  <a:gd name="connsiteY3" fmla="*/ 79281 h 689163"/>
                  <a:gd name="connsiteX4" fmla="*/ 87972 w 1089213"/>
                  <a:gd name="connsiteY4" fmla="*/ 0 h 689163"/>
                  <a:gd name="connsiteX5" fmla="*/ 1001241 w 1089213"/>
                  <a:gd name="connsiteY5" fmla="*/ 0 h 689163"/>
                  <a:gd name="connsiteX6" fmla="*/ 1089213 w 1089213"/>
                  <a:gd name="connsiteY6" fmla="*/ 87972 h 689163"/>
                  <a:gd name="connsiteX7" fmla="*/ 1089213 w 1089213"/>
                  <a:gd name="connsiteY7" fmla="*/ 601191 h 689163"/>
                  <a:gd name="connsiteX8" fmla="*/ 1001241 w 1089213"/>
                  <a:gd name="connsiteY8" fmla="*/ 689163 h 689163"/>
                  <a:gd name="connsiteX9" fmla="*/ 87972 w 1089213"/>
                  <a:gd name="connsiteY9" fmla="*/ 689163 h 689163"/>
                  <a:gd name="connsiteX10" fmla="*/ 0 w 1089213"/>
                  <a:gd name="connsiteY10" fmla="*/ 601191 h 689163"/>
                  <a:gd name="connsiteX11" fmla="*/ 0 w 1089213"/>
                  <a:gd name="connsiteY11" fmla="*/ 87972 h 689163"/>
                  <a:gd name="connsiteX12" fmla="*/ 87972 w 1089213"/>
                  <a:gd name="connsiteY12" fmla="*/ 0 h 68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9213" h="689163">
                    <a:moveTo>
                      <a:pt x="107577" y="79281"/>
                    </a:moveTo>
                    <a:lnTo>
                      <a:pt x="107577" y="609880"/>
                    </a:lnTo>
                    <a:lnTo>
                      <a:pt x="981635" y="609880"/>
                    </a:lnTo>
                    <a:lnTo>
                      <a:pt x="981635" y="79281"/>
                    </a:lnTo>
                    <a:close/>
                    <a:moveTo>
                      <a:pt x="87972" y="0"/>
                    </a:moveTo>
                    <a:lnTo>
                      <a:pt x="1001241" y="0"/>
                    </a:lnTo>
                    <a:cubicBezTo>
                      <a:pt x="1049827" y="0"/>
                      <a:pt x="1089213" y="39386"/>
                      <a:pt x="1089213" y="87972"/>
                    </a:cubicBezTo>
                    <a:lnTo>
                      <a:pt x="1089213" y="601191"/>
                    </a:lnTo>
                    <a:cubicBezTo>
                      <a:pt x="1089213" y="649777"/>
                      <a:pt x="1049827" y="689163"/>
                      <a:pt x="1001241" y="689163"/>
                    </a:cubicBezTo>
                    <a:lnTo>
                      <a:pt x="87972" y="689163"/>
                    </a:lnTo>
                    <a:cubicBezTo>
                      <a:pt x="39386" y="689163"/>
                      <a:pt x="0" y="649777"/>
                      <a:pt x="0" y="601191"/>
                    </a:cubicBezTo>
                    <a:lnTo>
                      <a:pt x="0" y="87972"/>
                    </a:lnTo>
                    <a:cubicBezTo>
                      <a:pt x="0" y="39386"/>
                      <a:pt x="39386" y="0"/>
                      <a:pt x="87972"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3" name="组合 32">
                <a:extLst>
                  <a:ext uri="{FF2B5EF4-FFF2-40B4-BE49-F238E27FC236}">
                    <a16:creationId xmlns:a16="http://schemas.microsoft.com/office/drawing/2014/main" xmlns="" id="{8E333FB7-E05F-4B74-955B-B6E479036B50}"/>
                  </a:ext>
                </a:extLst>
              </p:cNvPr>
              <p:cNvGrpSpPr/>
              <p:nvPr/>
            </p:nvGrpSpPr>
            <p:grpSpPr>
              <a:xfrm>
                <a:off x="1756121" y="1759797"/>
                <a:ext cx="1253352" cy="141777"/>
                <a:chOff x="1756121" y="1759797"/>
                <a:chExt cx="1253352" cy="141777"/>
              </a:xfrm>
            </p:grpSpPr>
            <p:sp>
              <p:nvSpPr>
                <p:cNvPr id="34" name="同侧圆角矩形 41">
                  <a:extLst>
                    <a:ext uri="{FF2B5EF4-FFF2-40B4-BE49-F238E27FC236}">
                      <a16:creationId xmlns:a16="http://schemas.microsoft.com/office/drawing/2014/main" xmlns="" id="{7F42DEEC-D4CE-4562-B866-4F6BCAADE0B0}"/>
                    </a:ext>
                  </a:extLst>
                </p:cNvPr>
                <p:cNvSpPr/>
                <p:nvPr/>
              </p:nvSpPr>
              <p:spPr>
                <a:xfrm rot="10800000">
                  <a:off x="1756121" y="1759797"/>
                  <a:ext cx="1253352" cy="141777"/>
                </a:xfrm>
                <a:prstGeom prst="round2SameRect">
                  <a:avLst>
                    <a:gd name="adj1" fmla="val 50000"/>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cxnSp>
              <p:nvCxnSpPr>
                <p:cNvPr id="35" name="直接连接符 34">
                  <a:extLst>
                    <a:ext uri="{FF2B5EF4-FFF2-40B4-BE49-F238E27FC236}">
                      <a16:creationId xmlns:a16="http://schemas.microsoft.com/office/drawing/2014/main" xmlns="" id="{552501D7-28AA-4507-8AED-01372057F7B4}"/>
                    </a:ext>
                  </a:extLst>
                </p:cNvPr>
                <p:cNvCxnSpPr/>
                <p:nvPr/>
              </p:nvCxnSpPr>
              <p:spPr>
                <a:xfrm flipV="1">
                  <a:off x="2259424" y="1823520"/>
                  <a:ext cx="246743" cy="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36" name="组合 35">
            <a:extLst>
              <a:ext uri="{FF2B5EF4-FFF2-40B4-BE49-F238E27FC236}">
                <a16:creationId xmlns:a16="http://schemas.microsoft.com/office/drawing/2014/main" xmlns="" id="{65AE036E-E4A1-4C52-8EE1-9E15CC7DD35F}"/>
              </a:ext>
            </a:extLst>
          </p:cNvPr>
          <p:cNvGrpSpPr/>
          <p:nvPr/>
        </p:nvGrpSpPr>
        <p:grpSpPr>
          <a:xfrm>
            <a:off x="6197146" y="1723189"/>
            <a:ext cx="2671032" cy="1328821"/>
            <a:chOff x="6308894" y="1962012"/>
            <a:chExt cx="2613488" cy="1300193"/>
          </a:xfrm>
        </p:grpSpPr>
        <p:sp>
          <p:nvSpPr>
            <p:cNvPr id="37" name="矩形 36">
              <a:extLst>
                <a:ext uri="{FF2B5EF4-FFF2-40B4-BE49-F238E27FC236}">
                  <a16:creationId xmlns:a16="http://schemas.microsoft.com/office/drawing/2014/main" xmlns="" id="{74C41C9E-ABAC-4A54-96A3-C247C7911F24}"/>
                </a:ext>
              </a:extLst>
            </p:cNvPr>
            <p:cNvSpPr/>
            <p:nvPr/>
          </p:nvSpPr>
          <p:spPr>
            <a:xfrm>
              <a:off x="6308894" y="2318264"/>
              <a:ext cx="2613488" cy="6262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8" name="椭圆 37">
              <a:extLst>
                <a:ext uri="{FF2B5EF4-FFF2-40B4-BE49-F238E27FC236}">
                  <a16:creationId xmlns:a16="http://schemas.microsoft.com/office/drawing/2014/main" xmlns="" id="{32E32A11-99BA-4AFC-9A42-D71D998296E4}"/>
                </a:ext>
              </a:extLst>
            </p:cNvPr>
            <p:cNvSpPr/>
            <p:nvPr/>
          </p:nvSpPr>
          <p:spPr>
            <a:xfrm>
              <a:off x="7025351" y="1962012"/>
              <a:ext cx="1258789" cy="1300193"/>
            </a:xfrm>
            <a:prstGeom prst="ellipse">
              <a:avLst/>
            </a:prstGeom>
            <a:solidFill>
              <a:schemeClr val="bg1"/>
            </a:solid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9" name="组合 38">
              <a:extLst>
                <a:ext uri="{FF2B5EF4-FFF2-40B4-BE49-F238E27FC236}">
                  <a16:creationId xmlns:a16="http://schemas.microsoft.com/office/drawing/2014/main" xmlns="" id="{995E51C9-1F30-4A1B-A753-59CB536A801D}"/>
                </a:ext>
              </a:extLst>
            </p:cNvPr>
            <p:cNvGrpSpPr/>
            <p:nvPr/>
          </p:nvGrpSpPr>
          <p:grpSpPr>
            <a:xfrm rot="19104625">
              <a:off x="7226680" y="2564169"/>
              <a:ext cx="814962" cy="197864"/>
              <a:chOff x="6409173" y="2921545"/>
              <a:chExt cx="1907514" cy="541005"/>
            </a:xfrm>
          </p:grpSpPr>
          <p:sp>
            <p:nvSpPr>
              <p:cNvPr id="40" name="任意多边形 47">
                <a:extLst>
                  <a:ext uri="{FF2B5EF4-FFF2-40B4-BE49-F238E27FC236}">
                    <a16:creationId xmlns:a16="http://schemas.microsoft.com/office/drawing/2014/main" xmlns="" id="{3CA5EFD4-FE2C-418D-8413-4A070848C2B7}"/>
                  </a:ext>
                </a:extLst>
              </p:cNvPr>
              <p:cNvSpPr/>
              <p:nvPr/>
            </p:nvSpPr>
            <p:spPr>
              <a:xfrm rot="5400000">
                <a:off x="7092427" y="2238291"/>
                <a:ext cx="541005" cy="1907514"/>
              </a:xfrm>
              <a:custGeom>
                <a:avLst/>
                <a:gdLst>
                  <a:gd name="connsiteX0" fmla="*/ 1220 w 541005"/>
                  <a:gd name="connsiteY0" fmla="*/ 1445557 h 1907514"/>
                  <a:gd name="connsiteX1" fmla="*/ 1220 w 541005"/>
                  <a:gd name="connsiteY1" fmla="*/ 349342 h 1907514"/>
                  <a:gd name="connsiteX2" fmla="*/ 541005 w 541005"/>
                  <a:gd name="connsiteY2" fmla="*/ 349342 h 1907514"/>
                  <a:gd name="connsiteX3" fmla="*/ 541005 w 541005"/>
                  <a:gd name="connsiteY3" fmla="*/ 1445560 h 1907514"/>
                  <a:gd name="connsiteX4" fmla="*/ 541003 w 541005"/>
                  <a:gd name="connsiteY4" fmla="*/ 1445560 h 1907514"/>
                  <a:gd name="connsiteX5" fmla="*/ 541004 w 541005"/>
                  <a:gd name="connsiteY5" fmla="*/ 1445557 h 1907514"/>
                  <a:gd name="connsiteX6" fmla="*/ 2 w 541005"/>
                  <a:gd name="connsiteY6" fmla="*/ 317962 h 1907514"/>
                  <a:gd name="connsiteX7" fmla="*/ 2 w 541005"/>
                  <a:gd name="connsiteY7" fmla="*/ 52995 h 1907514"/>
                  <a:gd name="connsiteX8" fmla="*/ 52997 w 541005"/>
                  <a:gd name="connsiteY8" fmla="*/ 0 h 1907514"/>
                  <a:gd name="connsiteX9" fmla="*/ 478428 w 541005"/>
                  <a:gd name="connsiteY9" fmla="*/ 0 h 1907514"/>
                  <a:gd name="connsiteX10" fmla="*/ 531423 w 541005"/>
                  <a:gd name="connsiteY10" fmla="*/ 52995 h 1907514"/>
                  <a:gd name="connsiteX11" fmla="*/ 531423 w 541005"/>
                  <a:gd name="connsiteY11" fmla="*/ 317962 h 1907514"/>
                  <a:gd name="connsiteX12" fmla="*/ 0 w 541005"/>
                  <a:gd name="connsiteY12" fmla="*/ 1445557 h 1907514"/>
                  <a:gd name="connsiteX13" fmla="*/ 1220 w 541005"/>
                  <a:gd name="connsiteY13" fmla="*/ 1445557 h 1907514"/>
                  <a:gd name="connsiteX14" fmla="*/ 1220 w 541005"/>
                  <a:gd name="connsiteY14" fmla="*/ 1445560 h 1907514"/>
                  <a:gd name="connsiteX15" fmla="*/ 541003 w 541005"/>
                  <a:gd name="connsiteY15" fmla="*/ 1445560 h 1907514"/>
                  <a:gd name="connsiteX16" fmla="*/ 268306 w 541005"/>
                  <a:gd name="connsiteY16" fmla="*/ 1907514 h 1907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1005" h="1907514">
                    <a:moveTo>
                      <a:pt x="1220" y="1445557"/>
                    </a:moveTo>
                    <a:lnTo>
                      <a:pt x="1220" y="349342"/>
                    </a:lnTo>
                    <a:lnTo>
                      <a:pt x="541005" y="349342"/>
                    </a:lnTo>
                    <a:lnTo>
                      <a:pt x="541005" y="1445560"/>
                    </a:lnTo>
                    <a:lnTo>
                      <a:pt x="541003" y="1445560"/>
                    </a:lnTo>
                    <a:lnTo>
                      <a:pt x="541004" y="1445557"/>
                    </a:lnTo>
                    <a:close/>
                    <a:moveTo>
                      <a:pt x="2" y="317962"/>
                    </a:moveTo>
                    <a:lnTo>
                      <a:pt x="2" y="52995"/>
                    </a:lnTo>
                    <a:cubicBezTo>
                      <a:pt x="2" y="23727"/>
                      <a:pt x="23729" y="0"/>
                      <a:pt x="52997" y="0"/>
                    </a:cubicBezTo>
                    <a:lnTo>
                      <a:pt x="478428" y="0"/>
                    </a:lnTo>
                    <a:cubicBezTo>
                      <a:pt x="507696" y="0"/>
                      <a:pt x="531423" y="23727"/>
                      <a:pt x="531423" y="52995"/>
                    </a:cubicBezTo>
                    <a:lnTo>
                      <a:pt x="531423" y="317962"/>
                    </a:lnTo>
                    <a:close/>
                    <a:moveTo>
                      <a:pt x="0" y="1445557"/>
                    </a:moveTo>
                    <a:lnTo>
                      <a:pt x="1220" y="1445557"/>
                    </a:lnTo>
                    <a:lnTo>
                      <a:pt x="1220" y="1445560"/>
                    </a:lnTo>
                    <a:lnTo>
                      <a:pt x="541003" y="1445560"/>
                    </a:lnTo>
                    <a:lnTo>
                      <a:pt x="268306" y="1907514"/>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cxnSp>
            <p:nvCxnSpPr>
              <p:cNvPr id="41" name="直接连接符 40">
                <a:extLst>
                  <a:ext uri="{FF2B5EF4-FFF2-40B4-BE49-F238E27FC236}">
                    <a16:creationId xmlns:a16="http://schemas.microsoft.com/office/drawing/2014/main" xmlns="" id="{A778A71B-FE7E-4AC1-A200-2EED337EA6BE}"/>
                  </a:ext>
                </a:extLst>
              </p:cNvPr>
              <p:cNvCxnSpPr/>
              <p:nvPr/>
            </p:nvCxnSpPr>
            <p:spPr>
              <a:xfrm>
                <a:off x="7073457" y="3037659"/>
                <a:ext cx="691558"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42" name="组合 41">
            <a:extLst>
              <a:ext uri="{FF2B5EF4-FFF2-40B4-BE49-F238E27FC236}">
                <a16:creationId xmlns:a16="http://schemas.microsoft.com/office/drawing/2014/main" xmlns="" id="{EAB36BCF-5957-49E3-B06D-2BF77E8AE2AC}"/>
              </a:ext>
            </a:extLst>
          </p:cNvPr>
          <p:cNvGrpSpPr/>
          <p:nvPr/>
        </p:nvGrpSpPr>
        <p:grpSpPr>
          <a:xfrm>
            <a:off x="3416399" y="1668856"/>
            <a:ext cx="2671032" cy="1328821"/>
            <a:chOff x="3713639" y="1908850"/>
            <a:chExt cx="2613488" cy="1300193"/>
          </a:xfrm>
        </p:grpSpPr>
        <p:sp>
          <p:nvSpPr>
            <p:cNvPr id="43" name="矩形 42">
              <a:extLst>
                <a:ext uri="{FF2B5EF4-FFF2-40B4-BE49-F238E27FC236}">
                  <a16:creationId xmlns:a16="http://schemas.microsoft.com/office/drawing/2014/main" xmlns="" id="{BE80D8E4-A721-4AE2-897A-A3D9BE7E4EF8}"/>
                </a:ext>
              </a:extLst>
            </p:cNvPr>
            <p:cNvSpPr/>
            <p:nvPr/>
          </p:nvSpPr>
          <p:spPr>
            <a:xfrm>
              <a:off x="3713639" y="2311512"/>
              <a:ext cx="2613488" cy="62621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p>
          </p:txBody>
        </p:sp>
        <p:sp>
          <p:nvSpPr>
            <p:cNvPr id="44" name="椭圆 43">
              <a:extLst>
                <a:ext uri="{FF2B5EF4-FFF2-40B4-BE49-F238E27FC236}">
                  <a16:creationId xmlns:a16="http://schemas.microsoft.com/office/drawing/2014/main" xmlns="" id="{1E4CB680-DACF-4AF5-A9C4-15F12C5729B3}"/>
                </a:ext>
              </a:extLst>
            </p:cNvPr>
            <p:cNvSpPr/>
            <p:nvPr/>
          </p:nvSpPr>
          <p:spPr>
            <a:xfrm>
              <a:off x="4430766" y="1908850"/>
              <a:ext cx="1258789" cy="1300193"/>
            </a:xfrm>
            <a:prstGeom prst="ellipse">
              <a:avLst/>
            </a:prstGeom>
            <a:solidFill>
              <a:schemeClr val="bg1"/>
            </a:solidFill>
            <a:ln w="349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64" name="组合 63">
              <a:extLst>
                <a:ext uri="{FF2B5EF4-FFF2-40B4-BE49-F238E27FC236}">
                  <a16:creationId xmlns:a16="http://schemas.microsoft.com/office/drawing/2014/main" xmlns="" id="{3CCBC9C9-4F14-4F5A-9271-094FB5878994}"/>
                </a:ext>
              </a:extLst>
            </p:cNvPr>
            <p:cNvGrpSpPr/>
            <p:nvPr/>
          </p:nvGrpSpPr>
          <p:grpSpPr>
            <a:xfrm>
              <a:off x="4648131" y="2314629"/>
              <a:ext cx="814094" cy="594960"/>
              <a:chOff x="3932077" y="2411350"/>
              <a:chExt cx="814094" cy="594960"/>
            </a:xfrm>
            <a:noFill/>
          </p:grpSpPr>
          <p:sp>
            <p:nvSpPr>
              <p:cNvPr id="65" name="任意多边形 53">
                <a:extLst>
                  <a:ext uri="{FF2B5EF4-FFF2-40B4-BE49-F238E27FC236}">
                    <a16:creationId xmlns:a16="http://schemas.microsoft.com/office/drawing/2014/main" xmlns="" id="{9D42AC43-D50C-4B07-976C-3404F1384A3C}"/>
                  </a:ext>
                </a:extLst>
              </p:cNvPr>
              <p:cNvSpPr/>
              <p:nvPr/>
            </p:nvSpPr>
            <p:spPr>
              <a:xfrm>
                <a:off x="3932077" y="2411350"/>
                <a:ext cx="814094" cy="594960"/>
              </a:xfrm>
              <a:custGeom>
                <a:avLst/>
                <a:gdLst>
                  <a:gd name="connsiteX0" fmla="*/ 43920 w 814094"/>
                  <a:gd name="connsiteY0" fmla="*/ 331448 h 594960"/>
                  <a:gd name="connsiteX1" fmla="*/ 770174 w 814094"/>
                  <a:gd name="connsiteY1" fmla="*/ 331448 h 594960"/>
                  <a:gd name="connsiteX2" fmla="*/ 814094 w 814094"/>
                  <a:gd name="connsiteY2" fmla="*/ 375368 h 594960"/>
                  <a:gd name="connsiteX3" fmla="*/ 814094 w 814094"/>
                  <a:gd name="connsiteY3" fmla="*/ 551040 h 594960"/>
                  <a:gd name="connsiteX4" fmla="*/ 770174 w 814094"/>
                  <a:gd name="connsiteY4" fmla="*/ 594960 h 594960"/>
                  <a:gd name="connsiteX5" fmla="*/ 43920 w 814094"/>
                  <a:gd name="connsiteY5" fmla="*/ 594960 h 594960"/>
                  <a:gd name="connsiteX6" fmla="*/ 0 w 814094"/>
                  <a:gd name="connsiteY6" fmla="*/ 551040 h 594960"/>
                  <a:gd name="connsiteX7" fmla="*/ 0 w 814094"/>
                  <a:gd name="connsiteY7" fmla="*/ 375368 h 594960"/>
                  <a:gd name="connsiteX8" fmla="*/ 43920 w 814094"/>
                  <a:gd name="connsiteY8" fmla="*/ 331448 h 594960"/>
                  <a:gd name="connsiteX9" fmla="*/ 82862 w 814094"/>
                  <a:gd name="connsiteY9" fmla="*/ 0 h 594960"/>
                  <a:gd name="connsiteX10" fmla="*/ 731232 w 814094"/>
                  <a:gd name="connsiteY10" fmla="*/ 0 h 594960"/>
                  <a:gd name="connsiteX11" fmla="*/ 814094 w 814094"/>
                  <a:gd name="connsiteY11" fmla="*/ 331447 h 594960"/>
                  <a:gd name="connsiteX12" fmla="*/ 0 w 814094"/>
                  <a:gd name="connsiteY12" fmla="*/ 331447 h 59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4094" h="594960">
                    <a:moveTo>
                      <a:pt x="43920" y="331448"/>
                    </a:moveTo>
                    <a:lnTo>
                      <a:pt x="770174" y="331448"/>
                    </a:lnTo>
                    <a:cubicBezTo>
                      <a:pt x="794430" y="331448"/>
                      <a:pt x="814094" y="351112"/>
                      <a:pt x="814094" y="375368"/>
                    </a:cubicBezTo>
                    <a:lnTo>
                      <a:pt x="814094" y="551040"/>
                    </a:lnTo>
                    <a:cubicBezTo>
                      <a:pt x="814094" y="575296"/>
                      <a:pt x="794430" y="594960"/>
                      <a:pt x="770174" y="594960"/>
                    </a:cubicBezTo>
                    <a:lnTo>
                      <a:pt x="43920" y="594960"/>
                    </a:lnTo>
                    <a:cubicBezTo>
                      <a:pt x="19664" y="594960"/>
                      <a:pt x="0" y="575296"/>
                      <a:pt x="0" y="551040"/>
                    </a:cubicBezTo>
                    <a:lnTo>
                      <a:pt x="0" y="375368"/>
                    </a:lnTo>
                    <a:cubicBezTo>
                      <a:pt x="0" y="351112"/>
                      <a:pt x="19664" y="331448"/>
                      <a:pt x="43920" y="331448"/>
                    </a:cubicBezTo>
                    <a:close/>
                    <a:moveTo>
                      <a:pt x="82862" y="0"/>
                    </a:moveTo>
                    <a:lnTo>
                      <a:pt x="731232" y="0"/>
                    </a:lnTo>
                    <a:lnTo>
                      <a:pt x="814094" y="331447"/>
                    </a:lnTo>
                    <a:lnTo>
                      <a:pt x="0" y="331447"/>
                    </a:lnTo>
                    <a:close/>
                  </a:path>
                </a:pathLst>
              </a:custGeom>
              <a:grp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66" name="椭圆 65">
                <a:extLst>
                  <a:ext uri="{FF2B5EF4-FFF2-40B4-BE49-F238E27FC236}">
                    <a16:creationId xmlns:a16="http://schemas.microsoft.com/office/drawing/2014/main" xmlns="" id="{B508CBF8-944F-4AB0-8FE9-8E5E64002E63}"/>
                  </a:ext>
                </a:extLst>
              </p:cNvPr>
              <p:cNvSpPr/>
              <p:nvPr/>
            </p:nvSpPr>
            <p:spPr>
              <a:xfrm>
                <a:off x="4482734" y="2796340"/>
                <a:ext cx="60800" cy="101600"/>
              </a:xfrm>
              <a:prstGeom prst="ellipse">
                <a:avLst/>
              </a:prstGeom>
              <a:grpFill/>
              <a:ln>
                <a:solidFill>
                  <a:srgbClr val="A1D46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67" name="椭圆 66">
                <a:extLst>
                  <a:ext uri="{FF2B5EF4-FFF2-40B4-BE49-F238E27FC236}">
                    <a16:creationId xmlns:a16="http://schemas.microsoft.com/office/drawing/2014/main" xmlns="" id="{DD48E9D0-3535-455D-B490-87D0D1CB97E7}"/>
                  </a:ext>
                </a:extLst>
              </p:cNvPr>
              <p:cNvSpPr/>
              <p:nvPr/>
            </p:nvSpPr>
            <p:spPr>
              <a:xfrm flipH="1">
                <a:off x="4621993" y="2796340"/>
                <a:ext cx="45719" cy="101600"/>
              </a:xfrm>
              <a:prstGeom prst="ellipse">
                <a:avLst/>
              </a:prstGeom>
              <a:grpFill/>
              <a:ln>
                <a:solidFill>
                  <a:srgbClr val="A1D46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grpSp>
      <p:grpSp>
        <p:nvGrpSpPr>
          <p:cNvPr id="68" name="组合 67">
            <a:extLst>
              <a:ext uri="{FF2B5EF4-FFF2-40B4-BE49-F238E27FC236}">
                <a16:creationId xmlns:a16="http://schemas.microsoft.com/office/drawing/2014/main" xmlns="" id="{DC5C3D9E-0C03-49E5-82C0-89874EAB4072}"/>
              </a:ext>
            </a:extLst>
          </p:cNvPr>
          <p:cNvGrpSpPr/>
          <p:nvPr/>
        </p:nvGrpSpPr>
        <p:grpSpPr>
          <a:xfrm>
            <a:off x="8963743" y="1750190"/>
            <a:ext cx="2671032" cy="1328821"/>
            <a:chOff x="8818777" y="1981274"/>
            <a:chExt cx="2613488" cy="1300193"/>
          </a:xfrm>
        </p:grpSpPr>
        <p:sp>
          <p:nvSpPr>
            <p:cNvPr id="69" name="矩形 68">
              <a:extLst>
                <a:ext uri="{FF2B5EF4-FFF2-40B4-BE49-F238E27FC236}">
                  <a16:creationId xmlns:a16="http://schemas.microsoft.com/office/drawing/2014/main" xmlns="" id="{41BD53EA-50B6-4284-AD0A-EBFF2A80B1D1}"/>
                </a:ext>
              </a:extLst>
            </p:cNvPr>
            <p:cNvSpPr/>
            <p:nvPr/>
          </p:nvSpPr>
          <p:spPr>
            <a:xfrm>
              <a:off x="8818777" y="2318264"/>
              <a:ext cx="2613488" cy="62621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70" name="椭圆 69">
              <a:extLst>
                <a:ext uri="{FF2B5EF4-FFF2-40B4-BE49-F238E27FC236}">
                  <a16:creationId xmlns:a16="http://schemas.microsoft.com/office/drawing/2014/main" xmlns="" id="{FA6AAD7B-4002-41B0-B0BA-346A6896C188}"/>
                </a:ext>
              </a:extLst>
            </p:cNvPr>
            <p:cNvSpPr/>
            <p:nvPr/>
          </p:nvSpPr>
          <p:spPr>
            <a:xfrm>
              <a:off x="9606054" y="1981274"/>
              <a:ext cx="1258789" cy="1300193"/>
            </a:xfrm>
            <a:prstGeom prst="ellipse">
              <a:avLst/>
            </a:prstGeom>
            <a:solidFill>
              <a:schemeClr val="bg1"/>
            </a:solidFill>
            <a:ln w="349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n>
                  <a:solidFill>
                    <a:srgbClr val="FFC000"/>
                  </a:solidFill>
                </a:ln>
              </a:endParaRPr>
            </a:p>
          </p:txBody>
        </p:sp>
        <p:grpSp>
          <p:nvGrpSpPr>
            <p:cNvPr id="71" name="组合 70">
              <a:extLst>
                <a:ext uri="{FF2B5EF4-FFF2-40B4-BE49-F238E27FC236}">
                  <a16:creationId xmlns:a16="http://schemas.microsoft.com/office/drawing/2014/main" xmlns="" id="{87FEEC73-8474-4CA1-9679-77EAE3E929D8}"/>
                </a:ext>
              </a:extLst>
            </p:cNvPr>
            <p:cNvGrpSpPr/>
            <p:nvPr/>
          </p:nvGrpSpPr>
          <p:grpSpPr>
            <a:xfrm>
              <a:off x="9824701" y="2156058"/>
              <a:ext cx="837850" cy="805775"/>
              <a:chOff x="3324090" y="2932500"/>
              <a:chExt cx="837850" cy="805775"/>
            </a:xfrm>
          </p:grpSpPr>
          <p:cxnSp>
            <p:nvCxnSpPr>
              <p:cNvPr id="72" name="直接连接符 71">
                <a:extLst>
                  <a:ext uri="{FF2B5EF4-FFF2-40B4-BE49-F238E27FC236}">
                    <a16:creationId xmlns:a16="http://schemas.microsoft.com/office/drawing/2014/main" xmlns="" id="{32469FA7-A3BD-4EEB-8126-52CBD2C7555C}"/>
                  </a:ext>
                </a:extLst>
              </p:cNvPr>
              <p:cNvCxnSpPr/>
              <p:nvPr/>
            </p:nvCxnSpPr>
            <p:spPr>
              <a:xfrm flipV="1">
                <a:off x="3574518" y="2932500"/>
                <a:ext cx="336995" cy="7360"/>
              </a:xfrm>
              <a:prstGeom prst="line">
                <a:avLst/>
              </a:prstGeom>
              <a:ln w="603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3" name="组合 72">
                <a:extLst>
                  <a:ext uri="{FF2B5EF4-FFF2-40B4-BE49-F238E27FC236}">
                    <a16:creationId xmlns:a16="http://schemas.microsoft.com/office/drawing/2014/main" xmlns="" id="{7E2F8049-5A0A-4E1B-AA46-C6059D3A5B5B}"/>
                  </a:ext>
                </a:extLst>
              </p:cNvPr>
              <p:cNvGrpSpPr/>
              <p:nvPr/>
            </p:nvGrpSpPr>
            <p:grpSpPr>
              <a:xfrm>
                <a:off x="3324090" y="2936180"/>
                <a:ext cx="837850" cy="802095"/>
                <a:chOff x="3324091" y="2911861"/>
                <a:chExt cx="837850" cy="802095"/>
              </a:xfrm>
            </p:grpSpPr>
            <p:sp>
              <p:nvSpPr>
                <p:cNvPr id="74" name="任意多边形 62">
                  <a:extLst>
                    <a:ext uri="{FF2B5EF4-FFF2-40B4-BE49-F238E27FC236}">
                      <a16:creationId xmlns:a16="http://schemas.microsoft.com/office/drawing/2014/main" xmlns="" id="{3F098E99-1E0A-4179-ADEE-FECC681C29F1}"/>
                    </a:ext>
                  </a:extLst>
                </p:cNvPr>
                <p:cNvSpPr/>
                <p:nvPr/>
              </p:nvSpPr>
              <p:spPr>
                <a:xfrm>
                  <a:off x="3324091" y="2911861"/>
                  <a:ext cx="837850" cy="802095"/>
                </a:xfrm>
                <a:custGeom>
                  <a:avLst/>
                  <a:gdLst>
                    <a:gd name="connsiteX0" fmla="*/ 303214 w 837850"/>
                    <a:gd name="connsiteY0" fmla="*/ 0 h 802095"/>
                    <a:gd name="connsiteX1" fmla="*/ 534636 w 837850"/>
                    <a:gd name="connsiteY1" fmla="*/ 0 h 802095"/>
                    <a:gd name="connsiteX2" fmla="*/ 534636 w 837850"/>
                    <a:gd name="connsiteY2" fmla="*/ 292923 h 802095"/>
                    <a:gd name="connsiteX3" fmla="*/ 837850 w 837850"/>
                    <a:gd name="connsiteY3" fmla="*/ 802095 h 802095"/>
                    <a:gd name="connsiteX4" fmla="*/ 0 w 837850"/>
                    <a:gd name="connsiteY4" fmla="*/ 802095 h 802095"/>
                    <a:gd name="connsiteX5" fmla="*/ 303214 w 837850"/>
                    <a:gd name="connsiteY5" fmla="*/ 292923 h 80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7850" h="802095">
                      <a:moveTo>
                        <a:pt x="303214" y="0"/>
                      </a:moveTo>
                      <a:lnTo>
                        <a:pt x="534636" y="0"/>
                      </a:lnTo>
                      <a:lnTo>
                        <a:pt x="534636" y="292923"/>
                      </a:lnTo>
                      <a:lnTo>
                        <a:pt x="837850" y="802095"/>
                      </a:lnTo>
                      <a:lnTo>
                        <a:pt x="0" y="802095"/>
                      </a:lnTo>
                      <a:lnTo>
                        <a:pt x="303214" y="29292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75" name="任意多边形 63">
                  <a:extLst>
                    <a:ext uri="{FF2B5EF4-FFF2-40B4-BE49-F238E27FC236}">
                      <a16:creationId xmlns:a16="http://schemas.microsoft.com/office/drawing/2014/main" xmlns="" id="{89968DE6-8528-4007-978D-8D2E07DAFB2A}"/>
                    </a:ext>
                  </a:extLst>
                </p:cNvPr>
                <p:cNvSpPr/>
                <p:nvPr/>
              </p:nvSpPr>
              <p:spPr>
                <a:xfrm>
                  <a:off x="3511106" y="3007004"/>
                  <a:ext cx="472138" cy="508665"/>
                </a:xfrm>
                <a:custGeom>
                  <a:avLst/>
                  <a:gdLst>
                    <a:gd name="connsiteX0" fmla="*/ 303214 w 837850"/>
                    <a:gd name="connsiteY0" fmla="*/ 0 h 802095"/>
                    <a:gd name="connsiteX1" fmla="*/ 534636 w 837850"/>
                    <a:gd name="connsiteY1" fmla="*/ 0 h 802095"/>
                    <a:gd name="connsiteX2" fmla="*/ 534636 w 837850"/>
                    <a:gd name="connsiteY2" fmla="*/ 292923 h 802095"/>
                    <a:gd name="connsiteX3" fmla="*/ 837850 w 837850"/>
                    <a:gd name="connsiteY3" fmla="*/ 802095 h 802095"/>
                    <a:gd name="connsiteX4" fmla="*/ 0 w 837850"/>
                    <a:gd name="connsiteY4" fmla="*/ 802095 h 802095"/>
                    <a:gd name="connsiteX5" fmla="*/ 303214 w 837850"/>
                    <a:gd name="connsiteY5" fmla="*/ 292923 h 80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7850" h="802095">
                      <a:moveTo>
                        <a:pt x="303214" y="0"/>
                      </a:moveTo>
                      <a:lnTo>
                        <a:pt x="534636" y="0"/>
                      </a:lnTo>
                      <a:lnTo>
                        <a:pt x="534636" y="292923"/>
                      </a:lnTo>
                      <a:lnTo>
                        <a:pt x="837850" y="802095"/>
                      </a:lnTo>
                      <a:lnTo>
                        <a:pt x="0" y="802095"/>
                      </a:lnTo>
                      <a:lnTo>
                        <a:pt x="303214" y="29292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grpSp>
      </p:grpSp>
      <p:grpSp>
        <p:nvGrpSpPr>
          <p:cNvPr id="3" name="组合 2">
            <a:extLst>
              <a:ext uri="{FF2B5EF4-FFF2-40B4-BE49-F238E27FC236}">
                <a16:creationId xmlns:a16="http://schemas.microsoft.com/office/drawing/2014/main" xmlns="" id="{7AAFE841-0271-4EDB-B5CB-9B87184D3B8E}"/>
              </a:ext>
            </a:extLst>
          </p:cNvPr>
          <p:cNvGrpSpPr/>
          <p:nvPr/>
        </p:nvGrpSpPr>
        <p:grpSpPr>
          <a:xfrm>
            <a:off x="595201" y="3419750"/>
            <a:ext cx="2350519" cy="2109784"/>
            <a:chOff x="595201" y="3419750"/>
            <a:chExt cx="2350519" cy="2109784"/>
          </a:xfrm>
        </p:grpSpPr>
        <p:sp>
          <p:nvSpPr>
            <p:cNvPr id="76" name="文本框 45">
              <a:extLst>
                <a:ext uri="{FF2B5EF4-FFF2-40B4-BE49-F238E27FC236}">
                  <a16:creationId xmlns:a16="http://schemas.microsoft.com/office/drawing/2014/main" xmlns="" id="{B49B8EC2-93D4-4C0A-BA3F-9DC4C9089358}"/>
                </a:ext>
              </a:extLst>
            </p:cNvPr>
            <p:cNvSpPr txBox="1"/>
            <p:nvPr/>
          </p:nvSpPr>
          <p:spPr>
            <a:xfrm>
              <a:off x="595201" y="3419750"/>
              <a:ext cx="2282623" cy="377014"/>
            </a:xfrm>
            <a:prstGeom prst="rect">
              <a:avLst/>
            </a:prstGeom>
            <a:noFill/>
          </p:spPr>
          <p:txBody>
            <a:bodyPr wrap="square" lIns="68568" tIns="34284" rIns="68568" bIns="34284" rtlCol="0">
              <a:spAutoFit/>
            </a:bodyPr>
            <a:lstStyle/>
            <a:p>
              <a:pPr algn="ctr"/>
              <a:r>
                <a:rPr kumimoji="1" lang="zh-CN" altLang="en-US" sz="2000" b="1" dirty="0">
                  <a:solidFill>
                    <a:srgbClr val="595E64"/>
                  </a:solidFill>
                  <a:latin typeface="微软雅黑" panose="020B0503020204020204" pitchFamily="34" charset="-122"/>
                  <a:ea typeface="微软雅黑" panose="020B0503020204020204" pitchFamily="34" charset="-122"/>
                  <a:cs typeface="Segoe UI Light"/>
                </a:rPr>
                <a:t>点击此处添加标题</a:t>
              </a:r>
            </a:p>
          </p:txBody>
        </p:sp>
        <p:sp>
          <p:nvSpPr>
            <p:cNvPr id="77" name="文本框 46">
              <a:extLst>
                <a:ext uri="{FF2B5EF4-FFF2-40B4-BE49-F238E27FC236}">
                  <a16:creationId xmlns:a16="http://schemas.microsoft.com/office/drawing/2014/main" xmlns="" id="{57E18131-7AEC-4C03-96AF-C43C06E5C514}"/>
                </a:ext>
              </a:extLst>
            </p:cNvPr>
            <p:cNvSpPr txBox="1"/>
            <p:nvPr/>
          </p:nvSpPr>
          <p:spPr>
            <a:xfrm>
              <a:off x="645460" y="3941290"/>
              <a:ext cx="2300260" cy="1588244"/>
            </a:xfrm>
            <a:prstGeom prst="rect">
              <a:avLst/>
            </a:prstGeom>
            <a:noFill/>
          </p:spPr>
          <p:txBody>
            <a:bodyPr wrap="square" lIns="68568" tIns="34284" rIns="68568" bIns="34284" rtlCol="0">
              <a:spAutoFit/>
            </a:bodyPr>
            <a:lstStyle/>
            <a:p>
              <a:pPr defTabSz="514261">
                <a:lnSpc>
                  <a:spcPct val="130000"/>
                </a:lnSpc>
              </a:pPr>
              <a:r>
                <a:rPr lang="zh-CN" altLang="en-US" sz="1100" dirty="0">
                  <a:solidFill>
                    <a:srgbClr val="595E64"/>
                  </a:solidFill>
                  <a:latin typeface="微软雅黑" panose="020B0503020204020204" pitchFamily="34" charset="-122"/>
                  <a:ea typeface="微软雅黑" panose="020B0503020204020204" pitchFamily="34" charset="-122"/>
                </a:rPr>
                <a:t>标题数字等都可以通过点击和重新输入进行更改标题标题数字等都可以通过点击和重新输入进行更改标题</a:t>
              </a:r>
            </a:p>
            <a:p>
              <a:pPr defTabSz="514261">
                <a:lnSpc>
                  <a:spcPct val="130000"/>
                </a:lnSpc>
              </a:pPr>
              <a:r>
                <a:rPr lang="zh-CN" altLang="en-US" sz="1100" dirty="0">
                  <a:solidFill>
                    <a:srgbClr val="595E64"/>
                  </a:solidFill>
                  <a:latin typeface="微软雅黑" panose="020B0503020204020204" pitchFamily="34" charset="-122"/>
                  <a:ea typeface="微软雅黑" panose="020B0503020204020204" pitchFamily="34" charset="-122"/>
                </a:rPr>
                <a:t>标题数字等都可以通过点击和重新输入进行更改标题</a:t>
              </a:r>
            </a:p>
            <a:p>
              <a:pPr defTabSz="514261">
                <a:lnSpc>
                  <a:spcPct val="130000"/>
                </a:lnSpc>
              </a:pPr>
              <a:endParaRPr lang="zh-CN" altLang="en-US" sz="1100" dirty="0">
                <a:solidFill>
                  <a:srgbClr val="595E64"/>
                </a:solidFill>
                <a:latin typeface="微软雅黑" panose="020B0503020204020204" pitchFamily="34" charset="-122"/>
                <a:ea typeface="微软雅黑" panose="020B0503020204020204" pitchFamily="34" charset="-122"/>
              </a:endParaRPr>
            </a:p>
          </p:txBody>
        </p:sp>
      </p:grpSp>
      <p:grpSp>
        <p:nvGrpSpPr>
          <p:cNvPr id="5" name="组合 4">
            <a:extLst>
              <a:ext uri="{FF2B5EF4-FFF2-40B4-BE49-F238E27FC236}">
                <a16:creationId xmlns:a16="http://schemas.microsoft.com/office/drawing/2014/main" xmlns="" id="{D069EF92-238E-435C-A867-FABC9040840C}"/>
              </a:ext>
            </a:extLst>
          </p:cNvPr>
          <p:cNvGrpSpPr/>
          <p:nvPr/>
        </p:nvGrpSpPr>
        <p:grpSpPr>
          <a:xfrm>
            <a:off x="3485855" y="3419750"/>
            <a:ext cx="2350519" cy="2109784"/>
            <a:chOff x="3485855" y="3419750"/>
            <a:chExt cx="2350519" cy="2109784"/>
          </a:xfrm>
        </p:grpSpPr>
        <p:sp>
          <p:nvSpPr>
            <p:cNvPr id="78" name="文本框 47">
              <a:extLst>
                <a:ext uri="{FF2B5EF4-FFF2-40B4-BE49-F238E27FC236}">
                  <a16:creationId xmlns:a16="http://schemas.microsoft.com/office/drawing/2014/main" xmlns="" id="{B8F19FFF-4864-44D8-9D18-2F4255DFF5A6}"/>
                </a:ext>
              </a:extLst>
            </p:cNvPr>
            <p:cNvSpPr txBox="1"/>
            <p:nvPr/>
          </p:nvSpPr>
          <p:spPr>
            <a:xfrm>
              <a:off x="3485855" y="3419750"/>
              <a:ext cx="2282623" cy="377014"/>
            </a:xfrm>
            <a:prstGeom prst="rect">
              <a:avLst/>
            </a:prstGeom>
            <a:noFill/>
          </p:spPr>
          <p:txBody>
            <a:bodyPr wrap="square" lIns="68568" tIns="34284" rIns="68568" bIns="34284" rtlCol="0">
              <a:spAutoFit/>
            </a:bodyPr>
            <a:lstStyle/>
            <a:p>
              <a:pPr algn="ctr"/>
              <a:r>
                <a:rPr kumimoji="1" lang="zh-CN" altLang="en-US" sz="2000" b="1" dirty="0">
                  <a:solidFill>
                    <a:srgbClr val="595E64"/>
                  </a:solidFill>
                  <a:latin typeface="微软雅黑" panose="020B0503020204020204" pitchFamily="34" charset="-122"/>
                  <a:ea typeface="微软雅黑" panose="020B0503020204020204" pitchFamily="34" charset="-122"/>
                  <a:cs typeface="Segoe UI Light"/>
                </a:rPr>
                <a:t>点击此处添加标题</a:t>
              </a:r>
            </a:p>
          </p:txBody>
        </p:sp>
        <p:sp>
          <p:nvSpPr>
            <p:cNvPr id="79" name="文本框 48">
              <a:extLst>
                <a:ext uri="{FF2B5EF4-FFF2-40B4-BE49-F238E27FC236}">
                  <a16:creationId xmlns:a16="http://schemas.microsoft.com/office/drawing/2014/main" xmlns="" id="{303F38A7-C960-408B-9AAA-B68C6414015C}"/>
                </a:ext>
              </a:extLst>
            </p:cNvPr>
            <p:cNvSpPr txBox="1"/>
            <p:nvPr/>
          </p:nvSpPr>
          <p:spPr>
            <a:xfrm>
              <a:off x="3536114" y="3941290"/>
              <a:ext cx="2300260" cy="1588244"/>
            </a:xfrm>
            <a:prstGeom prst="rect">
              <a:avLst/>
            </a:prstGeom>
            <a:noFill/>
          </p:spPr>
          <p:txBody>
            <a:bodyPr wrap="square" lIns="68568" tIns="34284" rIns="68568" bIns="34284" rtlCol="0">
              <a:spAutoFit/>
            </a:bodyPr>
            <a:lstStyle/>
            <a:p>
              <a:pPr defTabSz="514261">
                <a:lnSpc>
                  <a:spcPct val="130000"/>
                </a:lnSpc>
              </a:pPr>
              <a:r>
                <a:rPr lang="zh-CN" altLang="en-US" sz="1100" dirty="0">
                  <a:solidFill>
                    <a:srgbClr val="595E64"/>
                  </a:solidFill>
                  <a:latin typeface="微软雅黑" panose="020B0503020204020204" pitchFamily="34" charset="-122"/>
                  <a:ea typeface="微软雅黑" panose="020B0503020204020204" pitchFamily="34" charset="-122"/>
                </a:rPr>
                <a:t>标题数字等都可以通过点击和重新输入进行更改标题标题数字等都可以通过点击和重新输入进行更改标题</a:t>
              </a:r>
            </a:p>
            <a:p>
              <a:pPr defTabSz="514261">
                <a:lnSpc>
                  <a:spcPct val="130000"/>
                </a:lnSpc>
              </a:pPr>
              <a:r>
                <a:rPr lang="zh-CN" altLang="en-US" sz="1100" dirty="0">
                  <a:solidFill>
                    <a:srgbClr val="595E64"/>
                  </a:solidFill>
                  <a:latin typeface="微软雅黑" panose="020B0503020204020204" pitchFamily="34" charset="-122"/>
                  <a:ea typeface="微软雅黑" panose="020B0503020204020204" pitchFamily="34" charset="-122"/>
                </a:rPr>
                <a:t>标题数字等都可以通过点击和重新输入进行更改标题</a:t>
              </a:r>
            </a:p>
            <a:p>
              <a:pPr defTabSz="514261">
                <a:lnSpc>
                  <a:spcPct val="130000"/>
                </a:lnSpc>
              </a:pPr>
              <a:endParaRPr lang="zh-CN" altLang="en-US" sz="1100" dirty="0">
                <a:solidFill>
                  <a:srgbClr val="595E64"/>
                </a:solidFill>
                <a:latin typeface="微软雅黑" panose="020B0503020204020204" pitchFamily="34" charset="-122"/>
                <a:ea typeface="微软雅黑" panose="020B0503020204020204" pitchFamily="34" charset="-122"/>
              </a:endParaRPr>
            </a:p>
          </p:txBody>
        </p:sp>
      </p:grpSp>
      <p:grpSp>
        <p:nvGrpSpPr>
          <p:cNvPr id="6" name="组合 5">
            <a:extLst>
              <a:ext uri="{FF2B5EF4-FFF2-40B4-BE49-F238E27FC236}">
                <a16:creationId xmlns:a16="http://schemas.microsoft.com/office/drawing/2014/main" xmlns="" id="{3DEBC773-04C7-4472-91A5-558E7320F1D6}"/>
              </a:ext>
            </a:extLst>
          </p:cNvPr>
          <p:cNvGrpSpPr/>
          <p:nvPr/>
        </p:nvGrpSpPr>
        <p:grpSpPr>
          <a:xfrm>
            <a:off x="6280565" y="3419750"/>
            <a:ext cx="2337247" cy="2109784"/>
            <a:chOff x="6280565" y="3419750"/>
            <a:chExt cx="2337247" cy="2109784"/>
          </a:xfrm>
        </p:grpSpPr>
        <p:sp>
          <p:nvSpPr>
            <p:cNvPr id="80" name="文本框 49">
              <a:extLst>
                <a:ext uri="{FF2B5EF4-FFF2-40B4-BE49-F238E27FC236}">
                  <a16:creationId xmlns:a16="http://schemas.microsoft.com/office/drawing/2014/main" xmlns="" id="{66310F79-8D97-4919-902D-0F2BB4AA683E}"/>
                </a:ext>
              </a:extLst>
            </p:cNvPr>
            <p:cNvSpPr txBox="1"/>
            <p:nvPr/>
          </p:nvSpPr>
          <p:spPr>
            <a:xfrm>
              <a:off x="6280565" y="3419750"/>
              <a:ext cx="2282623" cy="377014"/>
            </a:xfrm>
            <a:prstGeom prst="rect">
              <a:avLst/>
            </a:prstGeom>
            <a:noFill/>
          </p:spPr>
          <p:txBody>
            <a:bodyPr wrap="square" lIns="68568" tIns="34284" rIns="68568" bIns="34284" rtlCol="0">
              <a:spAutoFit/>
            </a:bodyPr>
            <a:lstStyle/>
            <a:p>
              <a:pPr algn="ctr"/>
              <a:r>
                <a:rPr kumimoji="1" lang="zh-CN" altLang="en-US" sz="2000" b="1" dirty="0">
                  <a:solidFill>
                    <a:srgbClr val="595E64"/>
                  </a:solidFill>
                  <a:latin typeface="微软雅黑" panose="020B0503020204020204" pitchFamily="34" charset="-122"/>
                  <a:ea typeface="微软雅黑" panose="020B0503020204020204" pitchFamily="34" charset="-122"/>
                  <a:cs typeface="Segoe UI Light"/>
                </a:rPr>
                <a:t>点击此处添加标题</a:t>
              </a:r>
            </a:p>
          </p:txBody>
        </p:sp>
        <p:sp>
          <p:nvSpPr>
            <p:cNvPr id="81" name="文本框 50">
              <a:extLst>
                <a:ext uri="{FF2B5EF4-FFF2-40B4-BE49-F238E27FC236}">
                  <a16:creationId xmlns:a16="http://schemas.microsoft.com/office/drawing/2014/main" xmlns="" id="{9F7A22F8-9EC1-4D0C-B080-1F8E7A36E5D1}"/>
                </a:ext>
              </a:extLst>
            </p:cNvPr>
            <p:cNvSpPr txBox="1"/>
            <p:nvPr/>
          </p:nvSpPr>
          <p:spPr>
            <a:xfrm>
              <a:off x="6317552" y="3941290"/>
              <a:ext cx="2300260" cy="1588244"/>
            </a:xfrm>
            <a:prstGeom prst="rect">
              <a:avLst/>
            </a:prstGeom>
            <a:noFill/>
          </p:spPr>
          <p:txBody>
            <a:bodyPr wrap="square" lIns="68568" tIns="34284" rIns="68568" bIns="34284" rtlCol="0">
              <a:spAutoFit/>
            </a:bodyPr>
            <a:lstStyle/>
            <a:p>
              <a:pPr defTabSz="514261">
                <a:lnSpc>
                  <a:spcPct val="130000"/>
                </a:lnSpc>
              </a:pPr>
              <a:r>
                <a:rPr lang="zh-CN" altLang="en-US" sz="1100" dirty="0">
                  <a:solidFill>
                    <a:srgbClr val="595E64"/>
                  </a:solidFill>
                  <a:latin typeface="微软雅黑" panose="020B0503020204020204" pitchFamily="34" charset="-122"/>
                  <a:ea typeface="微软雅黑" panose="020B0503020204020204" pitchFamily="34" charset="-122"/>
                </a:rPr>
                <a:t>标题数字等都可以通过点击和重新输入进行更改标题标题数字等都可以通过点击和重新输入进行更改标题</a:t>
              </a:r>
            </a:p>
            <a:p>
              <a:pPr defTabSz="514261">
                <a:lnSpc>
                  <a:spcPct val="130000"/>
                </a:lnSpc>
              </a:pPr>
              <a:r>
                <a:rPr lang="zh-CN" altLang="en-US" sz="1100" dirty="0">
                  <a:solidFill>
                    <a:srgbClr val="595E64"/>
                  </a:solidFill>
                  <a:latin typeface="微软雅黑" panose="020B0503020204020204" pitchFamily="34" charset="-122"/>
                  <a:ea typeface="微软雅黑" panose="020B0503020204020204" pitchFamily="34" charset="-122"/>
                </a:rPr>
                <a:t>标题数字等都可以通过点击和重新输入进行更改标题</a:t>
              </a:r>
            </a:p>
            <a:p>
              <a:pPr defTabSz="514261">
                <a:lnSpc>
                  <a:spcPct val="130000"/>
                </a:lnSpc>
              </a:pPr>
              <a:endParaRPr lang="zh-CN" altLang="en-US" sz="1100" dirty="0">
                <a:solidFill>
                  <a:srgbClr val="595E64"/>
                </a:solidFill>
                <a:latin typeface="微软雅黑" panose="020B0503020204020204" pitchFamily="34" charset="-122"/>
                <a:ea typeface="微软雅黑" panose="020B0503020204020204" pitchFamily="34" charset="-122"/>
              </a:endParaRPr>
            </a:p>
          </p:txBody>
        </p:sp>
      </p:grpSp>
      <p:grpSp>
        <p:nvGrpSpPr>
          <p:cNvPr id="7" name="组合 6">
            <a:extLst>
              <a:ext uri="{FF2B5EF4-FFF2-40B4-BE49-F238E27FC236}">
                <a16:creationId xmlns:a16="http://schemas.microsoft.com/office/drawing/2014/main" xmlns="" id="{6F345FCF-CB60-4C69-88D1-A33F7DDC1B5D}"/>
              </a:ext>
            </a:extLst>
          </p:cNvPr>
          <p:cNvGrpSpPr/>
          <p:nvPr/>
        </p:nvGrpSpPr>
        <p:grpSpPr>
          <a:xfrm>
            <a:off x="9157948" y="3419750"/>
            <a:ext cx="2350518" cy="2109784"/>
            <a:chOff x="9157948" y="3419750"/>
            <a:chExt cx="2350518" cy="2109784"/>
          </a:xfrm>
        </p:grpSpPr>
        <p:sp>
          <p:nvSpPr>
            <p:cNvPr id="82" name="文本框 51">
              <a:extLst>
                <a:ext uri="{FF2B5EF4-FFF2-40B4-BE49-F238E27FC236}">
                  <a16:creationId xmlns:a16="http://schemas.microsoft.com/office/drawing/2014/main" xmlns="" id="{85D1F802-3952-43F8-B2C5-CDF45B272FE5}"/>
                </a:ext>
              </a:extLst>
            </p:cNvPr>
            <p:cNvSpPr txBox="1"/>
            <p:nvPr/>
          </p:nvSpPr>
          <p:spPr>
            <a:xfrm>
              <a:off x="9157948" y="3419750"/>
              <a:ext cx="2282623" cy="377014"/>
            </a:xfrm>
            <a:prstGeom prst="rect">
              <a:avLst/>
            </a:prstGeom>
            <a:noFill/>
          </p:spPr>
          <p:txBody>
            <a:bodyPr wrap="square" lIns="68568" tIns="34284" rIns="68568" bIns="34284" rtlCol="0">
              <a:spAutoFit/>
            </a:bodyPr>
            <a:lstStyle/>
            <a:p>
              <a:pPr algn="ctr"/>
              <a:r>
                <a:rPr kumimoji="1" lang="zh-CN" altLang="en-US" sz="2000" b="1" dirty="0">
                  <a:solidFill>
                    <a:srgbClr val="595E64"/>
                  </a:solidFill>
                  <a:latin typeface="微软雅黑" panose="020B0503020204020204" pitchFamily="34" charset="-122"/>
                  <a:ea typeface="微软雅黑" panose="020B0503020204020204" pitchFamily="34" charset="-122"/>
                  <a:cs typeface="Segoe UI Light"/>
                </a:rPr>
                <a:t>点击此处添加标题</a:t>
              </a:r>
            </a:p>
          </p:txBody>
        </p:sp>
        <p:sp>
          <p:nvSpPr>
            <p:cNvPr id="83" name="文本框 52">
              <a:extLst>
                <a:ext uri="{FF2B5EF4-FFF2-40B4-BE49-F238E27FC236}">
                  <a16:creationId xmlns:a16="http://schemas.microsoft.com/office/drawing/2014/main" xmlns="" id="{A17656AC-F143-4C6E-B1F0-304C5A0FF191}"/>
                </a:ext>
              </a:extLst>
            </p:cNvPr>
            <p:cNvSpPr txBox="1"/>
            <p:nvPr/>
          </p:nvSpPr>
          <p:spPr>
            <a:xfrm>
              <a:off x="9208206" y="3941290"/>
              <a:ext cx="2300260" cy="1588244"/>
            </a:xfrm>
            <a:prstGeom prst="rect">
              <a:avLst/>
            </a:prstGeom>
            <a:noFill/>
          </p:spPr>
          <p:txBody>
            <a:bodyPr wrap="square" lIns="68568" tIns="34284" rIns="68568" bIns="34284" rtlCol="0">
              <a:spAutoFit/>
            </a:bodyPr>
            <a:lstStyle/>
            <a:p>
              <a:pPr defTabSz="514261">
                <a:lnSpc>
                  <a:spcPct val="130000"/>
                </a:lnSpc>
              </a:pPr>
              <a:r>
                <a:rPr lang="zh-CN" altLang="en-US" sz="1100" dirty="0">
                  <a:solidFill>
                    <a:srgbClr val="595E64"/>
                  </a:solidFill>
                  <a:latin typeface="微软雅黑" panose="020B0503020204020204" pitchFamily="34" charset="-122"/>
                  <a:ea typeface="微软雅黑" panose="020B0503020204020204" pitchFamily="34" charset="-122"/>
                </a:rPr>
                <a:t>标题数字等都可以通过点击和重新输入进行更改标题标题数字等都可以通过点击和重新输入进行更改标题</a:t>
              </a:r>
            </a:p>
            <a:p>
              <a:pPr defTabSz="514261">
                <a:lnSpc>
                  <a:spcPct val="130000"/>
                </a:lnSpc>
              </a:pPr>
              <a:r>
                <a:rPr lang="zh-CN" altLang="en-US" sz="1100" dirty="0">
                  <a:solidFill>
                    <a:srgbClr val="595E64"/>
                  </a:solidFill>
                  <a:latin typeface="微软雅黑" panose="020B0503020204020204" pitchFamily="34" charset="-122"/>
                  <a:ea typeface="微软雅黑" panose="020B0503020204020204" pitchFamily="34" charset="-122"/>
                </a:rPr>
                <a:t>标题数字等都可以通过点击和重新输入进行更改标题</a:t>
              </a:r>
            </a:p>
            <a:p>
              <a:pPr defTabSz="514261">
                <a:lnSpc>
                  <a:spcPct val="130000"/>
                </a:lnSpc>
              </a:pPr>
              <a:endParaRPr lang="zh-CN" altLang="en-US" sz="1100" dirty="0">
                <a:solidFill>
                  <a:srgbClr val="595E64"/>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2050361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500"/>
                                        <p:tgtEl>
                                          <p:spTgt spid="3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fade">
                                      <p:cBhvr>
                                        <p:cTn id="19" dur="500"/>
                                        <p:tgtEl>
                                          <p:spTgt spid="68"/>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42" presetClass="entr" presetSubtype="0"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42" presetClass="entr" presetSubtype="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par>
                          <p:cTn id="38" fill="hold">
                            <p:stCondLst>
                              <p:cond delay="5000"/>
                            </p:stCondLst>
                            <p:childTnLst>
                              <p:par>
                                <p:cTn id="39" presetID="42" presetClass="entr" presetSubtype="0" fill="hold" nodeType="after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1000"/>
                                        <p:tgtEl>
                                          <p:spTgt spid="3"/>
                                        </p:tgtEl>
                                      </p:cBhvr>
                                    </p:animEffect>
                                    <p:anim calcmode="lin" valueType="num">
                                      <p:cBhvr>
                                        <p:cTn id="42" dur="1000" fill="hold"/>
                                        <p:tgtEl>
                                          <p:spTgt spid="3"/>
                                        </p:tgtEl>
                                        <p:attrNameLst>
                                          <p:attrName>ppt_x</p:attrName>
                                        </p:attrNameLst>
                                      </p:cBhvr>
                                      <p:tavLst>
                                        <p:tav tm="0">
                                          <p:val>
                                            <p:strVal val="#ppt_x"/>
                                          </p:val>
                                        </p:tav>
                                        <p:tav tm="100000">
                                          <p:val>
                                            <p:strVal val="#ppt_x"/>
                                          </p:val>
                                        </p:tav>
                                      </p:tavLst>
                                    </p:anim>
                                    <p:anim calcmode="lin" valueType="num">
                                      <p:cBhvr>
                                        <p:cTn id="4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4.</a:t>
            </a:r>
            <a:r>
              <a:rPr lang="zh-CN" altLang="en-US" sz="3200" dirty="0">
                <a:solidFill>
                  <a:srgbClr val="B82B2A"/>
                </a:solidFill>
                <a:latin typeface="思源黑体 CN Bold" panose="020B0800000000000000" pitchFamily="34" charset="-122"/>
                <a:ea typeface="思源黑体 CN Bold" panose="020B0800000000000000" pitchFamily="34" charset="-122"/>
              </a:rPr>
              <a:t>明年工作规划</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íṩľïḓè">
            <a:extLst>
              <a:ext uri="{FF2B5EF4-FFF2-40B4-BE49-F238E27FC236}">
                <a16:creationId xmlns:a16="http://schemas.microsoft.com/office/drawing/2014/main" xmlns="" id="{5F134220-DB7A-4252-AF26-3F8054C6C441}"/>
              </a:ext>
            </a:extLst>
          </p:cNvPr>
          <p:cNvSpPr/>
          <p:nvPr/>
        </p:nvSpPr>
        <p:spPr>
          <a:xfrm>
            <a:off x="4029611" y="2441541"/>
            <a:ext cx="596992" cy="1"/>
          </a:xfrm>
          <a:prstGeom prst="line">
            <a:avLst/>
          </a:prstGeom>
          <a:ln w="19050">
            <a:solidFill>
              <a:schemeClr val="bg1">
                <a:lumMod val="75000"/>
              </a:schemeClr>
            </a:solidFill>
            <a:prstDash val="sysDash"/>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sp>
        <p:nvSpPr>
          <p:cNvPr id="7" name="îŝḷíḑè">
            <a:extLst>
              <a:ext uri="{FF2B5EF4-FFF2-40B4-BE49-F238E27FC236}">
                <a16:creationId xmlns:a16="http://schemas.microsoft.com/office/drawing/2014/main" xmlns="" id="{4D3B5E93-3796-4F36-9D67-AE1BD718E05F}"/>
              </a:ext>
            </a:extLst>
          </p:cNvPr>
          <p:cNvSpPr/>
          <p:nvPr/>
        </p:nvSpPr>
        <p:spPr>
          <a:xfrm>
            <a:off x="7513272" y="2441541"/>
            <a:ext cx="596992" cy="1"/>
          </a:xfrm>
          <a:prstGeom prst="line">
            <a:avLst/>
          </a:prstGeom>
          <a:ln w="19050">
            <a:solidFill>
              <a:schemeClr val="bg1">
                <a:lumMod val="75000"/>
              </a:schemeClr>
            </a:solidFill>
            <a:prstDash val="sysDash"/>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sp>
        <p:nvSpPr>
          <p:cNvPr id="8" name="ïsḷïḓê">
            <a:extLst>
              <a:ext uri="{FF2B5EF4-FFF2-40B4-BE49-F238E27FC236}">
                <a16:creationId xmlns:a16="http://schemas.microsoft.com/office/drawing/2014/main" xmlns="" id="{E1F9F42E-3F37-4075-BFB0-36DA74B9573B}"/>
              </a:ext>
            </a:extLst>
          </p:cNvPr>
          <p:cNvSpPr/>
          <p:nvPr/>
        </p:nvSpPr>
        <p:spPr>
          <a:xfrm>
            <a:off x="2601332" y="3290578"/>
            <a:ext cx="6989336" cy="59699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1942"/>
                </a:lnTo>
                <a:lnTo>
                  <a:pt x="0" y="11942"/>
                </a:lnTo>
                <a:lnTo>
                  <a:pt x="0" y="21600"/>
                </a:lnTo>
              </a:path>
            </a:pathLst>
          </a:custGeom>
          <a:ln w="19050">
            <a:solidFill>
              <a:schemeClr val="bg1">
                <a:lumMod val="75000"/>
              </a:schemeClr>
            </a:solidFill>
            <a:prstDash val="sysDash"/>
            <a:tailEnd type="triangle"/>
          </a:ln>
        </p:spPr>
        <p:txBody>
          <a:bodyPr anchor="ctr"/>
          <a:lstStyle/>
          <a:p>
            <a:pPr algn="ctr"/>
            <a:endParaRPr sz="2400">
              <a:latin typeface="微软雅黑" panose="020B0503020204020204" pitchFamily="34" charset="-122"/>
              <a:ea typeface="微软雅黑" panose="020B0503020204020204" pitchFamily="34" charset="-122"/>
            </a:endParaRPr>
          </a:p>
        </p:txBody>
      </p:sp>
      <p:sp>
        <p:nvSpPr>
          <p:cNvPr id="9" name="ïṣ1ïḋê">
            <a:extLst>
              <a:ext uri="{FF2B5EF4-FFF2-40B4-BE49-F238E27FC236}">
                <a16:creationId xmlns:a16="http://schemas.microsoft.com/office/drawing/2014/main" xmlns="" id="{E124DF75-8429-4B93-A8DE-0DA875E40C09}"/>
              </a:ext>
            </a:extLst>
          </p:cNvPr>
          <p:cNvSpPr/>
          <p:nvPr/>
        </p:nvSpPr>
        <p:spPr>
          <a:xfrm>
            <a:off x="4029611" y="4799734"/>
            <a:ext cx="596992" cy="1"/>
          </a:xfrm>
          <a:prstGeom prst="line">
            <a:avLst/>
          </a:prstGeom>
          <a:ln w="19050">
            <a:solidFill>
              <a:schemeClr val="bg1">
                <a:lumMod val="75000"/>
              </a:schemeClr>
            </a:solidFill>
            <a:prstDash val="sysDash"/>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sp>
        <p:nvSpPr>
          <p:cNvPr id="10" name="iṧḻïḑé">
            <a:extLst>
              <a:ext uri="{FF2B5EF4-FFF2-40B4-BE49-F238E27FC236}">
                <a16:creationId xmlns:a16="http://schemas.microsoft.com/office/drawing/2014/main" xmlns="" id="{7F1F8AE0-2AFD-484B-9AD4-3345FE66596C}"/>
              </a:ext>
            </a:extLst>
          </p:cNvPr>
          <p:cNvSpPr/>
          <p:nvPr/>
        </p:nvSpPr>
        <p:spPr>
          <a:xfrm>
            <a:off x="7513523" y="4810036"/>
            <a:ext cx="596992" cy="1"/>
          </a:xfrm>
          <a:prstGeom prst="line">
            <a:avLst/>
          </a:prstGeom>
          <a:ln w="19050">
            <a:solidFill>
              <a:schemeClr val="bg1">
                <a:lumMod val="75000"/>
              </a:schemeClr>
            </a:solidFill>
            <a:prstDash val="sysDash"/>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sp>
        <p:nvSpPr>
          <p:cNvPr id="11" name="îṧḷíďè">
            <a:extLst>
              <a:ext uri="{FF2B5EF4-FFF2-40B4-BE49-F238E27FC236}">
                <a16:creationId xmlns:a16="http://schemas.microsoft.com/office/drawing/2014/main" xmlns="" id="{CCE42D72-63BB-4B29-A162-BA6336509256}"/>
              </a:ext>
            </a:extLst>
          </p:cNvPr>
          <p:cNvSpPr/>
          <p:nvPr/>
        </p:nvSpPr>
        <p:spPr>
          <a:xfrm>
            <a:off x="4677220" y="1589184"/>
            <a:ext cx="2841193" cy="1704716"/>
          </a:xfrm>
          <a:prstGeom prst="rect">
            <a:avLst/>
          </a:prstGeom>
          <a:blipFill>
            <a:blip r:embed="rId2"/>
            <a:srcRect/>
            <a:stretch>
              <a:fillRect t="-5385" b="-5292"/>
            </a:stretch>
          </a:blipFill>
          <a:ln w="12700">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sp>
        <p:nvSpPr>
          <p:cNvPr id="13" name="îṡļiḓe">
            <a:extLst>
              <a:ext uri="{FF2B5EF4-FFF2-40B4-BE49-F238E27FC236}">
                <a16:creationId xmlns:a16="http://schemas.microsoft.com/office/drawing/2014/main" xmlns="" id="{EF6E7512-325A-4101-8BC3-DA1E04FA86E8}"/>
              </a:ext>
            </a:extLst>
          </p:cNvPr>
          <p:cNvSpPr/>
          <p:nvPr/>
        </p:nvSpPr>
        <p:spPr>
          <a:xfrm>
            <a:off x="1189082" y="3939929"/>
            <a:ext cx="2841193" cy="1704714"/>
          </a:xfrm>
          <a:prstGeom prst="rect">
            <a:avLst/>
          </a:prstGeom>
          <a:blipFill>
            <a:blip r:embed="rId3"/>
            <a:srcRect/>
            <a:stretch>
              <a:fillRect t="-5385" b="-5292"/>
            </a:stretch>
          </a:blipFill>
          <a:ln w="12700">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sp>
        <p:nvSpPr>
          <p:cNvPr id="15" name="íṧ1ïḍe">
            <a:extLst>
              <a:ext uri="{FF2B5EF4-FFF2-40B4-BE49-F238E27FC236}">
                <a16:creationId xmlns:a16="http://schemas.microsoft.com/office/drawing/2014/main" xmlns="" id="{D101C41C-4DD7-4C5E-A00F-F830DCF96526}"/>
              </a:ext>
            </a:extLst>
          </p:cNvPr>
          <p:cNvSpPr/>
          <p:nvPr/>
        </p:nvSpPr>
        <p:spPr>
          <a:xfrm>
            <a:off x="8170070" y="3939929"/>
            <a:ext cx="2841193" cy="1704714"/>
          </a:xfrm>
          <a:prstGeom prst="rect">
            <a:avLst/>
          </a:prstGeom>
          <a:blipFill>
            <a:blip r:embed="rId4"/>
            <a:srcRect/>
            <a:stretch>
              <a:fillRect t="-5385" b="-5292"/>
            </a:stretch>
          </a:blipFill>
          <a:ln w="12700">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xmlns="" id="{A1E9A74A-9C56-4AEF-A5DB-3D357FB69F1F}"/>
              </a:ext>
            </a:extLst>
          </p:cNvPr>
          <p:cNvGrpSpPr/>
          <p:nvPr/>
        </p:nvGrpSpPr>
        <p:grpSpPr>
          <a:xfrm>
            <a:off x="1180736" y="1589184"/>
            <a:ext cx="2882621" cy="1704716"/>
            <a:chOff x="1180736" y="1589184"/>
            <a:chExt cx="2882621" cy="1704716"/>
          </a:xfrm>
        </p:grpSpPr>
        <p:sp>
          <p:nvSpPr>
            <p:cNvPr id="6" name="îśḻîďé">
              <a:extLst>
                <a:ext uri="{FF2B5EF4-FFF2-40B4-BE49-F238E27FC236}">
                  <a16:creationId xmlns:a16="http://schemas.microsoft.com/office/drawing/2014/main" xmlns="" id="{EB7398D1-C67F-4211-ADEF-5D18468CC7A6}"/>
                </a:ext>
              </a:extLst>
            </p:cNvPr>
            <p:cNvSpPr/>
            <p:nvPr/>
          </p:nvSpPr>
          <p:spPr>
            <a:xfrm>
              <a:off x="1180736" y="1589184"/>
              <a:ext cx="2841193" cy="1704716"/>
            </a:xfrm>
            <a:prstGeom prst="rect">
              <a:avLst/>
            </a:prstGeom>
            <a:solidFill>
              <a:srgbClr val="E11023"/>
            </a:solidFill>
            <a:ln w="12700">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grpSp>
          <p:nvGrpSpPr>
            <p:cNvPr id="16" name="组合 15">
              <a:extLst>
                <a:ext uri="{FF2B5EF4-FFF2-40B4-BE49-F238E27FC236}">
                  <a16:creationId xmlns:a16="http://schemas.microsoft.com/office/drawing/2014/main" xmlns="" id="{0BE034D4-AC4C-4318-877E-DD00846512EC}"/>
                </a:ext>
              </a:extLst>
            </p:cNvPr>
            <p:cNvGrpSpPr/>
            <p:nvPr/>
          </p:nvGrpSpPr>
          <p:grpSpPr>
            <a:xfrm>
              <a:off x="1281172" y="1787201"/>
              <a:ext cx="2782185" cy="1406908"/>
              <a:chOff x="3624780" y="2412339"/>
              <a:chExt cx="2133782" cy="1217631"/>
            </a:xfrm>
          </p:grpSpPr>
          <p:sp>
            <p:nvSpPr>
              <p:cNvPr id="17" name="文本框 16">
                <a:extLst>
                  <a:ext uri="{FF2B5EF4-FFF2-40B4-BE49-F238E27FC236}">
                    <a16:creationId xmlns:a16="http://schemas.microsoft.com/office/drawing/2014/main" xmlns="" id="{3A6ADC14-D932-4D72-98FA-ED8BA2E6CC9B}"/>
                  </a:ext>
                </a:extLst>
              </p:cNvPr>
              <p:cNvSpPr txBox="1"/>
              <p:nvPr/>
            </p:nvSpPr>
            <p:spPr>
              <a:xfrm>
                <a:off x="3624780" y="2412339"/>
                <a:ext cx="2133781" cy="399555"/>
              </a:xfrm>
              <a:prstGeom prst="rect">
                <a:avLst/>
              </a:prstGeom>
              <a:noFill/>
            </p:spPr>
            <p:txBody>
              <a:bodyPr wrap="square" rtlCol="0">
                <a:spAutoFit/>
                <a:scene3d>
                  <a:camera prst="orthographicFront"/>
                  <a:lightRig rig="threePt" dir="t"/>
                </a:scene3d>
                <a:sp3d contourW="12700"/>
              </a:bodyPr>
              <a:lstStyle/>
              <a:p>
                <a:r>
                  <a:rPr lang="zh-CN" altLang="en-US" sz="2400" b="1" dirty="0">
                    <a:solidFill>
                      <a:schemeClr val="bg1"/>
                    </a:solidFill>
                    <a:latin typeface="微软雅黑" panose="020B0503020204020204" pitchFamily="34" charset="-122"/>
                    <a:ea typeface="微软雅黑" panose="020B0503020204020204" pitchFamily="34" charset="-122"/>
                  </a:rPr>
                  <a:t>标题文字添加</a:t>
                </a:r>
              </a:p>
            </p:txBody>
          </p:sp>
          <p:sp>
            <p:nvSpPr>
              <p:cNvPr id="18" name="文本框 17">
                <a:extLst>
                  <a:ext uri="{FF2B5EF4-FFF2-40B4-BE49-F238E27FC236}">
                    <a16:creationId xmlns:a16="http://schemas.microsoft.com/office/drawing/2014/main" xmlns="" id="{A21E5D8B-6B5B-43A1-9E73-EA68CC5A185E}"/>
                  </a:ext>
                </a:extLst>
              </p:cNvPr>
              <p:cNvSpPr txBox="1"/>
              <p:nvPr/>
            </p:nvSpPr>
            <p:spPr>
              <a:xfrm>
                <a:off x="3624780" y="2750893"/>
                <a:ext cx="2133782" cy="879077"/>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dirty="0">
                    <a:solidFill>
                      <a:schemeClr val="bg1"/>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grpSp>
        <p:nvGrpSpPr>
          <p:cNvPr id="27" name="组合 26">
            <a:extLst>
              <a:ext uri="{FF2B5EF4-FFF2-40B4-BE49-F238E27FC236}">
                <a16:creationId xmlns:a16="http://schemas.microsoft.com/office/drawing/2014/main" xmlns="" id="{57B7C452-C9F5-48A4-8853-417B8F27A1F4}"/>
              </a:ext>
            </a:extLst>
          </p:cNvPr>
          <p:cNvGrpSpPr/>
          <p:nvPr/>
        </p:nvGrpSpPr>
        <p:grpSpPr>
          <a:xfrm>
            <a:off x="4677220" y="3945102"/>
            <a:ext cx="2841193" cy="1704714"/>
            <a:chOff x="4677220" y="3945102"/>
            <a:chExt cx="2841193" cy="1704714"/>
          </a:xfrm>
        </p:grpSpPr>
        <p:sp>
          <p:nvSpPr>
            <p:cNvPr id="14" name="íṣḷíde">
              <a:extLst>
                <a:ext uri="{FF2B5EF4-FFF2-40B4-BE49-F238E27FC236}">
                  <a16:creationId xmlns:a16="http://schemas.microsoft.com/office/drawing/2014/main" xmlns="" id="{7BFCE7D7-DF15-40E2-B55E-95E9867E2B3F}"/>
                </a:ext>
              </a:extLst>
            </p:cNvPr>
            <p:cNvSpPr/>
            <p:nvPr/>
          </p:nvSpPr>
          <p:spPr>
            <a:xfrm>
              <a:off x="4677220" y="3945102"/>
              <a:ext cx="2841193" cy="1704714"/>
            </a:xfrm>
            <a:prstGeom prst="rect">
              <a:avLst/>
            </a:prstGeom>
            <a:solidFill>
              <a:srgbClr val="E11023"/>
            </a:solidFill>
            <a:ln w="12700">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xmlns="" id="{0F8C5831-98D7-439B-9B78-15D4B26B3AF4}"/>
                </a:ext>
              </a:extLst>
            </p:cNvPr>
            <p:cNvGrpSpPr/>
            <p:nvPr/>
          </p:nvGrpSpPr>
          <p:grpSpPr>
            <a:xfrm>
              <a:off x="4712720" y="4142935"/>
              <a:ext cx="2782185" cy="1406908"/>
              <a:chOff x="3624780" y="2412339"/>
              <a:chExt cx="2133782" cy="1217631"/>
            </a:xfrm>
          </p:grpSpPr>
          <p:sp>
            <p:nvSpPr>
              <p:cNvPr id="20" name="文本框 19">
                <a:extLst>
                  <a:ext uri="{FF2B5EF4-FFF2-40B4-BE49-F238E27FC236}">
                    <a16:creationId xmlns:a16="http://schemas.microsoft.com/office/drawing/2014/main" xmlns="" id="{5C0DCEAA-D68B-4F86-BBFB-62DE5D0CA4C0}"/>
                  </a:ext>
                </a:extLst>
              </p:cNvPr>
              <p:cNvSpPr txBox="1"/>
              <p:nvPr/>
            </p:nvSpPr>
            <p:spPr>
              <a:xfrm>
                <a:off x="3624780" y="2412339"/>
                <a:ext cx="2133781" cy="399555"/>
              </a:xfrm>
              <a:prstGeom prst="rect">
                <a:avLst/>
              </a:prstGeom>
              <a:noFill/>
            </p:spPr>
            <p:txBody>
              <a:bodyPr wrap="square" rtlCol="0">
                <a:spAutoFit/>
                <a:scene3d>
                  <a:camera prst="orthographicFront"/>
                  <a:lightRig rig="threePt" dir="t"/>
                </a:scene3d>
                <a:sp3d contourW="12700"/>
              </a:bodyPr>
              <a:lstStyle/>
              <a:p>
                <a:r>
                  <a:rPr lang="zh-CN" altLang="en-US" sz="2400" b="1" dirty="0">
                    <a:solidFill>
                      <a:schemeClr val="bg1"/>
                    </a:solidFill>
                    <a:latin typeface="微软雅黑" panose="020B0503020204020204" pitchFamily="34" charset="-122"/>
                    <a:ea typeface="微软雅黑" panose="020B0503020204020204" pitchFamily="34" charset="-122"/>
                  </a:rPr>
                  <a:t>标题文字添加</a:t>
                </a:r>
              </a:p>
            </p:txBody>
          </p:sp>
          <p:sp>
            <p:nvSpPr>
              <p:cNvPr id="21" name="文本框 20">
                <a:extLst>
                  <a:ext uri="{FF2B5EF4-FFF2-40B4-BE49-F238E27FC236}">
                    <a16:creationId xmlns:a16="http://schemas.microsoft.com/office/drawing/2014/main" xmlns="" id="{854194F3-D7D7-4B93-8EBB-323384C7A79F}"/>
                  </a:ext>
                </a:extLst>
              </p:cNvPr>
              <p:cNvSpPr txBox="1"/>
              <p:nvPr/>
            </p:nvSpPr>
            <p:spPr>
              <a:xfrm>
                <a:off x="3624780" y="2750893"/>
                <a:ext cx="2133782" cy="879077"/>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dirty="0">
                    <a:solidFill>
                      <a:schemeClr val="bg1"/>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grpSp>
        <p:nvGrpSpPr>
          <p:cNvPr id="26" name="组合 25">
            <a:extLst>
              <a:ext uri="{FF2B5EF4-FFF2-40B4-BE49-F238E27FC236}">
                <a16:creationId xmlns:a16="http://schemas.microsoft.com/office/drawing/2014/main" xmlns="" id="{E6E78202-D93F-4D36-B58C-56F71B84306D}"/>
              </a:ext>
            </a:extLst>
          </p:cNvPr>
          <p:cNvGrpSpPr/>
          <p:nvPr/>
        </p:nvGrpSpPr>
        <p:grpSpPr>
          <a:xfrm>
            <a:off x="8158350" y="1589184"/>
            <a:ext cx="2841193" cy="1704716"/>
            <a:chOff x="8158350" y="1589184"/>
            <a:chExt cx="2841193" cy="1704716"/>
          </a:xfrm>
        </p:grpSpPr>
        <p:sp>
          <p:nvSpPr>
            <p:cNvPr id="12" name="îś1iḓè">
              <a:extLst>
                <a:ext uri="{FF2B5EF4-FFF2-40B4-BE49-F238E27FC236}">
                  <a16:creationId xmlns:a16="http://schemas.microsoft.com/office/drawing/2014/main" xmlns="" id="{3087EE75-0855-435D-B829-993EB2D7A63E}"/>
                </a:ext>
              </a:extLst>
            </p:cNvPr>
            <p:cNvSpPr/>
            <p:nvPr/>
          </p:nvSpPr>
          <p:spPr>
            <a:xfrm>
              <a:off x="8158350" y="1589184"/>
              <a:ext cx="2841193" cy="1704716"/>
            </a:xfrm>
            <a:prstGeom prst="rect">
              <a:avLst/>
            </a:prstGeom>
            <a:solidFill>
              <a:srgbClr val="E11023"/>
            </a:solidFill>
            <a:ln w="12700">
              <a:miter lim="400000"/>
            </a:ln>
          </p:spPr>
          <p:txBody>
            <a:bodyPr anchor="ctr"/>
            <a:lstStyle/>
            <a:p>
              <a:pPr algn="ctr"/>
              <a:endParaRPr sz="2400">
                <a:latin typeface="微软雅黑" panose="020B0503020204020204" pitchFamily="34" charset="-122"/>
                <a:ea typeface="微软雅黑" panose="020B0503020204020204" pitchFamily="34" charset="-122"/>
              </a:endParaRPr>
            </a:p>
          </p:txBody>
        </p:sp>
        <p:grpSp>
          <p:nvGrpSpPr>
            <p:cNvPr id="22" name="组合 21">
              <a:extLst>
                <a:ext uri="{FF2B5EF4-FFF2-40B4-BE49-F238E27FC236}">
                  <a16:creationId xmlns:a16="http://schemas.microsoft.com/office/drawing/2014/main" xmlns="" id="{9FAA93DD-820F-4F9D-B0DA-7F5BCBB52DD4}"/>
                </a:ext>
              </a:extLst>
            </p:cNvPr>
            <p:cNvGrpSpPr/>
            <p:nvPr/>
          </p:nvGrpSpPr>
          <p:grpSpPr>
            <a:xfrm>
              <a:off x="8199574" y="1787201"/>
              <a:ext cx="2782185" cy="1406908"/>
              <a:chOff x="3624780" y="2412339"/>
              <a:chExt cx="2133782" cy="1217631"/>
            </a:xfrm>
          </p:grpSpPr>
          <p:sp>
            <p:nvSpPr>
              <p:cNvPr id="23" name="文本框 22">
                <a:extLst>
                  <a:ext uri="{FF2B5EF4-FFF2-40B4-BE49-F238E27FC236}">
                    <a16:creationId xmlns:a16="http://schemas.microsoft.com/office/drawing/2014/main" xmlns="" id="{2D3D8872-8B2B-4600-9FB8-F4FEA9E0FBB2}"/>
                  </a:ext>
                </a:extLst>
              </p:cNvPr>
              <p:cNvSpPr txBox="1"/>
              <p:nvPr/>
            </p:nvSpPr>
            <p:spPr>
              <a:xfrm>
                <a:off x="3624780" y="2412339"/>
                <a:ext cx="2133781" cy="399555"/>
              </a:xfrm>
              <a:prstGeom prst="rect">
                <a:avLst/>
              </a:prstGeom>
              <a:noFill/>
            </p:spPr>
            <p:txBody>
              <a:bodyPr wrap="square" rtlCol="0">
                <a:spAutoFit/>
                <a:scene3d>
                  <a:camera prst="orthographicFront"/>
                  <a:lightRig rig="threePt" dir="t"/>
                </a:scene3d>
                <a:sp3d contourW="12700"/>
              </a:bodyPr>
              <a:lstStyle/>
              <a:p>
                <a:r>
                  <a:rPr lang="zh-CN" altLang="en-US" sz="2400" b="1" dirty="0">
                    <a:solidFill>
                      <a:schemeClr val="bg1"/>
                    </a:solidFill>
                    <a:latin typeface="微软雅黑" panose="020B0503020204020204" pitchFamily="34" charset="-122"/>
                    <a:ea typeface="微软雅黑" panose="020B0503020204020204" pitchFamily="34" charset="-122"/>
                  </a:rPr>
                  <a:t>标题文字添加</a:t>
                </a:r>
              </a:p>
            </p:txBody>
          </p:sp>
          <p:sp>
            <p:nvSpPr>
              <p:cNvPr id="24" name="文本框 23">
                <a:extLst>
                  <a:ext uri="{FF2B5EF4-FFF2-40B4-BE49-F238E27FC236}">
                    <a16:creationId xmlns:a16="http://schemas.microsoft.com/office/drawing/2014/main" xmlns="" id="{AC36D34F-2FF2-45F2-BB60-3AE511ED6FA7}"/>
                  </a:ext>
                </a:extLst>
              </p:cNvPr>
              <p:cNvSpPr txBox="1"/>
              <p:nvPr/>
            </p:nvSpPr>
            <p:spPr>
              <a:xfrm>
                <a:off x="3624780" y="2750893"/>
                <a:ext cx="2133782" cy="879077"/>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dirty="0">
                    <a:solidFill>
                      <a:schemeClr val="bg1"/>
                    </a:solidFill>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grpSp>
      </p:grpSp>
    </p:spTree>
    <p:extLst>
      <p:ext uri="{BB962C8B-B14F-4D97-AF65-F5344CB8AC3E}">
        <p14:creationId xmlns:p14="http://schemas.microsoft.com/office/powerpoint/2010/main" val="33566301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1500"/>
                            </p:stCondLst>
                            <p:childTnLst>
                              <p:par>
                                <p:cTn id="17" presetID="16" presetClass="entr" presetSubtype="2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6" presetClass="entr" presetSubtype="21"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childTnLst>
                          </p:cTn>
                        </p:par>
                        <p:par>
                          <p:cTn id="40" fill="hold">
                            <p:stCondLst>
                              <p:cond delay="4500"/>
                            </p:stCondLst>
                            <p:childTnLst>
                              <p:par>
                                <p:cTn id="41" presetID="16" presetClass="entr" presetSubtype="21"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arn(inVertical)">
                                      <p:cBhvr>
                                        <p:cTn id="43" dur="500"/>
                                        <p:tgtEl>
                                          <p:spTgt spid="10"/>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3"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4.</a:t>
            </a:r>
            <a:r>
              <a:rPr lang="zh-CN" altLang="en-US" sz="3200" dirty="0">
                <a:solidFill>
                  <a:srgbClr val="B82B2A"/>
                </a:solidFill>
                <a:latin typeface="思源黑体 CN Bold" panose="020B0800000000000000" pitchFamily="34" charset="-122"/>
                <a:ea typeface="思源黑体 CN Bold" panose="020B0800000000000000" pitchFamily="34" charset="-122"/>
              </a:rPr>
              <a:t>明年工作规划</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xmlns="" id="{E50D49D4-E86D-47E9-94BE-8433171F8443}"/>
              </a:ext>
            </a:extLst>
          </p:cNvPr>
          <p:cNvSpPr/>
          <p:nvPr/>
        </p:nvSpPr>
        <p:spPr>
          <a:xfrm>
            <a:off x="6075121" y="2025556"/>
            <a:ext cx="5586300" cy="910890"/>
          </a:xfrm>
          <a:prstGeom prst="rect">
            <a:avLst/>
          </a:prstGeom>
        </p:spPr>
        <p:txBody>
          <a:bodyPr wrap="square">
            <a:spAutoFit/>
          </a:bodyPr>
          <a:lstStyle/>
          <a:p>
            <a:pPr>
              <a:lnSpc>
                <a:spcPts val="22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点击此处添加内容点击此处添加内容点击此处添加内容点击此处添加内容点击此处添加内容点击此处添加内容点击此处添加内容点击此处添加内容点击此处添加内容</a:t>
            </a:r>
          </a:p>
        </p:txBody>
      </p:sp>
      <p:sp>
        <p:nvSpPr>
          <p:cNvPr id="6" name="矩形 5">
            <a:extLst>
              <a:ext uri="{FF2B5EF4-FFF2-40B4-BE49-F238E27FC236}">
                <a16:creationId xmlns:a16="http://schemas.microsoft.com/office/drawing/2014/main" xmlns="" id="{AFAD9A5F-7725-434F-BDAC-BA16777BD918}"/>
              </a:ext>
            </a:extLst>
          </p:cNvPr>
          <p:cNvSpPr/>
          <p:nvPr/>
        </p:nvSpPr>
        <p:spPr>
          <a:xfrm>
            <a:off x="6047659" y="1521551"/>
            <a:ext cx="2098264" cy="489491"/>
          </a:xfrm>
          <a:prstGeom prst="rect">
            <a:avLst/>
          </a:prstGeom>
        </p:spPr>
        <p:txBody>
          <a:bodyPr vert="horz" lIns="91440" tIns="45720" rIns="91440" bIns="45720" rtlCol="0" anchor="b">
            <a:noAutofit/>
          </a:bodyPr>
          <a:lstStyle/>
          <a:p>
            <a:pPr>
              <a:lnSpc>
                <a:spcPct val="90000"/>
              </a:lnSpc>
              <a:spcBef>
                <a:spcPct val="0"/>
              </a:spcBef>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j-cs"/>
              </a:rPr>
              <a:t>输入文字</a:t>
            </a:r>
          </a:p>
        </p:txBody>
      </p:sp>
      <p:grpSp>
        <p:nvGrpSpPr>
          <p:cNvPr id="7" name="组合 6">
            <a:extLst>
              <a:ext uri="{FF2B5EF4-FFF2-40B4-BE49-F238E27FC236}">
                <a16:creationId xmlns:a16="http://schemas.microsoft.com/office/drawing/2014/main" xmlns="" id="{868FFCBA-1787-4CD1-980B-ECC625C710E2}"/>
              </a:ext>
            </a:extLst>
          </p:cNvPr>
          <p:cNvGrpSpPr/>
          <p:nvPr/>
        </p:nvGrpSpPr>
        <p:grpSpPr>
          <a:xfrm>
            <a:off x="6207144" y="3264890"/>
            <a:ext cx="5322255" cy="2236863"/>
            <a:chOff x="5690192" y="3581110"/>
            <a:chExt cx="5322255" cy="2236863"/>
          </a:xfrm>
        </p:grpSpPr>
        <p:sp>
          <p:nvSpPr>
            <p:cNvPr id="8" name="矩形 7">
              <a:extLst>
                <a:ext uri="{FF2B5EF4-FFF2-40B4-BE49-F238E27FC236}">
                  <a16:creationId xmlns:a16="http://schemas.microsoft.com/office/drawing/2014/main" xmlns="" id="{E7E48023-81F8-4864-8796-EFC8561B7AB3}"/>
                </a:ext>
              </a:extLst>
            </p:cNvPr>
            <p:cNvSpPr/>
            <p:nvPr/>
          </p:nvSpPr>
          <p:spPr>
            <a:xfrm>
              <a:off x="5690192" y="3581110"/>
              <a:ext cx="5322255" cy="633668"/>
            </a:xfrm>
            <a:prstGeom prst="rect">
              <a:avLst/>
            </a:pr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xmlns="" id="{27FCC548-19A7-4983-8ABE-D3B8A8F8CD4B}"/>
                </a:ext>
              </a:extLst>
            </p:cNvPr>
            <p:cNvSpPr/>
            <p:nvPr/>
          </p:nvSpPr>
          <p:spPr>
            <a:xfrm>
              <a:off x="5690192" y="3581110"/>
              <a:ext cx="4248110" cy="633668"/>
            </a:xfrm>
            <a:prstGeom prst="rect">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xmlns="" id="{D333F2BA-34A0-4C7A-BDC4-C325EF34ECB6}"/>
                </a:ext>
              </a:extLst>
            </p:cNvPr>
            <p:cNvSpPr/>
            <p:nvPr/>
          </p:nvSpPr>
          <p:spPr>
            <a:xfrm>
              <a:off x="5808548" y="3740389"/>
              <a:ext cx="901139" cy="338466"/>
            </a:xfrm>
            <a:prstGeom prst="rect">
              <a:avLst/>
            </a:prstGeom>
          </p:spPr>
          <p:txBody>
            <a:bodyPr wrap="square">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Calibri" panose="020F0502020204030204" pitchFamily="34" charset="0"/>
                </a:rPr>
                <a:t>80%</a:t>
              </a:r>
              <a:endParaRPr kumimoji="0" lang="zh-CN" altLang="en-US" sz="1600" b="1"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Calibri" panose="020F0502020204030204" pitchFamily="34" charset="0"/>
              </a:endParaRPr>
            </a:p>
          </p:txBody>
        </p:sp>
        <p:sp>
          <p:nvSpPr>
            <p:cNvPr id="11" name="矩形 10">
              <a:extLst>
                <a:ext uri="{FF2B5EF4-FFF2-40B4-BE49-F238E27FC236}">
                  <a16:creationId xmlns:a16="http://schemas.microsoft.com/office/drawing/2014/main" xmlns="" id="{4BC7F571-BAFF-4D9F-A4ED-8CD4D5D6CCA9}"/>
                </a:ext>
              </a:extLst>
            </p:cNvPr>
            <p:cNvSpPr/>
            <p:nvPr/>
          </p:nvSpPr>
          <p:spPr>
            <a:xfrm>
              <a:off x="5690192" y="4382707"/>
              <a:ext cx="5322255" cy="633668"/>
            </a:xfrm>
            <a:prstGeom prst="rect">
              <a:avLst/>
            </a:pr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xmlns="" id="{E0A57CFD-7A56-463B-998E-DB251F289C85}"/>
                </a:ext>
              </a:extLst>
            </p:cNvPr>
            <p:cNvSpPr/>
            <p:nvPr/>
          </p:nvSpPr>
          <p:spPr>
            <a:xfrm>
              <a:off x="5690192" y="4382707"/>
              <a:ext cx="3639377" cy="633668"/>
            </a:xfrm>
            <a:prstGeom prst="rect">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383838"/>
                </a:solidFill>
                <a:effectLst/>
                <a:uLnTx/>
                <a:uFillTx/>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xmlns="" id="{B909C631-7FD1-4A0A-A843-8001AE88A9B6}"/>
                </a:ext>
              </a:extLst>
            </p:cNvPr>
            <p:cNvSpPr/>
            <p:nvPr/>
          </p:nvSpPr>
          <p:spPr>
            <a:xfrm>
              <a:off x="5808548" y="4522124"/>
              <a:ext cx="756777" cy="338466"/>
            </a:xfrm>
            <a:prstGeom prst="rect">
              <a:avLst/>
            </a:prstGeom>
          </p:spPr>
          <p:txBody>
            <a:bodyPr wrap="square">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Calibri" panose="020F0502020204030204" pitchFamily="34" charset="0"/>
                </a:rPr>
                <a:t>68%</a:t>
              </a:r>
              <a:endParaRPr kumimoji="0" lang="zh-CN" altLang="en-US" sz="1600" b="1"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Calibri" panose="020F0502020204030204" pitchFamily="34" charset="0"/>
              </a:endParaRPr>
            </a:p>
          </p:txBody>
        </p:sp>
        <p:sp>
          <p:nvSpPr>
            <p:cNvPr id="14" name="矩形 13">
              <a:extLst>
                <a:ext uri="{FF2B5EF4-FFF2-40B4-BE49-F238E27FC236}">
                  <a16:creationId xmlns:a16="http://schemas.microsoft.com/office/drawing/2014/main" xmlns="" id="{BB6BF1CA-725D-4BA9-B41C-E1FF54832849}"/>
                </a:ext>
              </a:extLst>
            </p:cNvPr>
            <p:cNvSpPr/>
            <p:nvPr/>
          </p:nvSpPr>
          <p:spPr>
            <a:xfrm>
              <a:off x="5690192" y="5184305"/>
              <a:ext cx="5322255" cy="633668"/>
            </a:xfrm>
            <a:prstGeom prst="rect">
              <a:avLst/>
            </a:prstGeom>
            <a:solidFill>
              <a:srgbClr val="E11023"/>
            </a:solidFill>
            <a:ln>
              <a:no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xmlns="" id="{B6A12A30-B6F8-438B-9C69-A11278642A0C}"/>
                </a:ext>
              </a:extLst>
            </p:cNvPr>
            <p:cNvSpPr/>
            <p:nvPr/>
          </p:nvSpPr>
          <p:spPr>
            <a:xfrm>
              <a:off x="5690192" y="5184305"/>
              <a:ext cx="2961948" cy="633668"/>
            </a:xfrm>
            <a:prstGeom prst="rect">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xmlns="" id="{5873221A-E8BD-4063-8F94-D12E29BC5D25}"/>
                </a:ext>
              </a:extLst>
            </p:cNvPr>
            <p:cNvSpPr/>
            <p:nvPr/>
          </p:nvSpPr>
          <p:spPr>
            <a:xfrm>
              <a:off x="5808548" y="5323722"/>
              <a:ext cx="817677" cy="338466"/>
            </a:xfrm>
            <a:prstGeom prst="rect">
              <a:avLst/>
            </a:prstGeom>
          </p:spPr>
          <p:txBody>
            <a:bodyPr wrap="square">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Calibri" panose="020F0502020204030204" pitchFamily="34" charset="0"/>
                </a:rPr>
                <a:t>50%</a:t>
              </a:r>
              <a:endParaRPr kumimoji="0" lang="zh-CN" altLang="en-US" sz="1600" b="1" i="0" u="none" strike="noStrike" kern="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Calibri" panose="020F0502020204030204" pitchFamily="34" charset="0"/>
              </a:endParaRPr>
            </a:p>
          </p:txBody>
        </p:sp>
      </p:grpSp>
      <p:pic>
        <p:nvPicPr>
          <p:cNvPr id="17" name="图片 16">
            <a:extLst>
              <a:ext uri="{FF2B5EF4-FFF2-40B4-BE49-F238E27FC236}">
                <a16:creationId xmlns:a16="http://schemas.microsoft.com/office/drawing/2014/main" xmlns="" id="{817122C1-4BC5-4A00-9F27-F6580C1BE246}"/>
              </a:ext>
            </a:extLst>
          </p:cNvPr>
          <p:cNvPicPr>
            <a:picLocks noChangeAspect="1"/>
          </p:cNvPicPr>
          <p:nvPr/>
        </p:nvPicPr>
        <p:blipFill>
          <a:blip r:embed="rId2"/>
          <a:stretch>
            <a:fillRect/>
          </a:stretch>
        </p:blipFill>
        <p:spPr>
          <a:xfrm>
            <a:off x="495186" y="2025556"/>
            <a:ext cx="4800600" cy="3429664"/>
          </a:xfrm>
          <a:prstGeom prst="rect">
            <a:avLst/>
          </a:prstGeom>
        </p:spPr>
      </p:pic>
    </p:spTree>
    <p:extLst>
      <p:ext uri="{BB962C8B-B14F-4D97-AF65-F5344CB8AC3E}">
        <p14:creationId xmlns:p14="http://schemas.microsoft.com/office/powerpoint/2010/main" val="574437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750" fill="hold"/>
                                        <p:tgtEl>
                                          <p:spTgt spid="6"/>
                                        </p:tgtEl>
                                        <p:attrNameLst>
                                          <p:attrName>ppt_w</p:attrName>
                                        </p:attrNameLst>
                                      </p:cBhvr>
                                      <p:tavLst>
                                        <p:tav tm="0">
                                          <p:val>
                                            <p:fltVal val="0"/>
                                          </p:val>
                                        </p:tav>
                                        <p:tav tm="100000">
                                          <p:val>
                                            <p:strVal val="#ppt_w"/>
                                          </p:val>
                                        </p:tav>
                                      </p:tavLst>
                                    </p:anim>
                                    <p:anim calcmode="lin" valueType="num">
                                      <p:cBhvr>
                                        <p:cTn id="12" dur="750" fill="hold"/>
                                        <p:tgtEl>
                                          <p:spTgt spid="6"/>
                                        </p:tgtEl>
                                        <p:attrNameLst>
                                          <p:attrName>ppt_h</p:attrName>
                                        </p:attrNameLst>
                                      </p:cBhvr>
                                      <p:tavLst>
                                        <p:tav tm="0">
                                          <p:val>
                                            <p:fltVal val="0"/>
                                          </p:val>
                                        </p:tav>
                                        <p:tav tm="100000">
                                          <p:val>
                                            <p:strVal val="#ppt_h"/>
                                          </p:val>
                                        </p:tav>
                                      </p:tavLst>
                                    </p:anim>
                                    <p:animEffect transition="in" filter="fade">
                                      <p:cBhvr>
                                        <p:cTn id="13" dur="750"/>
                                        <p:tgtEl>
                                          <p:spTgt spid="6"/>
                                        </p:tgtEl>
                                      </p:cBhvr>
                                    </p:animEffect>
                                  </p:childTnLst>
                                </p:cTn>
                              </p:par>
                            </p:childTnLst>
                          </p:cTn>
                        </p:par>
                        <p:par>
                          <p:cTn id="14" fill="hold">
                            <p:stCondLst>
                              <p:cond delay="1250"/>
                            </p:stCondLst>
                            <p:childTnLst>
                              <p:par>
                                <p:cTn id="15" presetID="22" presetClass="entr" presetSubtype="8"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750"/>
                                        <p:tgtEl>
                                          <p:spTgt spid="5"/>
                                        </p:tgtEl>
                                      </p:cBhvr>
                                    </p:animEffect>
                                  </p:childTnLst>
                                </p:cTn>
                              </p:par>
                            </p:childTnLst>
                          </p:cTn>
                        </p:par>
                        <p:par>
                          <p:cTn id="18" fill="hold">
                            <p:stCondLst>
                              <p:cond delay="2000"/>
                            </p:stCondLst>
                            <p:childTnLst>
                              <p:par>
                                <p:cTn id="19" presetID="22" presetClass="entr" presetSubtype="8"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4C34C66-0A1D-4294-B528-A49096F80C81}"/>
              </a:ext>
            </a:extLst>
          </p:cNvPr>
          <p:cNvSpPr txBox="1"/>
          <p:nvPr/>
        </p:nvSpPr>
        <p:spPr>
          <a:xfrm>
            <a:off x="345981" y="98137"/>
            <a:ext cx="3021981" cy="584775"/>
          </a:xfrm>
          <a:prstGeom prst="rect">
            <a:avLst/>
          </a:prstGeom>
          <a:noFill/>
        </p:spPr>
        <p:txBody>
          <a:bodyPr wrap="none" rtlCol="0">
            <a:spAutoFit/>
          </a:bodyPr>
          <a:lstStyle/>
          <a:p>
            <a:r>
              <a:rPr lang="en-US" altLang="zh-CN" sz="3200" dirty="0">
                <a:solidFill>
                  <a:srgbClr val="B82B2A"/>
                </a:solidFill>
                <a:latin typeface="思源黑体 CN Bold" panose="020B0800000000000000" pitchFamily="34" charset="-122"/>
                <a:ea typeface="思源黑体 CN Bold" panose="020B0800000000000000" pitchFamily="34" charset="-122"/>
              </a:rPr>
              <a:t>4.</a:t>
            </a:r>
            <a:r>
              <a:rPr lang="zh-CN" altLang="en-US" sz="3200" dirty="0">
                <a:solidFill>
                  <a:srgbClr val="B82B2A"/>
                </a:solidFill>
                <a:latin typeface="思源黑体 CN Bold" panose="020B0800000000000000" pitchFamily="34" charset="-122"/>
                <a:ea typeface="思源黑体 CN Bold" panose="020B0800000000000000" pitchFamily="34" charset="-122"/>
              </a:rPr>
              <a:t>明年工作规划</a:t>
            </a:r>
          </a:p>
        </p:txBody>
      </p:sp>
      <p:sp>
        <p:nvSpPr>
          <p:cNvPr id="25" name="矩形 24">
            <a:extLst>
              <a:ext uri="{FF2B5EF4-FFF2-40B4-BE49-F238E27FC236}">
                <a16:creationId xmlns:a16="http://schemas.microsoft.com/office/drawing/2014/main" xmlns="" id="{9D9CACC3-279B-4857-B03B-3E877398DCE6}"/>
              </a:ext>
            </a:extLst>
          </p:cNvPr>
          <p:cNvSpPr/>
          <p:nvPr/>
        </p:nvSpPr>
        <p:spPr>
          <a:xfrm flipV="1">
            <a:off x="0" y="0"/>
            <a:ext cx="200961" cy="704850"/>
          </a:xfrm>
          <a:prstGeom prst="rect">
            <a:avLst/>
          </a:prstGeom>
          <a:solidFill>
            <a:srgbClr val="B82B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4">
            <a:extLst>
              <a:ext uri="{FF2B5EF4-FFF2-40B4-BE49-F238E27FC236}">
                <a16:creationId xmlns:a16="http://schemas.microsoft.com/office/drawing/2014/main" xmlns="" id="{17504461-9BEE-46D7-B129-18A0AE4DB2F3}"/>
              </a:ext>
            </a:extLst>
          </p:cNvPr>
          <p:cNvPicPr>
            <a:picLocks noChangeAspect="1"/>
          </p:cNvPicPr>
          <p:nvPr/>
        </p:nvPicPr>
        <p:blipFill>
          <a:blip r:embed="rId2"/>
          <a:stretch>
            <a:fillRect/>
          </a:stretch>
        </p:blipFill>
        <p:spPr>
          <a:xfrm>
            <a:off x="0" y="1286081"/>
            <a:ext cx="12192000" cy="2863006"/>
          </a:xfrm>
          <a:prstGeom prst="rect">
            <a:avLst/>
          </a:prstGeom>
        </p:spPr>
      </p:pic>
      <p:sp>
        <p:nvSpPr>
          <p:cNvPr id="6" name="椭圆 5">
            <a:extLst>
              <a:ext uri="{FF2B5EF4-FFF2-40B4-BE49-F238E27FC236}">
                <a16:creationId xmlns:a16="http://schemas.microsoft.com/office/drawing/2014/main" xmlns="" id="{3E2DA00D-4364-467D-A650-A5ECD3BD08EC}"/>
              </a:ext>
            </a:extLst>
          </p:cNvPr>
          <p:cNvSpPr/>
          <p:nvPr/>
        </p:nvSpPr>
        <p:spPr>
          <a:xfrm>
            <a:off x="1323304" y="3650864"/>
            <a:ext cx="1038590" cy="1038589"/>
          </a:xfrm>
          <a:prstGeom prst="ellipse">
            <a:avLst/>
          </a:prstGeom>
          <a:solidFill>
            <a:srgbClr val="E11023"/>
          </a:solidFill>
          <a:ln w="38100">
            <a:solidFill>
              <a:schemeClr val="bg1"/>
            </a:solid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01</a:t>
            </a:r>
            <a:endParaRPr lang="zh-CN" alt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文本框 60">
            <a:extLst>
              <a:ext uri="{FF2B5EF4-FFF2-40B4-BE49-F238E27FC236}">
                <a16:creationId xmlns:a16="http://schemas.microsoft.com/office/drawing/2014/main" xmlns="" id="{643BBFAA-287B-4AAE-8D76-2C0868134900}"/>
              </a:ext>
            </a:extLst>
          </p:cNvPr>
          <p:cNvSpPr txBox="1"/>
          <p:nvPr/>
        </p:nvSpPr>
        <p:spPr>
          <a:xfrm>
            <a:off x="1121293" y="4963648"/>
            <a:ext cx="1439057" cy="307697"/>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pPr algn="ctr"/>
            <a:r>
              <a:rPr lang="zh-CN" altLang="en-US"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8" name="文本框 62">
            <a:extLst>
              <a:ext uri="{FF2B5EF4-FFF2-40B4-BE49-F238E27FC236}">
                <a16:creationId xmlns:a16="http://schemas.microsoft.com/office/drawing/2014/main" xmlns="" id="{C36ED452-F12F-40CB-8F28-71E51DFE0516}"/>
              </a:ext>
            </a:extLst>
          </p:cNvPr>
          <p:cNvSpPr txBox="1"/>
          <p:nvPr/>
        </p:nvSpPr>
        <p:spPr>
          <a:xfrm>
            <a:off x="851645" y="5271345"/>
            <a:ext cx="1978351" cy="1193019"/>
          </a:xfrm>
          <a:prstGeom prst="rect">
            <a:avLst/>
          </a:prstGeom>
          <a:noFill/>
        </p:spPr>
        <p:txBody>
          <a:bodyPr wrap="square" rtlCol="0">
            <a:spAutoFit/>
          </a:bodyPr>
          <a:lstStyle>
            <a:defPPr>
              <a:defRPr lang="zh-CN"/>
            </a:defPPr>
            <a:lvl1pPr lvl="0">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gn="ct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9" name="椭圆 8">
            <a:extLst>
              <a:ext uri="{FF2B5EF4-FFF2-40B4-BE49-F238E27FC236}">
                <a16:creationId xmlns:a16="http://schemas.microsoft.com/office/drawing/2014/main" xmlns="" id="{C485E474-FC21-4D04-89A1-16E490ACB3BE}"/>
              </a:ext>
            </a:extLst>
          </p:cNvPr>
          <p:cNvSpPr/>
          <p:nvPr/>
        </p:nvSpPr>
        <p:spPr>
          <a:xfrm>
            <a:off x="3524449" y="3650864"/>
            <a:ext cx="1038590" cy="1038589"/>
          </a:xfrm>
          <a:prstGeom prst="ellipse">
            <a:avLst/>
          </a:prstGeom>
          <a:solidFill>
            <a:srgbClr val="E11023"/>
          </a:solidFill>
          <a:ln w="38100">
            <a:solidFill>
              <a:schemeClr val="bg1"/>
            </a:solid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02</a:t>
            </a:r>
            <a:endParaRPr lang="zh-CN" alt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椭圆 9">
            <a:extLst>
              <a:ext uri="{FF2B5EF4-FFF2-40B4-BE49-F238E27FC236}">
                <a16:creationId xmlns:a16="http://schemas.microsoft.com/office/drawing/2014/main" xmlns="" id="{BA0D460D-9C28-4A19-B689-A63A2E2FF06F}"/>
              </a:ext>
            </a:extLst>
          </p:cNvPr>
          <p:cNvSpPr/>
          <p:nvPr/>
        </p:nvSpPr>
        <p:spPr>
          <a:xfrm>
            <a:off x="5636695" y="3623750"/>
            <a:ext cx="1038590" cy="1038589"/>
          </a:xfrm>
          <a:prstGeom prst="ellipse">
            <a:avLst/>
          </a:prstGeom>
          <a:solidFill>
            <a:srgbClr val="E11023"/>
          </a:solidFill>
          <a:ln w="38100">
            <a:solidFill>
              <a:schemeClr val="bg1"/>
            </a:solid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03</a:t>
            </a:r>
            <a:endParaRPr lang="zh-CN" alt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椭圆 10">
            <a:extLst>
              <a:ext uri="{FF2B5EF4-FFF2-40B4-BE49-F238E27FC236}">
                <a16:creationId xmlns:a16="http://schemas.microsoft.com/office/drawing/2014/main" xmlns="" id="{E8ED5089-58D6-4033-AD22-7EFD72E45EA5}"/>
              </a:ext>
            </a:extLst>
          </p:cNvPr>
          <p:cNvSpPr/>
          <p:nvPr/>
        </p:nvSpPr>
        <p:spPr>
          <a:xfrm>
            <a:off x="7736240" y="3623750"/>
            <a:ext cx="1038590" cy="1038589"/>
          </a:xfrm>
          <a:prstGeom prst="ellipse">
            <a:avLst/>
          </a:prstGeom>
          <a:solidFill>
            <a:srgbClr val="E11023"/>
          </a:solidFill>
          <a:ln w="38100">
            <a:solidFill>
              <a:schemeClr val="bg1"/>
            </a:solid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04</a:t>
            </a:r>
            <a:endParaRPr lang="zh-CN" alt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 name="椭圆 11">
            <a:extLst>
              <a:ext uri="{FF2B5EF4-FFF2-40B4-BE49-F238E27FC236}">
                <a16:creationId xmlns:a16="http://schemas.microsoft.com/office/drawing/2014/main" xmlns="" id="{B917FFBE-8940-445F-8BC5-C9090D173CE4}"/>
              </a:ext>
            </a:extLst>
          </p:cNvPr>
          <p:cNvSpPr/>
          <p:nvPr/>
        </p:nvSpPr>
        <p:spPr>
          <a:xfrm>
            <a:off x="9988186" y="3623750"/>
            <a:ext cx="1038590" cy="1038589"/>
          </a:xfrm>
          <a:prstGeom prst="ellipse">
            <a:avLst/>
          </a:prstGeom>
          <a:solidFill>
            <a:srgbClr val="E11023"/>
          </a:solidFill>
          <a:ln w="38100">
            <a:solidFill>
              <a:schemeClr val="bg1"/>
            </a:solidFill>
          </a:ln>
          <a:effectLst>
            <a:outerShdw blurRad="165100" sx="102000" sy="102000" algn="c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05</a:t>
            </a:r>
            <a:endParaRPr lang="zh-CN" altLang="en-US" sz="3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文本框 60">
            <a:extLst>
              <a:ext uri="{FF2B5EF4-FFF2-40B4-BE49-F238E27FC236}">
                <a16:creationId xmlns:a16="http://schemas.microsoft.com/office/drawing/2014/main" xmlns="" id="{1C14BC0D-30C5-4EA1-B31D-FB7126A5E5F7}"/>
              </a:ext>
            </a:extLst>
          </p:cNvPr>
          <p:cNvSpPr txBox="1"/>
          <p:nvPr/>
        </p:nvSpPr>
        <p:spPr>
          <a:xfrm>
            <a:off x="3300087" y="4961442"/>
            <a:ext cx="1439057" cy="307697"/>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pPr algn="ctr"/>
            <a:r>
              <a:rPr lang="zh-CN" altLang="en-US"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14" name="文本框 62">
            <a:extLst>
              <a:ext uri="{FF2B5EF4-FFF2-40B4-BE49-F238E27FC236}">
                <a16:creationId xmlns:a16="http://schemas.microsoft.com/office/drawing/2014/main" xmlns="" id="{8CCD0DFA-6160-41B5-AAC0-F22F182CE18B}"/>
              </a:ext>
            </a:extLst>
          </p:cNvPr>
          <p:cNvSpPr txBox="1"/>
          <p:nvPr/>
        </p:nvSpPr>
        <p:spPr>
          <a:xfrm>
            <a:off x="3030439" y="5269139"/>
            <a:ext cx="1978351" cy="1193019"/>
          </a:xfrm>
          <a:prstGeom prst="rect">
            <a:avLst/>
          </a:prstGeom>
          <a:noFill/>
        </p:spPr>
        <p:txBody>
          <a:bodyPr wrap="square" rtlCol="0">
            <a:spAutoFit/>
          </a:bodyPr>
          <a:lstStyle>
            <a:defPPr>
              <a:defRPr lang="zh-CN"/>
            </a:defPPr>
            <a:lvl1pPr lvl="0">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gn="ct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15" name="文本框 60">
            <a:extLst>
              <a:ext uri="{FF2B5EF4-FFF2-40B4-BE49-F238E27FC236}">
                <a16:creationId xmlns:a16="http://schemas.microsoft.com/office/drawing/2014/main" xmlns="" id="{CF3D2DEC-208E-4D0B-A5B0-49A16B79BF24}"/>
              </a:ext>
            </a:extLst>
          </p:cNvPr>
          <p:cNvSpPr txBox="1"/>
          <p:nvPr/>
        </p:nvSpPr>
        <p:spPr>
          <a:xfrm>
            <a:off x="5449893" y="4962364"/>
            <a:ext cx="1439057" cy="307697"/>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pPr algn="ctr"/>
            <a:r>
              <a:rPr lang="zh-CN" altLang="en-US"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16" name="文本框 62">
            <a:extLst>
              <a:ext uri="{FF2B5EF4-FFF2-40B4-BE49-F238E27FC236}">
                <a16:creationId xmlns:a16="http://schemas.microsoft.com/office/drawing/2014/main" xmlns="" id="{94CE723C-1B21-4666-A5F3-827B840540A2}"/>
              </a:ext>
            </a:extLst>
          </p:cNvPr>
          <p:cNvSpPr txBox="1"/>
          <p:nvPr/>
        </p:nvSpPr>
        <p:spPr>
          <a:xfrm>
            <a:off x="5180245" y="5270061"/>
            <a:ext cx="1978351" cy="1193019"/>
          </a:xfrm>
          <a:prstGeom prst="rect">
            <a:avLst/>
          </a:prstGeom>
          <a:noFill/>
        </p:spPr>
        <p:txBody>
          <a:bodyPr wrap="square" rtlCol="0">
            <a:spAutoFit/>
          </a:bodyPr>
          <a:lstStyle>
            <a:defPPr>
              <a:defRPr lang="zh-CN"/>
            </a:defPPr>
            <a:lvl1pPr lvl="0">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gn="ct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17" name="文本框 60">
            <a:extLst>
              <a:ext uri="{FF2B5EF4-FFF2-40B4-BE49-F238E27FC236}">
                <a16:creationId xmlns:a16="http://schemas.microsoft.com/office/drawing/2014/main" xmlns="" id="{1539DD41-BE31-40FD-81D4-EEFF6AAAA7F5}"/>
              </a:ext>
            </a:extLst>
          </p:cNvPr>
          <p:cNvSpPr txBox="1"/>
          <p:nvPr/>
        </p:nvSpPr>
        <p:spPr>
          <a:xfrm>
            <a:off x="7580353" y="4960158"/>
            <a:ext cx="1439057" cy="307697"/>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pPr algn="ctr"/>
            <a:r>
              <a:rPr lang="zh-CN" altLang="en-US"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18" name="文本框 62">
            <a:extLst>
              <a:ext uri="{FF2B5EF4-FFF2-40B4-BE49-F238E27FC236}">
                <a16:creationId xmlns:a16="http://schemas.microsoft.com/office/drawing/2014/main" xmlns="" id="{618C1187-44B6-4765-BB73-D38684554185}"/>
              </a:ext>
            </a:extLst>
          </p:cNvPr>
          <p:cNvSpPr txBox="1"/>
          <p:nvPr/>
        </p:nvSpPr>
        <p:spPr>
          <a:xfrm>
            <a:off x="7310705" y="5267855"/>
            <a:ext cx="1978351" cy="1193019"/>
          </a:xfrm>
          <a:prstGeom prst="rect">
            <a:avLst/>
          </a:prstGeom>
          <a:noFill/>
        </p:spPr>
        <p:txBody>
          <a:bodyPr wrap="square" rtlCol="0">
            <a:spAutoFit/>
          </a:bodyPr>
          <a:lstStyle>
            <a:defPPr>
              <a:defRPr lang="zh-CN"/>
            </a:defPPr>
            <a:lvl1pPr lvl="0">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gn="ct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
        <p:nvSpPr>
          <p:cNvPr id="19" name="文本框 60">
            <a:extLst>
              <a:ext uri="{FF2B5EF4-FFF2-40B4-BE49-F238E27FC236}">
                <a16:creationId xmlns:a16="http://schemas.microsoft.com/office/drawing/2014/main" xmlns="" id="{33F229BD-935A-4978-8B86-C636A02B8910}"/>
              </a:ext>
            </a:extLst>
          </p:cNvPr>
          <p:cNvSpPr txBox="1"/>
          <p:nvPr/>
        </p:nvSpPr>
        <p:spPr>
          <a:xfrm>
            <a:off x="9785171" y="4960158"/>
            <a:ext cx="1439057" cy="307697"/>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pPr algn="ctr"/>
            <a:r>
              <a:rPr lang="zh-CN" altLang="en-US" b="1" dirty="0">
                <a:latin typeface="微软雅黑" panose="020B0503020204020204" pitchFamily="34" charset="-122"/>
                <a:ea typeface="微软雅黑" panose="020B0503020204020204" pitchFamily="34" charset="-122"/>
                <a:sym typeface="思源黑体" panose="020B0400000000000000" pitchFamily="34" charset="-122"/>
              </a:rPr>
              <a:t>添加标题</a:t>
            </a:r>
          </a:p>
        </p:txBody>
      </p:sp>
      <p:sp>
        <p:nvSpPr>
          <p:cNvPr id="20" name="文本框 62">
            <a:extLst>
              <a:ext uri="{FF2B5EF4-FFF2-40B4-BE49-F238E27FC236}">
                <a16:creationId xmlns:a16="http://schemas.microsoft.com/office/drawing/2014/main" xmlns="" id="{50B72960-3F73-47C7-B5D8-66467D40FE22}"/>
              </a:ext>
            </a:extLst>
          </p:cNvPr>
          <p:cNvSpPr txBox="1"/>
          <p:nvPr/>
        </p:nvSpPr>
        <p:spPr>
          <a:xfrm>
            <a:off x="9515523" y="5267855"/>
            <a:ext cx="1978351" cy="1193019"/>
          </a:xfrm>
          <a:prstGeom prst="rect">
            <a:avLst/>
          </a:prstGeom>
          <a:noFill/>
        </p:spPr>
        <p:txBody>
          <a:bodyPr wrap="square" rtlCol="0">
            <a:spAutoFit/>
          </a:bodyPr>
          <a:lstStyle>
            <a:defPPr>
              <a:defRPr lang="zh-CN"/>
            </a:defPPr>
            <a:lvl1pPr lvl="0">
              <a:lnSpc>
                <a:spcPct val="120000"/>
              </a:lnSpc>
              <a:defRPr sz="1400">
                <a:solidFill>
                  <a:schemeClr val="tx1">
                    <a:lumMod val="75000"/>
                    <a:lumOff val="25000"/>
                  </a:schemeClr>
                </a:solidFill>
                <a:latin typeface="仓耳明楷 W03" panose="00000500000000000000" pitchFamily="2" charset="-122"/>
                <a:ea typeface="仓耳明楷 W03" panose="00000500000000000000" pitchFamily="2" charset="-122"/>
              </a:defRPr>
            </a:lvl1pPr>
          </a:lstStyle>
          <a:p>
            <a:pPr algn="ctr">
              <a:lnSpc>
                <a:spcPts val="2200"/>
              </a:lnSpc>
            </a:pPr>
            <a:r>
              <a:rPr lang="zh-CN" altLang="en-US" dirty="0">
                <a:latin typeface="微软雅黑" panose="020B0503020204020204" pitchFamily="34" charset="-122"/>
                <a:ea typeface="微软雅黑" panose="020B0503020204020204" pitchFamily="34" charset="-122"/>
              </a:rPr>
              <a:t>点击此处添加内容点击此处添加内容点击此处添加内容点击此处添加内容</a:t>
            </a:r>
          </a:p>
        </p:txBody>
      </p:sp>
    </p:spTree>
    <p:extLst>
      <p:ext uri="{BB962C8B-B14F-4D97-AF65-F5344CB8AC3E}">
        <p14:creationId xmlns:p14="http://schemas.microsoft.com/office/powerpoint/2010/main" val="9121352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750" fill="hold"/>
                                        <p:tgtEl>
                                          <p:spTgt spid="5"/>
                                        </p:tgtEl>
                                        <p:attrNameLst>
                                          <p:attrName>ppt_w</p:attrName>
                                        </p:attrNameLst>
                                      </p:cBhvr>
                                      <p:tavLst>
                                        <p:tav tm="0">
                                          <p:val>
                                            <p:fltVal val="0"/>
                                          </p:val>
                                        </p:tav>
                                        <p:tav tm="100000">
                                          <p:val>
                                            <p:strVal val="#ppt_w"/>
                                          </p:val>
                                        </p:tav>
                                      </p:tavLst>
                                    </p:anim>
                                    <p:anim calcmode="lin" valueType="num">
                                      <p:cBhvr>
                                        <p:cTn id="8" dur="750" fill="hold"/>
                                        <p:tgtEl>
                                          <p:spTgt spid="5"/>
                                        </p:tgtEl>
                                        <p:attrNameLst>
                                          <p:attrName>ppt_h</p:attrName>
                                        </p:attrNameLst>
                                      </p:cBhvr>
                                      <p:tavLst>
                                        <p:tav tm="0">
                                          <p:val>
                                            <p:fltVal val="0"/>
                                          </p:val>
                                        </p:tav>
                                        <p:tav tm="100000">
                                          <p:val>
                                            <p:strVal val="#ppt_h"/>
                                          </p:val>
                                        </p:tav>
                                      </p:tavLst>
                                    </p:anim>
                                    <p:animEffect transition="in" filter="fade">
                                      <p:cBhvr>
                                        <p:cTn id="9" dur="750"/>
                                        <p:tgtEl>
                                          <p:spTgt spid="5"/>
                                        </p:tgtEl>
                                      </p:cBhvr>
                                    </p:animEffect>
                                  </p:childTnLst>
                                </p:cTn>
                              </p:par>
                            </p:childTnLst>
                          </p:cTn>
                        </p:par>
                        <p:par>
                          <p:cTn id="10" fill="hold">
                            <p:stCondLst>
                              <p:cond delay="75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750" fill="hold"/>
                                        <p:tgtEl>
                                          <p:spTgt spid="6"/>
                                        </p:tgtEl>
                                        <p:attrNameLst>
                                          <p:attrName>ppt_w</p:attrName>
                                        </p:attrNameLst>
                                      </p:cBhvr>
                                      <p:tavLst>
                                        <p:tav tm="0">
                                          <p:val>
                                            <p:fltVal val="0"/>
                                          </p:val>
                                        </p:tav>
                                        <p:tav tm="100000">
                                          <p:val>
                                            <p:strVal val="#ppt_w"/>
                                          </p:val>
                                        </p:tav>
                                      </p:tavLst>
                                    </p:anim>
                                    <p:anim calcmode="lin" valueType="num">
                                      <p:cBhvr>
                                        <p:cTn id="14" dur="750" fill="hold"/>
                                        <p:tgtEl>
                                          <p:spTgt spid="6"/>
                                        </p:tgtEl>
                                        <p:attrNameLst>
                                          <p:attrName>ppt_h</p:attrName>
                                        </p:attrNameLst>
                                      </p:cBhvr>
                                      <p:tavLst>
                                        <p:tav tm="0">
                                          <p:val>
                                            <p:fltVal val="0"/>
                                          </p:val>
                                        </p:tav>
                                        <p:tav tm="100000">
                                          <p:val>
                                            <p:strVal val="#ppt_h"/>
                                          </p:val>
                                        </p:tav>
                                      </p:tavLst>
                                    </p:anim>
                                    <p:animEffect transition="in" filter="fade">
                                      <p:cBhvr>
                                        <p:cTn id="15" dur="750"/>
                                        <p:tgtEl>
                                          <p:spTgt spid="6"/>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750" fill="hold"/>
                                        <p:tgtEl>
                                          <p:spTgt spid="9"/>
                                        </p:tgtEl>
                                        <p:attrNameLst>
                                          <p:attrName>ppt_w</p:attrName>
                                        </p:attrNameLst>
                                      </p:cBhvr>
                                      <p:tavLst>
                                        <p:tav tm="0">
                                          <p:val>
                                            <p:fltVal val="0"/>
                                          </p:val>
                                        </p:tav>
                                        <p:tav tm="100000">
                                          <p:val>
                                            <p:strVal val="#ppt_w"/>
                                          </p:val>
                                        </p:tav>
                                      </p:tavLst>
                                    </p:anim>
                                    <p:anim calcmode="lin" valueType="num">
                                      <p:cBhvr>
                                        <p:cTn id="19" dur="750" fill="hold"/>
                                        <p:tgtEl>
                                          <p:spTgt spid="9"/>
                                        </p:tgtEl>
                                        <p:attrNameLst>
                                          <p:attrName>ppt_h</p:attrName>
                                        </p:attrNameLst>
                                      </p:cBhvr>
                                      <p:tavLst>
                                        <p:tav tm="0">
                                          <p:val>
                                            <p:fltVal val="0"/>
                                          </p:val>
                                        </p:tav>
                                        <p:tav tm="100000">
                                          <p:val>
                                            <p:strVal val="#ppt_h"/>
                                          </p:val>
                                        </p:tav>
                                      </p:tavLst>
                                    </p:anim>
                                    <p:animEffect transition="in" filter="fade">
                                      <p:cBhvr>
                                        <p:cTn id="20" dur="750"/>
                                        <p:tgtEl>
                                          <p:spTgt spid="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750" fill="hold"/>
                                        <p:tgtEl>
                                          <p:spTgt spid="10"/>
                                        </p:tgtEl>
                                        <p:attrNameLst>
                                          <p:attrName>ppt_w</p:attrName>
                                        </p:attrNameLst>
                                      </p:cBhvr>
                                      <p:tavLst>
                                        <p:tav tm="0">
                                          <p:val>
                                            <p:fltVal val="0"/>
                                          </p:val>
                                        </p:tav>
                                        <p:tav tm="100000">
                                          <p:val>
                                            <p:strVal val="#ppt_w"/>
                                          </p:val>
                                        </p:tav>
                                      </p:tavLst>
                                    </p:anim>
                                    <p:anim calcmode="lin" valueType="num">
                                      <p:cBhvr>
                                        <p:cTn id="24" dur="750" fill="hold"/>
                                        <p:tgtEl>
                                          <p:spTgt spid="10"/>
                                        </p:tgtEl>
                                        <p:attrNameLst>
                                          <p:attrName>ppt_h</p:attrName>
                                        </p:attrNameLst>
                                      </p:cBhvr>
                                      <p:tavLst>
                                        <p:tav tm="0">
                                          <p:val>
                                            <p:fltVal val="0"/>
                                          </p:val>
                                        </p:tav>
                                        <p:tav tm="100000">
                                          <p:val>
                                            <p:strVal val="#ppt_h"/>
                                          </p:val>
                                        </p:tav>
                                      </p:tavLst>
                                    </p:anim>
                                    <p:animEffect transition="in" filter="fade">
                                      <p:cBhvr>
                                        <p:cTn id="25" dur="750"/>
                                        <p:tgtEl>
                                          <p:spTgt spid="10"/>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750" fill="hold"/>
                                        <p:tgtEl>
                                          <p:spTgt spid="11"/>
                                        </p:tgtEl>
                                        <p:attrNameLst>
                                          <p:attrName>ppt_w</p:attrName>
                                        </p:attrNameLst>
                                      </p:cBhvr>
                                      <p:tavLst>
                                        <p:tav tm="0">
                                          <p:val>
                                            <p:fltVal val="0"/>
                                          </p:val>
                                        </p:tav>
                                        <p:tav tm="100000">
                                          <p:val>
                                            <p:strVal val="#ppt_w"/>
                                          </p:val>
                                        </p:tav>
                                      </p:tavLst>
                                    </p:anim>
                                    <p:anim calcmode="lin" valueType="num">
                                      <p:cBhvr>
                                        <p:cTn id="29" dur="750" fill="hold"/>
                                        <p:tgtEl>
                                          <p:spTgt spid="11"/>
                                        </p:tgtEl>
                                        <p:attrNameLst>
                                          <p:attrName>ppt_h</p:attrName>
                                        </p:attrNameLst>
                                      </p:cBhvr>
                                      <p:tavLst>
                                        <p:tav tm="0">
                                          <p:val>
                                            <p:fltVal val="0"/>
                                          </p:val>
                                        </p:tav>
                                        <p:tav tm="100000">
                                          <p:val>
                                            <p:strVal val="#ppt_h"/>
                                          </p:val>
                                        </p:tav>
                                      </p:tavLst>
                                    </p:anim>
                                    <p:animEffect transition="in" filter="fade">
                                      <p:cBhvr>
                                        <p:cTn id="30" dur="750"/>
                                        <p:tgtEl>
                                          <p:spTgt spid="11"/>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p:cTn id="33" dur="750" fill="hold"/>
                                        <p:tgtEl>
                                          <p:spTgt spid="12"/>
                                        </p:tgtEl>
                                        <p:attrNameLst>
                                          <p:attrName>ppt_w</p:attrName>
                                        </p:attrNameLst>
                                      </p:cBhvr>
                                      <p:tavLst>
                                        <p:tav tm="0">
                                          <p:val>
                                            <p:fltVal val="0"/>
                                          </p:val>
                                        </p:tav>
                                        <p:tav tm="100000">
                                          <p:val>
                                            <p:strVal val="#ppt_w"/>
                                          </p:val>
                                        </p:tav>
                                      </p:tavLst>
                                    </p:anim>
                                    <p:anim calcmode="lin" valueType="num">
                                      <p:cBhvr>
                                        <p:cTn id="34" dur="750" fill="hold"/>
                                        <p:tgtEl>
                                          <p:spTgt spid="12"/>
                                        </p:tgtEl>
                                        <p:attrNameLst>
                                          <p:attrName>ppt_h</p:attrName>
                                        </p:attrNameLst>
                                      </p:cBhvr>
                                      <p:tavLst>
                                        <p:tav tm="0">
                                          <p:val>
                                            <p:fltVal val="0"/>
                                          </p:val>
                                        </p:tav>
                                        <p:tav tm="100000">
                                          <p:val>
                                            <p:strVal val="#ppt_h"/>
                                          </p:val>
                                        </p:tav>
                                      </p:tavLst>
                                    </p:anim>
                                    <p:animEffect transition="in" filter="fade">
                                      <p:cBhvr>
                                        <p:cTn id="35" dur="750"/>
                                        <p:tgtEl>
                                          <p:spTgt spid="12"/>
                                        </p:tgtEl>
                                      </p:cBhvr>
                                    </p:animEffect>
                                  </p:childTnLst>
                                </p:cTn>
                              </p:par>
                            </p:childTnLst>
                          </p:cTn>
                        </p:par>
                        <p:par>
                          <p:cTn id="36" fill="hold">
                            <p:stCondLst>
                              <p:cond delay="1500"/>
                            </p:stCondLst>
                            <p:childTnLst>
                              <p:par>
                                <p:cTn id="37" presetID="2" presetClass="entr" presetSubtype="4"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750" fill="hold"/>
                                        <p:tgtEl>
                                          <p:spTgt spid="7"/>
                                        </p:tgtEl>
                                        <p:attrNameLst>
                                          <p:attrName>ppt_x</p:attrName>
                                        </p:attrNameLst>
                                      </p:cBhvr>
                                      <p:tavLst>
                                        <p:tav tm="0">
                                          <p:val>
                                            <p:strVal val="#ppt_x"/>
                                          </p:val>
                                        </p:tav>
                                        <p:tav tm="100000">
                                          <p:val>
                                            <p:strVal val="#ppt_x"/>
                                          </p:val>
                                        </p:tav>
                                      </p:tavLst>
                                    </p:anim>
                                    <p:anim calcmode="lin" valueType="num">
                                      <p:cBhvr additive="base">
                                        <p:cTn id="40" dur="750" fill="hold"/>
                                        <p:tgtEl>
                                          <p:spTgt spid="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750" fill="hold"/>
                                        <p:tgtEl>
                                          <p:spTgt spid="8"/>
                                        </p:tgtEl>
                                        <p:attrNameLst>
                                          <p:attrName>ppt_x</p:attrName>
                                        </p:attrNameLst>
                                      </p:cBhvr>
                                      <p:tavLst>
                                        <p:tav tm="0">
                                          <p:val>
                                            <p:strVal val="#ppt_x"/>
                                          </p:val>
                                        </p:tav>
                                        <p:tav tm="100000">
                                          <p:val>
                                            <p:strVal val="#ppt_x"/>
                                          </p:val>
                                        </p:tav>
                                      </p:tavLst>
                                    </p:anim>
                                    <p:anim calcmode="lin" valueType="num">
                                      <p:cBhvr additive="base">
                                        <p:cTn id="44" dur="750" fill="hold"/>
                                        <p:tgtEl>
                                          <p:spTgt spid="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750" fill="hold"/>
                                        <p:tgtEl>
                                          <p:spTgt spid="13"/>
                                        </p:tgtEl>
                                        <p:attrNameLst>
                                          <p:attrName>ppt_x</p:attrName>
                                        </p:attrNameLst>
                                      </p:cBhvr>
                                      <p:tavLst>
                                        <p:tav tm="0">
                                          <p:val>
                                            <p:strVal val="#ppt_x"/>
                                          </p:val>
                                        </p:tav>
                                        <p:tav tm="100000">
                                          <p:val>
                                            <p:strVal val="#ppt_x"/>
                                          </p:val>
                                        </p:tav>
                                      </p:tavLst>
                                    </p:anim>
                                    <p:anim calcmode="lin" valueType="num">
                                      <p:cBhvr additive="base">
                                        <p:cTn id="48" dur="75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750" fill="hold"/>
                                        <p:tgtEl>
                                          <p:spTgt spid="14"/>
                                        </p:tgtEl>
                                        <p:attrNameLst>
                                          <p:attrName>ppt_x</p:attrName>
                                        </p:attrNameLst>
                                      </p:cBhvr>
                                      <p:tavLst>
                                        <p:tav tm="0">
                                          <p:val>
                                            <p:strVal val="#ppt_x"/>
                                          </p:val>
                                        </p:tav>
                                        <p:tav tm="100000">
                                          <p:val>
                                            <p:strVal val="#ppt_x"/>
                                          </p:val>
                                        </p:tav>
                                      </p:tavLst>
                                    </p:anim>
                                    <p:anim calcmode="lin" valueType="num">
                                      <p:cBhvr additive="base">
                                        <p:cTn id="52" dur="75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750" fill="hold"/>
                                        <p:tgtEl>
                                          <p:spTgt spid="15"/>
                                        </p:tgtEl>
                                        <p:attrNameLst>
                                          <p:attrName>ppt_x</p:attrName>
                                        </p:attrNameLst>
                                      </p:cBhvr>
                                      <p:tavLst>
                                        <p:tav tm="0">
                                          <p:val>
                                            <p:strVal val="#ppt_x"/>
                                          </p:val>
                                        </p:tav>
                                        <p:tav tm="100000">
                                          <p:val>
                                            <p:strVal val="#ppt_x"/>
                                          </p:val>
                                        </p:tav>
                                      </p:tavLst>
                                    </p:anim>
                                    <p:anim calcmode="lin" valueType="num">
                                      <p:cBhvr additive="base">
                                        <p:cTn id="56" dur="75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750" fill="hold"/>
                                        <p:tgtEl>
                                          <p:spTgt spid="16"/>
                                        </p:tgtEl>
                                        <p:attrNameLst>
                                          <p:attrName>ppt_x</p:attrName>
                                        </p:attrNameLst>
                                      </p:cBhvr>
                                      <p:tavLst>
                                        <p:tav tm="0">
                                          <p:val>
                                            <p:strVal val="#ppt_x"/>
                                          </p:val>
                                        </p:tav>
                                        <p:tav tm="100000">
                                          <p:val>
                                            <p:strVal val="#ppt_x"/>
                                          </p:val>
                                        </p:tav>
                                      </p:tavLst>
                                    </p:anim>
                                    <p:anim calcmode="lin" valueType="num">
                                      <p:cBhvr additive="base">
                                        <p:cTn id="60" dur="75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750" fill="hold"/>
                                        <p:tgtEl>
                                          <p:spTgt spid="17"/>
                                        </p:tgtEl>
                                        <p:attrNameLst>
                                          <p:attrName>ppt_x</p:attrName>
                                        </p:attrNameLst>
                                      </p:cBhvr>
                                      <p:tavLst>
                                        <p:tav tm="0">
                                          <p:val>
                                            <p:strVal val="#ppt_x"/>
                                          </p:val>
                                        </p:tav>
                                        <p:tav tm="100000">
                                          <p:val>
                                            <p:strVal val="#ppt_x"/>
                                          </p:val>
                                        </p:tav>
                                      </p:tavLst>
                                    </p:anim>
                                    <p:anim calcmode="lin" valueType="num">
                                      <p:cBhvr additive="base">
                                        <p:cTn id="64" dur="750" fill="hold"/>
                                        <p:tgtEl>
                                          <p:spTgt spid="1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750" fill="hold"/>
                                        <p:tgtEl>
                                          <p:spTgt spid="18"/>
                                        </p:tgtEl>
                                        <p:attrNameLst>
                                          <p:attrName>ppt_x</p:attrName>
                                        </p:attrNameLst>
                                      </p:cBhvr>
                                      <p:tavLst>
                                        <p:tav tm="0">
                                          <p:val>
                                            <p:strVal val="#ppt_x"/>
                                          </p:val>
                                        </p:tav>
                                        <p:tav tm="100000">
                                          <p:val>
                                            <p:strVal val="#ppt_x"/>
                                          </p:val>
                                        </p:tav>
                                      </p:tavLst>
                                    </p:anim>
                                    <p:anim calcmode="lin" valueType="num">
                                      <p:cBhvr additive="base">
                                        <p:cTn id="68" dur="750" fill="hold"/>
                                        <p:tgtEl>
                                          <p:spTgt spid="1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750" fill="hold"/>
                                        <p:tgtEl>
                                          <p:spTgt spid="19"/>
                                        </p:tgtEl>
                                        <p:attrNameLst>
                                          <p:attrName>ppt_x</p:attrName>
                                        </p:attrNameLst>
                                      </p:cBhvr>
                                      <p:tavLst>
                                        <p:tav tm="0">
                                          <p:val>
                                            <p:strVal val="#ppt_x"/>
                                          </p:val>
                                        </p:tav>
                                        <p:tav tm="100000">
                                          <p:val>
                                            <p:strVal val="#ppt_x"/>
                                          </p:val>
                                        </p:tav>
                                      </p:tavLst>
                                    </p:anim>
                                    <p:anim calcmode="lin" valueType="num">
                                      <p:cBhvr additive="base">
                                        <p:cTn id="72" dur="750" fill="hold"/>
                                        <p:tgtEl>
                                          <p:spTgt spid="1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750" fill="hold"/>
                                        <p:tgtEl>
                                          <p:spTgt spid="20"/>
                                        </p:tgtEl>
                                        <p:attrNameLst>
                                          <p:attrName>ppt_x</p:attrName>
                                        </p:attrNameLst>
                                      </p:cBhvr>
                                      <p:tavLst>
                                        <p:tav tm="0">
                                          <p:val>
                                            <p:strVal val="#ppt_x"/>
                                          </p:val>
                                        </p:tav>
                                        <p:tav tm="100000">
                                          <p:val>
                                            <p:strVal val="#ppt_x"/>
                                          </p:val>
                                        </p:tav>
                                      </p:tavLst>
                                    </p:anim>
                                    <p:anim calcmode="lin" valueType="num">
                                      <p:cBhvr additive="base">
                                        <p:cTn id="76" dur="75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animBg="1"/>
      <p:bldP spid="11" grpId="0" animBg="1"/>
      <p:bldP spid="12" grpId="0" animBg="1"/>
      <p:bldP spid="13" grpId="0"/>
      <p:bldP spid="14" grpId="0"/>
      <p:bldP spid="15" grpId="0"/>
      <p:bldP spid="16" grpId="0"/>
      <p:bldP spid="17" grpId="0"/>
      <p:bldP spid="18" grpId="0"/>
      <p:bldP spid="19"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xmlns="" id="{4ABCBF2B-A30F-463E-AE23-3A3768FB0654}"/>
              </a:ext>
            </a:extLst>
          </p:cNvPr>
          <p:cNvSpPr txBox="1"/>
          <p:nvPr/>
        </p:nvSpPr>
        <p:spPr>
          <a:xfrm>
            <a:off x="1652955" y="1169378"/>
            <a:ext cx="9024281" cy="2954655"/>
          </a:xfrm>
          <a:prstGeom prst="rect">
            <a:avLst/>
          </a:prstGeom>
          <a:noFill/>
        </p:spPr>
        <p:txBody>
          <a:bodyPr wrap="square" rtlCol="0">
            <a:spAutoFit/>
          </a:bodyPr>
          <a:lstStyle/>
          <a:p>
            <a:pPr algn="ctr">
              <a:lnSpc>
                <a:spcPct val="150000"/>
              </a:lnSpc>
            </a:pPr>
            <a:r>
              <a:rPr lang="zh-CN" altLang="en-US" sz="2800" b="1" dirty="0">
                <a:latin typeface="微软雅黑" panose="020B0503020204020204" pitchFamily="34" charset="-122"/>
                <a:ea typeface="微软雅黑" panose="020B0503020204020204" pitchFamily="34" charset="-122"/>
              </a:rPr>
              <a:t>版权声明</a:t>
            </a:r>
          </a:p>
          <a:p>
            <a:pPr algn="just">
              <a:lnSpc>
                <a:spcPct val="150000"/>
              </a:lnSpc>
            </a:pPr>
            <a:endParaRPr lang="zh-CN" altLang="en-US" sz="1200" dirty="0">
              <a:latin typeface="微软雅黑" panose="020B0503020204020204" pitchFamily="34" charset="-122"/>
              <a:ea typeface="微软雅黑" panose="020B0503020204020204" pitchFamily="34" charset="-122"/>
            </a:endParaRPr>
          </a:p>
          <a:p>
            <a:pPr algn="just">
              <a:lnSpc>
                <a:spcPct val="150000"/>
              </a:lnSpc>
            </a:pPr>
            <a:r>
              <a:rPr lang="zh-CN" altLang="en-US" sz="1200" dirty="0">
                <a:latin typeface="微软雅黑" panose="020B0503020204020204" pitchFamily="34" charset="-122"/>
                <a:ea typeface="微软雅黑" panose="020B0503020204020204" pitchFamily="34" charset="-122"/>
              </a:rPr>
              <a:t>感谢您下载平台上提供的</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作品，为了您和熊猫办公以及原创作者的利益，请勿复制、传播、销售，否则将承担法律责任！熊猫办公将对作品进行维权，按照传播下载次数进行十倍的索取赔偿！</a:t>
            </a:r>
            <a:endParaRPr lang="en-US" altLang="zh-CN" sz="1200" dirty="0">
              <a:latin typeface="微软雅黑" panose="020B0503020204020204" pitchFamily="34" charset="-122"/>
              <a:ea typeface="微软雅黑" panose="020B0503020204020204" pitchFamily="34" charset="-122"/>
            </a:endParaRPr>
          </a:p>
          <a:p>
            <a:pPr algn="just">
              <a:lnSpc>
                <a:spcPct val="150000"/>
              </a:lnSpc>
            </a:pPr>
            <a:endParaRPr lang="zh-CN" altLang="en-US" sz="1200" dirty="0">
              <a:latin typeface="微软雅黑" panose="020B0503020204020204" pitchFamily="34" charset="-122"/>
              <a:ea typeface="微软雅黑" panose="020B0503020204020204" pitchFamily="34" charset="-122"/>
            </a:endParaRPr>
          </a:p>
          <a:p>
            <a:pPr algn="just">
              <a:lnSpc>
                <a:spcPct val="150000"/>
              </a:lnSpc>
            </a:pP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在熊猫办公出售的</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模板是免版税类（</a:t>
            </a:r>
            <a:r>
              <a:rPr lang="en-US" altLang="zh-CN" sz="1200" dirty="0">
                <a:latin typeface="微软雅黑" panose="020B0503020204020204" pitchFamily="34" charset="-122"/>
                <a:ea typeface="微软雅黑" panose="020B0503020204020204" pitchFamily="34" charset="-122"/>
              </a:rPr>
              <a:t>RF</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Royalty-Free</a:t>
            </a:r>
            <a:r>
              <a:rPr lang="zh-CN" altLang="en-US" sz="1200" dirty="0">
                <a:latin typeface="微软雅黑" panose="020B0503020204020204" pitchFamily="34" charset="-122"/>
                <a:ea typeface="微软雅黑" panose="020B0503020204020204" pitchFamily="34" charset="-122"/>
              </a:rPr>
              <a:t>）正版受</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中国人民共和国著作法</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世界版权公约</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的保护，作品的所有权、版权和著作权归熊猫办公所有，您下载的是</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模板素材的使用权。</a:t>
            </a:r>
          </a:p>
          <a:p>
            <a:pPr algn="just">
              <a:lnSpc>
                <a:spcPct val="150000"/>
              </a:lnSpc>
            </a:pP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不得将熊猫办公的</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模板、</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素材，本身用于再出售，或者出租、出借、转让、分销、发布或者作为礼物供他人使用，不得转授权、出卖、转让本协议或者本协议中的权利。</a:t>
            </a:r>
          </a:p>
        </p:txBody>
      </p:sp>
      <p:sp>
        <p:nvSpPr>
          <p:cNvPr id="22" name="文本框 21">
            <a:hlinkClick r:id="rId2"/>
            <a:extLst>
              <a:ext uri="{FF2B5EF4-FFF2-40B4-BE49-F238E27FC236}">
                <a16:creationId xmlns:a16="http://schemas.microsoft.com/office/drawing/2014/main" xmlns="" id="{6EF27F06-A192-4E51-A47D-FD9ECCD2D5C6}"/>
              </a:ext>
            </a:extLst>
          </p:cNvPr>
          <p:cNvSpPr txBox="1"/>
          <p:nvPr/>
        </p:nvSpPr>
        <p:spPr>
          <a:xfrm>
            <a:off x="1652955" y="4984409"/>
            <a:ext cx="7297081"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just"/>
            <a:r>
              <a:rPr lang="zh-CN" altLang="en-US" b="1" dirty="0">
                <a:solidFill>
                  <a:schemeClr val="tx1"/>
                </a:solidFill>
              </a:rPr>
              <a:t>更多精品</a:t>
            </a:r>
            <a:r>
              <a:rPr lang="en-US" altLang="zh-CN" b="1" dirty="0">
                <a:solidFill>
                  <a:schemeClr val="tx1"/>
                </a:solidFill>
              </a:rPr>
              <a:t>PPT</a:t>
            </a:r>
            <a:r>
              <a:rPr lang="zh-CN" altLang="en-US" b="1" dirty="0">
                <a:solidFill>
                  <a:schemeClr val="tx1"/>
                </a:solidFill>
              </a:rPr>
              <a:t>模板：</a:t>
            </a:r>
            <a:r>
              <a:rPr lang="en-US" altLang="zh-CN" b="1" dirty="0">
                <a:solidFill>
                  <a:schemeClr val="tx1"/>
                </a:solidFill>
              </a:rPr>
              <a:t>http://www.tukuppt.com/ppt/</a:t>
            </a:r>
            <a:endParaRPr lang="zh-CN" altLang="en-US" b="1" dirty="0">
              <a:solidFill>
                <a:schemeClr val="tx1"/>
              </a:solidFill>
            </a:endParaRPr>
          </a:p>
        </p:txBody>
      </p:sp>
      <p:grpSp>
        <p:nvGrpSpPr>
          <p:cNvPr id="23" name="组合 22">
            <a:extLst>
              <a:ext uri="{FF2B5EF4-FFF2-40B4-BE49-F238E27FC236}">
                <a16:creationId xmlns:a16="http://schemas.microsoft.com/office/drawing/2014/main" xmlns="" id="{41AB13FF-243F-445E-A2AA-3AE6894701C8}"/>
              </a:ext>
            </a:extLst>
          </p:cNvPr>
          <p:cNvGrpSpPr/>
          <p:nvPr/>
        </p:nvGrpSpPr>
        <p:grpSpPr>
          <a:xfrm>
            <a:off x="9313097" y="4984409"/>
            <a:ext cx="1364139" cy="369332"/>
            <a:chOff x="8158550" y="5010841"/>
            <a:chExt cx="1364139" cy="369332"/>
          </a:xfrm>
          <a:effectLst/>
        </p:grpSpPr>
        <p:sp>
          <p:nvSpPr>
            <p:cNvPr id="24" name="矩形: 圆角 23">
              <a:extLst>
                <a:ext uri="{FF2B5EF4-FFF2-40B4-BE49-F238E27FC236}">
                  <a16:creationId xmlns:a16="http://schemas.microsoft.com/office/drawing/2014/main" xmlns="" id="{ADDA341A-9C4D-401B-AEC6-8F81B06E494B}"/>
                </a:ext>
              </a:extLst>
            </p:cNvPr>
            <p:cNvSpPr/>
            <p:nvPr/>
          </p:nvSpPr>
          <p:spPr>
            <a:xfrm>
              <a:off x="8158550" y="5010841"/>
              <a:ext cx="1336431" cy="342900"/>
            </a:xfrm>
            <a:prstGeom prst="roundRect">
              <a:avLst/>
            </a:prstGeom>
            <a:solidFill>
              <a:schemeClr val="bg1"/>
            </a:solidFill>
            <a:ln>
              <a:noFill/>
            </a:ln>
            <a:effectLst>
              <a:reflection blurRad="6350" stA="52000" endA="300" endPos="35000" dir="5400000" sy="-100000" algn="bl" rotWithShape="0"/>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just"/>
              <a:endParaRPr lang="zh-CN" altLang="en-US" dirty="0">
                <a:solidFill>
                  <a:schemeClr val="tx1"/>
                </a:solidFill>
                <a:highlight>
                  <a:srgbClr val="FFFF00"/>
                </a:highlight>
              </a:endParaRPr>
            </a:p>
          </p:txBody>
        </p:sp>
        <p:sp>
          <p:nvSpPr>
            <p:cNvPr id="26" name="文本框 25">
              <a:extLst>
                <a:ext uri="{FF2B5EF4-FFF2-40B4-BE49-F238E27FC236}">
                  <a16:creationId xmlns:a16="http://schemas.microsoft.com/office/drawing/2014/main" xmlns="" id="{6D9636D2-78BF-424E-92C8-42584FF14F8A}"/>
                </a:ext>
              </a:extLst>
            </p:cNvPr>
            <p:cNvSpPr txBox="1"/>
            <p:nvPr/>
          </p:nvSpPr>
          <p:spPr>
            <a:xfrm>
              <a:off x="8278621" y="5010841"/>
              <a:ext cx="1244068"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xmlns="" val="tx"/>
                      </a:ext>
                    </a:extLst>
                  </a:hlinkClick>
                </a:rPr>
                <a:t>点击进入</a:t>
              </a:r>
              <a:endParaRPr lang="zh-CN" altLang="en-US"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849869968"/>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a:extLst>
              <a:ext uri="{FF2B5EF4-FFF2-40B4-BE49-F238E27FC236}">
                <a16:creationId xmlns:a16="http://schemas.microsoft.com/office/drawing/2014/main" xmlns="" id="{9EDCC191-FC17-44F1-A7FD-32C9A524D695}"/>
              </a:ext>
            </a:extLst>
          </p:cNvPr>
          <p:cNvGrpSpPr/>
          <p:nvPr/>
        </p:nvGrpSpPr>
        <p:grpSpPr>
          <a:xfrm>
            <a:off x="1520421" y="1375968"/>
            <a:ext cx="9147579" cy="4106064"/>
            <a:chOff x="1520421" y="1375968"/>
            <a:chExt cx="9147579" cy="4106064"/>
          </a:xfrm>
        </p:grpSpPr>
        <p:sp>
          <p:nvSpPr>
            <p:cNvPr id="7" name="矩形 6">
              <a:extLst>
                <a:ext uri="{FF2B5EF4-FFF2-40B4-BE49-F238E27FC236}">
                  <a16:creationId xmlns:a16="http://schemas.microsoft.com/office/drawing/2014/main" xmlns="" id="{BFD343B3-8E3D-48F1-83D4-A8221D74C56C}"/>
                </a:ext>
              </a:extLst>
            </p:cNvPr>
            <p:cNvSpPr/>
            <p:nvPr/>
          </p:nvSpPr>
          <p:spPr>
            <a:xfrm>
              <a:off x="1524000" y="1375968"/>
              <a:ext cx="9144000" cy="4106064"/>
            </a:xfrm>
            <a:prstGeom prst="rect">
              <a:avLst/>
            </a:prstGeom>
            <a:solidFill>
              <a:srgbClr val="B82B2A"/>
            </a:solidFill>
            <a:ln>
              <a:noFill/>
            </a:ln>
            <a:effectLst>
              <a:outerShdw blurRad="50800" dist="63500" dir="2700000" algn="tl" rotWithShape="0">
                <a:srgbClr val="C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xmlns="" id="{5D786C38-36A5-4C42-AD91-012A81E85E63}"/>
                </a:ext>
              </a:extLst>
            </p:cNvPr>
            <p:cNvSpPr/>
            <p:nvPr/>
          </p:nvSpPr>
          <p:spPr>
            <a:xfrm>
              <a:off x="10489724" y="2346417"/>
              <a:ext cx="176404" cy="222050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a:extLst>
                <a:ext uri="{FF2B5EF4-FFF2-40B4-BE49-F238E27FC236}">
                  <a16:creationId xmlns:a16="http://schemas.microsoft.com/office/drawing/2014/main" xmlns="" id="{D30026F9-2C85-4644-9802-B9C2301F553F}"/>
                </a:ext>
              </a:extLst>
            </p:cNvPr>
            <p:cNvSpPr/>
            <p:nvPr/>
          </p:nvSpPr>
          <p:spPr>
            <a:xfrm>
              <a:off x="1520421" y="2346417"/>
              <a:ext cx="176404" cy="222050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3" name="文本框 12">
            <a:extLst>
              <a:ext uri="{FF2B5EF4-FFF2-40B4-BE49-F238E27FC236}">
                <a16:creationId xmlns:a16="http://schemas.microsoft.com/office/drawing/2014/main" xmlns="" id="{25C0691F-5F20-46CF-B9D0-026B2BDF7745}"/>
              </a:ext>
            </a:extLst>
          </p:cNvPr>
          <p:cNvSpPr txBox="1"/>
          <p:nvPr/>
        </p:nvSpPr>
        <p:spPr>
          <a:xfrm>
            <a:off x="2620066" y="2538682"/>
            <a:ext cx="6951868" cy="1015663"/>
          </a:xfrm>
          <a:prstGeom prst="rect">
            <a:avLst/>
          </a:prstGeom>
          <a:noFill/>
        </p:spPr>
        <p:txBody>
          <a:bodyPr wrap="square" rtlCol="0">
            <a:spAutoFit/>
          </a:bodyPr>
          <a:lstStyle/>
          <a:p>
            <a:pPr algn="dist"/>
            <a:r>
              <a:rPr lang="zh-CN" altLang="en-US" sz="6000" dirty="0">
                <a:solidFill>
                  <a:schemeClr val="bg1"/>
                </a:solidFill>
                <a:latin typeface="思源黑体 CN Bold" panose="020B0800000000000000" pitchFamily="34" charset="-122"/>
                <a:ea typeface="思源黑体 CN Bold" panose="020B0800000000000000" pitchFamily="34" charset="-122"/>
              </a:rPr>
              <a:t>年度工作总结汇报</a:t>
            </a:r>
          </a:p>
        </p:txBody>
      </p:sp>
      <p:sp>
        <p:nvSpPr>
          <p:cNvPr id="14" name="矩形 13">
            <a:extLst>
              <a:ext uri="{FF2B5EF4-FFF2-40B4-BE49-F238E27FC236}">
                <a16:creationId xmlns:a16="http://schemas.microsoft.com/office/drawing/2014/main" xmlns="" id="{F5779E95-1B66-4DCD-9942-2599F92E72D1}"/>
              </a:ext>
            </a:extLst>
          </p:cNvPr>
          <p:cNvSpPr/>
          <p:nvPr/>
        </p:nvSpPr>
        <p:spPr>
          <a:xfrm>
            <a:off x="2712753" y="3534315"/>
            <a:ext cx="6764622" cy="4571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xmlns="" id="{A48842CF-87CC-41B5-BA5F-B62BB47237AE}"/>
              </a:ext>
            </a:extLst>
          </p:cNvPr>
          <p:cNvSpPr txBox="1"/>
          <p:nvPr/>
        </p:nvSpPr>
        <p:spPr>
          <a:xfrm>
            <a:off x="2952721" y="3688331"/>
            <a:ext cx="6284686" cy="369332"/>
          </a:xfrm>
          <a:prstGeom prst="rect">
            <a:avLst/>
          </a:prstGeom>
          <a:noFill/>
        </p:spPr>
        <p:txBody>
          <a:bodyPr wrap="square" rtlCol="0">
            <a:spAutoFit/>
          </a:bodyPr>
          <a:lstStyle/>
          <a:p>
            <a:pPr algn="dist"/>
            <a:r>
              <a:rPr lang="zh-CN" altLang="en-US" dirty="0">
                <a:solidFill>
                  <a:schemeClr val="bg1"/>
                </a:solidFill>
                <a:latin typeface="思源黑体 CN Bold" panose="020B0800000000000000" pitchFamily="34" charset="-122"/>
                <a:ea typeface="思源黑体 CN Bold" panose="020B0800000000000000" pitchFamily="34" charset="-122"/>
              </a:rPr>
              <a:t>工作总结</a:t>
            </a:r>
            <a:r>
              <a:rPr lang="en-US" altLang="zh-CN" dirty="0">
                <a:solidFill>
                  <a:schemeClr val="bg1"/>
                </a:solidFill>
                <a:latin typeface="思源黑体 CN Bold" panose="020B0800000000000000" pitchFamily="34" charset="-122"/>
                <a:ea typeface="思源黑体 CN Bold" panose="020B0800000000000000" pitchFamily="34" charset="-122"/>
              </a:rPr>
              <a:t>·</a:t>
            </a:r>
            <a:r>
              <a:rPr lang="zh-CN" altLang="en-US" dirty="0">
                <a:solidFill>
                  <a:schemeClr val="bg1"/>
                </a:solidFill>
                <a:latin typeface="思源黑体 CN Bold" panose="020B0800000000000000" pitchFamily="34" charset="-122"/>
                <a:ea typeface="思源黑体 CN Bold" panose="020B0800000000000000" pitchFamily="34" charset="-122"/>
              </a:rPr>
              <a:t>商务汇报</a:t>
            </a:r>
            <a:r>
              <a:rPr lang="en-US" altLang="zh-CN" dirty="0">
                <a:solidFill>
                  <a:schemeClr val="bg1"/>
                </a:solidFill>
                <a:latin typeface="思源黑体 CN Bold" panose="020B0800000000000000" pitchFamily="34" charset="-122"/>
                <a:ea typeface="思源黑体 CN Bold" panose="020B0800000000000000" pitchFamily="34" charset="-122"/>
              </a:rPr>
              <a:t>·</a:t>
            </a:r>
            <a:r>
              <a:rPr lang="zh-CN" altLang="en-US" dirty="0">
                <a:solidFill>
                  <a:schemeClr val="bg1"/>
                </a:solidFill>
                <a:latin typeface="思源黑体 CN Bold" panose="020B0800000000000000" pitchFamily="34" charset="-122"/>
                <a:ea typeface="思源黑体 CN Bold" panose="020B0800000000000000" pitchFamily="34" charset="-122"/>
              </a:rPr>
              <a:t>存在不足</a:t>
            </a:r>
            <a:r>
              <a:rPr lang="en-US" altLang="zh-CN" dirty="0">
                <a:solidFill>
                  <a:schemeClr val="bg1"/>
                </a:solidFill>
                <a:latin typeface="思源黑体 CN Bold" panose="020B0800000000000000" pitchFamily="34" charset="-122"/>
                <a:ea typeface="思源黑体 CN Bold" panose="020B0800000000000000" pitchFamily="34" charset="-122"/>
              </a:rPr>
              <a:t>·</a:t>
            </a:r>
            <a:r>
              <a:rPr lang="zh-CN" altLang="en-US" dirty="0">
                <a:solidFill>
                  <a:schemeClr val="bg1"/>
                </a:solidFill>
                <a:latin typeface="思源黑体 CN Bold" panose="020B0800000000000000" pitchFamily="34" charset="-122"/>
                <a:ea typeface="思源黑体 CN Bold" panose="020B0800000000000000" pitchFamily="34" charset="-122"/>
              </a:rPr>
              <a:t>工作规划</a:t>
            </a:r>
          </a:p>
        </p:txBody>
      </p:sp>
      <p:grpSp>
        <p:nvGrpSpPr>
          <p:cNvPr id="37" name="组合 36">
            <a:extLst>
              <a:ext uri="{FF2B5EF4-FFF2-40B4-BE49-F238E27FC236}">
                <a16:creationId xmlns:a16="http://schemas.microsoft.com/office/drawing/2014/main" xmlns="" id="{40D25692-F659-4D8C-8928-69A68787ED5B}"/>
              </a:ext>
            </a:extLst>
          </p:cNvPr>
          <p:cNvGrpSpPr/>
          <p:nvPr/>
        </p:nvGrpSpPr>
        <p:grpSpPr>
          <a:xfrm>
            <a:off x="3809064" y="4464988"/>
            <a:ext cx="4518976" cy="369332"/>
            <a:chOff x="3809064" y="4464988"/>
            <a:chExt cx="4518976" cy="369332"/>
          </a:xfrm>
        </p:grpSpPr>
        <p:sp>
          <p:nvSpPr>
            <p:cNvPr id="19" name="文本框 18">
              <a:extLst>
                <a:ext uri="{FF2B5EF4-FFF2-40B4-BE49-F238E27FC236}">
                  <a16:creationId xmlns:a16="http://schemas.microsoft.com/office/drawing/2014/main" xmlns="" id="{69E81652-17ED-442F-AD75-BA32C001B3BA}"/>
                </a:ext>
              </a:extLst>
            </p:cNvPr>
            <p:cNvSpPr txBox="1"/>
            <p:nvPr/>
          </p:nvSpPr>
          <p:spPr>
            <a:xfrm>
              <a:off x="3809064" y="4464988"/>
              <a:ext cx="1996651" cy="369332"/>
            </a:xfrm>
            <a:prstGeom prst="rect">
              <a:avLst/>
            </a:prstGeom>
            <a:noFill/>
          </p:spPr>
          <p:txBody>
            <a:bodyPr wrap="square" rtlCol="0">
              <a:spAutoFit/>
            </a:bodyPr>
            <a:lstStyle/>
            <a:p>
              <a:pPr algn="dist"/>
              <a:r>
                <a:rPr lang="zh-CN" altLang="en-US" dirty="0">
                  <a:solidFill>
                    <a:schemeClr val="bg1"/>
                  </a:solidFill>
                  <a:latin typeface="思源黑体 CN Bold" panose="020B0800000000000000" pitchFamily="34" charset="-122"/>
                  <a:ea typeface="思源黑体 CN Bold" panose="020B0800000000000000" pitchFamily="34" charset="-122"/>
                </a:rPr>
                <a:t>时间：</a:t>
              </a:r>
              <a:r>
                <a:rPr lang="en-US" altLang="zh-CN" dirty="0">
                  <a:solidFill>
                    <a:schemeClr val="bg1"/>
                  </a:solidFill>
                  <a:latin typeface="思源黑体 CN Bold" panose="020B0800000000000000" pitchFamily="34" charset="-122"/>
                  <a:ea typeface="思源黑体 CN Bold" panose="020B0800000000000000" pitchFamily="34" charset="-122"/>
                </a:rPr>
                <a:t>202X.1.20</a:t>
              </a:r>
              <a:endParaRPr lang="zh-CN" altLang="en-US" dirty="0">
                <a:solidFill>
                  <a:schemeClr val="bg1"/>
                </a:solidFill>
                <a:latin typeface="思源黑体 CN Bold" panose="020B0800000000000000" pitchFamily="34" charset="-122"/>
                <a:ea typeface="思源黑体 CN Bold" panose="020B0800000000000000" pitchFamily="34" charset="-122"/>
              </a:endParaRPr>
            </a:p>
          </p:txBody>
        </p:sp>
        <p:sp>
          <p:nvSpPr>
            <p:cNvPr id="20" name="文本框 19">
              <a:extLst>
                <a:ext uri="{FF2B5EF4-FFF2-40B4-BE49-F238E27FC236}">
                  <a16:creationId xmlns:a16="http://schemas.microsoft.com/office/drawing/2014/main" xmlns="" id="{6A354E29-D997-4FDA-9775-20F44F156E02}"/>
                </a:ext>
              </a:extLst>
            </p:cNvPr>
            <p:cNvSpPr txBox="1"/>
            <p:nvPr/>
          </p:nvSpPr>
          <p:spPr>
            <a:xfrm>
              <a:off x="6331389" y="4464988"/>
              <a:ext cx="1996651" cy="369332"/>
            </a:xfrm>
            <a:prstGeom prst="rect">
              <a:avLst/>
            </a:prstGeom>
            <a:noFill/>
          </p:spPr>
          <p:txBody>
            <a:bodyPr wrap="square" rtlCol="0">
              <a:spAutoFit/>
            </a:bodyPr>
            <a:lstStyle/>
            <a:p>
              <a:pPr algn="dist"/>
              <a:r>
                <a:rPr lang="zh-CN" altLang="en-US" dirty="0">
                  <a:solidFill>
                    <a:schemeClr val="bg1"/>
                  </a:solidFill>
                  <a:latin typeface="思源黑体 CN Bold" panose="020B0800000000000000" pitchFamily="34" charset="-122"/>
                  <a:ea typeface="思源黑体 CN Bold" panose="020B0800000000000000" pitchFamily="34" charset="-122"/>
                </a:rPr>
                <a:t>演讲人：小熊猫</a:t>
              </a:r>
            </a:p>
          </p:txBody>
        </p:sp>
      </p:grpSp>
      <p:sp>
        <p:nvSpPr>
          <p:cNvPr id="21" name="文本框 20">
            <a:extLst>
              <a:ext uri="{FF2B5EF4-FFF2-40B4-BE49-F238E27FC236}">
                <a16:creationId xmlns:a16="http://schemas.microsoft.com/office/drawing/2014/main" xmlns="" id="{FEACA728-E93D-4292-B48F-A0BC1D7F8A7E}"/>
              </a:ext>
            </a:extLst>
          </p:cNvPr>
          <p:cNvSpPr txBox="1"/>
          <p:nvPr/>
        </p:nvSpPr>
        <p:spPr>
          <a:xfrm>
            <a:off x="11494154" y="-30244"/>
            <a:ext cx="1292662" cy="4864564"/>
          </a:xfrm>
          <a:prstGeom prst="rect">
            <a:avLst/>
          </a:prstGeom>
          <a:noFill/>
        </p:spPr>
        <p:txBody>
          <a:bodyPr vert="eaVert" wrap="square" rtlCol="0">
            <a:spAutoFit/>
          </a:bodyPr>
          <a:lstStyle/>
          <a:p>
            <a:pPr algn="dist"/>
            <a:r>
              <a:rPr lang="en-US" altLang="zh-CN" sz="7200" dirty="0">
                <a:solidFill>
                  <a:schemeClr val="tx1">
                    <a:alpha val="10000"/>
                  </a:schemeClr>
                </a:solidFill>
                <a:latin typeface="思源黑体 CN Bold" panose="020B0800000000000000" pitchFamily="34" charset="-122"/>
                <a:ea typeface="思源黑体 CN Bold" panose="020B0800000000000000" pitchFamily="34" charset="-122"/>
              </a:rPr>
              <a:t>BUSINESS</a:t>
            </a:r>
            <a:endParaRPr lang="zh-CN" altLang="en-US" sz="7200" dirty="0">
              <a:solidFill>
                <a:schemeClr val="tx1">
                  <a:alpha val="10000"/>
                </a:schemeClr>
              </a:solidFill>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xmlns="" id="{8BFF6C89-0834-4956-9967-954F854FB1C2}"/>
              </a:ext>
            </a:extLst>
          </p:cNvPr>
          <p:cNvSpPr txBox="1"/>
          <p:nvPr/>
        </p:nvSpPr>
        <p:spPr>
          <a:xfrm>
            <a:off x="-732544" y="1993436"/>
            <a:ext cx="1292662" cy="4864564"/>
          </a:xfrm>
          <a:prstGeom prst="rect">
            <a:avLst/>
          </a:prstGeom>
          <a:noFill/>
        </p:spPr>
        <p:txBody>
          <a:bodyPr vert="eaVert" wrap="square" rtlCol="0">
            <a:spAutoFit/>
          </a:bodyPr>
          <a:lstStyle/>
          <a:p>
            <a:pPr algn="dist"/>
            <a:r>
              <a:rPr lang="en-US" altLang="zh-CN" sz="7200" dirty="0">
                <a:solidFill>
                  <a:schemeClr val="tx1">
                    <a:alpha val="10000"/>
                  </a:schemeClr>
                </a:solidFill>
                <a:latin typeface="思源黑体 CN Bold" panose="020B0800000000000000" pitchFamily="34" charset="-122"/>
                <a:ea typeface="思源黑体 CN Bold" panose="020B0800000000000000" pitchFamily="34" charset="-122"/>
              </a:rPr>
              <a:t>BUSINESS</a:t>
            </a:r>
            <a:endParaRPr lang="zh-CN" altLang="en-US" sz="7200" dirty="0">
              <a:solidFill>
                <a:schemeClr val="tx1">
                  <a:alpha val="10000"/>
                </a:schemeClr>
              </a:solidFill>
              <a:latin typeface="思源黑体 CN Bold" panose="020B0800000000000000" pitchFamily="34" charset="-122"/>
              <a:ea typeface="思源黑体 CN Bold" panose="020B0800000000000000" pitchFamily="34" charset="-122"/>
            </a:endParaRPr>
          </a:p>
        </p:txBody>
      </p:sp>
      <p:grpSp>
        <p:nvGrpSpPr>
          <p:cNvPr id="36" name="组合 35">
            <a:extLst>
              <a:ext uri="{FF2B5EF4-FFF2-40B4-BE49-F238E27FC236}">
                <a16:creationId xmlns:a16="http://schemas.microsoft.com/office/drawing/2014/main" xmlns="" id="{4133CF30-6F24-4BD6-84C4-FD9A3A7DE7F7}"/>
              </a:ext>
            </a:extLst>
          </p:cNvPr>
          <p:cNvGrpSpPr/>
          <p:nvPr/>
        </p:nvGrpSpPr>
        <p:grpSpPr>
          <a:xfrm>
            <a:off x="10217944" y="6171486"/>
            <a:ext cx="1464972" cy="429339"/>
            <a:chOff x="10217944" y="6171486"/>
            <a:chExt cx="1464972" cy="429339"/>
          </a:xfrm>
        </p:grpSpPr>
        <p:grpSp>
          <p:nvGrpSpPr>
            <p:cNvPr id="26" name="组合 25">
              <a:extLst>
                <a:ext uri="{FF2B5EF4-FFF2-40B4-BE49-F238E27FC236}">
                  <a16:creationId xmlns:a16="http://schemas.microsoft.com/office/drawing/2014/main" xmlns="" id="{7FA0FD00-34D6-4280-94B6-60A7067824D8}"/>
                </a:ext>
              </a:extLst>
            </p:cNvPr>
            <p:cNvGrpSpPr/>
            <p:nvPr/>
          </p:nvGrpSpPr>
          <p:grpSpPr>
            <a:xfrm>
              <a:off x="10247731" y="6171486"/>
              <a:ext cx="1435185" cy="340778"/>
              <a:chOff x="9734417" y="6317197"/>
              <a:chExt cx="1435185" cy="340778"/>
            </a:xfrm>
            <a:solidFill>
              <a:schemeClr val="bg1">
                <a:lumMod val="95000"/>
              </a:schemeClr>
            </a:solidFill>
          </p:grpSpPr>
          <p:sp>
            <p:nvSpPr>
              <p:cNvPr id="27" name="任意多边形 27">
                <a:extLst>
                  <a:ext uri="{FF2B5EF4-FFF2-40B4-BE49-F238E27FC236}">
                    <a16:creationId xmlns:a16="http://schemas.microsoft.com/office/drawing/2014/main" xmlns="" id="{8C687920-7675-4C9C-9FD5-4EB3585BE77C}"/>
                  </a:ext>
                </a:extLst>
              </p:cNvPr>
              <p:cNvSpPr/>
              <p:nvPr/>
            </p:nvSpPr>
            <p:spPr>
              <a:xfrm>
                <a:off x="10188503" y="6389537"/>
                <a:ext cx="429420" cy="268438"/>
              </a:xfrm>
              <a:custGeom>
                <a:avLst/>
                <a:gdLst>
                  <a:gd name="connsiteX0" fmla="*/ 218748 w 607427"/>
                  <a:gd name="connsiteY0" fmla="*/ 211767 h 379713"/>
                  <a:gd name="connsiteX1" fmla="*/ 303678 w 607427"/>
                  <a:gd name="connsiteY1" fmla="*/ 286283 h 379713"/>
                  <a:gd name="connsiteX2" fmla="*/ 388608 w 607427"/>
                  <a:gd name="connsiteY2" fmla="*/ 211767 h 379713"/>
                  <a:gd name="connsiteX3" fmla="*/ 580118 w 607427"/>
                  <a:gd name="connsiteY3" fmla="*/ 379713 h 379713"/>
                  <a:gd name="connsiteX4" fmla="*/ 27238 w 607427"/>
                  <a:gd name="connsiteY4" fmla="*/ 379713 h 379713"/>
                  <a:gd name="connsiteX5" fmla="*/ 607427 w 607427"/>
                  <a:gd name="connsiteY5" fmla="*/ 19970 h 379713"/>
                  <a:gd name="connsiteX6" fmla="*/ 607427 w 607427"/>
                  <a:gd name="connsiteY6" fmla="*/ 359531 h 379713"/>
                  <a:gd name="connsiteX7" fmla="*/ 413725 w 607427"/>
                  <a:gd name="connsiteY7" fmla="*/ 189751 h 379713"/>
                  <a:gd name="connsiteX8" fmla="*/ 0 w 607427"/>
                  <a:gd name="connsiteY8" fmla="*/ 19970 h 379713"/>
                  <a:gd name="connsiteX9" fmla="*/ 193561 w 607427"/>
                  <a:gd name="connsiteY9" fmla="*/ 189751 h 379713"/>
                  <a:gd name="connsiteX10" fmla="*/ 0 w 607427"/>
                  <a:gd name="connsiteY10" fmla="*/ 359531 h 379713"/>
                  <a:gd name="connsiteX11" fmla="*/ 27379 w 607427"/>
                  <a:gd name="connsiteY11" fmla="*/ 0 h 379713"/>
                  <a:gd name="connsiteX12" fmla="*/ 579906 w 607427"/>
                  <a:gd name="connsiteY12" fmla="*/ 0 h 379713"/>
                  <a:gd name="connsiteX13" fmla="*/ 303694 w 607427"/>
                  <a:gd name="connsiteY13" fmla="*/ 242251 h 379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7427" h="379713">
                    <a:moveTo>
                      <a:pt x="218748" y="211767"/>
                    </a:moveTo>
                    <a:lnTo>
                      <a:pt x="303678" y="286283"/>
                    </a:lnTo>
                    <a:lnTo>
                      <a:pt x="388608" y="211767"/>
                    </a:lnTo>
                    <a:lnTo>
                      <a:pt x="580118" y="379713"/>
                    </a:lnTo>
                    <a:lnTo>
                      <a:pt x="27238" y="379713"/>
                    </a:lnTo>
                    <a:close/>
                    <a:moveTo>
                      <a:pt x="607427" y="19970"/>
                    </a:moveTo>
                    <a:lnTo>
                      <a:pt x="607427" y="359531"/>
                    </a:lnTo>
                    <a:lnTo>
                      <a:pt x="413725" y="189751"/>
                    </a:lnTo>
                    <a:close/>
                    <a:moveTo>
                      <a:pt x="0" y="19970"/>
                    </a:moveTo>
                    <a:lnTo>
                      <a:pt x="193561" y="189751"/>
                    </a:lnTo>
                    <a:lnTo>
                      <a:pt x="0" y="359531"/>
                    </a:lnTo>
                    <a:close/>
                    <a:moveTo>
                      <a:pt x="27379" y="0"/>
                    </a:moveTo>
                    <a:lnTo>
                      <a:pt x="579906" y="0"/>
                    </a:lnTo>
                    <a:lnTo>
                      <a:pt x="303694" y="242251"/>
                    </a:lnTo>
                    <a:close/>
                  </a:path>
                </a:pathLst>
              </a:custGeom>
              <a:solidFill>
                <a:srgbClr val="B82B2A"/>
              </a:solidFill>
              <a:ln w="7600" cap="flat">
                <a:noFill/>
                <a:bevel/>
              </a:ln>
            </p:spPr>
            <p:txBody>
              <a:bodyPr/>
              <a:lstStyle/>
              <a:p>
                <a:endParaRPr lang="zh-CN" altLang="en-US" sz="2000">
                  <a:latin typeface="字魂59号-创粗黑" panose="00000500000000000000" pitchFamily="2" charset="-122"/>
                  <a:ea typeface="字魂59号-创粗黑" panose="00000500000000000000" pitchFamily="2" charset="-122"/>
                </a:endParaRPr>
              </a:p>
            </p:txBody>
          </p:sp>
          <p:sp>
            <p:nvSpPr>
              <p:cNvPr id="28" name="任意多边形 28">
                <a:extLst>
                  <a:ext uri="{FF2B5EF4-FFF2-40B4-BE49-F238E27FC236}">
                    <a16:creationId xmlns:a16="http://schemas.microsoft.com/office/drawing/2014/main" xmlns="" id="{A97FBA25-23AC-48B8-B820-EBEA49E0805E}"/>
                  </a:ext>
                </a:extLst>
              </p:cNvPr>
              <p:cNvSpPr/>
              <p:nvPr/>
            </p:nvSpPr>
            <p:spPr>
              <a:xfrm>
                <a:off x="10800117" y="6317197"/>
                <a:ext cx="369485" cy="340778"/>
              </a:xfrm>
              <a:custGeom>
                <a:avLst/>
                <a:gdLst>
                  <a:gd name="connsiteX0" fmla="*/ 176147 w 578111"/>
                  <a:gd name="connsiteY0" fmla="*/ 221031 h 533197"/>
                  <a:gd name="connsiteX1" fmla="*/ 212154 w 578111"/>
                  <a:gd name="connsiteY1" fmla="*/ 256947 h 533197"/>
                  <a:gd name="connsiteX2" fmla="*/ 212154 w 578111"/>
                  <a:gd name="connsiteY2" fmla="*/ 348118 h 533197"/>
                  <a:gd name="connsiteX3" fmla="*/ 176147 w 578111"/>
                  <a:gd name="connsiteY3" fmla="*/ 384955 h 533197"/>
                  <a:gd name="connsiteX4" fmla="*/ 139217 w 578111"/>
                  <a:gd name="connsiteY4" fmla="*/ 348118 h 533197"/>
                  <a:gd name="connsiteX5" fmla="*/ 139217 w 578111"/>
                  <a:gd name="connsiteY5" fmla="*/ 256947 h 533197"/>
                  <a:gd name="connsiteX6" fmla="*/ 176147 w 578111"/>
                  <a:gd name="connsiteY6" fmla="*/ 221031 h 533197"/>
                  <a:gd name="connsiteX7" fmla="*/ 267503 w 578111"/>
                  <a:gd name="connsiteY7" fmla="*/ 184193 h 533197"/>
                  <a:gd name="connsiteX8" fmla="*/ 303437 w 578111"/>
                  <a:gd name="connsiteY8" fmla="*/ 221030 h 533197"/>
                  <a:gd name="connsiteX9" fmla="*/ 303437 w 578111"/>
                  <a:gd name="connsiteY9" fmla="*/ 348119 h 533197"/>
                  <a:gd name="connsiteX10" fmla="*/ 267503 w 578111"/>
                  <a:gd name="connsiteY10" fmla="*/ 384956 h 533197"/>
                  <a:gd name="connsiteX11" fmla="*/ 230648 w 578111"/>
                  <a:gd name="connsiteY11" fmla="*/ 348119 h 533197"/>
                  <a:gd name="connsiteX12" fmla="*/ 230648 w 578111"/>
                  <a:gd name="connsiteY12" fmla="*/ 221030 h 533197"/>
                  <a:gd name="connsiteX13" fmla="*/ 267503 w 578111"/>
                  <a:gd name="connsiteY13" fmla="*/ 184193 h 533197"/>
                  <a:gd name="connsiteX14" fmla="*/ 357937 w 578111"/>
                  <a:gd name="connsiteY14" fmla="*/ 148390 h 533197"/>
                  <a:gd name="connsiteX15" fmla="*/ 394867 w 578111"/>
                  <a:gd name="connsiteY15" fmla="*/ 184289 h 533197"/>
                  <a:gd name="connsiteX16" fmla="*/ 394867 w 578111"/>
                  <a:gd name="connsiteY16" fmla="*/ 348136 h 533197"/>
                  <a:gd name="connsiteX17" fmla="*/ 357937 w 578111"/>
                  <a:gd name="connsiteY17" fmla="*/ 384955 h 533197"/>
                  <a:gd name="connsiteX18" fmla="*/ 321930 w 578111"/>
                  <a:gd name="connsiteY18" fmla="*/ 348136 h 533197"/>
                  <a:gd name="connsiteX19" fmla="*/ 321930 w 578111"/>
                  <a:gd name="connsiteY19" fmla="*/ 184289 h 533197"/>
                  <a:gd name="connsiteX20" fmla="*/ 357937 w 578111"/>
                  <a:gd name="connsiteY20" fmla="*/ 148390 h 533197"/>
                  <a:gd name="connsiteX21" fmla="*/ 267469 w 578111"/>
                  <a:gd name="connsiteY21" fmla="*/ 0 h 533197"/>
                  <a:gd name="connsiteX22" fmla="*/ 529404 w 578111"/>
                  <a:gd name="connsiteY22" fmla="*/ 218252 h 533197"/>
                  <a:gd name="connsiteX23" fmla="*/ 566296 w 578111"/>
                  <a:gd name="connsiteY23" fmla="*/ 218252 h 533197"/>
                  <a:gd name="connsiteX24" fmla="*/ 576441 w 578111"/>
                  <a:gd name="connsiteY24" fmla="*/ 224698 h 533197"/>
                  <a:gd name="connsiteX25" fmla="*/ 575519 w 578111"/>
                  <a:gd name="connsiteY25" fmla="*/ 237590 h 533197"/>
                  <a:gd name="connsiteX26" fmla="*/ 514647 w 578111"/>
                  <a:gd name="connsiteY26" fmla="*/ 310341 h 533197"/>
                  <a:gd name="connsiteX27" fmla="*/ 505424 w 578111"/>
                  <a:gd name="connsiteY27" fmla="*/ 314945 h 533197"/>
                  <a:gd name="connsiteX28" fmla="*/ 496201 w 578111"/>
                  <a:gd name="connsiteY28" fmla="*/ 310341 h 533197"/>
                  <a:gd name="connsiteX29" fmla="*/ 435328 w 578111"/>
                  <a:gd name="connsiteY29" fmla="*/ 237590 h 533197"/>
                  <a:gd name="connsiteX30" fmla="*/ 433484 w 578111"/>
                  <a:gd name="connsiteY30" fmla="*/ 224698 h 533197"/>
                  <a:gd name="connsiteX31" fmla="*/ 444551 w 578111"/>
                  <a:gd name="connsiteY31" fmla="*/ 218252 h 533197"/>
                  <a:gd name="connsiteX32" fmla="*/ 480521 w 578111"/>
                  <a:gd name="connsiteY32" fmla="*/ 218252 h 533197"/>
                  <a:gd name="connsiteX33" fmla="*/ 267469 w 578111"/>
                  <a:gd name="connsiteY33" fmla="*/ 47886 h 533197"/>
                  <a:gd name="connsiteX34" fmla="*/ 48882 w 578111"/>
                  <a:gd name="connsiteY34" fmla="*/ 266138 h 533197"/>
                  <a:gd name="connsiteX35" fmla="*/ 267469 w 578111"/>
                  <a:gd name="connsiteY35" fmla="*/ 484390 h 533197"/>
                  <a:gd name="connsiteX36" fmla="*/ 456541 w 578111"/>
                  <a:gd name="connsiteY36" fmla="*/ 375724 h 533197"/>
                  <a:gd name="connsiteX37" fmla="*/ 489744 w 578111"/>
                  <a:gd name="connsiteY37" fmla="*/ 366515 h 533197"/>
                  <a:gd name="connsiteX38" fmla="*/ 498967 w 578111"/>
                  <a:gd name="connsiteY38" fmla="*/ 399668 h 533197"/>
                  <a:gd name="connsiteX39" fmla="*/ 267469 w 578111"/>
                  <a:gd name="connsiteY39" fmla="*/ 533197 h 533197"/>
                  <a:gd name="connsiteX40" fmla="*/ 0 w 578111"/>
                  <a:gd name="connsiteY40" fmla="*/ 266138 h 533197"/>
                  <a:gd name="connsiteX41" fmla="*/ 267469 w 578111"/>
                  <a:gd name="connsiteY41" fmla="*/ 0 h 53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78111" h="533197">
                    <a:moveTo>
                      <a:pt x="176147" y="221031"/>
                    </a:moveTo>
                    <a:cubicBezTo>
                      <a:pt x="196459" y="221031"/>
                      <a:pt x="212154" y="237608"/>
                      <a:pt x="212154" y="256947"/>
                    </a:cubicBezTo>
                    <a:lnTo>
                      <a:pt x="212154" y="348118"/>
                    </a:lnTo>
                    <a:cubicBezTo>
                      <a:pt x="212154" y="368378"/>
                      <a:pt x="196459" y="384955"/>
                      <a:pt x="176147" y="384955"/>
                    </a:cubicBezTo>
                    <a:cubicBezTo>
                      <a:pt x="155836" y="384955"/>
                      <a:pt x="139217" y="368378"/>
                      <a:pt x="139217" y="348118"/>
                    </a:cubicBezTo>
                    <a:lnTo>
                      <a:pt x="139217" y="256947"/>
                    </a:lnTo>
                    <a:cubicBezTo>
                      <a:pt x="139217" y="237608"/>
                      <a:pt x="155836" y="221031"/>
                      <a:pt x="176147" y="221031"/>
                    </a:cubicBezTo>
                    <a:close/>
                    <a:moveTo>
                      <a:pt x="267503" y="184193"/>
                    </a:moveTo>
                    <a:cubicBezTo>
                      <a:pt x="286852" y="184193"/>
                      <a:pt x="303437" y="200770"/>
                      <a:pt x="303437" y="221030"/>
                    </a:cubicBezTo>
                    <a:lnTo>
                      <a:pt x="303437" y="348119"/>
                    </a:lnTo>
                    <a:cubicBezTo>
                      <a:pt x="303437" y="368379"/>
                      <a:pt x="287774" y="384956"/>
                      <a:pt x="267503" y="384956"/>
                    </a:cubicBezTo>
                    <a:cubicBezTo>
                      <a:pt x="247233" y="384956"/>
                      <a:pt x="230648" y="368379"/>
                      <a:pt x="230648" y="348119"/>
                    </a:cubicBezTo>
                    <a:lnTo>
                      <a:pt x="230648" y="221030"/>
                    </a:lnTo>
                    <a:cubicBezTo>
                      <a:pt x="230648" y="200770"/>
                      <a:pt x="247233" y="184193"/>
                      <a:pt x="267503" y="184193"/>
                    </a:cubicBezTo>
                    <a:close/>
                    <a:moveTo>
                      <a:pt x="357937" y="148390"/>
                    </a:moveTo>
                    <a:cubicBezTo>
                      <a:pt x="378249" y="148390"/>
                      <a:pt x="394867" y="164959"/>
                      <a:pt x="394867" y="184289"/>
                    </a:cubicBezTo>
                    <a:lnTo>
                      <a:pt x="394867" y="348136"/>
                    </a:lnTo>
                    <a:cubicBezTo>
                      <a:pt x="394867" y="368386"/>
                      <a:pt x="378249" y="384955"/>
                      <a:pt x="357937" y="384955"/>
                    </a:cubicBezTo>
                    <a:cubicBezTo>
                      <a:pt x="338549" y="384955"/>
                      <a:pt x="321930" y="368386"/>
                      <a:pt x="321930" y="348136"/>
                    </a:cubicBezTo>
                    <a:lnTo>
                      <a:pt x="321930" y="184289"/>
                    </a:lnTo>
                    <a:cubicBezTo>
                      <a:pt x="321930" y="164959"/>
                      <a:pt x="338549" y="148390"/>
                      <a:pt x="357937" y="148390"/>
                    </a:cubicBezTo>
                    <a:close/>
                    <a:moveTo>
                      <a:pt x="267469" y="0"/>
                    </a:moveTo>
                    <a:cubicBezTo>
                      <a:pt x="397514" y="0"/>
                      <a:pt x="507268" y="93931"/>
                      <a:pt x="529404" y="218252"/>
                    </a:cubicBezTo>
                    <a:lnTo>
                      <a:pt x="566296" y="218252"/>
                    </a:lnTo>
                    <a:cubicBezTo>
                      <a:pt x="570907" y="218252"/>
                      <a:pt x="574597" y="221014"/>
                      <a:pt x="576441" y="224698"/>
                    </a:cubicBezTo>
                    <a:cubicBezTo>
                      <a:pt x="579208" y="229302"/>
                      <a:pt x="578286" y="233907"/>
                      <a:pt x="575519" y="237590"/>
                    </a:cubicBezTo>
                    <a:lnTo>
                      <a:pt x="514647" y="310341"/>
                    </a:lnTo>
                    <a:cubicBezTo>
                      <a:pt x="511880" y="313104"/>
                      <a:pt x="509113" y="314945"/>
                      <a:pt x="505424" y="314945"/>
                    </a:cubicBezTo>
                    <a:cubicBezTo>
                      <a:pt x="501734" y="314945"/>
                      <a:pt x="498045" y="313104"/>
                      <a:pt x="496201" y="310341"/>
                    </a:cubicBezTo>
                    <a:lnTo>
                      <a:pt x="435328" y="237590"/>
                    </a:lnTo>
                    <a:cubicBezTo>
                      <a:pt x="431639" y="233907"/>
                      <a:pt x="431639" y="229302"/>
                      <a:pt x="433484" y="224698"/>
                    </a:cubicBezTo>
                    <a:cubicBezTo>
                      <a:pt x="435328" y="221014"/>
                      <a:pt x="439940" y="218252"/>
                      <a:pt x="444551" y="218252"/>
                    </a:cubicBezTo>
                    <a:lnTo>
                      <a:pt x="480521" y="218252"/>
                    </a:lnTo>
                    <a:cubicBezTo>
                      <a:pt x="458386" y="120637"/>
                      <a:pt x="370767" y="47886"/>
                      <a:pt x="267469" y="47886"/>
                    </a:cubicBezTo>
                    <a:cubicBezTo>
                      <a:pt x="146647" y="47886"/>
                      <a:pt x="48882" y="146422"/>
                      <a:pt x="48882" y="266138"/>
                    </a:cubicBezTo>
                    <a:cubicBezTo>
                      <a:pt x="48882" y="386775"/>
                      <a:pt x="146647" y="484390"/>
                      <a:pt x="267469" y="484390"/>
                    </a:cubicBezTo>
                    <a:cubicBezTo>
                      <a:pt x="344942" y="484390"/>
                      <a:pt x="417805" y="442949"/>
                      <a:pt x="456541" y="375724"/>
                    </a:cubicBezTo>
                    <a:cubicBezTo>
                      <a:pt x="462998" y="363753"/>
                      <a:pt x="477754" y="360069"/>
                      <a:pt x="489744" y="366515"/>
                    </a:cubicBezTo>
                    <a:cubicBezTo>
                      <a:pt x="501734" y="373883"/>
                      <a:pt x="505424" y="388617"/>
                      <a:pt x="498967" y="399668"/>
                    </a:cubicBezTo>
                    <a:cubicBezTo>
                      <a:pt x="451008" y="482548"/>
                      <a:pt x="362466" y="533197"/>
                      <a:pt x="267469" y="533197"/>
                    </a:cubicBezTo>
                    <a:cubicBezTo>
                      <a:pt x="119900" y="533197"/>
                      <a:pt x="0" y="413481"/>
                      <a:pt x="0" y="266138"/>
                    </a:cubicBezTo>
                    <a:cubicBezTo>
                      <a:pt x="0" y="119716"/>
                      <a:pt x="119900" y="0"/>
                      <a:pt x="267469" y="0"/>
                    </a:cubicBezTo>
                    <a:close/>
                  </a:path>
                </a:pathLst>
              </a:custGeom>
              <a:solidFill>
                <a:srgbClr val="B82B2A"/>
              </a:solidFill>
              <a:ln w="7600" cap="flat">
                <a:noFill/>
                <a:bevel/>
              </a:ln>
            </p:spPr>
            <p:txBody>
              <a:bodyPr/>
              <a:lstStyle/>
              <a:p>
                <a:endParaRPr lang="zh-CN" altLang="en-US" sz="2000">
                  <a:latin typeface="字魂59号-创粗黑" panose="00000500000000000000" pitchFamily="2" charset="-122"/>
                  <a:ea typeface="字魂59号-创粗黑" panose="00000500000000000000" pitchFamily="2" charset="-122"/>
                </a:endParaRPr>
              </a:p>
            </p:txBody>
          </p:sp>
          <p:sp>
            <p:nvSpPr>
              <p:cNvPr id="29" name="任意多边形 29">
                <a:extLst>
                  <a:ext uri="{FF2B5EF4-FFF2-40B4-BE49-F238E27FC236}">
                    <a16:creationId xmlns:a16="http://schemas.microsoft.com/office/drawing/2014/main" xmlns="" id="{19B00457-38A6-4F5D-84C6-9126D9F77718}"/>
                  </a:ext>
                </a:extLst>
              </p:cNvPr>
              <p:cNvSpPr/>
              <p:nvPr/>
            </p:nvSpPr>
            <p:spPr>
              <a:xfrm>
                <a:off x="9734417" y="6367231"/>
                <a:ext cx="241993" cy="290744"/>
              </a:xfrm>
              <a:custGeom>
                <a:avLst/>
                <a:gdLst>
                  <a:gd name="connsiteX0" fmla="*/ 166861 w 505460"/>
                  <a:gd name="connsiteY0" fmla="*/ 355015 h 607286"/>
                  <a:gd name="connsiteX1" fmla="*/ 421301 w 505460"/>
                  <a:gd name="connsiteY1" fmla="*/ 355015 h 607286"/>
                  <a:gd name="connsiteX2" fmla="*/ 438634 w 505460"/>
                  <a:gd name="connsiteY2" fmla="*/ 372303 h 607286"/>
                  <a:gd name="connsiteX3" fmla="*/ 421301 w 505460"/>
                  <a:gd name="connsiteY3" fmla="*/ 389592 h 607286"/>
                  <a:gd name="connsiteX4" fmla="*/ 166861 w 505460"/>
                  <a:gd name="connsiteY4" fmla="*/ 389592 h 607286"/>
                  <a:gd name="connsiteX5" fmla="*/ 149528 w 505460"/>
                  <a:gd name="connsiteY5" fmla="*/ 372303 h 607286"/>
                  <a:gd name="connsiteX6" fmla="*/ 166861 w 505460"/>
                  <a:gd name="connsiteY6" fmla="*/ 355015 h 607286"/>
                  <a:gd name="connsiteX7" fmla="*/ 166861 w 505460"/>
                  <a:gd name="connsiteY7" fmla="*/ 272524 h 607286"/>
                  <a:gd name="connsiteX8" fmla="*/ 421301 w 505460"/>
                  <a:gd name="connsiteY8" fmla="*/ 272524 h 607286"/>
                  <a:gd name="connsiteX9" fmla="*/ 438634 w 505460"/>
                  <a:gd name="connsiteY9" fmla="*/ 289813 h 607286"/>
                  <a:gd name="connsiteX10" fmla="*/ 421301 w 505460"/>
                  <a:gd name="connsiteY10" fmla="*/ 307101 h 607286"/>
                  <a:gd name="connsiteX11" fmla="*/ 166861 w 505460"/>
                  <a:gd name="connsiteY11" fmla="*/ 307101 h 607286"/>
                  <a:gd name="connsiteX12" fmla="*/ 149528 w 505460"/>
                  <a:gd name="connsiteY12" fmla="*/ 289813 h 607286"/>
                  <a:gd name="connsiteX13" fmla="*/ 166861 w 505460"/>
                  <a:gd name="connsiteY13" fmla="*/ 272524 h 607286"/>
                  <a:gd name="connsiteX14" fmla="*/ 166861 w 505460"/>
                  <a:gd name="connsiteY14" fmla="*/ 190033 h 607286"/>
                  <a:gd name="connsiteX15" fmla="*/ 421301 w 505460"/>
                  <a:gd name="connsiteY15" fmla="*/ 190033 h 607286"/>
                  <a:gd name="connsiteX16" fmla="*/ 438634 w 505460"/>
                  <a:gd name="connsiteY16" fmla="*/ 207439 h 607286"/>
                  <a:gd name="connsiteX17" fmla="*/ 421301 w 505460"/>
                  <a:gd name="connsiteY17" fmla="*/ 224751 h 607286"/>
                  <a:gd name="connsiteX18" fmla="*/ 166861 w 505460"/>
                  <a:gd name="connsiteY18" fmla="*/ 224751 h 607286"/>
                  <a:gd name="connsiteX19" fmla="*/ 149528 w 505460"/>
                  <a:gd name="connsiteY19" fmla="*/ 207439 h 607286"/>
                  <a:gd name="connsiteX20" fmla="*/ 166861 w 505460"/>
                  <a:gd name="connsiteY20" fmla="*/ 190033 h 607286"/>
                  <a:gd name="connsiteX21" fmla="*/ 166861 w 505460"/>
                  <a:gd name="connsiteY21" fmla="*/ 107612 h 607286"/>
                  <a:gd name="connsiteX22" fmla="*/ 421301 w 505460"/>
                  <a:gd name="connsiteY22" fmla="*/ 107612 h 607286"/>
                  <a:gd name="connsiteX23" fmla="*/ 438634 w 505460"/>
                  <a:gd name="connsiteY23" fmla="*/ 124901 h 607286"/>
                  <a:gd name="connsiteX24" fmla="*/ 421301 w 505460"/>
                  <a:gd name="connsiteY24" fmla="*/ 142189 h 607286"/>
                  <a:gd name="connsiteX25" fmla="*/ 166861 w 505460"/>
                  <a:gd name="connsiteY25" fmla="*/ 142189 h 607286"/>
                  <a:gd name="connsiteX26" fmla="*/ 149528 w 505460"/>
                  <a:gd name="connsiteY26" fmla="*/ 124901 h 607286"/>
                  <a:gd name="connsiteX27" fmla="*/ 166861 w 505460"/>
                  <a:gd name="connsiteY27" fmla="*/ 107612 h 607286"/>
                  <a:gd name="connsiteX28" fmla="*/ 43330 w 505460"/>
                  <a:gd name="connsiteY28" fmla="*/ 105635 h 607286"/>
                  <a:gd name="connsiteX29" fmla="*/ 34664 w 505460"/>
                  <a:gd name="connsiteY29" fmla="*/ 114289 h 607286"/>
                  <a:gd name="connsiteX30" fmla="*/ 34664 w 505460"/>
                  <a:gd name="connsiteY30" fmla="*/ 563922 h 607286"/>
                  <a:gd name="connsiteX31" fmla="*/ 43330 w 505460"/>
                  <a:gd name="connsiteY31" fmla="*/ 572576 h 607286"/>
                  <a:gd name="connsiteX32" fmla="*/ 379237 w 505460"/>
                  <a:gd name="connsiteY32" fmla="*/ 572576 h 607286"/>
                  <a:gd name="connsiteX33" fmla="*/ 387903 w 505460"/>
                  <a:gd name="connsiteY33" fmla="*/ 563922 h 607286"/>
                  <a:gd name="connsiteX34" fmla="*/ 387903 w 505460"/>
                  <a:gd name="connsiteY34" fmla="*/ 536267 h 607286"/>
                  <a:gd name="connsiteX35" fmla="*/ 126223 w 505460"/>
                  <a:gd name="connsiteY35" fmla="*/ 536267 h 607286"/>
                  <a:gd name="connsiteX36" fmla="*/ 82799 w 505460"/>
                  <a:gd name="connsiteY36" fmla="*/ 492997 h 607286"/>
                  <a:gd name="connsiteX37" fmla="*/ 82799 w 505460"/>
                  <a:gd name="connsiteY37" fmla="*/ 105635 h 607286"/>
                  <a:gd name="connsiteX38" fmla="*/ 126223 w 505460"/>
                  <a:gd name="connsiteY38" fmla="*/ 34616 h 607286"/>
                  <a:gd name="connsiteX39" fmla="*/ 117557 w 505460"/>
                  <a:gd name="connsiteY39" fmla="*/ 43270 h 607286"/>
                  <a:gd name="connsiteX40" fmla="*/ 117557 w 505460"/>
                  <a:gd name="connsiteY40" fmla="*/ 492997 h 607286"/>
                  <a:gd name="connsiteX41" fmla="*/ 126223 w 505460"/>
                  <a:gd name="connsiteY41" fmla="*/ 501651 h 607286"/>
                  <a:gd name="connsiteX42" fmla="*/ 462130 w 505460"/>
                  <a:gd name="connsiteY42" fmla="*/ 501651 h 607286"/>
                  <a:gd name="connsiteX43" fmla="*/ 470796 w 505460"/>
                  <a:gd name="connsiteY43" fmla="*/ 492997 h 607286"/>
                  <a:gd name="connsiteX44" fmla="*/ 470796 w 505460"/>
                  <a:gd name="connsiteY44" fmla="*/ 43270 h 607286"/>
                  <a:gd name="connsiteX45" fmla="*/ 462130 w 505460"/>
                  <a:gd name="connsiteY45" fmla="*/ 34616 h 607286"/>
                  <a:gd name="connsiteX46" fmla="*/ 126223 w 505460"/>
                  <a:gd name="connsiteY46" fmla="*/ 0 h 607286"/>
                  <a:gd name="connsiteX47" fmla="*/ 462130 w 505460"/>
                  <a:gd name="connsiteY47" fmla="*/ 0 h 607286"/>
                  <a:gd name="connsiteX48" fmla="*/ 505460 w 505460"/>
                  <a:gd name="connsiteY48" fmla="*/ 43270 h 607286"/>
                  <a:gd name="connsiteX49" fmla="*/ 505460 w 505460"/>
                  <a:gd name="connsiteY49" fmla="*/ 492997 h 607286"/>
                  <a:gd name="connsiteX50" fmla="*/ 462130 w 505460"/>
                  <a:gd name="connsiteY50" fmla="*/ 536267 h 607286"/>
                  <a:gd name="connsiteX51" fmla="*/ 422661 w 505460"/>
                  <a:gd name="connsiteY51" fmla="*/ 536267 h 607286"/>
                  <a:gd name="connsiteX52" fmla="*/ 422661 w 505460"/>
                  <a:gd name="connsiteY52" fmla="*/ 563922 h 607286"/>
                  <a:gd name="connsiteX53" fmla="*/ 379237 w 505460"/>
                  <a:gd name="connsiteY53" fmla="*/ 607286 h 607286"/>
                  <a:gd name="connsiteX54" fmla="*/ 43330 w 505460"/>
                  <a:gd name="connsiteY54" fmla="*/ 607286 h 607286"/>
                  <a:gd name="connsiteX55" fmla="*/ 0 w 505460"/>
                  <a:gd name="connsiteY55" fmla="*/ 563922 h 607286"/>
                  <a:gd name="connsiteX56" fmla="*/ 0 w 505460"/>
                  <a:gd name="connsiteY56" fmla="*/ 114289 h 607286"/>
                  <a:gd name="connsiteX57" fmla="*/ 43330 w 505460"/>
                  <a:gd name="connsiteY57" fmla="*/ 70925 h 607286"/>
                  <a:gd name="connsiteX58" fmla="*/ 82799 w 505460"/>
                  <a:gd name="connsiteY58" fmla="*/ 70925 h 607286"/>
                  <a:gd name="connsiteX59" fmla="*/ 82799 w 505460"/>
                  <a:gd name="connsiteY59" fmla="*/ 43270 h 607286"/>
                  <a:gd name="connsiteX60" fmla="*/ 126223 w 505460"/>
                  <a:gd name="connsiteY60" fmla="*/ 0 h 60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05460" h="607286">
                    <a:moveTo>
                      <a:pt x="166861" y="355015"/>
                    </a:moveTo>
                    <a:lnTo>
                      <a:pt x="421301" y="355015"/>
                    </a:lnTo>
                    <a:cubicBezTo>
                      <a:pt x="430910" y="355015"/>
                      <a:pt x="438634" y="362720"/>
                      <a:pt x="438634" y="372303"/>
                    </a:cubicBezTo>
                    <a:cubicBezTo>
                      <a:pt x="438634" y="381793"/>
                      <a:pt x="430910" y="389592"/>
                      <a:pt x="421301" y="389592"/>
                    </a:cubicBezTo>
                    <a:lnTo>
                      <a:pt x="166861" y="389592"/>
                    </a:lnTo>
                    <a:cubicBezTo>
                      <a:pt x="157253" y="389592"/>
                      <a:pt x="149528" y="381887"/>
                      <a:pt x="149528" y="372303"/>
                    </a:cubicBezTo>
                    <a:cubicBezTo>
                      <a:pt x="149528" y="362720"/>
                      <a:pt x="157253" y="355015"/>
                      <a:pt x="166861" y="355015"/>
                    </a:cubicBezTo>
                    <a:close/>
                    <a:moveTo>
                      <a:pt x="166861" y="272524"/>
                    </a:moveTo>
                    <a:lnTo>
                      <a:pt x="421301" y="272524"/>
                    </a:lnTo>
                    <a:cubicBezTo>
                      <a:pt x="430910" y="272524"/>
                      <a:pt x="438634" y="280229"/>
                      <a:pt x="438634" y="289813"/>
                    </a:cubicBezTo>
                    <a:cubicBezTo>
                      <a:pt x="438634" y="299396"/>
                      <a:pt x="430910" y="307101"/>
                      <a:pt x="421301" y="307101"/>
                    </a:cubicBezTo>
                    <a:lnTo>
                      <a:pt x="166861" y="307101"/>
                    </a:lnTo>
                    <a:cubicBezTo>
                      <a:pt x="157253" y="307101"/>
                      <a:pt x="149528" y="299396"/>
                      <a:pt x="149528" y="289813"/>
                    </a:cubicBezTo>
                    <a:cubicBezTo>
                      <a:pt x="149528" y="280229"/>
                      <a:pt x="157253" y="272524"/>
                      <a:pt x="166861" y="272524"/>
                    </a:cubicBezTo>
                    <a:close/>
                    <a:moveTo>
                      <a:pt x="166861" y="190033"/>
                    </a:moveTo>
                    <a:lnTo>
                      <a:pt x="421301" y="190033"/>
                    </a:lnTo>
                    <a:cubicBezTo>
                      <a:pt x="430910" y="190033"/>
                      <a:pt x="438634" y="197842"/>
                      <a:pt x="438634" y="207439"/>
                    </a:cubicBezTo>
                    <a:cubicBezTo>
                      <a:pt x="438634" y="216942"/>
                      <a:pt x="430910" y="224751"/>
                      <a:pt x="421301" y="224751"/>
                    </a:cubicBezTo>
                    <a:lnTo>
                      <a:pt x="166861" y="224751"/>
                    </a:lnTo>
                    <a:cubicBezTo>
                      <a:pt x="157253" y="224751"/>
                      <a:pt x="149528" y="216942"/>
                      <a:pt x="149528" y="207439"/>
                    </a:cubicBezTo>
                    <a:cubicBezTo>
                      <a:pt x="149528" y="197842"/>
                      <a:pt x="157253" y="190033"/>
                      <a:pt x="166861" y="190033"/>
                    </a:cubicBezTo>
                    <a:close/>
                    <a:moveTo>
                      <a:pt x="166861" y="107612"/>
                    </a:moveTo>
                    <a:lnTo>
                      <a:pt x="421301" y="107612"/>
                    </a:lnTo>
                    <a:cubicBezTo>
                      <a:pt x="430910" y="107612"/>
                      <a:pt x="438634" y="115317"/>
                      <a:pt x="438634" y="124901"/>
                    </a:cubicBezTo>
                    <a:cubicBezTo>
                      <a:pt x="438634" y="134484"/>
                      <a:pt x="430910" y="142189"/>
                      <a:pt x="421301" y="142189"/>
                    </a:cubicBezTo>
                    <a:lnTo>
                      <a:pt x="166861" y="142189"/>
                    </a:lnTo>
                    <a:cubicBezTo>
                      <a:pt x="157253" y="142189"/>
                      <a:pt x="149528" y="134484"/>
                      <a:pt x="149528" y="124901"/>
                    </a:cubicBezTo>
                    <a:cubicBezTo>
                      <a:pt x="149528" y="115317"/>
                      <a:pt x="157253" y="107612"/>
                      <a:pt x="166861" y="107612"/>
                    </a:cubicBezTo>
                    <a:close/>
                    <a:moveTo>
                      <a:pt x="43330" y="105635"/>
                    </a:moveTo>
                    <a:cubicBezTo>
                      <a:pt x="38526" y="105635"/>
                      <a:pt x="34664" y="109492"/>
                      <a:pt x="34664" y="114289"/>
                    </a:cubicBezTo>
                    <a:lnTo>
                      <a:pt x="34664" y="563922"/>
                    </a:lnTo>
                    <a:cubicBezTo>
                      <a:pt x="34664" y="568719"/>
                      <a:pt x="38526" y="572576"/>
                      <a:pt x="43330" y="572576"/>
                    </a:cubicBezTo>
                    <a:lnTo>
                      <a:pt x="379237" y="572576"/>
                    </a:lnTo>
                    <a:cubicBezTo>
                      <a:pt x="384041" y="572576"/>
                      <a:pt x="387903" y="568719"/>
                      <a:pt x="387903" y="563922"/>
                    </a:cubicBezTo>
                    <a:lnTo>
                      <a:pt x="387903" y="536267"/>
                    </a:lnTo>
                    <a:lnTo>
                      <a:pt x="126223" y="536267"/>
                    </a:lnTo>
                    <a:cubicBezTo>
                      <a:pt x="102297" y="536267"/>
                      <a:pt x="82799" y="516889"/>
                      <a:pt x="82799" y="492997"/>
                    </a:cubicBezTo>
                    <a:lnTo>
                      <a:pt x="82799" y="105635"/>
                    </a:lnTo>
                    <a:close/>
                    <a:moveTo>
                      <a:pt x="126223" y="34616"/>
                    </a:moveTo>
                    <a:cubicBezTo>
                      <a:pt x="121419" y="34616"/>
                      <a:pt x="117557" y="38567"/>
                      <a:pt x="117557" y="43270"/>
                    </a:cubicBezTo>
                    <a:lnTo>
                      <a:pt x="117557" y="492997"/>
                    </a:lnTo>
                    <a:cubicBezTo>
                      <a:pt x="117557" y="497794"/>
                      <a:pt x="121419" y="501651"/>
                      <a:pt x="126223" y="501651"/>
                    </a:cubicBezTo>
                    <a:lnTo>
                      <a:pt x="462130" y="501651"/>
                    </a:lnTo>
                    <a:cubicBezTo>
                      <a:pt x="466840" y="501651"/>
                      <a:pt x="470796" y="497794"/>
                      <a:pt x="470796" y="492997"/>
                    </a:cubicBezTo>
                    <a:lnTo>
                      <a:pt x="470796" y="43270"/>
                    </a:lnTo>
                    <a:cubicBezTo>
                      <a:pt x="470796" y="38567"/>
                      <a:pt x="466840" y="34616"/>
                      <a:pt x="462130" y="34616"/>
                    </a:cubicBezTo>
                    <a:close/>
                    <a:moveTo>
                      <a:pt x="126223" y="0"/>
                    </a:moveTo>
                    <a:lnTo>
                      <a:pt x="462130" y="0"/>
                    </a:lnTo>
                    <a:cubicBezTo>
                      <a:pt x="485961" y="0"/>
                      <a:pt x="505460" y="19472"/>
                      <a:pt x="505460" y="43270"/>
                    </a:cubicBezTo>
                    <a:lnTo>
                      <a:pt x="505460" y="492997"/>
                    </a:lnTo>
                    <a:cubicBezTo>
                      <a:pt x="505460" y="516889"/>
                      <a:pt x="485961" y="536267"/>
                      <a:pt x="462130" y="536267"/>
                    </a:cubicBezTo>
                    <a:lnTo>
                      <a:pt x="422661" y="536267"/>
                    </a:lnTo>
                    <a:lnTo>
                      <a:pt x="422661" y="563922"/>
                    </a:lnTo>
                    <a:cubicBezTo>
                      <a:pt x="422661" y="587815"/>
                      <a:pt x="403163" y="607286"/>
                      <a:pt x="379237" y="607286"/>
                    </a:cubicBezTo>
                    <a:lnTo>
                      <a:pt x="43330" y="607286"/>
                    </a:lnTo>
                    <a:cubicBezTo>
                      <a:pt x="19404" y="607286"/>
                      <a:pt x="0" y="587815"/>
                      <a:pt x="0" y="563922"/>
                    </a:cubicBezTo>
                    <a:lnTo>
                      <a:pt x="0" y="114289"/>
                    </a:lnTo>
                    <a:cubicBezTo>
                      <a:pt x="0" y="90397"/>
                      <a:pt x="19404" y="70925"/>
                      <a:pt x="43330" y="70925"/>
                    </a:cubicBezTo>
                    <a:lnTo>
                      <a:pt x="82799" y="70925"/>
                    </a:lnTo>
                    <a:lnTo>
                      <a:pt x="82799" y="43270"/>
                    </a:lnTo>
                    <a:cubicBezTo>
                      <a:pt x="82799" y="19472"/>
                      <a:pt x="102297" y="0"/>
                      <a:pt x="126223" y="0"/>
                    </a:cubicBezTo>
                    <a:close/>
                  </a:path>
                </a:pathLst>
              </a:custGeom>
              <a:solidFill>
                <a:srgbClr val="B82B2A"/>
              </a:solidFill>
              <a:ln w="7600" cap="flat">
                <a:noFill/>
                <a:bevel/>
              </a:ln>
            </p:spPr>
            <p:txBody>
              <a:bodyPr/>
              <a:lstStyle/>
              <a:p>
                <a:endParaRPr lang="zh-CN" altLang="en-US" sz="2000" dirty="0">
                  <a:latin typeface="字魂59号-创粗黑" panose="00000500000000000000" pitchFamily="2" charset="-122"/>
                  <a:ea typeface="字魂59号-创粗黑" panose="00000500000000000000" pitchFamily="2" charset="-122"/>
                </a:endParaRPr>
              </a:p>
            </p:txBody>
          </p:sp>
        </p:grpSp>
        <p:cxnSp>
          <p:nvCxnSpPr>
            <p:cNvPr id="32" name="直接连接符 31">
              <a:extLst>
                <a:ext uri="{FF2B5EF4-FFF2-40B4-BE49-F238E27FC236}">
                  <a16:creationId xmlns:a16="http://schemas.microsoft.com/office/drawing/2014/main" xmlns="" id="{9784923F-ABD6-4890-8744-9587A066A3CE}"/>
                </a:ext>
              </a:extLst>
            </p:cNvPr>
            <p:cNvCxnSpPr/>
            <p:nvPr/>
          </p:nvCxnSpPr>
          <p:spPr>
            <a:xfrm>
              <a:off x="10217944" y="6600825"/>
              <a:ext cx="1464972" cy="0"/>
            </a:xfrm>
            <a:prstGeom prst="line">
              <a:avLst/>
            </a:prstGeom>
            <a:ln>
              <a:solidFill>
                <a:srgbClr val="B82B2A"/>
              </a:solidFill>
            </a:ln>
          </p:spPr>
          <p:style>
            <a:lnRef idx="1">
              <a:schemeClr val="accent1"/>
            </a:lnRef>
            <a:fillRef idx="0">
              <a:schemeClr val="accent1"/>
            </a:fillRef>
            <a:effectRef idx="0">
              <a:schemeClr val="accent1"/>
            </a:effectRef>
            <a:fontRef idx="minor">
              <a:schemeClr val="tx1"/>
            </a:fontRef>
          </p:style>
        </p:cxnSp>
      </p:grpSp>
      <p:grpSp>
        <p:nvGrpSpPr>
          <p:cNvPr id="22" name="组合 21">
            <a:extLst>
              <a:ext uri="{FF2B5EF4-FFF2-40B4-BE49-F238E27FC236}">
                <a16:creationId xmlns:a16="http://schemas.microsoft.com/office/drawing/2014/main" xmlns="" id="{9680AD31-4AE4-4920-B6FD-080A7D8F7842}"/>
              </a:ext>
            </a:extLst>
          </p:cNvPr>
          <p:cNvGrpSpPr/>
          <p:nvPr/>
        </p:nvGrpSpPr>
        <p:grpSpPr>
          <a:xfrm>
            <a:off x="3049764" y="460811"/>
            <a:ext cx="6092472" cy="1693379"/>
            <a:chOff x="3149613" y="460811"/>
            <a:chExt cx="6092472" cy="1693379"/>
          </a:xfrm>
        </p:grpSpPr>
        <p:pic>
          <p:nvPicPr>
            <p:cNvPr id="23" name="图片 22">
              <a:extLst>
                <a:ext uri="{FF2B5EF4-FFF2-40B4-BE49-F238E27FC236}">
                  <a16:creationId xmlns:a16="http://schemas.microsoft.com/office/drawing/2014/main" xmlns="" id="{8B4C369F-3E13-4BEF-9EA6-7000AAAA37BB}"/>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38667" b="53994"/>
            <a:stretch/>
          </p:blipFill>
          <p:spPr>
            <a:xfrm>
              <a:off x="3149613" y="460811"/>
              <a:ext cx="4506781" cy="1670546"/>
            </a:xfrm>
            <a:prstGeom prst="rect">
              <a:avLst/>
            </a:prstGeom>
          </p:spPr>
        </p:pic>
        <p:pic>
          <p:nvPicPr>
            <p:cNvPr id="24" name="图片 23">
              <a:extLst>
                <a:ext uri="{FF2B5EF4-FFF2-40B4-BE49-F238E27FC236}">
                  <a16:creationId xmlns:a16="http://schemas.microsoft.com/office/drawing/2014/main" xmlns="" id="{6251190A-7086-4B48-AF6E-362EA3EDC721}"/>
                </a:ext>
              </a:extLst>
            </p:cNvPr>
            <p:cNvPicPr>
              <a:picLocks noChangeAspect="1"/>
            </p:cNvPicPr>
            <p:nvPr/>
          </p:nvPicPr>
          <p:blipFill rotWithShape="1">
            <a:blip r:embed="rId2">
              <a:extLst>
                <a:ext uri="{28A0092B-C50C-407E-A947-70E740481C1C}">
                  <a14:useLocalDpi xmlns:a14="http://schemas.microsoft.com/office/drawing/2010/main" val="0"/>
                </a:ext>
              </a:extLst>
            </a:blip>
            <a:srcRect l="25521" t="22404" r="61834" b="53994"/>
            <a:stretch/>
          </p:blipFill>
          <p:spPr>
            <a:xfrm>
              <a:off x="7650816" y="483644"/>
              <a:ext cx="1591269" cy="1670546"/>
            </a:xfrm>
            <a:prstGeom prst="rect">
              <a:avLst/>
            </a:prstGeom>
          </p:spPr>
        </p:pic>
      </p:grpSp>
    </p:spTree>
    <p:extLst>
      <p:ext uri="{BB962C8B-B14F-4D97-AF65-F5344CB8AC3E}">
        <p14:creationId xmlns:p14="http://schemas.microsoft.com/office/powerpoint/2010/main" val="229006737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outVertical)">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arn(inVertical)">
                                      <p:cBhvr>
                                        <p:cTn id="12" dur="500"/>
                                        <p:tgtEl>
                                          <p:spTgt spid="2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1000"/>
                                        <p:tgtEl>
                                          <p:spTgt spid="21"/>
                                        </p:tgtEl>
                                      </p:cBhvr>
                                    </p:animEffect>
                                    <p:anim calcmode="lin" valueType="num">
                                      <p:cBhvr>
                                        <p:cTn id="17" dur="1000" fill="hold"/>
                                        <p:tgtEl>
                                          <p:spTgt spid="21"/>
                                        </p:tgtEl>
                                        <p:attrNameLst>
                                          <p:attrName>ppt_x</p:attrName>
                                        </p:attrNameLst>
                                      </p:cBhvr>
                                      <p:tavLst>
                                        <p:tav tm="0">
                                          <p:val>
                                            <p:strVal val="#ppt_x"/>
                                          </p:val>
                                        </p:tav>
                                        <p:tav tm="100000">
                                          <p:val>
                                            <p:strVal val="#ppt_x"/>
                                          </p:val>
                                        </p:tav>
                                      </p:tavLst>
                                    </p:anim>
                                    <p:anim calcmode="lin" valueType="num">
                                      <p:cBhvr>
                                        <p:cTn id="18" dur="1000" fill="hold"/>
                                        <p:tgtEl>
                                          <p:spTgt spid="2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16" presetClass="entr" presetSubtype="21"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500"/>
                                        <p:tgtEl>
                                          <p:spTgt spid="13"/>
                                        </p:tgtEl>
                                      </p:cBhvr>
                                    </p:animEffect>
                                  </p:childTnLst>
                                </p:cTn>
                              </p:par>
                            </p:childTnLst>
                          </p:cTn>
                        </p:par>
                        <p:par>
                          <p:cTn id="28" fill="hold">
                            <p:stCondLst>
                              <p:cond delay="2000"/>
                            </p:stCondLst>
                            <p:childTnLst>
                              <p:par>
                                <p:cTn id="29" presetID="22" presetClass="entr" presetSubtype="8"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par>
                          <p:cTn id="32" fill="hold">
                            <p:stCondLst>
                              <p:cond delay="2500"/>
                            </p:stCondLst>
                            <p:childTnLst>
                              <p:par>
                                <p:cTn id="33" presetID="16" presetClass="entr" presetSubtype="21"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barn(inVertical)">
                                      <p:cBhvr>
                                        <p:cTn id="35" dur="500"/>
                                        <p:tgtEl>
                                          <p:spTgt spid="16"/>
                                        </p:tgtEl>
                                      </p:cBhvr>
                                    </p:animEffect>
                                  </p:childTnLst>
                                </p:cTn>
                              </p:par>
                            </p:childTnLst>
                          </p:cTn>
                        </p:par>
                        <p:par>
                          <p:cTn id="36" fill="hold">
                            <p:stCondLst>
                              <p:cond delay="3000"/>
                            </p:stCondLst>
                            <p:childTnLst>
                              <p:par>
                                <p:cTn id="37" presetID="16" presetClass="entr" presetSubtype="21" fill="hold" nodeType="after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barn(inVertical)">
                                      <p:cBhvr>
                                        <p:cTn id="3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6" grpId="0"/>
      <p:bldP spid="21" grpId="0"/>
      <p:bldP spid="25"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4"/>
</p:tagLst>
</file>

<file path=ppt/tags/tag3.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11"/>
</p:tagLst>
</file>

<file path=ppt/tags/tag4.xml><?xml version="1.0" encoding="utf-8"?>
<p:tagLst xmlns:a="http://schemas.openxmlformats.org/drawingml/2006/main" xmlns:r="http://schemas.openxmlformats.org/officeDocument/2006/relationships" xmlns:p="http://schemas.openxmlformats.org/presentationml/2006/main">
  <p:tag name="MH" val="20151119124521"/>
  <p:tag name="MH_LIBRARY" val="GRAPHIC"/>
  <p:tag name="MH_TYPE" val="SubTitle"/>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12"/>
</p:tagLst>
</file>

<file path=ppt/tags/tag7.xml><?xml version="1.0" encoding="utf-8"?>
<p:tagLst xmlns:a="http://schemas.openxmlformats.org/drawingml/2006/main" xmlns:r="http://schemas.openxmlformats.org/officeDocument/2006/relationships" xmlns:p="http://schemas.openxmlformats.org/presentationml/2006/main">
  <p:tag name="MH" val="20151119124521"/>
  <p:tag name="MH_LIBRARY" val="GRAPHIC"/>
  <p:tag name="MH_TYPE" val="SubTitle"/>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2"/>
</p:tagLst>
</file>

<file path=ppt/tags/tag9.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13"/>
</p:tagLst>
</file>

<file path=ppt/tags/tag10.xml><?xml version="1.0" encoding="utf-8"?>
<p:tagLst xmlns:a="http://schemas.openxmlformats.org/drawingml/2006/main" xmlns:r="http://schemas.openxmlformats.org/officeDocument/2006/relationships" xmlns:p="http://schemas.openxmlformats.org/presentationml/2006/main">
  <p:tag name="MH" val="20151119124521"/>
  <p:tag name="MH_LIBRARY" val="GRAPHIC"/>
  <p:tag name="MH_TYPE" val="SubTitle"/>
  <p:tag name="MH_ORDER" val="2"/>
</p:tagLst>
</file>

<file path=ppt/tags/tag11.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7"/>
</p:tagLst>
</file>

<file path=ppt/tags/tag12.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10"/>
</p:tagLst>
</file>

<file path=ppt/tags/tag13.xml><?xml version="1.0" encoding="utf-8"?>
<p:tagLst xmlns:a="http://schemas.openxmlformats.org/drawingml/2006/main" xmlns:r="http://schemas.openxmlformats.org/officeDocument/2006/relationships" xmlns:p="http://schemas.openxmlformats.org/presentationml/2006/main">
  <p:tag name="MH" val="20151119124521"/>
  <p:tag name="MH_LIBRARY" val="GRAPHIC"/>
  <p:tag name="MH_TYPE" val="SubTitle"/>
  <p:tag name="MH_ORDER" val="2"/>
</p:tagLst>
</file>

<file path=ppt/tags/tag14.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6"/>
</p:tagLst>
</file>

<file path=ppt/tags/tag15.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9"/>
</p:tagLst>
</file>

<file path=ppt/tags/tag16.xml><?xml version="1.0" encoding="utf-8"?>
<p:tagLst xmlns:a="http://schemas.openxmlformats.org/drawingml/2006/main" xmlns:r="http://schemas.openxmlformats.org/officeDocument/2006/relationships" xmlns:p="http://schemas.openxmlformats.org/presentationml/2006/main">
  <p:tag name="MH" val="20151119124521"/>
  <p:tag name="MH_LIBRARY" val="GRAPHIC"/>
  <p:tag name="MH_TYPE" val="SubTitle"/>
  <p:tag name="MH_ORDER" val="2"/>
</p:tagLst>
</file>

<file path=ppt/tags/tag17.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5"/>
</p:tagLst>
</file>

<file path=ppt/tags/tag18.xml><?xml version="1.0" encoding="utf-8"?>
<p:tagLst xmlns:a="http://schemas.openxmlformats.org/drawingml/2006/main" xmlns:r="http://schemas.openxmlformats.org/officeDocument/2006/relationships" xmlns:p="http://schemas.openxmlformats.org/presentationml/2006/main">
  <p:tag name="MH" val="20151227212421"/>
  <p:tag name="MH_LIBRARY" val="GRAPHIC"/>
  <p:tag name="MH_TYPE" val="Other"/>
  <p:tag name="MH_ORDER" val="8"/>
</p:tagLst>
</file>

<file path=ppt/tags/tag19.xml><?xml version="1.0" encoding="utf-8"?>
<p:tagLst xmlns:a="http://schemas.openxmlformats.org/drawingml/2006/main" xmlns:r="http://schemas.openxmlformats.org/officeDocument/2006/relationships" xmlns:p="http://schemas.openxmlformats.org/presentationml/2006/main">
  <p:tag name="MH" val="20151119124521"/>
  <p:tag name="MH_LIBRARY" val="GRAPHIC"/>
  <p:tag name="MH_TYPE" val="SubTitle"/>
  <p:tag name="MH_ORDER" val="2"/>
</p:tagLst>
</file>

<file path=ppt/tags/tag20.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9"/>
</p:tagLst>
</file>

<file path=ppt/tags/tag21.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Text"/>
  <p:tag name="MH_ORDER" val="4"/>
</p:tagLst>
</file>

<file path=ppt/tags/tag22.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Text"/>
  <p:tag name="MH_ORDER" val="4"/>
</p:tagLst>
</file>

<file path=ppt/tags/tag23.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Text"/>
  <p:tag name="MH_ORDER" val="4"/>
</p:tagLst>
</file>

<file path=ppt/tags/tag24.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Text"/>
  <p:tag name="MH_ORDER" val="4"/>
</p:tagLst>
</file>

<file path=ppt/tags/tag25.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SubTitle"/>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3"/>
</p:tagLst>
</file>

<file path=ppt/tags/tag29.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4"/>
</p:tagLst>
</file>

<file path=ppt/tags/tag30.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SubTitle"/>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5"/>
</p:tagLst>
</file>

<file path=ppt/tags/tag32.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6"/>
</p:tagLst>
</file>

<file path=ppt/tags/tag33.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SubTitle"/>
  <p:tag name="MH_ORDER" val="3"/>
</p:tagLst>
</file>

<file path=ppt/tags/tag34.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7"/>
</p:tagLst>
</file>

<file path=ppt/tags/tag35.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Other"/>
  <p:tag name="MH_ORDER" val="8"/>
</p:tagLst>
</file>

<file path=ppt/tags/tag36.xml><?xml version="1.0" encoding="utf-8"?>
<p:tagLst xmlns:a="http://schemas.openxmlformats.org/drawingml/2006/main" xmlns:r="http://schemas.openxmlformats.org/officeDocument/2006/relationships" xmlns:p="http://schemas.openxmlformats.org/presentationml/2006/main">
  <p:tag name="MH" val="20151122212745"/>
  <p:tag name="MH_LIBRARY" val="GRAPHIC"/>
  <p:tag name="MH_TYPE" val="SubTitle"/>
  <p:tag name="MH_ORDER" val="4"/>
</p:tagLst>
</file>

<file path=ppt/tags/tag37.xml><?xml version="1.0" encoding="utf-8"?>
<p:tagLst xmlns:a="http://schemas.openxmlformats.org/drawingml/2006/main" xmlns:r="http://schemas.openxmlformats.org/officeDocument/2006/relationships" xmlns:p="http://schemas.openxmlformats.org/presentationml/2006/main">
  <p:tag name="MH" val="20151122101054"/>
  <p:tag name="MH_LIBRARY" val="GRAPHIC"/>
  <p:tag name="MH_TYPE" val="Other"/>
  <p:tag name="MH_ORDER" val="1"/>
</p:tagLst>
</file>

<file path=ppt/tags/tag38.xml><?xml version="1.0" encoding="utf-8"?>
<p:tagLst xmlns:a="http://schemas.openxmlformats.org/drawingml/2006/main" xmlns:r="http://schemas.openxmlformats.org/officeDocument/2006/relationships" xmlns:p="http://schemas.openxmlformats.org/presentationml/2006/main">
  <p:tag name="MH" val="20151122101054"/>
  <p:tag name="MH_LIBRARY" val="GRAPHIC"/>
  <p:tag name="MH_TYPE" val="SubTitle"/>
  <p:tag name="MH_ORDER" val="1"/>
</p:tagLst>
</file>

<file path=ppt/tags/tag39.xml><?xml version="1.0" encoding="utf-8"?>
<p:tagLst xmlns:a="http://schemas.openxmlformats.org/drawingml/2006/main" xmlns:r="http://schemas.openxmlformats.org/officeDocument/2006/relationships" xmlns:p="http://schemas.openxmlformats.org/presentationml/2006/main">
  <p:tag name="MH" val="20151122101054"/>
  <p:tag name="MH_LIBRARY" val="GRAPHIC"/>
  <p:tag name="MH_TYPE" val="Other"/>
  <p:tag name="MH_ORDER" val="2"/>
</p:tagLst>
</file>

<file path=ppt/tags/tag40.xml><?xml version="1.0" encoding="utf-8"?>
<p:tagLst xmlns:a="http://schemas.openxmlformats.org/drawingml/2006/main" xmlns:r="http://schemas.openxmlformats.org/officeDocument/2006/relationships" xmlns:p="http://schemas.openxmlformats.org/presentationml/2006/main">
  <p:tag name="MH" val="20151122101054"/>
  <p:tag name="MH_LIBRARY" val="GRAPHIC"/>
  <p:tag name="MH_TYPE" val="SubTitle"/>
  <p:tag name="MH_ORDER" val="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2063</Words>
  <Application>Microsoft Office PowerPoint</Application>
  <PresentationFormat>宽屏</PresentationFormat>
  <Paragraphs>214</Paragraphs>
  <Slides>24</Slides>
  <Notes>0</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ヒラギノ角ゴ ProN W3</vt:lpstr>
      <vt:lpstr>等线</vt:lpstr>
      <vt:lpstr>等线 Light</vt:lpstr>
      <vt:lpstr>思源黑体</vt:lpstr>
      <vt:lpstr>思源黑体 CN Bold</vt:lpstr>
      <vt:lpstr>思源黑体 CN Medium</vt:lpstr>
      <vt:lpstr>微软雅黑</vt:lpstr>
      <vt:lpstr>字魂59号-创粗黑</vt:lpstr>
      <vt:lpstr>Arial</vt:lpstr>
      <vt:lpstr>Calibri</vt:lpstr>
      <vt:lpstr>Segoe UI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admin1010</dc:creator>
  <cp:lastModifiedBy>LP</cp:lastModifiedBy>
  <cp:revision>15</cp:revision>
  <dcterms:created xsi:type="dcterms:W3CDTF">2021-01-11T08:49:41Z</dcterms:created>
  <dcterms:modified xsi:type="dcterms:W3CDTF">2022-11-07T01:50:19Z</dcterms:modified>
</cp:coreProperties>
</file>