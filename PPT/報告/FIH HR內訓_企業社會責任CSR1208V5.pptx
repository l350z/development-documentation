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77" r:id="rId2"/>
    <p:sldId id="293" r:id="rId3"/>
    <p:sldId id="280" r:id="rId4"/>
    <p:sldId id="292" r:id="rId5"/>
    <p:sldId id="290" r:id="rId6"/>
    <p:sldId id="260" r:id="rId7"/>
    <p:sldId id="270" r:id="rId8"/>
    <p:sldId id="285" r:id="rId9"/>
    <p:sldId id="271" r:id="rId10"/>
    <p:sldId id="281" r:id="rId11"/>
    <p:sldId id="296" r:id="rId12"/>
    <p:sldId id="261" r:id="rId13"/>
    <p:sldId id="291" r:id="rId14"/>
    <p:sldId id="275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B96E"/>
    <a:srgbClr val="B49C75"/>
    <a:srgbClr val="2F5597"/>
    <a:srgbClr val="11100E"/>
    <a:srgbClr val="554F43"/>
    <a:srgbClr val="A6A6A6"/>
    <a:srgbClr val="5B9BD5"/>
    <a:srgbClr val="C5B08B"/>
    <a:srgbClr val="BAA98A"/>
    <a:srgbClr val="1B13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63" autoAdjust="0"/>
    <p:restoredTop sz="94660"/>
  </p:normalViewPr>
  <p:slideViewPr>
    <p:cSldViewPr snapToGrid="0">
      <p:cViewPr varScale="1">
        <p:scale>
          <a:sx n="73" d="100"/>
          <a:sy n="73" d="100"/>
        </p:scale>
        <p:origin x="2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C8EDC-1848-42B9-B317-2600136EBB9F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12947-A192-4E18-B387-DCFD2159D3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946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35748-61B9-4301-8219-707673C85764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CECF4-9BEC-4021-8382-D6D5859CE7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324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ECF4-9BEC-4021-8382-D6D5859CE75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894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ECF4-9BEC-4021-8382-D6D5859CE751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017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ECF4-9BEC-4021-8382-D6D5859CE75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8340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8F6A-785D-4D6E-8644-3E5D0B708BF4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D84B-4254-425F-8707-CBE90E78FA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556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4410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28F6A-785D-4D6E-8644-3E5D0B708BF4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BD84B-4254-425F-8707-CBE90E78FA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2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9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13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12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670538"/>
            <a:ext cx="12192000" cy="32531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497ADB81-2161-499D-A188-D910B410C92F}"/>
              </a:ext>
            </a:extLst>
          </p:cNvPr>
          <p:cNvSpPr txBox="1"/>
          <p:nvPr/>
        </p:nvSpPr>
        <p:spPr>
          <a:xfrm>
            <a:off x="5106983" y="2980941"/>
            <a:ext cx="5535504" cy="83099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企 業 社 會 責 任 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F823377-9A33-4659-8F8D-A8BA415A5746}"/>
              </a:ext>
            </a:extLst>
          </p:cNvPr>
          <p:cNvSpPr txBox="1"/>
          <p:nvPr/>
        </p:nvSpPr>
        <p:spPr>
          <a:xfrm>
            <a:off x="7874735" y="5795536"/>
            <a:ext cx="41995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報告人</a:t>
            </a:r>
            <a:r>
              <a:rPr lang="zh-CN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：高林</a:t>
            </a:r>
            <a:endParaRPr lang="en-US" altLang="zh-CN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報告時間：</a:t>
            </a:r>
            <a:r>
              <a:rPr lang="en-US" altLang="zh-CN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2022</a:t>
            </a:r>
            <a:r>
              <a:rPr lang="zh-CN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CN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CN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r>
              <a:rPr lang="zh-CN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endParaRPr lang="zh-CN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5E873FB-E63B-422E-B379-6364710B487C}"/>
              </a:ext>
            </a:extLst>
          </p:cNvPr>
          <p:cNvSpPr txBox="1"/>
          <p:nvPr/>
        </p:nvSpPr>
        <p:spPr>
          <a:xfrm>
            <a:off x="1257299" y="2152649"/>
            <a:ext cx="2380505" cy="2390775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Circl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gradFill>
                  <a:gsLst>
                    <a:gs pos="0">
                      <a:srgbClr val="C1AB85"/>
                    </a:gs>
                    <a:gs pos="100000">
                      <a:srgbClr val="F6EACC"/>
                    </a:gs>
                  </a:gsLst>
                  <a:lin ang="0" scaled="0"/>
                </a:gra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Corporate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gradFill>
                  <a:gsLst>
                    <a:gs pos="0">
                      <a:srgbClr val="C1AB85"/>
                    </a:gs>
                    <a:gs pos="100000">
                      <a:srgbClr val="F6EACC"/>
                    </a:gs>
                  </a:gsLst>
                  <a:lin ang="0" scaled="0"/>
                </a:gra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Social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gradFill>
                  <a:gsLst>
                    <a:gs pos="0">
                      <a:srgbClr val="C1AB85"/>
                    </a:gs>
                    <a:gs pos="100000">
                      <a:srgbClr val="F6EACC"/>
                    </a:gs>
                  </a:gsLst>
                  <a:lin ang="0" scaled="0"/>
                </a:gra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Responsibility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801" y="2703684"/>
            <a:ext cx="1115475" cy="102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0" y="0"/>
            <a:ext cx="488866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TextBox 77"/>
          <p:cNvSpPr txBox="1"/>
          <p:nvPr/>
        </p:nvSpPr>
        <p:spPr>
          <a:xfrm>
            <a:off x="10847734" y="2838617"/>
            <a:ext cx="10081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DAB96E"/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目录</a:t>
            </a:r>
          </a:p>
        </p:txBody>
      </p:sp>
      <p:sp>
        <p:nvSpPr>
          <p:cNvPr id="62" name="TextBox 77"/>
          <p:cNvSpPr txBox="1"/>
          <p:nvPr/>
        </p:nvSpPr>
        <p:spPr>
          <a:xfrm rot="5400000">
            <a:off x="9312251" y="2776767"/>
            <a:ext cx="2661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DAB96E"/>
                </a:solidFill>
                <a:effectLst>
                  <a:outerShdw blurRad="25400" dist="25400" dir="2700000" algn="tl">
                    <a:srgbClr val="000000">
                      <a:alpha val="20000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CONTENTS</a:t>
            </a:r>
            <a:endParaRPr lang="zh-CN" altLang="en-US" sz="2400" dirty="0">
              <a:solidFill>
                <a:srgbClr val="DAB96E"/>
              </a:solidFill>
              <a:effectLst>
                <a:outerShdw blurRad="25400" dist="25400" dir="2700000" algn="tl">
                  <a:srgbClr val="000000">
                    <a:alpha val="20000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0709534" y="4580967"/>
            <a:ext cx="188759" cy="196642"/>
          </a:xfrm>
          <a:prstGeom prst="rect">
            <a:avLst/>
          </a:prstGeom>
          <a:noFill/>
          <a:ln w="2857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AB96E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0559775" y="4125453"/>
            <a:ext cx="186986" cy="186986"/>
          </a:xfrm>
          <a:prstGeom prst="rect">
            <a:avLst/>
          </a:prstGeom>
          <a:noFill/>
          <a:ln w="2857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AB96E"/>
              </a:solidFill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5418639" y="1876563"/>
            <a:ext cx="2959506" cy="3438886"/>
            <a:chOff x="5418639" y="1876563"/>
            <a:chExt cx="2959506" cy="3438886"/>
          </a:xfrm>
        </p:grpSpPr>
        <p:sp>
          <p:nvSpPr>
            <p:cNvPr id="66" name="Rectangle 4"/>
            <p:cNvSpPr txBox="1">
              <a:spLocks noChangeArrowheads="1"/>
            </p:cNvSpPr>
            <p:nvPr/>
          </p:nvSpPr>
          <p:spPr bwMode="auto">
            <a:xfrm>
              <a:off x="6192345" y="1876563"/>
              <a:ext cx="1829388" cy="5079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05" tIns="45702" rIns="91405" bIns="45702" numCol="1" anchor="ctr" anchorCtr="0" compatLnSpc="1">
              <a:prstTxWarp prst="textNoShape">
                <a:avLst/>
              </a:prstTxWarp>
            </a:bodyPr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algn="l" defTabSz="121889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kern="0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CSR </a:t>
              </a:r>
              <a:r>
                <a:rPr lang="zh-CN" altLang="en-US" sz="2800" kern="0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簡介</a:t>
              </a:r>
              <a:endParaRPr lang="zh-CN" altLang="en-US" sz="2800" kern="0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6" name="Rectangle 4"/>
            <p:cNvSpPr txBox="1">
              <a:spLocks noChangeArrowheads="1"/>
            </p:cNvSpPr>
            <p:nvPr/>
          </p:nvSpPr>
          <p:spPr bwMode="auto">
            <a:xfrm>
              <a:off x="6192345" y="2853538"/>
              <a:ext cx="1829388" cy="5079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05" tIns="45702" rIns="91405" bIns="45702" numCol="1" anchor="ctr" anchorCtr="0" compatLnSpc="1">
              <a:prstTxWarp prst="textNoShape">
                <a:avLst/>
              </a:prstTxWarp>
            </a:bodyPr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algn="l" defTabSz="121889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kern="0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稽核概況</a:t>
              </a:r>
              <a:endParaRPr lang="zh-CN" altLang="en-US" sz="2800" kern="0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1" name="Rectangle 4"/>
            <p:cNvSpPr txBox="1">
              <a:spLocks noChangeArrowheads="1"/>
            </p:cNvSpPr>
            <p:nvPr/>
          </p:nvSpPr>
          <p:spPr bwMode="auto">
            <a:xfrm>
              <a:off x="6192345" y="3830513"/>
              <a:ext cx="2185800" cy="5079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05" tIns="45702" rIns="91405" bIns="45702" numCol="1" anchor="ctr" anchorCtr="0" compatLnSpc="1">
              <a:prstTxWarp prst="textNoShape">
                <a:avLst/>
              </a:prstTxWarp>
            </a:bodyPr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algn="l" defTabSz="121889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kern="0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卓有成效</a:t>
              </a:r>
              <a:endParaRPr lang="zh-CN" altLang="en-US" sz="2800" kern="0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1" name="Rectangle 4"/>
            <p:cNvSpPr txBox="1">
              <a:spLocks noChangeArrowheads="1"/>
            </p:cNvSpPr>
            <p:nvPr/>
          </p:nvSpPr>
          <p:spPr bwMode="auto">
            <a:xfrm>
              <a:off x="6192345" y="4807488"/>
              <a:ext cx="1829388" cy="5079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05" tIns="45702" rIns="91405" bIns="45702" numCol="1" anchor="ctr" anchorCtr="0" compatLnSpc="1">
              <a:prstTxWarp prst="textNoShape">
                <a:avLst/>
              </a:prstTxWarp>
            </a:bodyPr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algn="l" defTabSz="121889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kern="0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交流分享</a:t>
              </a:r>
              <a:endParaRPr lang="zh-CN" altLang="en-US" sz="2800" kern="0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8" name="KSO_Shape"/>
            <p:cNvSpPr/>
            <p:nvPr/>
          </p:nvSpPr>
          <p:spPr bwMode="auto">
            <a:xfrm>
              <a:off x="5421813" y="2004612"/>
              <a:ext cx="384124" cy="311195"/>
            </a:xfrm>
            <a:custGeom>
              <a:avLst/>
              <a:gdLst>
                <a:gd name="T0" fmla="*/ 1767542 w 3927"/>
                <a:gd name="T1" fmla="*/ 308011 h 3928"/>
                <a:gd name="T2" fmla="*/ 1684137 w 3927"/>
                <a:gd name="T3" fmla="*/ 390514 h 3928"/>
                <a:gd name="T4" fmla="*/ 1406885 w 3927"/>
                <a:gd name="T5" fmla="*/ 115046 h 3928"/>
                <a:gd name="T6" fmla="*/ 1490290 w 3927"/>
                <a:gd name="T7" fmla="*/ 32084 h 3928"/>
                <a:gd name="T8" fmla="*/ 1597525 w 3927"/>
                <a:gd name="T9" fmla="*/ 28876 h 3928"/>
                <a:gd name="T10" fmla="*/ 1770750 w 3927"/>
                <a:gd name="T11" fmla="*/ 200757 h 3928"/>
                <a:gd name="T12" fmla="*/ 1767542 w 3927"/>
                <a:gd name="T13" fmla="*/ 308011 h 3928"/>
                <a:gd name="T14" fmla="*/ 1032021 w 3927"/>
                <a:gd name="T15" fmla="*/ 1039078 h 3928"/>
                <a:gd name="T16" fmla="*/ 754768 w 3927"/>
                <a:gd name="T17" fmla="*/ 763152 h 3928"/>
                <a:gd name="T18" fmla="*/ 1364724 w 3927"/>
                <a:gd name="T19" fmla="*/ 156756 h 3928"/>
                <a:gd name="T20" fmla="*/ 1641977 w 3927"/>
                <a:gd name="T21" fmla="*/ 432682 h 3928"/>
                <a:gd name="T22" fmla="*/ 1032021 w 3927"/>
                <a:gd name="T23" fmla="*/ 1039078 h 3928"/>
                <a:gd name="T24" fmla="*/ 993526 w 3927"/>
                <a:gd name="T25" fmla="*/ 1077121 h 3928"/>
                <a:gd name="T26" fmla="*/ 605373 w 3927"/>
                <a:gd name="T27" fmla="*/ 1187584 h 3928"/>
                <a:gd name="T28" fmla="*/ 716274 w 3927"/>
                <a:gd name="T29" fmla="*/ 801653 h 3928"/>
                <a:gd name="T30" fmla="*/ 993526 w 3927"/>
                <a:gd name="T31" fmla="*/ 1077121 h 3928"/>
                <a:gd name="T32" fmla="*/ 352867 w 3927"/>
                <a:gd name="T33" fmla="*/ 226883 h 3928"/>
                <a:gd name="T34" fmla="*/ 179641 w 3927"/>
                <a:gd name="T35" fmla="*/ 400597 h 3928"/>
                <a:gd name="T36" fmla="*/ 179641 w 3927"/>
                <a:gd name="T37" fmla="*/ 1447468 h 3928"/>
                <a:gd name="T38" fmla="*/ 352867 w 3927"/>
                <a:gd name="T39" fmla="*/ 1620724 h 3928"/>
                <a:gd name="T40" fmla="*/ 1400011 w 3927"/>
                <a:gd name="T41" fmla="*/ 1620724 h 3928"/>
                <a:gd name="T42" fmla="*/ 1573236 w 3927"/>
                <a:gd name="T43" fmla="*/ 1447468 h 3928"/>
                <a:gd name="T44" fmla="*/ 1573236 w 3927"/>
                <a:gd name="T45" fmla="*/ 759485 h 3928"/>
                <a:gd name="T46" fmla="*/ 1752419 w 3927"/>
                <a:gd name="T47" fmla="*/ 585771 h 3928"/>
                <a:gd name="T48" fmla="*/ 1752419 w 3927"/>
                <a:gd name="T49" fmla="*/ 1511178 h 3928"/>
                <a:gd name="T50" fmla="*/ 1457753 w 3927"/>
                <a:gd name="T51" fmla="*/ 1800397 h 3928"/>
                <a:gd name="T52" fmla="*/ 289168 w 3927"/>
                <a:gd name="T53" fmla="*/ 1800397 h 3928"/>
                <a:gd name="T54" fmla="*/ 0 w 3927"/>
                <a:gd name="T55" fmla="*/ 1511178 h 3928"/>
                <a:gd name="T56" fmla="*/ 0 w 3927"/>
                <a:gd name="T57" fmla="*/ 354304 h 3928"/>
                <a:gd name="T58" fmla="*/ 289168 w 3927"/>
                <a:gd name="T59" fmla="*/ 47210 h 3928"/>
                <a:gd name="T60" fmla="*/ 1214412 w 3927"/>
                <a:gd name="T61" fmla="*/ 47210 h 3928"/>
                <a:gd name="T62" fmla="*/ 1040728 w 3927"/>
                <a:gd name="T63" fmla="*/ 226883 h 3928"/>
                <a:gd name="T64" fmla="*/ 352867 w 3927"/>
                <a:gd name="T65" fmla="*/ 226883 h 39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927" h="3928">
                  <a:moveTo>
                    <a:pt x="3857" y="672"/>
                  </a:moveTo>
                  <a:cubicBezTo>
                    <a:pt x="3675" y="852"/>
                    <a:pt x="3675" y="852"/>
                    <a:pt x="3675" y="852"/>
                  </a:cubicBezTo>
                  <a:cubicBezTo>
                    <a:pt x="3070" y="251"/>
                    <a:pt x="3070" y="251"/>
                    <a:pt x="3070" y="251"/>
                  </a:cubicBezTo>
                  <a:cubicBezTo>
                    <a:pt x="3252" y="70"/>
                    <a:pt x="3252" y="70"/>
                    <a:pt x="3252" y="70"/>
                  </a:cubicBezTo>
                  <a:cubicBezTo>
                    <a:pt x="3319" y="4"/>
                    <a:pt x="3424" y="0"/>
                    <a:pt x="3486" y="63"/>
                  </a:cubicBezTo>
                  <a:cubicBezTo>
                    <a:pt x="3864" y="438"/>
                    <a:pt x="3864" y="438"/>
                    <a:pt x="3864" y="438"/>
                  </a:cubicBezTo>
                  <a:cubicBezTo>
                    <a:pt x="3927" y="501"/>
                    <a:pt x="3924" y="605"/>
                    <a:pt x="3857" y="672"/>
                  </a:cubicBezTo>
                  <a:close/>
                  <a:moveTo>
                    <a:pt x="2252" y="2267"/>
                  </a:moveTo>
                  <a:cubicBezTo>
                    <a:pt x="1647" y="1665"/>
                    <a:pt x="1647" y="1665"/>
                    <a:pt x="1647" y="1665"/>
                  </a:cubicBezTo>
                  <a:cubicBezTo>
                    <a:pt x="2978" y="342"/>
                    <a:pt x="2978" y="342"/>
                    <a:pt x="2978" y="342"/>
                  </a:cubicBezTo>
                  <a:cubicBezTo>
                    <a:pt x="3583" y="944"/>
                    <a:pt x="3583" y="944"/>
                    <a:pt x="3583" y="944"/>
                  </a:cubicBezTo>
                  <a:lnTo>
                    <a:pt x="2252" y="2267"/>
                  </a:lnTo>
                  <a:close/>
                  <a:moveTo>
                    <a:pt x="2168" y="2350"/>
                  </a:moveTo>
                  <a:cubicBezTo>
                    <a:pt x="1321" y="2591"/>
                    <a:pt x="1321" y="2591"/>
                    <a:pt x="1321" y="2591"/>
                  </a:cubicBezTo>
                  <a:cubicBezTo>
                    <a:pt x="1563" y="1749"/>
                    <a:pt x="1563" y="1749"/>
                    <a:pt x="1563" y="1749"/>
                  </a:cubicBezTo>
                  <a:lnTo>
                    <a:pt x="2168" y="2350"/>
                  </a:lnTo>
                  <a:close/>
                  <a:moveTo>
                    <a:pt x="770" y="495"/>
                  </a:moveTo>
                  <a:cubicBezTo>
                    <a:pt x="561" y="495"/>
                    <a:pt x="392" y="665"/>
                    <a:pt x="392" y="874"/>
                  </a:cubicBezTo>
                  <a:cubicBezTo>
                    <a:pt x="392" y="3158"/>
                    <a:pt x="392" y="3158"/>
                    <a:pt x="392" y="3158"/>
                  </a:cubicBezTo>
                  <a:cubicBezTo>
                    <a:pt x="392" y="3367"/>
                    <a:pt x="561" y="3536"/>
                    <a:pt x="770" y="3536"/>
                  </a:cubicBezTo>
                  <a:cubicBezTo>
                    <a:pt x="3055" y="3536"/>
                    <a:pt x="3055" y="3536"/>
                    <a:pt x="3055" y="3536"/>
                  </a:cubicBezTo>
                  <a:cubicBezTo>
                    <a:pt x="3264" y="3536"/>
                    <a:pt x="3433" y="3367"/>
                    <a:pt x="3433" y="3158"/>
                  </a:cubicBezTo>
                  <a:cubicBezTo>
                    <a:pt x="3433" y="1657"/>
                    <a:pt x="3433" y="1657"/>
                    <a:pt x="3433" y="1657"/>
                  </a:cubicBezTo>
                  <a:cubicBezTo>
                    <a:pt x="3824" y="1278"/>
                    <a:pt x="3824" y="1278"/>
                    <a:pt x="3824" y="1278"/>
                  </a:cubicBezTo>
                  <a:cubicBezTo>
                    <a:pt x="3824" y="3297"/>
                    <a:pt x="3824" y="3297"/>
                    <a:pt x="3824" y="3297"/>
                  </a:cubicBezTo>
                  <a:cubicBezTo>
                    <a:pt x="3824" y="3645"/>
                    <a:pt x="3529" y="3928"/>
                    <a:pt x="3181" y="3928"/>
                  </a:cubicBezTo>
                  <a:cubicBezTo>
                    <a:pt x="631" y="3928"/>
                    <a:pt x="631" y="3928"/>
                    <a:pt x="631" y="3928"/>
                  </a:cubicBezTo>
                  <a:cubicBezTo>
                    <a:pt x="283" y="3928"/>
                    <a:pt x="0" y="3645"/>
                    <a:pt x="0" y="3297"/>
                  </a:cubicBezTo>
                  <a:cubicBezTo>
                    <a:pt x="0" y="773"/>
                    <a:pt x="0" y="773"/>
                    <a:pt x="0" y="773"/>
                  </a:cubicBezTo>
                  <a:cubicBezTo>
                    <a:pt x="0" y="425"/>
                    <a:pt x="283" y="103"/>
                    <a:pt x="631" y="103"/>
                  </a:cubicBezTo>
                  <a:cubicBezTo>
                    <a:pt x="2650" y="103"/>
                    <a:pt x="2650" y="103"/>
                    <a:pt x="2650" y="103"/>
                  </a:cubicBezTo>
                  <a:cubicBezTo>
                    <a:pt x="2271" y="495"/>
                    <a:pt x="2271" y="495"/>
                    <a:pt x="2271" y="495"/>
                  </a:cubicBezTo>
                  <a:lnTo>
                    <a:pt x="770" y="4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rgbClr val="DAB96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15"/>
            <p:cNvSpPr>
              <a:spLocks noEditPoints="1" noChangeArrowheads="1"/>
            </p:cNvSpPr>
            <p:nvPr/>
          </p:nvSpPr>
          <p:spPr bwMode="auto">
            <a:xfrm>
              <a:off x="5436063" y="2976885"/>
              <a:ext cx="317192" cy="414329"/>
            </a:xfrm>
            <a:custGeom>
              <a:avLst/>
              <a:gdLst>
                <a:gd name="T0" fmla="*/ 60 w 74"/>
                <a:gd name="T1" fmla="*/ 0 h 97"/>
                <a:gd name="T2" fmla="*/ 72 w 74"/>
                <a:gd name="T3" fmla="*/ 11 h 97"/>
                <a:gd name="T4" fmla="*/ 70 w 74"/>
                <a:gd name="T5" fmla="*/ 52 h 97"/>
                <a:gd name="T6" fmla="*/ 63 w 74"/>
                <a:gd name="T7" fmla="*/ 11 h 97"/>
                <a:gd name="T8" fmla="*/ 60 w 74"/>
                <a:gd name="T9" fmla="*/ 8 h 97"/>
                <a:gd name="T10" fmla="*/ 26 w 74"/>
                <a:gd name="T11" fmla="*/ 11 h 97"/>
                <a:gd name="T12" fmla="*/ 26 w 74"/>
                <a:gd name="T13" fmla="*/ 18 h 97"/>
                <a:gd name="T14" fmla="*/ 19 w 74"/>
                <a:gd name="T15" fmla="*/ 24 h 97"/>
                <a:gd name="T16" fmla="*/ 12 w 74"/>
                <a:gd name="T17" fmla="*/ 24 h 97"/>
                <a:gd name="T18" fmla="*/ 8 w 74"/>
                <a:gd name="T19" fmla="*/ 79 h 97"/>
                <a:gd name="T20" fmla="*/ 9 w 74"/>
                <a:gd name="T21" fmla="*/ 81 h 97"/>
                <a:gd name="T22" fmla="*/ 28 w 74"/>
                <a:gd name="T23" fmla="*/ 82 h 97"/>
                <a:gd name="T24" fmla="*/ 37 w 74"/>
                <a:gd name="T25" fmla="*/ 90 h 97"/>
                <a:gd name="T26" fmla="*/ 3 w 74"/>
                <a:gd name="T27" fmla="*/ 87 h 97"/>
                <a:gd name="T28" fmla="*/ 3 w 74"/>
                <a:gd name="T29" fmla="*/ 87 h 97"/>
                <a:gd name="T30" fmla="*/ 0 w 74"/>
                <a:gd name="T31" fmla="*/ 20 h 97"/>
                <a:gd name="T32" fmla="*/ 1 w 74"/>
                <a:gd name="T33" fmla="*/ 17 h 97"/>
                <a:gd name="T34" fmla="*/ 19 w 74"/>
                <a:gd name="T35" fmla="*/ 0 h 97"/>
                <a:gd name="T36" fmla="*/ 17 w 74"/>
                <a:gd name="T37" fmla="*/ 52 h 97"/>
                <a:gd name="T38" fmla="*/ 27 w 74"/>
                <a:gd name="T39" fmla="*/ 56 h 97"/>
                <a:gd name="T40" fmla="*/ 17 w 74"/>
                <a:gd name="T41" fmla="*/ 52 h 97"/>
                <a:gd name="T42" fmla="*/ 17 w 74"/>
                <a:gd name="T43" fmla="*/ 44 h 97"/>
                <a:gd name="T44" fmla="*/ 56 w 74"/>
                <a:gd name="T45" fmla="*/ 40 h 97"/>
                <a:gd name="T46" fmla="*/ 17 w 74"/>
                <a:gd name="T47" fmla="*/ 28 h 97"/>
                <a:gd name="T48" fmla="*/ 56 w 74"/>
                <a:gd name="T49" fmla="*/ 33 h 97"/>
                <a:gd name="T50" fmla="*/ 17 w 74"/>
                <a:gd name="T51" fmla="*/ 28 h 97"/>
                <a:gd name="T52" fmla="*/ 34 w 74"/>
                <a:gd name="T53" fmla="*/ 22 h 97"/>
                <a:gd name="T54" fmla="*/ 56 w 74"/>
                <a:gd name="T55" fmla="*/ 17 h 97"/>
                <a:gd name="T56" fmla="*/ 41 w 74"/>
                <a:gd name="T57" fmla="*/ 69 h 97"/>
                <a:gd name="T58" fmla="*/ 41 w 74"/>
                <a:gd name="T59" fmla="*/ 69 h 97"/>
                <a:gd name="T60" fmla="*/ 31 w 74"/>
                <a:gd name="T61" fmla="*/ 66 h 97"/>
                <a:gd name="T62" fmla="*/ 47 w 74"/>
                <a:gd name="T63" fmla="*/ 86 h 97"/>
                <a:gd name="T64" fmla="*/ 59 w 74"/>
                <a:gd name="T65" fmla="*/ 87 h 97"/>
                <a:gd name="T66" fmla="*/ 71 w 74"/>
                <a:gd name="T67" fmla="*/ 96 h 97"/>
                <a:gd name="T68" fmla="*/ 72 w 74"/>
                <a:gd name="T69" fmla="*/ 90 h 97"/>
                <a:gd name="T70" fmla="*/ 63 w 74"/>
                <a:gd name="T71" fmla="*/ 80 h 97"/>
                <a:gd name="T72" fmla="*/ 64 w 74"/>
                <a:gd name="T73" fmla="*/ 57 h 97"/>
                <a:gd name="T74" fmla="*/ 38 w 74"/>
                <a:gd name="T75" fmla="*/ 54 h 97"/>
                <a:gd name="T76" fmla="*/ 42 w 74"/>
                <a:gd name="T77" fmla="*/ 58 h 97"/>
                <a:gd name="T78" fmla="*/ 40 w 74"/>
                <a:gd name="T79" fmla="*/ 76 h 97"/>
                <a:gd name="T80" fmla="*/ 57 w 74"/>
                <a:gd name="T81" fmla="*/ 78 h 97"/>
                <a:gd name="T82" fmla="*/ 59 w 74"/>
                <a:gd name="T83" fmla="*/ 61 h 97"/>
                <a:gd name="T84" fmla="*/ 21 w 74"/>
                <a:gd name="T85" fmla="*/ 9 h 97"/>
                <a:gd name="T86" fmla="*/ 13 w 74"/>
                <a:gd name="T87" fmla="*/ 19 h 97"/>
                <a:gd name="T88" fmla="*/ 17 w 74"/>
                <a:gd name="T89" fmla="*/ 20 h 97"/>
                <a:gd name="T90" fmla="*/ 18 w 74"/>
                <a:gd name="T91" fmla="*/ 20 h 97"/>
                <a:gd name="T92" fmla="*/ 22 w 74"/>
                <a:gd name="T93" fmla="*/ 17 h 97"/>
                <a:gd name="T94" fmla="*/ 22 w 74"/>
                <a:gd name="T95" fmla="*/ 15 h 97"/>
                <a:gd name="T96" fmla="*/ 21 w 74"/>
                <a:gd name="T97" fmla="*/ 11 h 9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4"/>
                <a:gd name="T148" fmla="*/ 0 h 97"/>
                <a:gd name="T149" fmla="*/ 74 w 74"/>
                <a:gd name="T150" fmla="*/ 97 h 9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4" h="97">
                  <a:moveTo>
                    <a:pt x="21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6" y="1"/>
                    <a:pt x="68" y="3"/>
                  </a:cubicBezTo>
                  <a:cubicBezTo>
                    <a:pt x="70" y="5"/>
                    <a:pt x="72" y="8"/>
                    <a:pt x="72" y="1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1" y="55"/>
                    <a:pt x="70" y="53"/>
                    <a:pt x="70" y="52"/>
                  </a:cubicBezTo>
                  <a:cubicBezTo>
                    <a:pt x="68" y="50"/>
                    <a:pt x="66" y="48"/>
                    <a:pt x="63" y="47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0"/>
                    <a:pt x="63" y="9"/>
                    <a:pt x="62" y="9"/>
                  </a:cubicBezTo>
                  <a:cubicBezTo>
                    <a:pt x="62" y="8"/>
                    <a:pt x="61" y="8"/>
                    <a:pt x="60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6"/>
                    <a:pt x="26" y="17"/>
                    <a:pt x="26" y="18"/>
                  </a:cubicBezTo>
                  <a:cubicBezTo>
                    <a:pt x="26" y="19"/>
                    <a:pt x="25" y="21"/>
                    <a:pt x="23" y="22"/>
                  </a:cubicBezTo>
                  <a:cubicBezTo>
                    <a:pt x="22" y="23"/>
                    <a:pt x="21" y="24"/>
                    <a:pt x="19" y="24"/>
                  </a:cubicBezTo>
                  <a:cubicBezTo>
                    <a:pt x="18" y="24"/>
                    <a:pt x="17" y="24"/>
                    <a:pt x="16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80"/>
                    <a:pt x="9" y="80"/>
                    <a:pt x="9" y="81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10" y="81"/>
                    <a:pt x="10" y="82"/>
                    <a:pt x="11" y="82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28" y="82"/>
                    <a:pt x="29" y="83"/>
                    <a:pt x="29" y="84"/>
                  </a:cubicBezTo>
                  <a:cubicBezTo>
                    <a:pt x="31" y="86"/>
                    <a:pt x="34" y="88"/>
                    <a:pt x="37" y="90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8" y="90"/>
                    <a:pt x="5" y="89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1" y="85"/>
                    <a:pt x="0" y="82"/>
                    <a:pt x="0" y="7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0"/>
                    <a:pt x="21" y="0"/>
                    <a:pt x="21" y="0"/>
                  </a:cubicBezTo>
                  <a:close/>
                  <a:moveTo>
                    <a:pt x="17" y="52"/>
                  </a:moveTo>
                  <a:cubicBezTo>
                    <a:pt x="17" y="56"/>
                    <a:pt x="17" y="56"/>
                    <a:pt x="17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17" y="52"/>
                    <a:pt x="17" y="52"/>
                    <a:pt x="17" y="52"/>
                  </a:cubicBezTo>
                  <a:close/>
                  <a:moveTo>
                    <a:pt x="17" y="40"/>
                  </a:moveTo>
                  <a:cubicBezTo>
                    <a:pt x="17" y="44"/>
                    <a:pt x="17" y="44"/>
                    <a:pt x="17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17" y="40"/>
                    <a:pt x="17" y="40"/>
                    <a:pt x="17" y="40"/>
                  </a:cubicBezTo>
                  <a:close/>
                  <a:moveTo>
                    <a:pt x="17" y="28"/>
                  </a:moveTo>
                  <a:cubicBezTo>
                    <a:pt x="17" y="33"/>
                    <a:pt x="17" y="33"/>
                    <a:pt x="17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17" y="28"/>
                    <a:pt x="17" y="28"/>
                    <a:pt x="17" y="28"/>
                  </a:cubicBezTo>
                  <a:close/>
                  <a:moveTo>
                    <a:pt x="34" y="17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34" y="17"/>
                    <a:pt x="34" y="17"/>
                    <a:pt x="34" y="17"/>
                  </a:cubicBezTo>
                  <a:close/>
                  <a:moveTo>
                    <a:pt x="41" y="69"/>
                  </a:moveTo>
                  <a:cubicBezTo>
                    <a:pt x="43" y="64"/>
                    <a:pt x="48" y="61"/>
                    <a:pt x="55" y="60"/>
                  </a:cubicBezTo>
                  <a:cubicBezTo>
                    <a:pt x="48" y="56"/>
                    <a:pt x="39" y="62"/>
                    <a:pt x="41" y="69"/>
                  </a:cubicBezTo>
                  <a:close/>
                  <a:moveTo>
                    <a:pt x="38" y="54"/>
                  </a:moveTo>
                  <a:cubicBezTo>
                    <a:pt x="34" y="57"/>
                    <a:pt x="32" y="61"/>
                    <a:pt x="31" y="66"/>
                  </a:cubicBezTo>
                  <a:cubicBezTo>
                    <a:pt x="31" y="70"/>
                    <a:pt x="32" y="75"/>
                    <a:pt x="35" y="79"/>
                  </a:cubicBezTo>
                  <a:cubicBezTo>
                    <a:pt x="38" y="83"/>
                    <a:pt x="43" y="86"/>
                    <a:pt x="47" y="86"/>
                  </a:cubicBezTo>
                  <a:cubicBezTo>
                    <a:pt x="51" y="87"/>
                    <a:pt x="55" y="86"/>
                    <a:pt x="58" y="84"/>
                  </a:cubicBezTo>
                  <a:cubicBezTo>
                    <a:pt x="58" y="85"/>
                    <a:pt x="58" y="86"/>
                    <a:pt x="59" y="87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7" y="97"/>
                    <a:pt x="69" y="97"/>
                    <a:pt x="71" y="96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3" y="94"/>
                    <a:pt x="74" y="91"/>
                    <a:pt x="72" y="90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5" y="81"/>
                    <a:pt x="64" y="80"/>
                    <a:pt x="63" y="80"/>
                  </a:cubicBezTo>
                  <a:cubicBezTo>
                    <a:pt x="66" y="77"/>
                    <a:pt x="67" y="74"/>
                    <a:pt x="68" y="70"/>
                  </a:cubicBezTo>
                  <a:cubicBezTo>
                    <a:pt x="68" y="66"/>
                    <a:pt x="67" y="61"/>
                    <a:pt x="64" y="57"/>
                  </a:cubicBezTo>
                  <a:cubicBezTo>
                    <a:pt x="61" y="53"/>
                    <a:pt x="56" y="50"/>
                    <a:pt x="52" y="50"/>
                  </a:cubicBezTo>
                  <a:cubicBezTo>
                    <a:pt x="47" y="49"/>
                    <a:pt x="42" y="50"/>
                    <a:pt x="38" y="54"/>
                  </a:cubicBezTo>
                  <a:close/>
                  <a:moveTo>
                    <a:pt x="51" y="56"/>
                  </a:moveTo>
                  <a:cubicBezTo>
                    <a:pt x="48" y="56"/>
                    <a:pt x="45" y="56"/>
                    <a:pt x="42" y="58"/>
                  </a:cubicBezTo>
                  <a:cubicBezTo>
                    <a:pt x="39" y="61"/>
                    <a:pt x="38" y="63"/>
                    <a:pt x="37" y="67"/>
                  </a:cubicBezTo>
                  <a:cubicBezTo>
                    <a:pt x="37" y="70"/>
                    <a:pt x="38" y="73"/>
                    <a:pt x="40" y="76"/>
                  </a:cubicBezTo>
                  <a:cubicBezTo>
                    <a:pt x="42" y="78"/>
                    <a:pt x="45" y="80"/>
                    <a:pt x="48" y="80"/>
                  </a:cubicBezTo>
                  <a:cubicBezTo>
                    <a:pt x="51" y="80"/>
                    <a:pt x="54" y="80"/>
                    <a:pt x="57" y="78"/>
                  </a:cubicBezTo>
                  <a:cubicBezTo>
                    <a:pt x="60" y="76"/>
                    <a:pt x="61" y="73"/>
                    <a:pt x="61" y="69"/>
                  </a:cubicBezTo>
                  <a:cubicBezTo>
                    <a:pt x="62" y="66"/>
                    <a:pt x="61" y="63"/>
                    <a:pt x="59" y="61"/>
                  </a:cubicBezTo>
                  <a:cubicBezTo>
                    <a:pt x="57" y="58"/>
                    <a:pt x="54" y="56"/>
                    <a:pt x="51" y="56"/>
                  </a:cubicBezTo>
                  <a:close/>
                  <a:moveTo>
                    <a:pt x="21" y="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0"/>
                    <a:pt x="18" y="20"/>
                  </a:cubicBezTo>
                  <a:cubicBezTo>
                    <a:pt x="19" y="20"/>
                    <a:pt x="20" y="19"/>
                    <a:pt x="21" y="19"/>
                  </a:cubicBezTo>
                  <a:cubicBezTo>
                    <a:pt x="21" y="18"/>
                    <a:pt x="22" y="17"/>
                    <a:pt x="22" y="17"/>
                  </a:cubicBezTo>
                  <a:cubicBezTo>
                    <a:pt x="22" y="16"/>
                    <a:pt x="22" y="16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1" y="11"/>
                    <a:pt x="21" y="11"/>
                    <a:pt x="21" y="11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zh-CN" sz="1050">
                <a:solidFill>
                  <a:srgbClr val="DAB96E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  <p:sp>
          <p:nvSpPr>
            <p:cNvPr id="40" name="椭圆 17">
              <a:extLst/>
            </p:cNvPr>
            <p:cNvSpPr/>
            <p:nvPr/>
          </p:nvSpPr>
          <p:spPr>
            <a:xfrm>
              <a:off x="5418639" y="3903739"/>
              <a:ext cx="360840" cy="408700"/>
            </a:xfrm>
            <a:custGeom>
              <a:avLst/>
              <a:gdLst>
                <a:gd name="connsiteX0" fmla="*/ 35700 w 578738"/>
                <a:gd name="connsiteY0" fmla="*/ 243554 h 561315"/>
                <a:gd name="connsiteX1" fmla="*/ 30383 w 578738"/>
                <a:gd name="connsiteY1" fmla="*/ 254930 h 561315"/>
                <a:gd name="connsiteX2" fmla="*/ 30383 w 578738"/>
                <a:gd name="connsiteY2" fmla="*/ 519604 h 561315"/>
                <a:gd name="connsiteX3" fmla="*/ 35700 w 578738"/>
                <a:gd name="connsiteY3" fmla="*/ 530980 h 561315"/>
                <a:gd name="connsiteX4" fmla="*/ 132926 w 578738"/>
                <a:gd name="connsiteY4" fmla="*/ 530980 h 561315"/>
                <a:gd name="connsiteX5" fmla="*/ 138243 w 578738"/>
                <a:gd name="connsiteY5" fmla="*/ 519604 h 561315"/>
                <a:gd name="connsiteX6" fmla="*/ 138243 w 578738"/>
                <a:gd name="connsiteY6" fmla="*/ 254930 h 561315"/>
                <a:gd name="connsiteX7" fmla="*/ 132926 w 578738"/>
                <a:gd name="connsiteY7" fmla="*/ 243554 h 561315"/>
                <a:gd name="connsiteX8" fmla="*/ 35700 w 578738"/>
                <a:gd name="connsiteY8" fmla="*/ 213219 h 561315"/>
                <a:gd name="connsiteX9" fmla="*/ 132926 w 578738"/>
                <a:gd name="connsiteY9" fmla="*/ 213219 h 561315"/>
                <a:gd name="connsiteX10" fmla="*/ 168626 w 578738"/>
                <a:gd name="connsiteY10" fmla="*/ 254930 h 561315"/>
                <a:gd name="connsiteX11" fmla="*/ 168626 w 578738"/>
                <a:gd name="connsiteY11" fmla="*/ 519604 h 561315"/>
                <a:gd name="connsiteX12" fmla="*/ 132926 w 578738"/>
                <a:gd name="connsiteY12" fmla="*/ 561315 h 561315"/>
                <a:gd name="connsiteX13" fmla="*/ 35700 w 578738"/>
                <a:gd name="connsiteY13" fmla="*/ 561315 h 561315"/>
                <a:gd name="connsiteX14" fmla="*/ 0 w 578738"/>
                <a:gd name="connsiteY14" fmla="*/ 519604 h 561315"/>
                <a:gd name="connsiteX15" fmla="*/ 0 w 578738"/>
                <a:gd name="connsiteY15" fmla="*/ 254930 h 561315"/>
                <a:gd name="connsiteX16" fmla="*/ 35700 w 578738"/>
                <a:gd name="connsiteY16" fmla="*/ 213219 h 561315"/>
                <a:gd name="connsiteX17" fmla="*/ 321281 w 578738"/>
                <a:gd name="connsiteY17" fmla="*/ 30341 h 561315"/>
                <a:gd name="connsiteX18" fmla="*/ 296219 w 578738"/>
                <a:gd name="connsiteY18" fmla="*/ 55373 h 561315"/>
                <a:gd name="connsiteX19" fmla="*/ 296979 w 578738"/>
                <a:gd name="connsiteY19" fmla="*/ 60683 h 561315"/>
                <a:gd name="connsiteX20" fmla="*/ 296979 w 578738"/>
                <a:gd name="connsiteY20" fmla="*/ 65992 h 561315"/>
                <a:gd name="connsiteX21" fmla="*/ 268119 w 578738"/>
                <a:gd name="connsiteY21" fmla="*/ 212389 h 561315"/>
                <a:gd name="connsiteX22" fmla="*/ 263563 w 578738"/>
                <a:gd name="connsiteY22" fmla="*/ 221492 h 561315"/>
                <a:gd name="connsiteX23" fmla="*/ 262044 w 578738"/>
                <a:gd name="connsiteY23" fmla="*/ 223009 h 561315"/>
                <a:gd name="connsiteX24" fmla="*/ 232425 w 578738"/>
                <a:gd name="connsiteY24" fmla="*/ 240455 h 561315"/>
                <a:gd name="connsiteX25" fmla="*/ 230146 w 578738"/>
                <a:gd name="connsiteY25" fmla="*/ 240455 h 561315"/>
                <a:gd name="connsiteX26" fmla="*/ 225590 w 578738"/>
                <a:gd name="connsiteY26" fmla="*/ 240455 h 561315"/>
                <a:gd name="connsiteX27" fmla="*/ 224071 w 578738"/>
                <a:gd name="connsiteY27" fmla="*/ 241214 h 561315"/>
                <a:gd name="connsiteX28" fmla="*/ 211919 w 578738"/>
                <a:gd name="connsiteY28" fmla="*/ 253350 h 561315"/>
                <a:gd name="connsiteX29" fmla="*/ 211919 w 578738"/>
                <a:gd name="connsiteY29" fmla="*/ 518079 h 561315"/>
                <a:gd name="connsiteX30" fmla="*/ 224830 w 578738"/>
                <a:gd name="connsiteY30" fmla="*/ 530974 h 561315"/>
                <a:gd name="connsiteX31" fmla="*/ 521019 w 578738"/>
                <a:gd name="connsiteY31" fmla="*/ 530974 h 561315"/>
                <a:gd name="connsiteX32" fmla="*/ 522538 w 578738"/>
                <a:gd name="connsiteY32" fmla="*/ 530215 h 561315"/>
                <a:gd name="connsiteX33" fmla="*/ 546081 w 578738"/>
                <a:gd name="connsiteY33" fmla="*/ 505942 h 561315"/>
                <a:gd name="connsiteX34" fmla="*/ 522538 w 578738"/>
                <a:gd name="connsiteY34" fmla="*/ 480910 h 561315"/>
                <a:gd name="connsiteX35" fmla="*/ 508108 w 578738"/>
                <a:gd name="connsiteY35" fmla="*/ 465740 h 561315"/>
                <a:gd name="connsiteX36" fmla="*/ 523298 w 578738"/>
                <a:gd name="connsiteY36" fmla="*/ 450569 h 561315"/>
                <a:gd name="connsiteX37" fmla="*/ 548360 w 578738"/>
                <a:gd name="connsiteY37" fmla="*/ 425537 h 561315"/>
                <a:gd name="connsiteX38" fmla="*/ 523298 w 578738"/>
                <a:gd name="connsiteY38" fmla="*/ 401264 h 561315"/>
                <a:gd name="connsiteX39" fmla="*/ 508108 w 578738"/>
                <a:gd name="connsiteY39" fmla="*/ 386094 h 561315"/>
                <a:gd name="connsiteX40" fmla="*/ 523298 w 578738"/>
                <a:gd name="connsiteY40" fmla="*/ 370923 h 561315"/>
                <a:gd name="connsiteX41" fmla="*/ 548360 w 578738"/>
                <a:gd name="connsiteY41" fmla="*/ 345891 h 561315"/>
                <a:gd name="connsiteX42" fmla="*/ 523298 w 578738"/>
                <a:gd name="connsiteY42" fmla="*/ 320860 h 561315"/>
                <a:gd name="connsiteX43" fmla="*/ 508108 w 578738"/>
                <a:gd name="connsiteY43" fmla="*/ 305689 h 561315"/>
                <a:gd name="connsiteX44" fmla="*/ 523298 w 578738"/>
                <a:gd name="connsiteY44" fmla="*/ 290518 h 561315"/>
                <a:gd name="connsiteX45" fmla="*/ 548360 w 578738"/>
                <a:gd name="connsiteY45" fmla="*/ 265487 h 561315"/>
                <a:gd name="connsiteX46" fmla="*/ 523298 w 578738"/>
                <a:gd name="connsiteY46" fmla="*/ 240455 h 561315"/>
                <a:gd name="connsiteX47" fmla="*/ 373684 w 578738"/>
                <a:gd name="connsiteY47" fmla="*/ 240455 h 561315"/>
                <a:gd name="connsiteX48" fmla="*/ 361533 w 578738"/>
                <a:gd name="connsiteY48" fmla="*/ 234387 h 561315"/>
                <a:gd name="connsiteX49" fmla="*/ 360014 w 578738"/>
                <a:gd name="connsiteY49" fmla="*/ 219975 h 561315"/>
                <a:gd name="connsiteX50" fmla="*/ 343306 w 578738"/>
                <a:gd name="connsiteY50" fmla="*/ 42478 h 561315"/>
                <a:gd name="connsiteX51" fmla="*/ 341787 w 578738"/>
                <a:gd name="connsiteY51" fmla="*/ 40961 h 561315"/>
                <a:gd name="connsiteX52" fmla="*/ 321281 w 578738"/>
                <a:gd name="connsiteY52" fmla="*/ 30341 h 561315"/>
                <a:gd name="connsiteX53" fmla="*/ 321281 w 578738"/>
                <a:gd name="connsiteY53" fmla="*/ 0 h 561315"/>
                <a:gd name="connsiteX54" fmla="*/ 365330 w 578738"/>
                <a:gd name="connsiteY54" fmla="*/ 21997 h 561315"/>
                <a:gd name="connsiteX55" fmla="*/ 395708 w 578738"/>
                <a:gd name="connsiteY55" fmla="*/ 210114 h 561315"/>
                <a:gd name="connsiteX56" fmla="*/ 523298 w 578738"/>
                <a:gd name="connsiteY56" fmla="*/ 210114 h 561315"/>
                <a:gd name="connsiteX57" fmla="*/ 562789 w 578738"/>
                <a:gd name="connsiteY57" fmla="*/ 226802 h 561315"/>
                <a:gd name="connsiteX58" fmla="*/ 578738 w 578738"/>
                <a:gd name="connsiteY58" fmla="*/ 265487 h 561315"/>
                <a:gd name="connsiteX59" fmla="*/ 561270 w 578738"/>
                <a:gd name="connsiteY59" fmla="*/ 305689 h 561315"/>
                <a:gd name="connsiteX60" fmla="*/ 578738 w 578738"/>
                <a:gd name="connsiteY60" fmla="*/ 345891 h 561315"/>
                <a:gd name="connsiteX61" fmla="*/ 561270 w 578738"/>
                <a:gd name="connsiteY61" fmla="*/ 386094 h 561315"/>
                <a:gd name="connsiteX62" fmla="*/ 578738 w 578738"/>
                <a:gd name="connsiteY62" fmla="*/ 425537 h 561315"/>
                <a:gd name="connsiteX63" fmla="*/ 560511 w 578738"/>
                <a:gd name="connsiteY63" fmla="*/ 466498 h 561315"/>
                <a:gd name="connsiteX64" fmla="*/ 576460 w 578738"/>
                <a:gd name="connsiteY64" fmla="*/ 505942 h 561315"/>
                <a:gd name="connsiteX65" fmla="*/ 527095 w 578738"/>
                <a:gd name="connsiteY65" fmla="*/ 560556 h 561315"/>
                <a:gd name="connsiteX66" fmla="*/ 523298 w 578738"/>
                <a:gd name="connsiteY66" fmla="*/ 561315 h 561315"/>
                <a:gd name="connsiteX67" fmla="*/ 224830 w 578738"/>
                <a:gd name="connsiteY67" fmla="*/ 561315 h 561315"/>
                <a:gd name="connsiteX68" fmla="*/ 181541 w 578738"/>
                <a:gd name="connsiteY68" fmla="*/ 518079 h 561315"/>
                <a:gd name="connsiteX69" fmla="*/ 181541 w 578738"/>
                <a:gd name="connsiteY69" fmla="*/ 253350 h 561315"/>
                <a:gd name="connsiteX70" fmla="*/ 222552 w 578738"/>
                <a:gd name="connsiteY70" fmla="*/ 210872 h 561315"/>
                <a:gd name="connsiteX71" fmla="*/ 224830 w 578738"/>
                <a:gd name="connsiteY71" fmla="*/ 210114 h 561315"/>
                <a:gd name="connsiteX72" fmla="*/ 229387 w 578738"/>
                <a:gd name="connsiteY72" fmla="*/ 210114 h 561315"/>
                <a:gd name="connsiteX73" fmla="*/ 237741 w 578738"/>
                <a:gd name="connsiteY73" fmla="*/ 205563 h 561315"/>
                <a:gd name="connsiteX74" fmla="*/ 240779 w 578738"/>
                <a:gd name="connsiteY74" fmla="*/ 198736 h 561315"/>
                <a:gd name="connsiteX75" fmla="*/ 266600 w 578738"/>
                <a:gd name="connsiteY75" fmla="*/ 66751 h 561315"/>
                <a:gd name="connsiteX76" fmla="*/ 266600 w 578738"/>
                <a:gd name="connsiteY76" fmla="*/ 60683 h 561315"/>
                <a:gd name="connsiteX77" fmla="*/ 265841 w 578738"/>
                <a:gd name="connsiteY77" fmla="*/ 55373 h 561315"/>
                <a:gd name="connsiteX78" fmla="*/ 321281 w 578738"/>
                <a:gd name="connsiteY78" fmla="*/ 0 h 56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78738" h="561315">
                  <a:moveTo>
                    <a:pt x="35700" y="243554"/>
                  </a:moveTo>
                  <a:cubicBezTo>
                    <a:pt x="34181" y="243554"/>
                    <a:pt x="30383" y="248104"/>
                    <a:pt x="30383" y="254930"/>
                  </a:cubicBezTo>
                  <a:lnTo>
                    <a:pt x="30383" y="519604"/>
                  </a:lnTo>
                  <a:cubicBezTo>
                    <a:pt x="30383" y="526430"/>
                    <a:pt x="34181" y="530980"/>
                    <a:pt x="35700" y="530980"/>
                  </a:cubicBezTo>
                  <a:lnTo>
                    <a:pt x="132926" y="530980"/>
                  </a:lnTo>
                  <a:cubicBezTo>
                    <a:pt x="134445" y="530980"/>
                    <a:pt x="138243" y="526430"/>
                    <a:pt x="138243" y="519604"/>
                  </a:cubicBezTo>
                  <a:lnTo>
                    <a:pt x="138243" y="254930"/>
                  </a:lnTo>
                  <a:cubicBezTo>
                    <a:pt x="138243" y="248104"/>
                    <a:pt x="134445" y="243554"/>
                    <a:pt x="132926" y="243554"/>
                  </a:cubicBezTo>
                  <a:close/>
                  <a:moveTo>
                    <a:pt x="35700" y="213219"/>
                  </a:moveTo>
                  <a:lnTo>
                    <a:pt x="132926" y="213219"/>
                  </a:lnTo>
                  <a:cubicBezTo>
                    <a:pt x="152675" y="213219"/>
                    <a:pt x="168626" y="231420"/>
                    <a:pt x="168626" y="254930"/>
                  </a:cubicBezTo>
                  <a:lnTo>
                    <a:pt x="168626" y="519604"/>
                  </a:lnTo>
                  <a:cubicBezTo>
                    <a:pt x="168626" y="542356"/>
                    <a:pt x="152675" y="561315"/>
                    <a:pt x="132926" y="561315"/>
                  </a:cubicBezTo>
                  <a:lnTo>
                    <a:pt x="35700" y="561315"/>
                  </a:lnTo>
                  <a:cubicBezTo>
                    <a:pt x="15951" y="561315"/>
                    <a:pt x="0" y="542356"/>
                    <a:pt x="0" y="519604"/>
                  </a:cubicBezTo>
                  <a:lnTo>
                    <a:pt x="0" y="254930"/>
                  </a:lnTo>
                  <a:cubicBezTo>
                    <a:pt x="0" y="231420"/>
                    <a:pt x="15951" y="213219"/>
                    <a:pt x="35700" y="213219"/>
                  </a:cubicBezTo>
                  <a:close/>
                  <a:moveTo>
                    <a:pt x="321281" y="30341"/>
                  </a:moveTo>
                  <a:cubicBezTo>
                    <a:pt x="307611" y="30341"/>
                    <a:pt x="296219" y="41719"/>
                    <a:pt x="296219" y="55373"/>
                  </a:cubicBezTo>
                  <a:cubicBezTo>
                    <a:pt x="296219" y="56890"/>
                    <a:pt x="296979" y="59166"/>
                    <a:pt x="296979" y="60683"/>
                  </a:cubicBezTo>
                  <a:cubicBezTo>
                    <a:pt x="297738" y="62200"/>
                    <a:pt x="297738" y="64475"/>
                    <a:pt x="296979" y="65992"/>
                  </a:cubicBezTo>
                  <a:cubicBezTo>
                    <a:pt x="306852" y="119090"/>
                    <a:pt x="287106" y="174463"/>
                    <a:pt x="268119" y="212389"/>
                  </a:cubicBezTo>
                  <a:cubicBezTo>
                    <a:pt x="266600" y="215424"/>
                    <a:pt x="265081" y="218458"/>
                    <a:pt x="263563" y="221492"/>
                  </a:cubicBezTo>
                  <a:cubicBezTo>
                    <a:pt x="263563" y="221492"/>
                    <a:pt x="262803" y="222250"/>
                    <a:pt x="262044" y="223009"/>
                  </a:cubicBezTo>
                  <a:cubicBezTo>
                    <a:pt x="255209" y="232870"/>
                    <a:pt x="244576" y="238938"/>
                    <a:pt x="232425" y="240455"/>
                  </a:cubicBezTo>
                  <a:cubicBezTo>
                    <a:pt x="231665" y="240455"/>
                    <a:pt x="230906" y="240455"/>
                    <a:pt x="230146" y="240455"/>
                  </a:cubicBezTo>
                  <a:lnTo>
                    <a:pt x="225590" y="240455"/>
                  </a:lnTo>
                  <a:cubicBezTo>
                    <a:pt x="225590" y="241214"/>
                    <a:pt x="224830" y="241214"/>
                    <a:pt x="224071" y="241214"/>
                  </a:cubicBezTo>
                  <a:cubicBezTo>
                    <a:pt x="217236" y="241214"/>
                    <a:pt x="211919" y="246524"/>
                    <a:pt x="211919" y="253350"/>
                  </a:cubicBezTo>
                  <a:lnTo>
                    <a:pt x="211919" y="518079"/>
                  </a:lnTo>
                  <a:cubicBezTo>
                    <a:pt x="211919" y="524905"/>
                    <a:pt x="217995" y="530974"/>
                    <a:pt x="224830" y="530974"/>
                  </a:cubicBezTo>
                  <a:lnTo>
                    <a:pt x="521019" y="530974"/>
                  </a:lnTo>
                  <a:cubicBezTo>
                    <a:pt x="521779" y="530974"/>
                    <a:pt x="521779" y="530215"/>
                    <a:pt x="522538" y="530215"/>
                  </a:cubicBezTo>
                  <a:cubicBezTo>
                    <a:pt x="536208" y="530215"/>
                    <a:pt x="546081" y="518837"/>
                    <a:pt x="546081" y="505942"/>
                  </a:cubicBezTo>
                  <a:cubicBezTo>
                    <a:pt x="546081" y="493047"/>
                    <a:pt x="536208" y="481669"/>
                    <a:pt x="522538" y="480910"/>
                  </a:cubicBezTo>
                  <a:cubicBezTo>
                    <a:pt x="514943" y="480910"/>
                    <a:pt x="508108" y="474084"/>
                    <a:pt x="508108" y="465740"/>
                  </a:cubicBezTo>
                  <a:cubicBezTo>
                    <a:pt x="508108" y="457396"/>
                    <a:pt x="514943" y="450569"/>
                    <a:pt x="523298" y="450569"/>
                  </a:cubicBezTo>
                  <a:cubicBezTo>
                    <a:pt x="536968" y="450569"/>
                    <a:pt x="548360" y="439191"/>
                    <a:pt x="548360" y="425537"/>
                  </a:cubicBezTo>
                  <a:cubicBezTo>
                    <a:pt x="548360" y="411884"/>
                    <a:pt x="536968" y="401264"/>
                    <a:pt x="523298" y="401264"/>
                  </a:cubicBezTo>
                  <a:cubicBezTo>
                    <a:pt x="514943" y="401264"/>
                    <a:pt x="508108" y="394438"/>
                    <a:pt x="508108" y="386094"/>
                  </a:cubicBezTo>
                  <a:cubicBezTo>
                    <a:pt x="508108" y="377750"/>
                    <a:pt x="514943" y="370923"/>
                    <a:pt x="523298" y="370923"/>
                  </a:cubicBezTo>
                  <a:cubicBezTo>
                    <a:pt x="536968" y="370923"/>
                    <a:pt x="548360" y="359545"/>
                    <a:pt x="548360" y="345891"/>
                  </a:cubicBezTo>
                  <a:cubicBezTo>
                    <a:pt x="548360" y="332238"/>
                    <a:pt x="536968" y="320860"/>
                    <a:pt x="523298" y="320860"/>
                  </a:cubicBezTo>
                  <a:cubicBezTo>
                    <a:pt x="514943" y="320860"/>
                    <a:pt x="508108" y="314033"/>
                    <a:pt x="508108" y="305689"/>
                  </a:cubicBezTo>
                  <a:cubicBezTo>
                    <a:pt x="508108" y="297345"/>
                    <a:pt x="514943" y="290518"/>
                    <a:pt x="523298" y="290518"/>
                  </a:cubicBezTo>
                  <a:cubicBezTo>
                    <a:pt x="536968" y="290518"/>
                    <a:pt x="548360" y="279140"/>
                    <a:pt x="548360" y="265487"/>
                  </a:cubicBezTo>
                  <a:cubicBezTo>
                    <a:pt x="548360" y="251833"/>
                    <a:pt x="536968" y="240455"/>
                    <a:pt x="523298" y="240455"/>
                  </a:cubicBezTo>
                  <a:lnTo>
                    <a:pt x="373684" y="240455"/>
                  </a:lnTo>
                  <a:cubicBezTo>
                    <a:pt x="369127" y="240455"/>
                    <a:pt x="363811" y="238180"/>
                    <a:pt x="361533" y="234387"/>
                  </a:cubicBezTo>
                  <a:cubicBezTo>
                    <a:pt x="358495" y="229836"/>
                    <a:pt x="357735" y="224526"/>
                    <a:pt x="360014" y="219975"/>
                  </a:cubicBezTo>
                  <a:cubicBezTo>
                    <a:pt x="401784" y="120607"/>
                    <a:pt x="349381" y="50822"/>
                    <a:pt x="343306" y="42478"/>
                  </a:cubicBezTo>
                  <a:cubicBezTo>
                    <a:pt x="342546" y="42478"/>
                    <a:pt x="341787" y="41719"/>
                    <a:pt x="341787" y="40961"/>
                  </a:cubicBezTo>
                  <a:cubicBezTo>
                    <a:pt x="336471" y="34134"/>
                    <a:pt x="329635" y="30341"/>
                    <a:pt x="321281" y="30341"/>
                  </a:cubicBezTo>
                  <a:close/>
                  <a:moveTo>
                    <a:pt x="321281" y="0"/>
                  </a:moveTo>
                  <a:cubicBezTo>
                    <a:pt x="338749" y="0"/>
                    <a:pt x="354698" y="8344"/>
                    <a:pt x="365330" y="21997"/>
                  </a:cubicBezTo>
                  <a:cubicBezTo>
                    <a:pt x="368368" y="25032"/>
                    <a:pt x="431403" y="99368"/>
                    <a:pt x="395708" y="210114"/>
                  </a:cubicBezTo>
                  <a:lnTo>
                    <a:pt x="523298" y="210114"/>
                  </a:lnTo>
                  <a:cubicBezTo>
                    <a:pt x="538487" y="210114"/>
                    <a:pt x="552157" y="216182"/>
                    <a:pt x="562789" y="226802"/>
                  </a:cubicBezTo>
                  <a:cubicBezTo>
                    <a:pt x="572662" y="237421"/>
                    <a:pt x="578738" y="251075"/>
                    <a:pt x="578738" y="265487"/>
                  </a:cubicBezTo>
                  <a:cubicBezTo>
                    <a:pt x="578738" y="281416"/>
                    <a:pt x="571903" y="295828"/>
                    <a:pt x="561270" y="305689"/>
                  </a:cubicBezTo>
                  <a:cubicBezTo>
                    <a:pt x="571903" y="315550"/>
                    <a:pt x="578738" y="329962"/>
                    <a:pt x="578738" y="345891"/>
                  </a:cubicBezTo>
                  <a:cubicBezTo>
                    <a:pt x="578738" y="361821"/>
                    <a:pt x="571903" y="375474"/>
                    <a:pt x="561270" y="386094"/>
                  </a:cubicBezTo>
                  <a:cubicBezTo>
                    <a:pt x="571903" y="395955"/>
                    <a:pt x="578738" y="410367"/>
                    <a:pt x="578738" y="425537"/>
                  </a:cubicBezTo>
                  <a:cubicBezTo>
                    <a:pt x="578738" y="442225"/>
                    <a:pt x="571903" y="456637"/>
                    <a:pt x="560511" y="466498"/>
                  </a:cubicBezTo>
                  <a:cubicBezTo>
                    <a:pt x="570384" y="477118"/>
                    <a:pt x="576460" y="490771"/>
                    <a:pt x="576460" y="505942"/>
                  </a:cubicBezTo>
                  <a:cubicBezTo>
                    <a:pt x="576460" y="534008"/>
                    <a:pt x="555195" y="557522"/>
                    <a:pt x="527095" y="560556"/>
                  </a:cubicBezTo>
                  <a:cubicBezTo>
                    <a:pt x="525576" y="560556"/>
                    <a:pt x="524816" y="561315"/>
                    <a:pt x="523298" y="561315"/>
                  </a:cubicBezTo>
                  <a:lnTo>
                    <a:pt x="224830" y="561315"/>
                  </a:lnTo>
                  <a:cubicBezTo>
                    <a:pt x="201287" y="561315"/>
                    <a:pt x="181541" y="541593"/>
                    <a:pt x="181541" y="518079"/>
                  </a:cubicBezTo>
                  <a:lnTo>
                    <a:pt x="181541" y="253350"/>
                  </a:lnTo>
                  <a:cubicBezTo>
                    <a:pt x="181541" y="230594"/>
                    <a:pt x="199768" y="211631"/>
                    <a:pt x="222552" y="210872"/>
                  </a:cubicBezTo>
                  <a:cubicBezTo>
                    <a:pt x="223311" y="210872"/>
                    <a:pt x="224071" y="210114"/>
                    <a:pt x="224830" y="210114"/>
                  </a:cubicBezTo>
                  <a:lnTo>
                    <a:pt x="229387" y="210114"/>
                  </a:lnTo>
                  <a:cubicBezTo>
                    <a:pt x="232425" y="210114"/>
                    <a:pt x="235463" y="208597"/>
                    <a:pt x="237741" y="205563"/>
                  </a:cubicBezTo>
                  <a:cubicBezTo>
                    <a:pt x="238500" y="203287"/>
                    <a:pt x="240019" y="201011"/>
                    <a:pt x="240779" y="198736"/>
                  </a:cubicBezTo>
                  <a:cubicBezTo>
                    <a:pt x="255209" y="170670"/>
                    <a:pt x="277233" y="115297"/>
                    <a:pt x="266600" y="66751"/>
                  </a:cubicBezTo>
                  <a:cubicBezTo>
                    <a:pt x="265841" y="65234"/>
                    <a:pt x="265841" y="62958"/>
                    <a:pt x="266600" y="60683"/>
                  </a:cubicBezTo>
                  <a:cubicBezTo>
                    <a:pt x="265841" y="59166"/>
                    <a:pt x="265841" y="56890"/>
                    <a:pt x="265841" y="55373"/>
                  </a:cubicBezTo>
                  <a:cubicBezTo>
                    <a:pt x="265841" y="25032"/>
                    <a:pt x="290903" y="0"/>
                    <a:pt x="3212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1" name="seo-report_48643">
              <a:extLst>
                <a:ext uri="{FF2B5EF4-FFF2-40B4-BE49-F238E27FC236}">
                  <a16:creationId xmlns:a16="http://schemas.microsoft.com/office/drawing/2014/main" id="{85BD338E-D0BC-4CED-BD41-ABE71DC55D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23595" y="4943692"/>
              <a:ext cx="343998" cy="343478"/>
            </a:xfrm>
            <a:custGeom>
              <a:avLst/>
              <a:gdLst>
                <a:gd name="connsiteX0" fmla="*/ 210889 w 587787"/>
                <a:gd name="connsiteY0" fmla="*/ 405207 h 586899"/>
                <a:gd name="connsiteX1" fmla="*/ 327095 w 587787"/>
                <a:gd name="connsiteY1" fmla="*/ 405207 h 586899"/>
                <a:gd name="connsiteX2" fmla="*/ 340007 w 587787"/>
                <a:gd name="connsiteY2" fmla="*/ 440224 h 586899"/>
                <a:gd name="connsiteX3" fmla="*/ 210889 w 587787"/>
                <a:gd name="connsiteY3" fmla="*/ 440224 h 586899"/>
                <a:gd name="connsiteX4" fmla="*/ 122934 w 587787"/>
                <a:gd name="connsiteY4" fmla="*/ 395950 h 586899"/>
                <a:gd name="connsiteX5" fmla="*/ 121088 w 587787"/>
                <a:gd name="connsiteY5" fmla="*/ 397793 h 586899"/>
                <a:gd name="connsiteX6" fmla="*/ 121088 w 587787"/>
                <a:gd name="connsiteY6" fmla="*/ 447575 h 586899"/>
                <a:gd name="connsiteX7" fmla="*/ 122934 w 587787"/>
                <a:gd name="connsiteY7" fmla="*/ 449419 h 586899"/>
                <a:gd name="connsiteX8" fmla="*/ 172784 w 587787"/>
                <a:gd name="connsiteY8" fmla="*/ 449419 h 586899"/>
                <a:gd name="connsiteX9" fmla="*/ 174630 w 587787"/>
                <a:gd name="connsiteY9" fmla="*/ 447575 h 586899"/>
                <a:gd name="connsiteX10" fmla="*/ 174630 w 587787"/>
                <a:gd name="connsiteY10" fmla="*/ 397793 h 586899"/>
                <a:gd name="connsiteX11" fmla="*/ 172784 w 587787"/>
                <a:gd name="connsiteY11" fmla="*/ 395950 h 586899"/>
                <a:gd name="connsiteX12" fmla="*/ 122934 w 587787"/>
                <a:gd name="connsiteY12" fmla="*/ 384887 h 586899"/>
                <a:gd name="connsiteX13" fmla="*/ 172784 w 587787"/>
                <a:gd name="connsiteY13" fmla="*/ 384887 h 586899"/>
                <a:gd name="connsiteX14" fmla="*/ 183862 w 587787"/>
                <a:gd name="connsiteY14" fmla="*/ 395950 h 586899"/>
                <a:gd name="connsiteX15" fmla="*/ 183862 w 587787"/>
                <a:gd name="connsiteY15" fmla="*/ 445731 h 586899"/>
                <a:gd name="connsiteX16" fmla="*/ 172784 w 587787"/>
                <a:gd name="connsiteY16" fmla="*/ 456794 h 586899"/>
                <a:gd name="connsiteX17" fmla="*/ 122934 w 587787"/>
                <a:gd name="connsiteY17" fmla="*/ 456794 h 586899"/>
                <a:gd name="connsiteX18" fmla="*/ 111856 w 587787"/>
                <a:gd name="connsiteY18" fmla="*/ 445731 h 586899"/>
                <a:gd name="connsiteX19" fmla="*/ 111856 w 587787"/>
                <a:gd name="connsiteY19" fmla="*/ 395950 h 586899"/>
                <a:gd name="connsiteX20" fmla="*/ 122934 w 587787"/>
                <a:gd name="connsiteY20" fmla="*/ 384887 h 586899"/>
                <a:gd name="connsiteX21" fmla="*/ 212763 w 587787"/>
                <a:gd name="connsiteY21" fmla="*/ 276878 h 586899"/>
                <a:gd name="connsiteX22" fmla="*/ 341782 w 587787"/>
                <a:gd name="connsiteY22" fmla="*/ 276878 h 586899"/>
                <a:gd name="connsiteX23" fmla="*/ 330723 w 587787"/>
                <a:gd name="connsiteY23" fmla="*/ 311895 h 586899"/>
                <a:gd name="connsiteX24" fmla="*/ 212763 w 587787"/>
                <a:gd name="connsiteY24" fmla="*/ 311895 h 586899"/>
                <a:gd name="connsiteX25" fmla="*/ 122934 w 587787"/>
                <a:gd name="connsiteY25" fmla="*/ 256657 h 586899"/>
                <a:gd name="connsiteX26" fmla="*/ 172784 w 587787"/>
                <a:gd name="connsiteY26" fmla="*/ 256657 h 586899"/>
                <a:gd name="connsiteX27" fmla="*/ 183862 w 587787"/>
                <a:gd name="connsiteY27" fmla="*/ 267705 h 586899"/>
                <a:gd name="connsiteX28" fmla="*/ 183862 w 587787"/>
                <a:gd name="connsiteY28" fmla="*/ 317418 h 586899"/>
                <a:gd name="connsiteX29" fmla="*/ 172784 w 587787"/>
                <a:gd name="connsiteY29" fmla="*/ 328466 h 586899"/>
                <a:gd name="connsiteX30" fmla="*/ 122934 w 587787"/>
                <a:gd name="connsiteY30" fmla="*/ 328466 h 586899"/>
                <a:gd name="connsiteX31" fmla="*/ 111856 w 587787"/>
                <a:gd name="connsiteY31" fmla="*/ 317418 h 586899"/>
                <a:gd name="connsiteX32" fmla="*/ 111856 w 587787"/>
                <a:gd name="connsiteY32" fmla="*/ 267705 h 586899"/>
                <a:gd name="connsiteX33" fmla="*/ 122934 w 587787"/>
                <a:gd name="connsiteY33" fmla="*/ 256657 h 586899"/>
                <a:gd name="connsiteX34" fmla="*/ 453714 w 587787"/>
                <a:gd name="connsiteY34" fmla="*/ 243736 h 586899"/>
                <a:gd name="connsiteX35" fmla="*/ 455559 w 587787"/>
                <a:gd name="connsiteY35" fmla="*/ 243736 h 586899"/>
                <a:gd name="connsiteX36" fmla="*/ 448182 w 587787"/>
                <a:gd name="connsiteY36" fmla="*/ 249261 h 586899"/>
                <a:gd name="connsiteX37" fmla="*/ 448182 w 587787"/>
                <a:gd name="connsiteY37" fmla="*/ 262151 h 586899"/>
                <a:gd name="connsiteX38" fmla="*/ 466624 w 587787"/>
                <a:gd name="connsiteY38" fmla="*/ 275042 h 586899"/>
                <a:gd name="connsiteX39" fmla="*/ 482607 w 587787"/>
                <a:gd name="connsiteY39" fmla="*/ 302664 h 586899"/>
                <a:gd name="connsiteX40" fmla="*/ 482607 w 587787"/>
                <a:gd name="connsiteY40" fmla="*/ 343177 h 586899"/>
                <a:gd name="connsiteX41" fmla="*/ 486296 w 587787"/>
                <a:gd name="connsiteY41" fmla="*/ 348088 h 586899"/>
                <a:gd name="connsiteX42" fmla="*/ 489984 w 587787"/>
                <a:gd name="connsiteY42" fmla="*/ 366503 h 586899"/>
                <a:gd name="connsiteX43" fmla="*/ 484451 w 587787"/>
                <a:gd name="connsiteY43" fmla="*/ 383077 h 586899"/>
                <a:gd name="connsiteX44" fmla="*/ 480763 w 587787"/>
                <a:gd name="connsiteY44" fmla="*/ 386760 h 586899"/>
                <a:gd name="connsiteX45" fmla="*/ 466624 w 587787"/>
                <a:gd name="connsiteY45" fmla="*/ 429114 h 586899"/>
                <a:gd name="connsiteX46" fmla="*/ 462936 w 587787"/>
                <a:gd name="connsiteY46" fmla="*/ 434639 h 586899"/>
                <a:gd name="connsiteX47" fmla="*/ 464780 w 587787"/>
                <a:gd name="connsiteY47" fmla="*/ 458578 h 586899"/>
                <a:gd name="connsiteX48" fmla="*/ 466624 w 587787"/>
                <a:gd name="connsiteY48" fmla="*/ 464103 h 586899"/>
                <a:gd name="connsiteX49" fmla="*/ 475845 w 587787"/>
                <a:gd name="connsiteY49" fmla="*/ 473311 h 586899"/>
                <a:gd name="connsiteX50" fmla="*/ 486296 w 587787"/>
                <a:gd name="connsiteY50" fmla="*/ 494795 h 586899"/>
                <a:gd name="connsiteX51" fmla="*/ 531479 w 587787"/>
                <a:gd name="connsiteY51" fmla="*/ 508836 h 586899"/>
                <a:gd name="connsiteX52" fmla="*/ 550897 w 587787"/>
                <a:gd name="connsiteY52" fmla="*/ 515464 h 586899"/>
                <a:gd name="connsiteX53" fmla="*/ 550897 w 587787"/>
                <a:gd name="connsiteY53" fmla="*/ 531647 h 586899"/>
                <a:gd name="connsiteX54" fmla="*/ 530607 w 587787"/>
                <a:gd name="connsiteY54" fmla="*/ 550064 h 586899"/>
                <a:gd name="connsiteX55" fmla="*/ 262537 w 587787"/>
                <a:gd name="connsiteY55" fmla="*/ 550064 h 586899"/>
                <a:gd name="connsiteX56" fmla="*/ 232677 w 587787"/>
                <a:gd name="connsiteY56" fmla="*/ 550064 h 586899"/>
                <a:gd name="connsiteX57" fmla="*/ 238556 w 587787"/>
                <a:gd name="connsiteY57" fmla="*/ 537149 h 586899"/>
                <a:gd name="connsiteX58" fmla="*/ 256998 w 587787"/>
                <a:gd name="connsiteY58" fmla="*/ 524259 h 586899"/>
                <a:gd name="connsiteX59" fmla="*/ 344906 w 587787"/>
                <a:gd name="connsiteY59" fmla="*/ 491112 h 586899"/>
                <a:gd name="connsiteX60" fmla="*/ 355971 w 587787"/>
                <a:gd name="connsiteY60" fmla="*/ 469628 h 586899"/>
                <a:gd name="connsiteX61" fmla="*/ 363348 w 587787"/>
                <a:gd name="connsiteY61" fmla="*/ 460420 h 586899"/>
                <a:gd name="connsiteX62" fmla="*/ 367036 w 587787"/>
                <a:gd name="connsiteY62" fmla="*/ 456737 h 586899"/>
                <a:gd name="connsiteX63" fmla="*/ 368881 w 587787"/>
                <a:gd name="connsiteY63" fmla="*/ 432797 h 586899"/>
                <a:gd name="connsiteX64" fmla="*/ 367036 w 587787"/>
                <a:gd name="connsiteY64" fmla="*/ 427273 h 586899"/>
                <a:gd name="connsiteX65" fmla="*/ 352283 w 587787"/>
                <a:gd name="connsiteY65" fmla="*/ 384918 h 586899"/>
                <a:gd name="connsiteX66" fmla="*/ 348594 w 587787"/>
                <a:gd name="connsiteY66" fmla="*/ 381235 h 586899"/>
                <a:gd name="connsiteX67" fmla="*/ 343062 w 587787"/>
                <a:gd name="connsiteY67" fmla="*/ 362820 h 586899"/>
                <a:gd name="connsiteX68" fmla="*/ 346750 w 587787"/>
                <a:gd name="connsiteY68" fmla="*/ 346860 h 586899"/>
                <a:gd name="connsiteX69" fmla="*/ 350438 w 587787"/>
                <a:gd name="connsiteY69" fmla="*/ 343177 h 586899"/>
                <a:gd name="connsiteX70" fmla="*/ 350438 w 587787"/>
                <a:gd name="connsiteY70" fmla="*/ 302664 h 586899"/>
                <a:gd name="connsiteX71" fmla="*/ 368881 w 587787"/>
                <a:gd name="connsiteY71" fmla="*/ 271359 h 586899"/>
                <a:gd name="connsiteX72" fmla="*/ 418674 w 587787"/>
                <a:gd name="connsiteY72" fmla="*/ 249261 h 586899"/>
                <a:gd name="connsiteX73" fmla="*/ 453714 w 587787"/>
                <a:gd name="connsiteY73" fmla="*/ 243736 h 586899"/>
                <a:gd name="connsiteX74" fmla="*/ 210889 w 587787"/>
                <a:gd name="connsiteY74" fmla="*/ 148550 h 586899"/>
                <a:gd name="connsiteX75" fmla="*/ 475832 w 587787"/>
                <a:gd name="connsiteY75" fmla="*/ 148550 h 586899"/>
                <a:gd name="connsiteX76" fmla="*/ 475832 w 587787"/>
                <a:gd name="connsiteY76" fmla="*/ 183567 h 586899"/>
                <a:gd name="connsiteX77" fmla="*/ 210889 w 587787"/>
                <a:gd name="connsiteY77" fmla="*/ 183567 h 586899"/>
                <a:gd name="connsiteX78" fmla="*/ 122934 w 587787"/>
                <a:gd name="connsiteY78" fmla="*/ 128329 h 586899"/>
                <a:gd name="connsiteX79" fmla="*/ 172784 w 587787"/>
                <a:gd name="connsiteY79" fmla="*/ 128329 h 586899"/>
                <a:gd name="connsiteX80" fmla="*/ 183862 w 587787"/>
                <a:gd name="connsiteY80" fmla="*/ 139377 h 586899"/>
                <a:gd name="connsiteX81" fmla="*/ 183862 w 587787"/>
                <a:gd name="connsiteY81" fmla="*/ 189090 h 586899"/>
                <a:gd name="connsiteX82" fmla="*/ 172784 w 587787"/>
                <a:gd name="connsiteY82" fmla="*/ 200138 h 586899"/>
                <a:gd name="connsiteX83" fmla="*/ 122934 w 587787"/>
                <a:gd name="connsiteY83" fmla="*/ 200138 h 586899"/>
                <a:gd name="connsiteX84" fmla="*/ 111856 w 587787"/>
                <a:gd name="connsiteY84" fmla="*/ 189090 h 586899"/>
                <a:gd name="connsiteX85" fmla="*/ 111856 w 587787"/>
                <a:gd name="connsiteY85" fmla="*/ 139377 h 586899"/>
                <a:gd name="connsiteX86" fmla="*/ 122934 w 587787"/>
                <a:gd name="connsiteY86" fmla="*/ 128329 h 586899"/>
                <a:gd name="connsiteX87" fmla="*/ 55336 w 587787"/>
                <a:gd name="connsiteY87" fmla="*/ 36835 h 586899"/>
                <a:gd name="connsiteX88" fmla="*/ 36890 w 587787"/>
                <a:gd name="connsiteY88" fmla="*/ 55252 h 586899"/>
                <a:gd name="connsiteX89" fmla="*/ 36890 w 587787"/>
                <a:gd name="connsiteY89" fmla="*/ 531647 h 586899"/>
                <a:gd name="connsiteX90" fmla="*/ 55336 w 587787"/>
                <a:gd name="connsiteY90" fmla="*/ 550064 h 586899"/>
                <a:gd name="connsiteX91" fmla="*/ 232677 w 587787"/>
                <a:gd name="connsiteY91" fmla="*/ 550064 h 586899"/>
                <a:gd name="connsiteX92" fmla="*/ 229335 w 587787"/>
                <a:gd name="connsiteY92" fmla="*/ 557406 h 586899"/>
                <a:gd name="connsiteX93" fmla="*/ 574818 w 587787"/>
                <a:gd name="connsiteY93" fmla="*/ 557406 h 586899"/>
                <a:gd name="connsiteX94" fmla="*/ 584039 w 587787"/>
                <a:gd name="connsiteY94" fmla="*/ 531625 h 586899"/>
                <a:gd name="connsiteX95" fmla="*/ 576662 w 587787"/>
                <a:gd name="connsiteY95" fmla="*/ 524259 h 586899"/>
                <a:gd name="connsiteX96" fmla="*/ 550897 w 587787"/>
                <a:gd name="connsiteY96" fmla="*/ 515464 h 586899"/>
                <a:gd name="connsiteX97" fmla="*/ 550897 w 587787"/>
                <a:gd name="connsiteY97" fmla="*/ 55252 h 586899"/>
                <a:gd name="connsiteX98" fmla="*/ 532451 w 587787"/>
                <a:gd name="connsiteY98" fmla="*/ 36835 h 586899"/>
                <a:gd name="connsiteX99" fmla="*/ 55336 w 587787"/>
                <a:gd name="connsiteY99" fmla="*/ 0 h 586899"/>
                <a:gd name="connsiteX100" fmla="*/ 532451 w 587787"/>
                <a:gd name="connsiteY100" fmla="*/ 0 h 586899"/>
                <a:gd name="connsiteX101" fmla="*/ 587787 w 587787"/>
                <a:gd name="connsiteY101" fmla="*/ 55252 h 586899"/>
                <a:gd name="connsiteX102" fmla="*/ 587787 w 587787"/>
                <a:gd name="connsiteY102" fmla="*/ 531647 h 586899"/>
                <a:gd name="connsiteX103" fmla="*/ 532451 w 587787"/>
                <a:gd name="connsiteY103" fmla="*/ 586899 h 586899"/>
                <a:gd name="connsiteX104" fmla="*/ 55336 w 587787"/>
                <a:gd name="connsiteY104" fmla="*/ 586899 h 586899"/>
                <a:gd name="connsiteX105" fmla="*/ 0 w 587787"/>
                <a:gd name="connsiteY105" fmla="*/ 531647 h 586899"/>
                <a:gd name="connsiteX106" fmla="*/ 0 w 587787"/>
                <a:gd name="connsiteY106" fmla="*/ 55252 h 586899"/>
                <a:gd name="connsiteX107" fmla="*/ 55336 w 587787"/>
                <a:gd name="connsiteY107" fmla="*/ 0 h 586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587787" h="586899">
                  <a:moveTo>
                    <a:pt x="210889" y="405207"/>
                  </a:moveTo>
                  <a:lnTo>
                    <a:pt x="327095" y="405207"/>
                  </a:lnTo>
                  <a:cubicBezTo>
                    <a:pt x="328940" y="423637"/>
                    <a:pt x="340007" y="440224"/>
                    <a:pt x="340007" y="440224"/>
                  </a:cubicBezTo>
                  <a:lnTo>
                    <a:pt x="210889" y="440224"/>
                  </a:lnTo>
                  <a:close/>
                  <a:moveTo>
                    <a:pt x="122934" y="395950"/>
                  </a:moveTo>
                  <a:cubicBezTo>
                    <a:pt x="122934" y="395950"/>
                    <a:pt x="121088" y="395950"/>
                    <a:pt x="121088" y="397793"/>
                  </a:cubicBezTo>
                  <a:lnTo>
                    <a:pt x="121088" y="447575"/>
                  </a:lnTo>
                  <a:cubicBezTo>
                    <a:pt x="121088" y="447575"/>
                    <a:pt x="121088" y="449419"/>
                    <a:pt x="122934" y="449419"/>
                  </a:cubicBezTo>
                  <a:lnTo>
                    <a:pt x="172784" y="449419"/>
                  </a:lnTo>
                  <a:cubicBezTo>
                    <a:pt x="172784" y="449419"/>
                    <a:pt x="174630" y="449419"/>
                    <a:pt x="174630" y="447575"/>
                  </a:cubicBezTo>
                  <a:lnTo>
                    <a:pt x="174630" y="397793"/>
                  </a:lnTo>
                  <a:cubicBezTo>
                    <a:pt x="174630" y="397793"/>
                    <a:pt x="174630" y="395950"/>
                    <a:pt x="172784" y="395950"/>
                  </a:cubicBezTo>
                  <a:close/>
                  <a:moveTo>
                    <a:pt x="122934" y="384887"/>
                  </a:moveTo>
                  <a:lnTo>
                    <a:pt x="172784" y="384887"/>
                  </a:lnTo>
                  <a:cubicBezTo>
                    <a:pt x="180169" y="384887"/>
                    <a:pt x="183862" y="390418"/>
                    <a:pt x="183862" y="395950"/>
                  </a:cubicBezTo>
                  <a:lnTo>
                    <a:pt x="183862" y="445731"/>
                  </a:lnTo>
                  <a:cubicBezTo>
                    <a:pt x="183862" y="451263"/>
                    <a:pt x="180169" y="456794"/>
                    <a:pt x="172784" y="456794"/>
                  </a:cubicBezTo>
                  <a:lnTo>
                    <a:pt x="122934" y="456794"/>
                  </a:lnTo>
                  <a:cubicBezTo>
                    <a:pt x="117395" y="456794"/>
                    <a:pt x="111856" y="453106"/>
                    <a:pt x="111856" y="445731"/>
                  </a:cubicBezTo>
                  <a:lnTo>
                    <a:pt x="111856" y="395950"/>
                  </a:lnTo>
                  <a:cubicBezTo>
                    <a:pt x="111856" y="390418"/>
                    <a:pt x="115549" y="384887"/>
                    <a:pt x="122934" y="384887"/>
                  </a:cubicBezTo>
                  <a:close/>
                  <a:moveTo>
                    <a:pt x="212763" y="276878"/>
                  </a:moveTo>
                  <a:lnTo>
                    <a:pt x="341782" y="276878"/>
                  </a:lnTo>
                  <a:cubicBezTo>
                    <a:pt x="328880" y="289779"/>
                    <a:pt x="328880" y="306366"/>
                    <a:pt x="330723" y="311895"/>
                  </a:cubicBezTo>
                  <a:lnTo>
                    <a:pt x="212763" y="311895"/>
                  </a:lnTo>
                  <a:close/>
                  <a:moveTo>
                    <a:pt x="122934" y="256657"/>
                  </a:moveTo>
                  <a:lnTo>
                    <a:pt x="172784" y="256657"/>
                  </a:lnTo>
                  <a:cubicBezTo>
                    <a:pt x="180169" y="256657"/>
                    <a:pt x="183862" y="262181"/>
                    <a:pt x="183862" y="267705"/>
                  </a:cubicBezTo>
                  <a:lnTo>
                    <a:pt x="183862" y="317418"/>
                  </a:lnTo>
                  <a:cubicBezTo>
                    <a:pt x="183862" y="322942"/>
                    <a:pt x="180169" y="328466"/>
                    <a:pt x="172784" y="328466"/>
                  </a:cubicBezTo>
                  <a:lnTo>
                    <a:pt x="122934" y="328466"/>
                  </a:lnTo>
                  <a:cubicBezTo>
                    <a:pt x="117395" y="328466"/>
                    <a:pt x="111856" y="324783"/>
                    <a:pt x="111856" y="317418"/>
                  </a:cubicBezTo>
                  <a:lnTo>
                    <a:pt x="111856" y="267705"/>
                  </a:lnTo>
                  <a:cubicBezTo>
                    <a:pt x="111856" y="262181"/>
                    <a:pt x="115549" y="256657"/>
                    <a:pt x="122934" y="256657"/>
                  </a:cubicBezTo>
                  <a:close/>
                  <a:moveTo>
                    <a:pt x="453714" y="243736"/>
                  </a:moveTo>
                  <a:lnTo>
                    <a:pt x="455559" y="243736"/>
                  </a:lnTo>
                  <a:cubicBezTo>
                    <a:pt x="453714" y="245578"/>
                    <a:pt x="450026" y="247419"/>
                    <a:pt x="448182" y="249261"/>
                  </a:cubicBezTo>
                  <a:cubicBezTo>
                    <a:pt x="444493" y="254785"/>
                    <a:pt x="444493" y="258468"/>
                    <a:pt x="448182" y="262151"/>
                  </a:cubicBezTo>
                  <a:cubicBezTo>
                    <a:pt x="453714" y="265834"/>
                    <a:pt x="457403" y="267676"/>
                    <a:pt x="466624" y="275042"/>
                  </a:cubicBezTo>
                  <a:cubicBezTo>
                    <a:pt x="474001" y="278725"/>
                    <a:pt x="480763" y="287932"/>
                    <a:pt x="482607" y="302664"/>
                  </a:cubicBezTo>
                  <a:lnTo>
                    <a:pt x="482607" y="343177"/>
                  </a:lnTo>
                  <a:cubicBezTo>
                    <a:pt x="482607" y="348088"/>
                    <a:pt x="482607" y="349930"/>
                    <a:pt x="486296" y="348088"/>
                  </a:cubicBezTo>
                  <a:cubicBezTo>
                    <a:pt x="493672" y="348088"/>
                    <a:pt x="491828" y="360979"/>
                    <a:pt x="489984" y="366503"/>
                  </a:cubicBezTo>
                  <a:cubicBezTo>
                    <a:pt x="488140" y="373869"/>
                    <a:pt x="486296" y="375711"/>
                    <a:pt x="484451" y="383077"/>
                  </a:cubicBezTo>
                  <a:cubicBezTo>
                    <a:pt x="482607" y="388601"/>
                    <a:pt x="480763" y="386760"/>
                    <a:pt x="480763" y="386760"/>
                  </a:cubicBezTo>
                  <a:cubicBezTo>
                    <a:pt x="478919" y="395967"/>
                    <a:pt x="477075" y="414382"/>
                    <a:pt x="466624" y="429114"/>
                  </a:cubicBezTo>
                  <a:cubicBezTo>
                    <a:pt x="464780" y="430956"/>
                    <a:pt x="462936" y="432797"/>
                    <a:pt x="462936" y="434639"/>
                  </a:cubicBezTo>
                  <a:cubicBezTo>
                    <a:pt x="462936" y="436480"/>
                    <a:pt x="462936" y="443846"/>
                    <a:pt x="464780" y="458578"/>
                  </a:cubicBezTo>
                  <a:cubicBezTo>
                    <a:pt x="464780" y="464103"/>
                    <a:pt x="464780" y="464103"/>
                    <a:pt x="466624" y="464103"/>
                  </a:cubicBezTo>
                  <a:cubicBezTo>
                    <a:pt x="474001" y="464103"/>
                    <a:pt x="475845" y="467786"/>
                    <a:pt x="475845" y="473311"/>
                  </a:cubicBezTo>
                  <a:cubicBezTo>
                    <a:pt x="475845" y="487429"/>
                    <a:pt x="484451" y="492953"/>
                    <a:pt x="486296" y="494795"/>
                  </a:cubicBezTo>
                  <a:cubicBezTo>
                    <a:pt x="501971" y="500320"/>
                    <a:pt x="516725" y="504463"/>
                    <a:pt x="531479" y="508836"/>
                  </a:cubicBezTo>
                  <a:lnTo>
                    <a:pt x="550897" y="515464"/>
                  </a:lnTo>
                  <a:lnTo>
                    <a:pt x="550897" y="531647"/>
                  </a:lnTo>
                  <a:cubicBezTo>
                    <a:pt x="550897" y="542697"/>
                    <a:pt x="547208" y="550064"/>
                    <a:pt x="530607" y="550064"/>
                  </a:cubicBezTo>
                  <a:lnTo>
                    <a:pt x="262537" y="550064"/>
                  </a:lnTo>
                  <a:lnTo>
                    <a:pt x="232677" y="550064"/>
                  </a:lnTo>
                  <a:lnTo>
                    <a:pt x="238556" y="537149"/>
                  </a:lnTo>
                  <a:cubicBezTo>
                    <a:pt x="242245" y="531625"/>
                    <a:pt x="244089" y="527942"/>
                    <a:pt x="256998" y="524259"/>
                  </a:cubicBezTo>
                  <a:cubicBezTo>
                    <a:pt x="275440" y="518734"/>
                    <a:pt x="330767" y="502161"/>
                    <a:pt x="344906" y="491112"/>
                  </a:cubicBezTo>
                  <a:cubicBezTo>
                    <a:pt x="348594" y="489270"/>
                    <a:pt x="355971" y="480063"/>
                    <a:pt x="355971" y="469628"/>
                  </a:cubicBezTo>
                  <a:cubicBezTo>
                    <a:pt x="355971" y="465944"/>
                    <a:pt x="355971" y="460420"/>
                    <a:pt x="363348" y="460420"/>
                  </a:cubicBezTo>
                  <a:cubicBezTo>
                    <a:pt x="365192" y="460420"/>
                    <a:pt x="367036" y="458578"/>
                    <a:pt x="367036" y="456737"/>
                  </a:cubicBezTo>
                  <a:cubicBezTo>
                    <a:pt x="367036" y="449371"/>
                    <a:pt x="367036" y="440163"/>
                    <a:pt x="368881" y="432797"/>
                  </a:cubicBezTo>
                  <a:cubicBezTo>
                    <a:pt x="368881" y="430956"/>
                    <a:pt x="368881" y="429114"/>
                    <a:pt x="367036" y="427273"/>
                  </a:cubicBezTo>
                  <a:cubicBezTo>
                    <a:pt x="359660" y="416224"/>
                    <a:pt x="354127" y="395967"/>
                    <a:pt x="352283" y="384918"/>
                  </a:cubicBezTo>
                  <a:cubicBezTo>
                    <a:pt x="352283" y="384918"/>
                    <a:pt x="350438" y="386760"/>
                    <a:pt x="348594" y="381235"/>
                  </a:cubicBezTo>
                  <a:cubicBezTo>
                    <a:pt x="346750" y="373869"/>
                    <a:pt x="344906" y="370186"/>
                    <a:pt x="343062" y="362820"/>
                  </a:cubicBezTo>
                  <a:cubicBezTo>
                    <a:pt x="343062" y="360979"/>
                    <a:pt x="337529" y="344405"/>
                    <a:pt x="346750" y="346860"/>
                  </a:cubicBezTo>
                  <a:cubicBezTo>
                    <a:pt x="350438" y="348702"/>
                    <a:pt x="350438" y="346860"/>
                    <a:pt x="350438" y="343177"/>
                  </a:cubicBezTo>
                  <a:lnTo>
                    <a:pt x="350438" y="302664"/>
                  </a:lnTo>
                  <a:cubicBezTo>
                    <a:pt x="350438" y="289774"/>
                    <a:pt x="359660" y="278725"/>
                    <a:pt x="368881" y="271359"/>
                  </a:cubicBezTo>
                  <a:cubicBezTo>
                    <a:pt x="383634" y="258468"/>
                    <a:pt x="400232" y="252944"/>
                    <a:pt x="418674" y="249261"/>
                  </a:cubicBezTo>
                  <a:cubicBezTo>
                    <a:pt x="427895" y="247419"/>
                    <a:pt x="451870" y="243736"/>
                    <a:pt x="453714" y="243736"/>
                  </a:cubicBezTo>
                  <a:close/>
                  <a:moveTo>
                    <a:pt x="210889" y="148550"/>
                  </a:moveTo>
                  <a:lnTo>
                    <a:pt x="475832" y="148550"/>
                  </a:lnTo>
                  <a:lnTo>
                    <a:pt x="475832" y="183567"/>
                  </a:lnTo>
                  <a:lnTo>
                    <a:pt x="210889" y="183567"/>
                  </a:lnTo>
                  <a:close/>
                  <a:moveTo>
                    <a:pt x="122934" y="128329"/>
                  </a:moveTo>
                  <a:lnTo>
                    <a:pt x="172784" y="128329"/>
                  </a:lnTo>
                  <a:cubicBezTo>
                    <a:pt x="180169" y="128329"/>
                    <a:pt x="183862" y="133853"/>
                    <a:pt x="183862" y="139377"/>
                  </a:cubicBezTo>
                  <a:lnTo>
                    <a:pt x="183862" y="189090"/>
                  </a:lnTo>
                  <a:cubicBezTo>
                    <a:pt x="183862" y="194614"/>
                    <a:pt x="180169" y="200138"/>
                    <a:pt x="172784" y="200138"/>
                  </a:cubicBezTo>
                  <a:lnTo>
                    <a:pt x="122934" y="200138"/>
                  </a:lnTo>
                  <a:cubicBezTo>
                    <a:pt x="117395" y="200138"/>
                    <a:pt x="111856" y="196455"/>
                    <a:pt x="111856" y="189090"/>
                  </a:cubicBezTo>
                  <a:lnTo>
                    <a:pt x="111856" y="139377"/>
                  </a:lnTo>
                  <a:cubicBezTo>
                    <a:pt x="111856" y="133853"/>
                    <a:pt x="115549" y="128329"/>
                    <a:pt x="122934" y="128329"/>
                  </a:cubicBezTo>
                  <a:close/>
                  <a:moveTo>
                    <a:pt x="55336" y="36835"/>
                  </a:moveTo>
                  <a:cubicBezTo>
                    <a:pt x="44268" y="36835"/>
                    <a:pt x="36890" y="44202"/>
                    <a:pt x="36890" y="55252"/>
                  </a:cubicBezTo>
                  <a:lnTo>
                    <a:pt x="36890" y="531647"/>
                  </a:lnTo>
                  <a:cubicBezTo>
                    <a:pt x="36890" y="542697"/>
                    <a:pt x="44268" y="550064"/>
                    <a:pt x="55336" y="550064"/>
                  </a:cubicBezTo>
                  <a:lnTo>
                    <a:pt x="232677" y="550064"/>
                  </a:lnTo>
                  <a:lnTo>
                    <a:pt x="229335" y="557406"/>
                  </a:lnTo>
                  <a:lnTo>
                    <a:pt x="574818" y="557406"/>
                  </a:lnTo>
                  <a:lnTo>
                    <a:pt x="584039" y="531625"/>
                  </a:lnTo>
                  <a:cubicBezTo>
                    <a:pt x="580351" y="524259"/>
                    <a:pt x="584039" y="526100"/>
                    <a:pt x="576662" y="524259"/>
                  </a:cubicBezTo>
                  <a:lnTo>
                    <a:pt x="550897" y="515464"/>
                  </a:lnTo>
                  <a:lnTo>
                    <a:pt x="550897" y="55252"/>
                  </a:lnTo>
                  <a:cubicBezTo>
                    <a:pt x="550897" y="44202"/>
                    <a:pt x="543518" y="36835"/>
                    <a:pt x="532451" y="36835"/>
                  </a:cubicBezTo>
                  <a:close/>
                  <a:moveTo>
                    <a:pt x="55336" y="0"/>
                  </a:moveTo>
                  <a:lnTo>
                    <a:pt x="532451" y="0"/>
                  </a:lnTo>
                  <a:cubicBezTo>
                    <a:pt x="563808" y="0"/>
                    <a:pt x="587787" y="23943"/>
                    <a:pt x="587787" y="55252"/>
                  </a:cubicBezTo>
                  <a:lnTo>
                    <a:pt x="587787" y="531647"/>
                  </a:lnTo>
                  <a:cubicBezTo>
                    <a:pt x="587787" y="562956"/>
                    <a:pt x="563808" y="586899"/>
                    <a:pt x="532451" y="586899"/>
                  </a:cubicBezTo>
                  <a:lnTo>
                    <a:pt x="55336" y="586899"/>
                  </a:lnTo>
                  <a:cubicBezTo>
                    <a:pt x="23979" y="586899"/>
                    <a:pt x="0" y="562956"/>
                    <a:pt x="0" y="531647"/>
                  </a:cubicBezTo>
                  <a:lnTo>
                    <a:pt x="0" y="55252"/>
                  </a:lnTo>
                  <a:cubicBezTo>
                    <a:pt x="0" y="23943"/>
                    <a:pt x="23979" y="0"/>
                    <a:pt x="5533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88662" cy="361349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13498"/>
            <a:ext cx="4888661" cy="324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3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flipV="1">
            <a:off x="0" y="6146327"/>
            <a:ext cx="12192000" cy="711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文本框 8">
            <a:extLst>
              <a:ext uri="{FF2B5EF4-FFF2-40B4-BE49-F238E27FC236}">
                <a16:creationId xmlns:a16="http://schemas.microsoft.com/office/drawing/2014/main" id="{8402B3CA-3673-4CA4-BF3A-DFE18F8AF5DE}"/>
              </a:ext>
            </a:extLst>
          </p:cNvPr>
          <p:cNvSpPr txBox="1"/>
          <p:nvPr/>
        </p:nvSpPr>
        <p:spPr>
          <a:xfrm>
            <a:off x="287278" y="254052"/>
            <a:ext cx="2199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rPr>
              <a:t>1.1 CSR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rPr>
              <a:t>起源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7760" y="6139285"/>
            <a:ext cx="1217279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必須超越把利潤作為唯一目標的傳統理念，強調在生產過程中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對人的價值的關注，對環境、消費者、對社會的貢獻。</a:t>
            </a:r>
          </a:p>
        </p:txBody>
      </p:sp>
      <p:grpSp>
        <p:nvGrpSpPr>
          <p:cNvPr id="91" name="组合 29">
            <a:extLst>
              <a:ext uri="{FF2B5EF4-FFF2-40B4-BE49-F238E27FC236}">
                <a16:creationId xmlns:a16="http://schemas.microsoft.com/office/drawing/2014/main" id="{CBA6165B-A2D3-4F58-867C-AF49E224780B}"/>
              </a:ext>
            </a:extLst>
          </p:cNvPr>
          <p:cNvGrpSpPr/>
          <p:nvPr/>
        </p:nvGrpSpPr>
        <p:grpSpPr>
          <a:xfrm>
            <a:off x="904378" y="2620819"/>
            <a:ext cx="1437007" cy="484002"/>
            <a:chOff x="1125379" y="4135623"/>
            <a:chExt cx="1272540" cy="484002"/>
          </a:xfrm>
          <a:solidFill>
            <a:srgbClr val="2F5597"/>
          </a:solidFill>
        </p:grpSpPr>
        <p:sp>
          <p:nvSpPr>
            <p:cNvPr id="92" name="任意多边形 54">
              <a:extLst>
                <a:ext uri="{FF2B5EF4-FFF2-40B4-BE49-F238E27FC236}">
                  <a16:creationId xmlns:a16="http://schemas.microsoft.com/office/drawing/2014/main" id="{D621887B-3F0C-464A-9583-7F8A5AF366AB}"/>
                </a:ext>
              </a:extLst>
            </p:cNvPr>
            <p:cNvSpPr/>
            <p:nvPr/>
          </p:nvSpPr>
          <p:spPr>
            <a:xfrm>
              <a:off x="1125379" y="4135623"/>
              <a:ext cx="1272540" cy="484002"/>
            </a:xfrm>
            <a:custGeom>
              <a:avLst/>
              <a:gdLst>
                <a:gd name="connsiteX0" fmla="*/ 39829 w 1272540"/>
                <a:gd name="connsiteY0" fmla="*/ 0 h 484002"/>
                <a:gd name="connsiteX1" fmla="*/ 1232711 w 1272540"/>
                <a:gd name="connsiteY1" fmla="*/ 0 h 484002"/>
                <a:gd name="connsiteX2" fmla="*/ 1272540 w 1272540"/>
                <a:gd name="connsiteY2" fmla="*/ 39829 h 484002"/>
                <a:gd name="connsiteX3" fmla="*/ 1272540 w 1272540"/>
                <a:gd name="connsiteY3" fmla="*/ 342007 h 484002"/>
                <a:gd name="connsiteX4" fmla="*/ 1232711 w 1272540"/>
                <a:gd name="connsiteY4" fmla="*/ 381836 h 484002"/>
                <a:gd name="connsiteX5" fmla="*/ 708543 w 1272540"/>
                <a:gd name="connsiteY5" fmla="*/ 381836 h 484002"/>
                <a:gd name="connsiteX6" fmla="*/ 636271 w 1272540"/>
                <a:gd name="connsiteY6" fmla="*/ 484002 h 484002"/>
                <a:gd name="connsiteX7" fmla="*/ 563998 w 1272540"/>
                <a:gd name="connsiteY7" fmla="*/ 381836 h 484002"/>
                <a:gd name="connsiteX8" fmla="*/ 39829 w 1272540"/>
                <a:gd name="connsiteY8" fmla="*/ 381836 h 484002"/>
                <a:gd name="connsiteX9" fmla="*/ 0 w 1272540"/>
                <a:gd name="connsiteY9" fmla="*/ 342007 h 484002"/>
                <a:gd name="connsiteX10" fmla="*/ 0 w 1272540"/>
                <a:gd name="connsiteY10" fmla="*/ 39829 h 484002"/>
                <a:gd name="connsiteX11" fmla="*/ 39829 w 1272540"/>
                <a:gd name="connsiteY11" fmla="*/ 0 h 484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72540" h="484002">
                  <a:moveTo>
                    <a:pt x="39829" y="0"/>
                  </a:moveTo>
                  <a:lnTo>
                    <a:pt x="1232711" y="0"/>
                  </a:lnTo>
                  <a:cubicBezTo>
                    <a:pt x="1254708" y="0"/>
                    <a:pt x="1272540" y="17832"/>
                    <a:pt x="1272540" y="39829"/>
                  </a:cubicBezTo>
                  <a:lnTo>
                    <a:pt x="1272540" y="342007"/>
                  </a:lnTo>
                  <a:cubicBezTo>
                    <a:pt x="1272540" y="364004"/>
                    <a:pt x="1254708" y="381836"/>
                    <a:pt x="1232711" y="381836"/>
                  </a:cubicBezTo>
                  <a:lnTo>
                    <a:pt x="708543" y="381836"/>
                  </a:lnTo>
                  <a:lnTo>
                    <a:pt x="636271" y="484002"/>
                  </a:lnTo>
                  <a:lnTo>
                    <a:pt x="563998" y="381836"/>
                  </a:lnTo>
                  <a:lnTo>
                    <a:pt x="39829" y="381836"/>
                  </a:lnTo>
                  <a:cubicBezTo>
                    <a:pt x="17832" y="381836"/>
                    <a:pt x="0" y="364004"/>
                    <a:pt x="0" y="342007"/>
                  </a:cubicBezTo>
                  <a:lnTo>
                    <a:pt x="0" y="39829"/>
                  </a:lnTo>
                  <a:cubicBezTo>
                    <a:pt x="0" y="17832"/>
                    <a:pt x="17832" y="0"/>
                    <a:pt x="39829" y="0"/>
                  </a:cubicBezTo>
                  <a:close/>
                </a:path>
              </a:pathLst>
            </a:custGeom>
            <a:grpFill/>
            <a:ln w="19050">
              <a:noFill/>
            </a:ln>
            <a:effectLst>
              <a:outerShdw blurRad="127000" dist="762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3" name="文本框 31">
              <a:extLst>
                <a:ext uri="{FF2B5EF4-FFF2-40B4-BE49-F238E27FC236}">
                  <a16:creationId xmlns:a16="http://schemas.microsoft.com/office/drawing/2014/main" id="{6DD21F99-FD14-4039-BA39-D301F6BFE866}"/>
                </a:ext>
              </a:extLst>
            </p:cNvPr>
            <p:cNvSpPr txBox="1"/>
            <p:nvPr/>
          </p:nvSpPr>
          <p:spPr>
            <a:xfrm>
              <a:off x="1258766" y="4175145"/>
              <a:ext cx="1005404" cy="33855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起源歷史</a:t>
              </a:r>
              <a:endPara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7" name="组合 29">
            <a:extLst>
              <a:ext uri="{FF2B5EF4-FFF2-40B4-BE49-F238E27FC236}">
                <a16:creationId xmlns:a16="http://schemas.microsoft.com/office/drawing/2014/main" id="{CBA6165B-A2D3-4F58-867C-AF49E224780B}"/>
              </a:ext>
            </a:extLst>
          </p:cNvPr>
          <p:cNvGrpSpPr/>
          <p:nvPr/>
        </p:nvGrpSpPr>
        <p:grpSpPr>
          <a:xfrm>
            <a:off x="5311361" y="2625350"/>
            <a:ext cx="1431969" cy="484002"/>
            <a:chOff x="1125379" y="4135623"/>
            <a:chExt cx="1272540" cy="484002"/>
          </a:xfrm>
          <a:solidFill>
            <a:srgbClr val="2F5597"/>
          </a:solidFill>
        </p:grpSpPr>
        <p:sp>
          <p:nvSpPr>
            <p:cNvPr id="98" name="任意多边形 54">
              <a:extLst>
                <a:ext uri="{FF2B5EF4-FFF2-40B4-BE49-F238E27FC236}">
                  <a16:creationId xmlns:a16="http://schemas.microsoft.com/office/drawing/2014/main" id="{D621887B-3F0C-464A-9583-7F8A5AF366AB}"/>
                </a:ext>
              </a:extLst>
            </p:cNvPr>
            <p:cNvSpPr/>
            <p:nvPr/>
          </p:nvSpPr>
          <p:spPr>
            <a:xfrm>
              <a:off x="1125379" y="4135623"/>
              <a:ext cx="1272540" cy="484002"/>
            </a:xfrm>
            <a:custGeom>
              <a:avLst/>
              <a:gdLst>
                <a:gd name="connsiteX0" fmla="*/ 39829 w 1272540"/>
                <a:gd name="connsiteY0" fmla="*/ 0 h 484002"/>
                <a:gd name="connsiteX1" fmla="*/ 1232711 w 1272540"/>
                <a:gd name="connsiteY1" fmla="*/ 0 h 484002"/>
                <a:gd name="connsiteX2" fmla="*/ 1272540 w 1272540"/>
                <a:gd name="connsiteY2" fmla="*/ 39829 h 484002"/>
                <a:gd name="connsiteX3" fmla="*/ 1272540 w 1272540"/>
                <a:gd name="connsiteY3" fmla="*/ 342007 h 484002"/>
                <a:gd name="connsiteX4" fmla="*/ 1232711 w 1272540"/>
                <a:gd name="connsiteY4" fmla="*/ 381836 h 484002"/>
                <a:gd name="connsiteX5" fmla="*/ 708543 w 1272540"/>
                <a:gd name="connsiteY5" fmla="*/ 381836 h 484002"/>
                <a:gd name="connsiteX6" fmla="*/ 636271 w 1272540"/>
                <a:gd name="connsiteY6" fmla="*/ 484002 h 484002"/>
                <a:gd name="connsiteX7" fmla="*/ 563998 w 1272540"/>
                <a:gd name="connsiteY7" fmla="*/ 381836 h 484002"/>
                <a:gd name="connsiteX8" fmla="*/ 39829 w 1272540"/>
                <a:gd name="connsiteY8" fmla="*/ 381836 h 484002"/>
                <a:gd name="connsiteX9" fmla="*/ 0 w 1272540"/>
                <a:gd name="connsiteY9" fmla="*/ 342007 h 484002"/>
                <a:gd name="connsiteX10" fmla="*/ 0 w 1272540"/>
                <a:gd name="connsiteY10" fmla="*/ 39829 h 484002"/>
                <a:gd name="connsiteX11" fmla="*/ 39829 w 1272540"/>
                <a:gd name="connsiteY11" fmla="*/ 0 h 484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72540" h="484002">
                  <a:moveTo>
                    <a:pt x="39829" y="0"/>
                  </a:moveTo>
                  <a:lnTo>
                    <a:pt x="1232711" y="0"/>
                  </a:lnTo>
                  <a:cubicBezTo>
                    <a:pt x="1254708" y="0"/>
                    <a:pt x="1272540" y="17832"/>
                    <a:pt x="1272540" y="39829"/>
                  </a:cubicBezTo>
                  <a:lnTo>
                    <a:pt x="1272540" y="342007"/>
                  </a:lnTo>
                  <a:cubicBezTo>
                    <a:pt x="1272540" y="364004"/>
                    <a:pt x="1254708" y="381836"/>
                    <a:pt x="1232711" y="381836"/>
                  </a:cubicBezTo>
                  <a:lnTo>
                    <a:pt x="708543" y="381836"/>
                  </a:lnTo>
                  <a:lnTo>
                    <a:pt x="636271" y="484002"/>
                  </a:lnTo>
                  <a:lnTo>
                    <a:pt x="563998" y="381836"/>
                  </a:lnTo>
                  <a:lnTo>
                    <a:pt x="39829" y="381836"/>
                  </a:lnTo>
                  <a:cubicBezTo>
                    <a:pt x="17832" y="381836"/>
                    <a:pt x="0" y="364004"/>
                    <a:pt x="0" y="342007"/>
                  </a:cubicBezTo>
                  <a:lnTo>
                    <a:pt x="0" y="39829"/>
                  </a:lnTo>
                  <a:cubicBezTo>
                    <a:pt x="0" y="17832"/>
                    <a:pt x="17832" y="0"/>
                    <a:pt x="39829" y="0"/>
                  </a:cubicBezTo>
                  <a:close/>
                </a:path>
              </a:pathLst>
            </a:custGeom>
            <a:grpFill/>
            <a:ln w="19050">
              <a:noFill/>
            </a:ln>
            <a:effectLst>
              <a:outerShdw blurRad="127000" dist="762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9" name="文本框 31">
              <a:extLst>
                <a:ext uri="{FF2B5EF4-FFF2-40B4-BE49-F238E27FC236}">
                  <a16:creationId xmlns:a16="http://schemas.microsoft.com/office/drawing/2014/main" id="{6DD21F99-FD14-4039-BA39-D301F6BFE866}"/>
                </a:ext>
              </a:extLst>
            </p:cNvPr>
            <p:cNvSpPr txBox="1"/>
            <p:nvPr/>
          </p:nvSpPr>
          <p:spPr>
            <a:xfrm>
              <a:off x="1159377" y="4175145"/>
              <a:ext cx="1204177" cy="33855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" pitchFamily="34" charset="-122"/>
                </a:rPr>
                <a:t>1991</a:t>
              </a:r>
              <a:r>
                <a:rPr lang="zh-CN" altLang="en-US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" pitchFamily="34" charset="-122"/>
                </a:rPr>
                <a:t>年</a:t>
              </a:r>
              <a:r>
                <a:rPr lang="en-US" altLang="zh-CN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" pitchFamily="34" charset="-122"/>
                </a:rPr>
                <a:t>1</a:t>
              </a:r>
              <a:r>
                <a:rPr lang="zh-CN" altLang="en-US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" pitchFamily="34" charset="-122"/>
                </a:rPr>
                <a:t>月</a:t>
              </a:r>
              <a:endPara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5242816" y="3281799"/>
            <a:ext cx="16232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前聯合國秘書長安南提出了全球協議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grpSp>
        <p:nvGrpSpPr>
          <p:cNvPr id="100" name="组合 29">
            <a:extLst>
              <a:ext uri="{FF2B5EF4-FFF2-40B4-BE49-F238E27FC236}">
                <a16:creationId xmlns:a16="http://schemas.microsoft.com/office/drawing/2014/main" id="{CBA6165B-A2D3-4F58-867C-AF49E224780B}"/>
              </a:ext>
            </a:extLst>
          </p:cNvPr>
          <p:cNvGrpSpPr/>
          <p:nvPr/>
        </p:nvGrpSpPr>
        <p:grpSpPr>
          <a:xfrm>
            <a:off x="7467941" y="2625350"/>
            <a:ext cx="1272540" cy="484002"/>
            <a:chOff x="1125379" y="4135623"/>
            <a:chExt cx="1272540" cy="484002"/>
          </a:xfrm>
          <a:solidFill>
            <a:srgbClr val="DAB96E"/>
          </a:solidFill>
        </p:grpSpPr>
        <p:sp>
          <p:nvSpPr>
            <p:cNvPr id="101" name="任意多边形 54">
              <a:extLst>
                <a:ext uri="{FF2B5EF4-FFF2-40B4-BE49-F238E27FC236}">
                  <a16:creationId xmlns:a16="http://schemas.microsoft.com/office/drawing/2014/main" id="{D621887B-3F0C-464A-9583-7F8A5AF366AB}"/>
                </a:ext>
              </a:extLst>
            </p:cNvPr>
            <p:cNvSpPr/>
            <p:nvPr/>
          </p:nvSpPr>
          <p:spPr>
            <a:xfrm>
              <a:off x="1125379" y="4135623"/>
              <a:ext cx="1272540" cy="484002"/>
            </a:xfrm>
            <a:custGeom>
              <a:avLst/>
              <a:gdLst>
                <a:gd name="connsiteX0" fmla="*/ 39829 w 1272540"/>
                <a:gd name="connsiteY0" fmla="*/ 0 h 484002"/>
                <a:gd name="connsiteX1" fmla="*/ 1232711 w 1272540"/>
                <a:gd name="connsiteY1" fmla="*/ 0 h 484002"/>
                <a:gd name="connsiteX2" fmla="*/ 1272540 w 1272540"/>
                <a:gd name="connsiteY2" fmla="*/ 39829 h 484002"/>
                <a:gd name="connsiteX3" fmla="*/ 1272540 w 1272540"/>
                <a:gd name="connsiteY3" fmla="*/ 342007 h 484002"/>
                <a:gd name="connsiteX4" fmla="*/ 1232711 w 1272540"/>
                <a:gd name="connsiteY4" fmla="*/ 381836 h 484002"/>
                <a:gd name="connsiteX5" fmla="*/ 708543 w 1272540"/>
                <a:gd name="connsiteY5" fmla="*/ 381836 h 484002"/>
                <a:gd name="connsiteX6" fmla="*/ 636271 w 1272540"/>
                <a:gd name="connsiteY6" fmla="*/ 484002 h 484002"/>
                <a:gd name="connsiteX7" fmla="*/ 563998 w 1272540"/>
                <a:gd name="connsiteY7" fmla="*/ 381836 h 484002"/>
                <a:gd name="connsiteX8" fmla="*/ 39829 w 1272540"/>
                <a:gd name="connsiteY8" fmla="*/ 381836 h 484002"/>
                <a:gd name="connsiteX9" fmla="*/ 0 w 1272540"/>
                <a:gd name="connsiteY9" fmla="*/ 342007 h 484002"/>
                <a:gd name="connsiteX10" fmla="*/ 0 w 1272540"/>
                <a:gd name="connsiteY10" fmla="*/ 39829 h 484002"/>
                <a:gd name="connsiteX11" fmla="*/ 39829 w 1272540"/>
                <a:gd name="connsiteY11" fmla="*/ 0 h 484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72540" h="484002">
                  <a:moveTo>
                    <a:pt x="39829" y="0"/>
                  </a:moveTo>
                  <a:lnTo>
                    <a:pt x="1232711" y="0"/>
                  </a:lnTo>
                  <a:cubicBezTo>
                    <a:pt x="1254708" y="0"/>
                    <a:pt x="1272540" y="17832"/>
                    <a:pt x="1272540" y="39829"/>
                  </a:cubicBezTo>
                  <a:lnTo>
                    <a:pt x="1272540" y="342007"/>
                  </a:lnTo>
                  <a:cubicBezTo>
                    <a:pt x="1272540" y="364004"/>
                    <a:pt x="1254708" y="381836"/>
                    <a:pt x="1232711" y="381836"/>
                  </a:cubicBezTo>
                  <a:lnTo>
                    <a:pt x="708543" y="381836"/>
                  </a:lnTo>
                  <a:lnTo>
                    <a:pt x="636271" y="484002"/>
                  </a:lnTo>
                  <a:lnTo>
                    <a:pt x="563998" y="381836"/>
                  </a:lnTo>
                  <a:lnTo>
                    <a:pt x="39829" y="381836"/>
                  </a:lnTo>
                  <a:cubicBezTo>
                    <a:pt x="17832" y="381836"/>
                    <a:pt x="0" y="364004"/>
                    <a:pt x="0" y="342007"/>
                  </a:cubicBezTo>
                  <a:lnTo>
                    <a:pt x="0" y="39829"/>
                  </a:lnTo>
                  <a:cubicBezTo>
                    <a:pt x="0" y="17832"/>
                    <a:pt x="17832" y="0"/>
                    <a:pt x="39829" y="0"/>
                  </a:cubicBezTo>
                  <a:close/>
                </a:path>
              </a:pathLst>
            </a:custGeom>
            <a:grpFill/>
            <a:ln w="19050">
              <a:noFill/>
            </a:ln>
            <a:effectLst>
              <a:outerShdw blurRad="127000" dist="762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2" name="文本框 31">
              <a:extLst>
                <a:ext uri="{FF2B5EF4-FFF2-40B4-BE49-F238E27FC236}">
                  <a16:creationId xmlns:a16="http://schemas.microsoft.com/office/drawing/2014/main" id="{6DD21F99-FD14-4039-BA39-D301F6BFE866}"/>
                </a:ext>
              </a:extLst>
            </p:cNvPr>
            <p:cNvSpPr txBox="1"/>
            <p:nvPr/>
          </p:nvSpPr>
          <p:spPr>
            <a:xfrm>
              <a:off x="1159377" y="4175145"/>
              <a:ext cx="1204177" cy="33855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" pitchFamily="34" charset="-122"/>
                </a:rPr>
                <a:t>2000</a:t>
              </a:r>
              <a:r>
                <a:rPr lang="zh-CN" altLang="en-US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" pitchFamily="34" charset="-122"/>
                </a:rPr>
                <a:t>年</a:t>
              </a:r>
              <a:r>
                <a:rPr lang="en-US" altLang="zh-CN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" pitchFamily="34" charset="-122"/>
                </a:rPr>
                <a:t>7</a:t>
              </a:r>
              <a:r>
                <a:rPr lang="zh-CN" altLang="en-US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" pitchFamily="34" charset="-122"/>
                </a:rPr>
                <a:t>月</a:t>
              </a:r>
              <a:endPara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7419279" y="3311924"/>
            <a:ext cx="15161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聯合國總部正式啟動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 rotWithShape="1">
          <a:blip r:embed="rId3"/>
          <a:srcRect l="789"/>
          <a:stretch/>
        </p:blipFill>
        <p:spPr>
          <a:xfrm>
            <a:off x="926547" y="1377517"/>
            <a:ext cx="1414839" cy="95470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2912035" y="3290954"/>
            <a:ext cx="16981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紛紛效仿，在歐美形成了一些相關的“企業責任”多邊組織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06805" y="3309196"/>
            <a:ext cx="16801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最早由西方發達國家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提出“</a:t>
            </a:r>
            <a:r>
              <a:rPr lang="zh-CN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企業社會責任”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2923882" y="1287341"/>
            <a:ext cx="1622103" cy="1011004"/>
            <a:chOff x="2868463" y="1287341"/>
            <a:chExt cx="1285550" cy="1011004"/>
          </a:xfrm>
        </p:grpSpPr>
        <p:pic>
          <p:nvPicPr>
            <p:cNvPr id="71" name="圖片 7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54" t="30076" r="18038" b="33064"/>
            <a:stretch/>
          </p:blipFill>
          <p:spPr>
            <a:xfrm>
              <a:off x="2868463" y="1287341"/>
              <a:ext cx="637627" cy="52243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3" name="圖片 102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577" b="18475"/>
            <a:stretch/>
          </p:blipFill>
          <p:spPr>
            <a:xfrm>
              <a:off x="3610413" y="1322075"/>
              <a:ext cx="543600" cy="451871"/>
            </a:xfrm>
            <a:prstGeom prst="rect">
              <a:avLst/>
            </a:prstGeom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11192" y="1883723"/>
              <a:ext cx="542821" cy="411088"/>
            </a:xfrm>
            <a:prstGeom prst="rect">
              <a:avLst/>
            </a:prstGeom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7"/>
            <a:srcRect l="4244"/>
            <a:stretch/>
          </p:blipFill>
          <p:spPr>
            <a:xfrm>
              <a:off x="2919699" y="1889008"/>
              <a:ext cx="587518" cy="409337"/>
            </a:xfrm>
            <a:prstGeom prst="rect">
              <a:avLst/>
            </a:prstGeom>
          </p:spPr>
        </p:pic>
      </p:grpSp>
      <p:pic>
        <p:nvPicPr>
          <p:cNvPr id="21" name="圖片 20"/>
          <p:cNvPicPr>
            <a:picLocks noChangeAspect="1"/>
          </p:cNvPicPr>
          <p:nvPr/>
        </p:nvPicPr>
        <p:blipFill rotWithShape="1">
          <a:blip r:embed="rId8"/>
          <a:srcRect l="4352" t="14990" b="15070"/>
          <a:stretch/>
        </p:blipFill>
        <p:spPr>
          <a:xfrm>
            <a:off x="5369199" y="1344685"/>
            <a:ext cx="1374132" cy="987534"/>
          </a:xfrm>
          <a:prstGeom prst="rect">
            <a:avLst/>
          </a:prstGeom>
        </p:spPr>
      </p:pic>
      <p:grpSp>
        <p:nvGrpSpPr>
          <p:cNvPr id="105" name="群組 104"/>
          <p:cNvGrpSpPr/>
          <p:nvPr/>
        </p:nvGrpSpPr>
        <p:grpSpPr>
          <a:xfrm>
            <a:off x="7419279" y="1309940"/>
            <a:ext cx="1230923" cy="1009467"/>
            <a:chOff x="7038989" y="1879600"/>
            <a:chExt cx="4205273" cy="3341688"/>
          </a:xfrm>
        </p:grpSpPr>
        <p:grpSp>
          <p:nvGrpSpPr>
            <p:cNvPr id="106" name="组合 7"/>
            <p:cNvGrpSpPr>
              <a:grpSpLocks/>
            </p:cNvGrpSpPr>
            <p:nvPr/>
          </p:nvGrpSpPr>
          <p:grpSpPr bwMode="auto">
            <a:xfrm>
              <a:off x="7038989" y="1879600"/>
              <a:ext cx="4205273" cy="3341688"/>
              <a:chOff x="4352566" y="1922463"/>
              <a:chExt cx="3486868" cy="2998102"/>
            </a:xfrm>
          </p:grpSpPr>
          <p:sp>
            <p:nvSpPr>
              <p:cNvPr id="115" name="等腰三角形 114">
                <a:extLst/>
              </p:cNvPr>
              <p:cNvSpPr/>
              <p:nvPr/>
            </p:nvSpPr>
            <p:spPr>
              <a:xfrm>
                <a:off x="5224283" y="3417953"/>
                <a:ext cx="1743434" cy="1502612"/>
              </a:xfrm>
              <a:prstGeom prst="triangle">
                <a:avLst/>
              </a:prstGeom>
              <a:solidFill>
                <a:srgbClr val="B49C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700" b="1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16" name="等腰三角形 115">
                <a:extLst/>
              </p:cNvPr>
              <p:cNvSpPr/>
              <p:nvPr/>
            </p:nvSpPr>
            <p:spPr>
              <a:xfrm flipV="1">
                <a:off x="6096000" y="3417953"/>
                <a:ext cx="1743434" cy="1502612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7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17" name="等腰三角形 116">
                <a:extLst/>
              </p:cNvPr>
              <p:cNvSpPr/>
              <p:nvPr/>
            </p:nvSpPr>
            <p:spPr>
              <a:xfrm flipV="1">
                <a:off x="4352566" y="3417953"/>
                <a:ext cx="1743434" cy="1502612"/>
              </a:xfrm>
              <a:prstGeom prst="triangle">
                <a:avLst/>
              </a:prstGeom>
              <a:solidFill>
                <a:srgbClr val="5B9BD5"/>
              </a:solidFill>
              <a:ln>
                <a:noFill/>
              </a:ln>
              <a:effectLst>
                <a:outerShdw blurRad="6477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7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18" name="等腰三角形 117">
                <a:extLst/>
              </p:cNvPr>
              <p:cNvSpPr/>
              <p:nvPr/>
            </p:nvSpPr>
            <p:spPr>
              <a:xfrm flipV="1">
                <a:off x="5224283" y="1922463"/>
                <a:ext cx="1743434" cy="1502612"/>
              </a:xfrm>
              <a:prstGeom prst="triangle">
                <a:avLst/>
              </a:prstGeom>
              <a:solidFill>
                <a:srgbClr val="B49C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700" b="1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19" name="等腰三角形 118">
                <a:extLst/>
              </p:cNvPr>
              <p:cNvSpPr/>
              <p:nvPr/>
            </p:nvSpPr>
            <p:spPr>
              <a:xfrm>
                <a:off x="6096000" y="1922463"/>
                <a:ext cx="1743434" cy="1502612"/>
              </a:xfrm>
              <a:prstGeom prst="triangle">
                <a:avLst/>
              </a:prstGeom>
              <a:solidFill>
                <a:srgbClr val="5B9BD5"/>
              </a:solidFill>
              <a:ln>
                <a:noFill/>
              </a:ln>
              <a:effectLst>
                <a:outerShdw blurRad="6477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7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20" name="等腰三角形 119">
                <a:extLst/>
              </p:cNvPr>
              <p:cNvSpPr/>
              <p:nvPr/>
            </p:nvSpPr>
            <p:spPr>
              <a:xfrm>
                <a:off x="4352566" y="1922463"/>
                <a:ext cx="1743434" cy="1502612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7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07" name="椭圆 25">
              <a:extLst/>
            </p:cNvPr>
            <p:cNvSpPr/>
            <p:nvPr/>
          </p:nvSpPr>
          <p:spPr bwMode="auto">
            <a:xfrm>
              <a:off x="8553470" y="2982913"/>
              <a:ext cx="1143000" cy="1143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477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700"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8" name="文字方塊 107"/>
            <p:cNvSpPr txBox="1"/>
            <p:nvPr/>
          </p:nvSpPr>
          <p:spPr>
            <a:xfrm>
              <a:off x="8563439" y="1939782"/>
              <a:ext cx="1524495" cy="1018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尊重</a:t>
              </a:r>
              <a:endParaRPr lang="en-US" altLang="zh-CN" sz="7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員工</a:t>
              </a:r>
              <a:endParaRPr lang="zh-TW" altLang="en-US" sz="7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9" name="文字方塊 108"/>
            <p:cNvSpPr txBox="1"/>
            <p:nvPr/>
          </p:nvSpPr>
          <p:spPr>
            <a:xfrm>
              <a:off x="7430449" y="2461358"/>
              <a:ext cx="1319715" cy="1018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</a:t>
              </a:r>
              <a:endParaRPr lang="en-US" altLang="zh-CN" sz="7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衛生</a:t>
              </a:r>
              <a:endParaRPr lang="zh-TW" altLang="en-US" sz="7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0" name="文字方塊 109"/>
            <p:cNvSpPr txBox="1"/>
            <p:nvPr/>
          </p:nvSpPr>
          <p:spPr>
            <a:xfrm>
              <a:off x="7424566" y="3685869"/>
              <a:ext cx="1489641" cy="1018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安全</a:t>
              </a:r>
              <a:endParaRPr lang="en-US" altLang="zh-CN" sz="7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守法</a:t>
              </a:r>
              <a:endParaRPr lang="zh-TW" altLang="en-US" sz="7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8534288" y="4197381"/>
              <a:ext cx="1431239" cy="1018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環保</a:t>
              </a:r>
              <a:endParaRPr lang="en-US" altLang="zh-CN" sz="7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節約</a:t>
              </a:r>
              <a:endParaRPr lang="zh-TW" altLang="en-US" sz="7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2" name="文字方塊 111"/>
            <p:cNvSpPr txBox="1"/>
            <p:nvPr/>
          </p:nvSpPr>
          <p:spPr>
            <a:xfrm>
              <a:off x="9597663" y="3658909"/>
              <a:ext cx="1394848" cy="1018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永續</a:t>
              </a:r>
              <a:endParaRPr lang="en-US" altLang="zh-CN" sz="7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經營</a:t>
              </a:r>
              <a:endParaRPr lang="zh-TW" altLang="en-US" sz="7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3" name="文字方塊 112"/>
            <p:cNvSpPr txBox="1"/>
            <p:nvPr/>
          </p:nvSpPr>
          <p:spPr>
            <a:xfrm>
              <a:off x="9622613" y="2455465"/>
              <a:ext cx="1410043" cy="1018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造福</a:t>
              </a:r>
              <a:endParaRPr lang="en-US" altLang="zh-CN" sz="7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CN" altLang="en-US" sz="700" b="1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社會</a:t>
              </a:r>
              <a:endParaRPr lang="zh-TW" altLang="en-US" sz="7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8532446" y="3061448"/>
              <a:ext cx="1524252" cy="1018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持續改善</a:t>
              </a:r>
              <a:endParaRPr lang="zh-TW" altLang="en-US" sz="7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41" name="组合 29">
            <a:extLst>
              <a:ext uri="{FF2B5EF4-FFF2-40B4-BE49-F238E27FC236}">
                <a16:creationId xmlns:a16="http://schemas.microsoft.com/office/drawing/2014/main" id="{CBA6165B-A2D3-4F58-867C-AF49E224780B}"/>
              </a:ext>
            </a:extLst>
          </p:cNvPr>
          <p:cNvGrpSpPr/>
          <p:nvPr/>
        </p:nvGrpSpPr>
        <p:grpSpPr>
          <a:xfrm>
            <a:off x="9609779" y="2612400"/>
            <a:ext cx="1525484" cy="484002"/>
            <a:chOff x="1125379" y="4135623"/>
            <a:chExt cx="1272540" cy="484002"/>
          </a:xfrm>
          <a:solidFill>
            <a:srgbClr val="2F5597"/>
          </a:solidFill>
        </p:grpSpPr>
        <p:sp>
          <p:nvSpPr>
            <p:cNvPr id="142" name="任意多边形 54">
              <a:extLst>
                <a:ext uri="{FF2B5EF4-FFF2-40B4-BE49-F238E27FC236}">
                  <a16:creationId xmlns:a16="http://schemas.microsoft.com/office/drawing/2014/main" id="{D621887B-3F0C-464A-9583-7F8A5AF366AB}"/>
                </a:ext>
              </a:extLst>
            </p:cNvPr>
            <p:cNvSpPr/>
            <p:nvPr/>
          </p:nvSpPr>
          <p:spPr>
            <a:xfrm>
              <a:off x="1125379" y="4135623"/>
              <a:ext cx="1272540" cy="484002"/>
            </a:xfrm>
            <a:custGeom>
              <a:avLst/>
              <a:gdLst>
                <a:gd name="connsiteX0" fmla="*/ 39829 w 1272540"/>
                <a:gd name="connsiteY0" fmla="*/ 0 h 484002"/>
                <a:gd name="connsiteX1" fmla="*/ 1232711 w 1272540"/>
                <a:gd name="connsiteY1" fmla="*/ 0 h 484002"/>
                <a:gd name="connsiteX2" fmla="*/ 1272540 w 1272540"/>
                <a:gd name="connsiteY2" fmla="*/ 39829 h 484002"/>
                <a:gd name="connsiteX3" fmla="*/ 1272540 w 1272540"/>
                <a:gd name="connsiteY3" fmla="*/ 342007 h 484002"/>
                <a:gd name="connsiteX4" fmla="*/ 1232711 w 1272540"/>
                <a:gd name="connsiteY4" fmla="*/ 381836 h 484002"/>
                <a:gd name="connsiteX5" fmla="*/ 708543 w 1272540"/>
                <a:gd name="connsiteY5" fmla="*/ 381836 h 484002"/>
                <a:gd name="connsiteX6" fmla="*/ 636271 w 1272540"/>
                <a:gd name="connsiteY6" fmla="*/ 484002 h 484002"/>
                <a:gd name="connsiteX7" fmla="*/ 563998 w 1272540"/>
                <a:gd name="connsiteY7" fmla="*/ 381836 h 484002"/>
                <a:gd name="connsiteX8" fmla="*/ 39829 w 1272540"/>
                <a:gd name="connsiteY8" fmla="*/ 381836 h 484002"/>
                <a:gd name="connsiteX9" fmla="*/ 0 w 1272540"/>
                <a:gd name="connsiteY9" fmla="*/ 342007 h 484002"/>
                <a:gd name="connsiteX10" fmla="*/ 0 w 1272540"/>
                <a:gd name="connsiteY10" fmla="*/ 39829 h 484002"/>
                <a:gd name="connsiteX11" fmla="*/ 39829 w 1272540"/>
                <a:gd name="connsiteY11" fmla="*/ 0 h 484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72540" h="484002">
                  <a:moveTo>
                    <a:pt x="39829" y="0"/>
                  </a:moveTo>
                  <a:lnTo>
                    <a:pt x="1232711" y="0"/>
                  </a:lnTo>
                  <a:cubicBezTo>
                    <a:pt x="1254708" y="0"/>
                    <a:pt x="1272540" y="17832"/>
                    <a:pt x="1272540" y="39829"/>
                  </a:cubicBezTo>
                  <a:lnTo>
                    <a:pt x="1272540" y="342007"/>
                  </a:lnTo>
                  <a:cubicBezTo>
                    <a:pt x="1272540" y="364004"/>
                    <a:pt x="1254708" y="381836"/>
                    <a:pt x="1232711" y="381836"/>
                  </a:cubicBezTo>
                  <a:lnTo>
                    <a:pt x="708543" y="381836"/>
                  </a:lnTo>
                  <a:lnTo>
                    <a:pt x="636271" y="484002"/>
                  </a:lnTo>
                  <a:lnTo>
                    <a:pt x="563998" y="381836"/>
                  </a:lnTo>
                  <a:lnTo>
                    <a:pt x="39829" y="381836"/>
                  </a:lnTo>
                  <a:cubicBezTo>
                    <a:pt x="17832" y="381836"/>
                    <a:pt x="0" y="364004"/>
                    <a:pt x="0" y="342007"/>
                  </a:cubicBezTo>
                  <a:lnTo>
                    <a:pt x="0" y="39829"/>
                  </a:lnTo>
                  <a:cubicBezTo>
                    <a:pt x="0" y="17832"/>
                    <a:pt x="17832" y="0"/>
                    <a:pt x="39829" y="0"/>
                  </a:cubicBezTo>
                  <a:close/>
                </a:path>
              </a:pathLst>
            </a:custGeom>
            <a:grpFill/>
            <a:ln w="19050">
              <a:noFill/>
            </a:ln>
            <a:effectLst>
              <a:outerShdw blurRad="127000" dist="762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3" name="文本框 31">
              <a:extLst>
                <a:ext uri="{FF2B5EF4-FFF2-40B4-BE49-F238E27FC236}">
                  <a16:creationId xmlns:a16="http://schemas.microsoft.com/office/drawing/2014/main" id="{6DD21F99-FD14-4039-BA39-D301F6BFE866}"/>
                </a:ext>
              </a:extLst>
            </p:cNvPr>
            <p:cNvSpPr txBox="1"/>
            <p:nvPr/>
          </p:nvSpPr>
          <p:spPr>
            <a:xfrm>
              <a:off x="1322884" y="4175145"/>
              <a:ext cx="877163" cy="33855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" pitchFamily="34" charset="-122"/>
                </a:rPr>
                <a:t>2002</a:t>
              </a:r>
              <a:r>
                <a:rPr lang="zh-TW" altLang="en-US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微软雅黑" pitchFamily="34" charset="-122"/>
                </a:rPr>
                <a:t>年</a:t>
              </a:r>
              <a:endPara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44" name="矩形 143"/>
          <p:cNvSpPr/>
          <p:nvPr/>
        </p:nvSpPr>
        <p:spPr>
          <a:xfrm>
            <a:off x="9561118" y="3289449"/>
            <a:ext cx="171648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聯合國正式推出</a:t>
            </a: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《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聯合國全球協約</a:t>
            </a: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》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。懇請公司對待員工和供應商都要尊重其規定的九條原則。 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3" b="-1043"/>
          <a:stretch/>
        </p:blipFill>
        <p:spPr>
          <a:xfrm>
            <a:off x="9633882" y="1368363"/>
            <a:ext cx="1467255" cy="954702"/>
          </a:xfrm>
          <a:prstGeom prst="rect">
            <a:avLst/>
          </a:prstGeom>
        </p:spPr>
      </p:pic>
      <p:sp>
        <p:nvSpPr>
          <p:cNvPr id="48" name="平行四边形 21">
            <a:extLst>
              <a:ext uri="{FF2B5EF4-FFF2-40B4-BE49-F238E27FC236}">
                <a16:creationId xmlns:a16="http://schemas.microsoft.com/office/drawing/2014/main" id="{9A6B6E0C-F055-4CFD-A161-8DD11F714656}"/>
              </a:ext>
            </a:extLst>
          </p:cNvPr>
          <p:cNvSpPr/>
          <p:nvPr/>
        </p:nvSpPr>
        <p:spPr>
          <a:xfrm>
            <a:off x="349958" y="723229"/>
            <a:ext cx="2012089" cy="60839"/>
          </a:xfrm>
          <a:prstGeom prst="parallelogram">
            <a:avLst>
              <a:gd name="adj" fmla="val 17058"/>
            </a:avLst>
          </a:prstGeom>
          <a:gradFill>
            <a:gsLst>
              <a:gs pos="0">
                <a:srgbClr val="C1AB85"/>
              </a:gs>
              <a:gs pos="100000">
                <a:srgbClr val="F6EACC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58800" dist="1778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任意多边形 54">
            <a:extLst>
              <a:ext uri="{FF2B5EF4-FFF2-40B4-BE49-F238E27FC236}">
                <a16:creationId xmlns:a16="http://schemas.microsoft.com/office/drawing/2014/main" id="{D621887B-3F0C-464A-9583-7F8A5AF366AB}"/>
              </a:ext>
            </a:extLst>
          </p:cNvPr>
          <p:cNvSpPr/>
          <p:nvPr/>
        </p:nvSpPr>
        <p:spPr>
          <a:xfrm>
            <a:off x="2986397" y="2620819"/>
            <a:ext cx="1559590" cy="484002"/>
          </a:xfrm>
          <a:custGeom>
            <a:avLst/>
            <a:gdLst>
              <a:gd name="connsiteX0" fmla="*/ 39829 w 1272540"/>
              <a:gd name="connsiteY0" fmla="*/ 0 h 484002"/>
              <a:gd name="connsiteX1" fmla="*/ 1232711 w 1272540"/>
              <a:gd name="connsiteY1" fmla="*/ 0 h 484002"/>
              <a:gd name="connsiteX2" fmla="*/ 1272540 w 1272540"/>
              <a:gd name="connsiteY2" fmla="*/ 39829 h 484002"/>
              <a:gd name="connsiteX3" fmla="*/ 1272540 w 1272540"/>
              <a:gd name="connsiteY3" fmla="*/ 342007 h 484002"/>
              <a:gd name="connsiteX4" fmla="*/ 1232711 w 1272540"/>
              <a:gd name="connsiteY4" fmla="*/ 381836 h 484002"/>
              <a:gd name="connsiteX5" fmla="*/ 708543 w 1272540"/>
              <a:gd name="connsiteY5" fmla="*/ 381836 h 484002"/>
              <a:gd name="connsiteX6" fmla="*/ 636271 w 1272540"/>
              <a:gd name="connsiteY6" fmla="*/ 484002 h 484002"/>
              <a:gd name="connsiteX7" fmla="*/ 563998 w 1272540"/>
              <a:gd name="connsiteY7" fmla="*/ 381836 h 484002"/>
              <a:gd name="connsiteX8" fmla="*/ 39829 w 1272540"/>
              <a:gd name="connsiteY8" fmla="*/ 381836 h 484002"/>
              <a:gd name="connsiteX9" fmla="*/ 0 w 1272540"/>
              <a:gd name="connsiteY9" fmla="*/ 342007 h 484002"/>
              <a:gd name="connsiteX10" fmla="*/ 0 w 1272540"/>
              <a:gd name="connsiteY10" fmla="*/ 39829 h 484002"/>
              <a:gd name="connsiteX11" fmla="*/ 39829 w 1272540"/>
              <a:gd name="connsiteY11" fmla="*/ 0 h 48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72540" h="484002">
                <a:moveTo>
                  <a:pt x="39829" y="0"/>
                </a:moveTo>
                <a:lnTo>
                  <a:pt x="1232711" y="0"/>
                </a:lnTo>
                <a:cubicBezTo>
                  <a:pt x="1254708" y="0"/>
                  <a:pt x="1272540" y="17832"/>
                  <a:pt x="1272540" y="39829"/>
                </a:cubicBezTo>
                <a:lnTo>
                  <a:pt x="1272540" y="342007"/>
                </a:lnTo>
                <a:cubicBezTo>
                  <a:pt x="1272540" y="364004"/>
                  <a:pt x="1254708" y="381836"/>
                  <a:pt x="1232711" y="381836"/>
                </a:cubicBezTo>
                <a:lnTo>
                  <a:pt x="708543" y="381836"/>
                </a:lnTo>
                <a:lnTo>
                  <a:pt x="636271" y="484002"/>
                </a:lnTo>
                <a:lnTo>
                  <a:pt x="563998" y="381836"/>
                </a:lnTo>
                <a:lnTo>
                  <a:pt x="39829" y="381836"/>
                </a:lnTo>
                <a:cubicBezTo>
                  <a:pt x="17832" y="381836"/>
                  <a:pt x="0" y="364004"/>
                  <a:pt x="0" y="342007"/>
                </a:cubicBezTo>
                <a:lnTo>
                  <a:pt x="0" y="39829"/>
                </a:lnTo>
                <a:cubicBezTo>
                  <a:pt x="0" y="17832"/>
                  <a:pt x="17832" y="0"/>
                  <a:pt x="39829" y="0"/>
                </a:cubicBezTo>
                <a:close/>
              </a:path>
            </a:pathLst>
          </a:custGeom>
          <a:solidFill>
            <a:srgbClr val="DAB96E"/>
          </a:solidFill>
          <a:ln w="19050">
            <a:noFill/>
          </a:ln>
          <a:effectLst>
            <a:outerShdw blurRad="1270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53270" y="2664872"/>
            <a:ext cx="14927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20</a:t>
            </a:r>
            <a:r>
              <a: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世紀</a:t>
            </a:r>
            <a:r>
              <a:rPr lang="en-US" altLang="zh-CN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90</a:t>
            </a:r>
            <a:r>
              <a: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微软雅黑" pitchFamily="34" charset="-122"/>
              </a:rPr>
              <a:t>年代</a:t>
            </a:r>
            <a:endParaRPr lang="zh-CN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630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DEBB280D-634F-499F-9757-6E59721FF1DD}"/>
              </a:ext>
            </a:extLst>
          </p:cNvPr>
          <p:cNvGrpSpPr/>
          <p:nvPr/>
        </p:nvGrpSpPr>
        <p:grpSpPr>
          <a:xfrm>
            <a:off x="291552" y="311212"/>
            <a:ext cx="2289409" cy="597190"/>
            <a:chOff x="1388404" y="394663"/>
            <a:chExt cx="2289409" cy="597190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A756062-2980-43D3-87BE-7A8757EBB9AF}"/>
                </a:ext>
              </a:extLst>
            </p:cNvPr>
            <p:cNvSpPr txBox="1"/>
            <p:nvPr/>
          </p:nvSpPr>
          <p:spPr>
            <a:xfrm>
              <a:off x="1388404" y="394663"/>
              <a:ext cx="2289409" cy="523220"/>
            </a:xfrm>
            <a:prstGeom prst="rect">
              <a:avLst/>
            </a:prstGeom>
            <a:solidFill>
              <a:srgbClr val="1C1D20"/>
            </a:solidFill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zh-CN" sz="28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OPPOSans M" panose="00020600040101010101" pitchFamily="18" charset="-122"/>
                </a:rPr>
                <a:t>1.2 </a:t>
              </a:r>
              <a:r>
                <a:rPr lang="en-US" altLang="zh-CN" sz="28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CSR </a:t>
              </a:r>
              <a:r>
                <a:rPr lang="zh-CN" altLang="en-US" sz="28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推行</a:t>
              </a:r>
              <a:endParaRPr lang="zh-CN" altLang="en-US" sz="28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9A6B6E0C-F055-4CFD-A161-8DD11F714656}"/>
                </a:ext>
              </a:extLst>
            </p:cNvPr>
            <p:cNvSpPr/>
            <p:nvPr/>
          </p:nvSpPr>
          <p:spPr>
            <a:xfrm>
              <a:off x="1416276" y="931014"/>
              <a:ext cx="2012089" cy="60839"/>
            </a:xfrm>
            <a:prstGeom prst="parallelogram">
              <a:avLst>
                <a:gd name="adj" fmla="val 17058"/>
              </a:avLst>
            </a:prstGeom>
            <a:gradFill>
              <a:gsLst>
                <a:gs pos="0">
                  <a:srgbClr val="C1AB85"/>
                </a:gs>
                <a:gs pos="100000">
                  <a:srgbClr val="F6EACC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558800" dist="1778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4" name="任意多边形 54">
            <a:extLst>
              <a:ext uri="{FF2B5EF4-FFF2-40B4-BE49-F238E27FC236}">
                <a16:creationId xmlns:a16="http://schemas.microsoft.com/office/drawing/2014/main" id="{D621887B-3F0C-464A-9583-7F8A5AF366AB}"/>
              </a:ext>
            </a:extLst>
          </p:cNvPr>
          <p:cNvSpPr/>
          <p:nvPr/>
        </p:nvSpPr>
        <p:spPr>
          <a:xfrm>
            <a:off x="437123" y="3059010"/>
            <a:ext cx="1469779" cy="484002"/>
          </a:xfrm>
          <a:custGeom>
            <a:avLst/>
            <a:gdLst>
              <a:gd name="connsiteX0" fmla="*/ 39829 w 1272540"/>
              <a:gd name="connsiteY0" fmla="*/ 0 h 484002"/>
              <a:gd name="connsiteX1" fmla="*/ 1232711 w 1272540"/>
              <a:gd name="connsiteY1" fmla="*/ 0 h 484002"/>
              <a:gd name="connsiteX2" fmla="*/ 1272540 w 1272540"/>
              <a:gd name="connsiteY2" fmla="*/ 39829 h 484002"/>
              <a:gd name="connsiteX3" fmla="*/ 1272540 w 1272540"/>
              <a:gd name="connsiteY3" fmla="*/ 342007 h 484002"/>
              <a:gd name="connsiteX4" fmla="*/ 1232711 w 1272540"/>
              <a:gd name="connsiteY4" fmla="*/ 381836 h 484002"/>
              <a:gd name="connsiteX5" fmla="*/ 708543 w 1272540"/>
              <a:gd name="connsiteY5" fmla="*/ 381836 h 484002"/>
              <a:gd name="connsiteX6" fmla="*/ 636271 w 1272540"/>
              <a:gd name="connsiteY6" fmla="*/ 484002 h 484002"/>
              <a:gd name="connsiteX7" fmla="*/ 563998 w 1272540"/>
              <a:gd name="connsiteY7" fmla="*/ 381836 h 484002"/>
              <a:gd name="connsiteX8" fmla="*/ 39829 w 1272540"/>
              <a:gd name="connsiteY8" fmla="*/ 381836 h 484002"/>
              <a:gd name="connsiteX9" fmla="*/ 0 w 1272540"/>
              <a:gd name="connsiteY9" fmla="*/ 342007 h 484002"/>
              <a:gd name="connsiteX10" fmla="*/ 0 w 1272540"/>
              <a:gd name="connsiteY10" fmla="*/ 39829 h 484002"/>
              <a:gd name="connsiteX11" fmla="*/ 39829 w 1272540"/>
              <a:gd name="connsiteY11" fmla="*/ 0 h 48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72540" h="484002">
                <a:moveTo>
                  <a:pt x="39829" y="0"/>
                </a:moveTo>
                <a:lnTo>
                  <a:pt x="1232711" y="0"/>
                </a:lnTo>
                <a:cubicBezTo>
                  <a:pt x="1254708" y="0"/>
                  <a:pt x="1272540" y="17832"/>
                  <a:pt x="1272540" y="39829"/>
                </a:cubicBezTo>
                <a:lnTo>
                  <a:pt x="1272540" y="342007"/>
                </a:lnTo>
                <a:cubicBezTo>
                  <a:pt x="1272540" y="364004"/>
                  <a:pt x="1254708" y="381836"/>
                  <a:pt x="1232711" y="381836"/>
                </a:cubicBezTo>
                <a:lnTo>
                  <a:pt x="708543" y="381836"/>
                </a:lnTo>
                <a:lnTo>
                  <a:pt x="636271" y="484002"/>
                </a:lnTo>
                <a:lnTo>
                  <a:pt x="563998" y="381836"/>
                </a:lnTo>
                <a:lnTo>
                  <a:pt x="39829" y="381836"/>
                </a:lnTo>
                <a:cubicBezTo>
                  <a:pt x="17832" y="381836"/>
                  <a:pt x="0" y="364004"/>
                  <a:pt x="0" y="342007"/>
                </a:cubicBezTo>
                <a:lnTo>
                  <a:pt x="0" y="39829"/>
                </a:lnTo>
                <a:cubicBezTo>
                  <a:pt x="0" y="17832"/>
                  <a:pt x="17832" y="0"/>
                  <a:pt x="39829" y="0"/>
                </a:cubicBezTo>
                <a:close/>
              </a:path>
            </a:pathLst>
          </a:custGeom>
          <a:solidFill>
            <a:srgbClr val="2F5597"/>
          </a:solidFill>
          <a:ln w="19050">
            <a:noFill/>
          </a:ln>
          <a:effectLst>
            <a:outerShdw blurRad="1270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CSR </a:t>
            </a:r>
            <a:r>
              <a: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發展形式</a:t>
            </a:r>
          </a:p>
        </p:txBody>
      </p:sp>
      <p:grpSp>
        <p:nvGrpSpPr>
          <p:cNvPr id="46" name="组合 32">
            <a:extLst>
              <a:ext uri="{FF2B5EF4-FFF2-40B4-BE49-F238E27FC236}">
                <a16:creationId xmlns:a16="http://schemas.microsoft.com/office/drawing/2014/main" id="{98B981A0-62B7-4A91-B3AB-E2AD6219B8F5}"/>
              </a:ext>
            </a:extLst>
          </p:cNvPr>
          <p:cNvGrpSpPr/>
          <p:nvPr/>
        </p:nvGrpSpPr>
        <p:grpSpPr>
          <a:xfrm>
            <a:off x="1096943" y="614025"/>
            <a:ext cx="11007133" cy="3268392"/>
            <a:chOff x="1751361" y="1669256"/>
            <a:chExt cx="10459689" cy="3175013"/>
          </a:xfrm>
        </p:grpSpPr>
        <p:grpSp>
          <p:nvGrpSpPr>
            <p:cNvPr id="47" name="组合 33">
              <a:extLst>
                <a:ext uri="{FF2B5EF4-FFF2-40B4-BE49-F238E27FC236}">
                  <a16:creationId xmlns:a16="http://schemas.microsoft.com/office/drawing/2014/main" id="{F8B79D55-2E2C-4413-AD23-8BCBE6CFF3A5}"/>
                </a:ext>
              </a:extLst>
            </p:cNvPr>
            <p:cNvGrpSpPr/>
            <p:nvPr/>
          </p:nvGrpSpPr>
          <p:grpSpPr>
            <a:xfrm>
              <a:off x="1783556" y="1669256"/>
              <a:ext cx="10427494" cy="3145632"/>
              <a:chOff x="1783556" y="1669256"/>
              <a:chExt cx="10427494" cy="3145632"/>
            </a:xfrm>
          </p:grpSpPr>
          <p:sp>
            <p:nvSpPr>
              <p:cNvPr id="49" name="任意多边形 59">
                <a:extLst>
                  <a:ext uri="{FF2B5EF4-FFF2-40B4-BE49-F238E27FC236}">
                    <a16:creationId xmlns:a16="http://schemas.microsoft.com/office/drawing/2014/main" id="{AE6B17CD-FDC0-4E28-B082-BAA82EF3C558}"/>
                  </a:ext>
                </a:extLst>
              </p:cNvPr>
              <p:cNvSpPr/>
              <p:nvPr/>
            </p:nvSpPr>
            <p:spPr>
              <a:xfrm>
                <a:off x="1783556" y="4286249"/>
                <a:ext cx="2793207" cy="528639"/>
              </a:xfrm>
              <a:custGeom>
                <a:avLst/>
                <a:gdLst>
                  <a:gd name="connsiteX0" fmla="*/ 0 w 2793207"/>
                  <a:gd name="connsiteY0" fmla="*/ 528639 h 528639"/>
                  <a:gd name="connsiteX1" fmla="*/ 438150 w 2793207"/>
                  <a:gd name="connsiteY1" fmla="*/ 297657 h 528639"/>
                  <a:gd name="connsiteX2" fmla="*/ 940594 w 2793207"/>
                  <a:gd name="connsiteY2" fmla="*/ 90489 h 528639"/>
                  <a:gd name="connsiteX3" fmla="*/ 1431132 w 2793207"/>
                  <a:gd name="connsiteY3" fmla="*/ 1 h 528639"/>
                  <a:gd name="connsiteX4" fmla="*/ 2002632 w 2793207"/>
                  <a:gd name="connsiteY4" fmla="*/ 88107 h 528639"/>
                  <a:gd name="connsiteX5" fmla="*/ 2247900 w 2793207"/>
                  <a:gd name="connsiteY5" fmla="*/ 147639 h 528639"/>
                  <a:gd name="connsiteX6" fmla="*/ 2486025 w 2793207"/>
                  <a:gd name="connsiteY6" fmla="*/ 161926 h 528639"/>
                  <a:gd name="connsiteX7" fmla="*/ 2638425 w 2793207"/>
                  <a:gd name="connsiteY7" fmla="*/ 159545 h 528639"/>
                  <a:gd name="connsiteX8" fmla="*/ 2793207 w 2793207"/>
                  <a:gd name="connsiteY8" fmla="*/ 126207 h 528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93207" h="528639">
                    <a:moveTo>
                      <a:pt x="0" y="528639"/>
                    </a:moveTo>
                    <a:cubicBezTo>
                      <a:pt x="140692" y="449660"/>
                      <a:pt x="281384" y="370682"/>
                      <a:pt x="438150" y="297657"/>
                    </a:cubicBezTo>
                    <a:cubicBezTo>
                      <a:pt x="594916" y="224632"/>
                      <a:pt x="775097" y="140098"/>
                      <a:pt x="940594" y="90489"/>
                    </a:cubicBezTo>
                    <a:cubicBezTo>
                      <a:pt x="1106091" y="40880"/>
                      <a:pt x="1254126" y="398"/>
                      <a:pt x="1431132" y="1"/>
                    </a:cubicBezTo>
                    <a:cubicBezTo>
                      <a:pt x="1608138" y="-396"/>
                      <a:pt x="1866504" y="63501"/>
                      <a:pt x="2002632" y="88107"/>
                    </a:cubicBezTo>
                    <a:cubicBezTo>
                      <a:pt x="2138760" y="112713"/>
                      <a:pt x="2167335" y="135336"/>
                      <a:pt x="2247900" y="147639"/>
                    </a:cubicBezTo>
                    <a:cubicBezTo>
                      <a:pt x="2328465" y="159942"/>
                      <a:pt x="2420938" y="159942"/>
                      <a:pt x="2486025" y="161926"/>
                    </a:cubicBezTo>
                    <a:cubicBezTo>
                      <a:pt x="2551112" y="163910"/>
                      <a:pt x="2587228" y="165498"/>
                      <a:pt x="2638425" y="159545"/>
                    </a:cubicBezTo>
                    <a:cubicBezTo>
                      <a:pt x="2689622" y="153592"/>
                      <a:pt x="2741414" y="139899"/>
                      <a:pt x="2793207" y="126207"/>
                    </a:cubicBezTo>
                  </a:path>
                </a:pathLst>
              </a:custGeom>
              <a:noFill/>
              <a:ln>
                <a:solidFill>
                  <a:srgbClr val="B49C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0" name="任意多边形 60">
                <a:extLst>
                  <a:ext uri="{FF2B5EF4-FFF2-40B4-BE49-F238E27FC236}">
                    <a16:creationId xmlns:a16="http://schemas.microsoft.com/office/drawing/2014/main" id="{5D4C42BA-79CF-413D-9086-8D07D1153E01}"/>
                  </a:ext>
                </a:extLst>
              </p:cNvPr>
              <p:cNvSpPr/>
              <p:nvPr/>
            </p:nvSpPr>
            <p:spPr>
              <a:xfrm>
                <a:off x="4572000" y="3131240"/>
                <a:ext cx="1993106" cy="1281216"/>
              </a:xfrm>
              <a:custGeom>
                <a:avLst/>
                <a:gdLst>
                  <a:gd name="connsiteX0" fmla="*/ 0 w 1993106"/>
                  <a:gd name="connsiteY0" fmla="*/ 1281216 h 1281216"/>
                  <a:gd name="connsiteX1" fmla="*/ 166688 w 1993106"/>
                  <a:gd name="connsiteY1" fmla="*/ 1221685 h 1281216"/>
                  <a:gd name="connsiteX2" fmla="*/ 571500 w 1993106"/>
                  <a:gd name="connsiteY2" fmla="*/ 952604 h 1281216"/>
                  <a:gd name="connsiteX3" fmla="*/ 992981 w 1993106"/>
                  <a:gd name="connsiteY3" fmla="*/ 566841 h 1281216"/>
                  <a:gd name="connsiteX4" fmla="*/ 1381125 w 1993106"/>
                  <a:gd name="connsiteY4" fmla="*/ 221560 h 1281216"/>
                  <a:gd name="connsiteX5" fmla="*/ 1704975 w 1993106"/>
                  <a:gd name="connsiteY5" fmla="*/ 31060 h 1281216"/>
                  <a:gd name="connsiteX6" fmla="*/ 1993106 w 1993106"/>
                  <a:gd name="connsiteY6" fmla="*/ 2485 h 1281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93106" h="1281216">
                    <a:moveTo>
                      <a:pt x="0" y="1281216"/>
                    </a:moveTo>
                    <a:cubicBezTo>
                      <a:pt x="35719" y="1278835"/>
                      <a:pt x="71438" y="1276454"/>
                      <a:pt x="166688" y="1221685"/>
                    </a:cubicBezTo>
                    <a:cubicBezTo>
                      <a:pt x="261938" y="1166916"/>
                      <a:pt x="433784" y="1061745"/>
                      <a:pt x="571500" y="952604"/>
                    </a:cubicBezTo>
                    <a:cubicBezTo>
                      <a:pt x="709216" y="843463"/>
                      <a:pt x="858044" y="688682"/>
                      <a:pt x="992981" y="566841"/>
                    </a:cubicBezTo>
                    <a:cubicBezTo>
                      <a:pt x="1127918" y="445000"/>
                      <a:pt x="1262459" y="310857"/>
                      <a:pt x="1381125" y="221560"/>
                    </a:cubicBezTo>
                    <a:cubicBezTo>
                      <a:pt x="1499791" y="132263"/>
                      <a:pt x="1602978" y="67572"/>
                      <a:pt x="1704975" y="31060"/>
                    </a:cubicBezTo>
                    <a:cubicBezTo>
                      <a:pt x="1806972" y="-5453"/>
                      <a:pt x="1900039" y="-1484"/>
                      <a:pt x="1993106" y="2485"/>
                    </a:cubicBezTo>
                  </a:path>
                </a:pathLst>
              </a:custGeom>
              <a:noFill/>
              <a:ln>
                <a:solidFill>
                  <a:srgbClr val="B49C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1" name="任意多边形 61">
                <a:extLst>
                  <a:ext uri="{FF2B5EF4-FFF2-40B4-BE49-F238E27FC236}">
                    <a16:creationId xmlns:a16="http://schemas.microsoft.com/office/drawing/2014/main" id="{B67C8E8E-D1E5-4AED-9BCA-DB9243D6A073}"/>
                  </a:ext>
                </a:extLst>
              </p:cNvPr>
              <p:cNvSpPr/>
              <p:nvPr/>
            </p:nvSpPr>
            <p:spPr>
              <a:xfrm>
                <a:off x="6560344" y="3136106"/>
                <a:ext cx="1333500" cy="548788"/>
              </a:xfrm>
              <a:custGeom>
                <a:avLst/>
                <a:gdLst>
                  <a:gd name="connsiteX0" fmla="*/ 0 w 1333500"/>
                  <a:gd name="connsiteY0" fmla="*/ 0 h 548788"/>
                  <a:gd name="connsiteX1" fmla="*/ 233362 w 1333500"/>
                  <a:gd name="connsiteY1" fmla="*/ 88107 h 548788"/>
                  <a:gd name="connsiteX2" fmla="*/ 542925 w 1333500"/>
                  <a:gd name="connsiteY2" fmla="*/ 328613 h 548788"/>
                  <a:gd name="connsiteX3" fmla="*/ 773906 w 1333500"/>
                  <a:gd name="connsiteY3" fmla="*/ 492919 h 548788"/>
                  <a:gd name="connsiteX4" fmla="*/ 1102519 w 1333500"/>
                  <a:gd name="connsiteY4" fmla="*/ 547688 h 548788"/>
                  <a:gd name="connsiteX5" fmla="*/ 1333500 w 1333500"/>
                  <a:gd name="connsiteY5" fmla="*/ 452438 h 548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33500" h="548788">
                    <a:moveTo>
                      <a:pt x="0" y="0"/>
                    </a:moveTo>
                    <a:cubicBezTo>
                      <a:pt x="71437" y="16669"/>
                      <a:pt x="142875" y="33338"/>
                      <a:pt x="233362" y="88107"/>
                    </a:cubicBezTo>
                    <a:cubicBezTo>
                      <a:pt x="323850" y="142876"/>
                      <a:pt x="452834" y="261144"/>
                      <a:pt x="542925" y="328613"/>
                    </a:cubicBezTo>
                    <a:cubicBezTo>
                      <a:pt x="633016" y="396082"/>
                      <a:pt x="680640" y="456407"/>
                      <a:pt x="773906" y="492919"/>
                    </a:cubicBezTo>
                    <a:cubicBezTo>
                      <a:pt x="867172" y="529432"/>
                      <a:pt x="1009253" y="554435"/>
                      <a:pt x="1102519" y="547688"/>
                    </a:cubicBezTo>
                    <a:cubicBezTo>
                      <a:pt x="1195785" y="540941"/>
                      <a:pt x="1264642" y="496689"/>
                      <a:pt x="1333500" y="452438"/>
                    </a:cubicBezTo>
                  </a:path>
                </a:pathLst>
              </a:custGeom>
              <a:noFill/>
              <a:ln>
                <a:solidFill>
                  <a:srgbClr val="B49C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2" name="任意多边形 62">
                <a:extLst>
                  <a:ext uri="{FF2B5EF4-FFF2-40B4-BE49-F238E27FC236}">
                    <a16:creationId xmlns:a16="http://schemas.microsoft.com/office/drawing/2014/main" id="{7D9CE135-6A2D-4198-8D78-C7E390AA699D}"/>
                  </a:ext>
                </a:extLst>
              </p:cNvPr>
              <p:cNvSpPr/>
              <p:nvPr/>
            </p:nvSpPr>
            <p:spPr>
              <a:xfrm>
                <a:off x="7889081" y="2112169"/>
                <a:ext cx="1847850" cy="1481137"/>
              </a:xfrm>
              <a:custGeom>
                <a:avLst/>
                <a:gdLst>
                  <a:gd name="connsiteX0" fmla="*/ 0 w 1847850"/>
                  <a:gd name="connsiteY0" fmla="*/ 1481137 h 1481137"/>
                  <a:gd name="connsiteX1" fmla="*/ 190500 w 1847850"/>
                  <a:gd name="connsiteY1" fmla="*/ 1347787 h 1481137"/>
                  <a:gd name="connsiteX2" fmla="*/ 707232 w 1847850"/>
                  <a:gd name="connsiteY2" fmla="*/ 876300 h 1481137"/>
                  <a:gd name="connsiteX3" fmla="*/ 1197769 w 1847850"/>
                  <a:gd name="connsiteY3" fmla="*/ 390525 h 1481137"/>
                  <a:gd name="connsiteX4" fmla="*/ 1607344 w 1847850"/>
                  <a:gd name="connsiteY4" fmla="*/ 80962 h 1481137"/>
                  <a:gd name="connsiteX5" fmla="*/ 1847850 w 1847850"/>
                  <a:gd name="connsiteY5" fmla="*/ 0 h 1481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7850" h="1481137">
                    <a:moveTo>
                      <a:pt x="0" y="1481137"/>
                    </a:moveTo>
                    <a:cubicBezTo>
                      <a:pt x="36314" y="1464865"/>
                      <a:pt x="72628" y="1448593"/>
                      <a:pt x="190500" y="1347787"/>
                    </a:cubicBezTo>
                    <a:cubicBezTo>
                      <a:pt x="308372" y="1246981"/>
                      <a:pt x="539354" y="1035844"/>
                      <a:pt x="707232" y="876300"/>
                    </a:cubicBezTo>
                    <a:cubicBezTo>
                      <a:pt x="875110" y="716756"/>
                      <a:pt x="1047750" y="523081"/>
                      <a:pt x="1197769" y="390525"/>
                    </a:cubicBezTo>
                    <a:cubicBezTo>
                      <a:pt x="1347788" y="257969"/>
                      <a:pt x="1498997" y="146049"/>
                      <a:pt x="1607344" y="80962"/>
                    </a:cubicBezTo>
                    <a:cubicBezTo>
                      <a:pt x="1715691" y="15874"/>
                      <a:pt x="1781770" y="7937"/>
                      <a:pt x="1847850" y="0"/>
                    </a:cubicBezTo>
                  </a:path>
                </a:pathLst>
              </a:custGeom>
              <a:noFill/>
              <a:ln>
                <a:solidFill>
                  <a:srgbClr val="B49C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3" name="任意多边形 63">
                <a:extLst>
                  <a:ext uri="{FF2B5EF4-FFF2-40B4-BE49-F238E27FC236}">
                    <a16:creationId xmlns:a16="http://schemas.microsoft.com/office/drawing/2014/main" id="{5EA394FA-65DD-4378-AA55-F217DDE4C7C5}"/>
                  </a:ext>
                </a:extLst>
              </p:cNvPr>
              <p:cNvSpPr/>
              <p:nvPr/>
            </p:nvSpPr>
            <p:spPr>
              <a:xfrm>
                <a:off x="9720262" y="1983581"/>
                <a:ext cx="2243138" cy="905257"/>
              </a:xfrm>
              <a:custGeom>
                <a:avLst/>
                <a:gdLst>
                  <a:gd name="connsiteX0" fmla="*/ 0 w 2100262"/>
                  <a:gd name="connsiteY0" fmla="*/ 128588 h 905257"/>
                  <a:gd name="connsiteX1" fmla="*/ 116681 w 2100262"/>
                  <a:gd name="connsiteY1" fmla="*/ 157163 h 905257"/>
                  <a:gd name="connsiteX2" fmla="*/ 211931 w 2100262"/>
                  <a:gd name="connsiteY2" fmla="*/ 188119 h 905257"/>
                  <a:gd name="connsiteX3" fmla="*/ 483393 w 2100262"/>
                  <a:gd name="connsiteY3" fmla="*/ 381000 h 905257"/>
                  <a:gd name="connsiteX4" fmla="*/ 711993 w 2100262"/>
                  <a:gd name="connsiteY4" fmla="*/ 578644 h 905257"/>
                  <a:gd name="connsiteX5" fmla="*/ 919162 w 2100262"/>
                  <a:gd name="connsiteY5" fmla="*/ 754857 h 905257"/>
                  <a:gd name="connsiteX6" fmla="*/ 1069181 w 2100262"/>
                  <a:gd name="connsiteY6" fmla="*/ 854869 h 905257"/>
                  <a:gd name="connsiteX7" fmla="*/ 1250156 w 2100262"/>
                  <a:gd name="connsiteY7" fmla="*/ 904875 h 905257"/>
                  <a:gd name="connsiteX8" fmla="*/ 1423987 w 2100262"/>
                  <a:gd name="connsiteY8" fmla="*/ 864394 h 905257"/>
                  <a:gd name="connsiteX9" fmla="*/ 1650206 w 2100262"/>
                  <a:gd name="connsiteY9" fmla="*/ 661988 h 905257"/>
                  <a:gd name="connsiteX10" fmla="*/ 1981200 w 2100262"/>
                  <a:gd name="connsiteY10" fmla="*/ 204788 h 905257"/>
                  <a:gd name="connsiteX11" fmla="*/ 2100262 w 2100262"/>
                  <a:gd name="connsiteY11" fmla="*/ 0 h 905257"/>
                  <a:gd name="connsiteX0" fmla="*/ 0 w 2100262"/>
                  <a:gd name="connsiteY0" fmla="*/ 128588 h 905257"/>
                  <a:gd name="connsiteX1" fmla="*/ 54768 w 2100262"/>
                  <a:gd name="connsiteY1" fmla="*/ 133350 h 905257"/>
                  <a:gd name="connsiteX2" fmla="*/ 211931 w 2100262"/>
                  <a:gd name="connsiteY2" fmla="*/ 188119 h 905257"/>
                  <a:gd name="connsiteX3" fmla="*/ 483393 w 2100262"/>
                  <a:gd name="connsiteY3" fmla="*/ 381000 h 905257"/>
                  <a:gd name="connsiteX4" fmla="*/ 711993 w 2100262"/>
                  <a:gd name="connsiteY4" fmla="*/ 578644 h 905257"/>
                  <a:gd name="connsiteX5" fmla="*/ 919162 w 2100262"/>
                  <a:gd name="connsiteY5" fmla="*/ 754857 h 905257"/>
                  <a:gd name="connsiteX6" fmla="*/ 1069181 w 2100262"/>
                  <a:gd name="connsiteY6" fmla="*/ 854869 h 905257"/>
                  <a:gd name="connsiteX7" fmla="*/ 1250156 w 2100262"/>
                  <a:gd name="connsiteY7" fmla="*/ 904875 h 905257"/>
                  <a:gd name="connsiteX8" fmla="*/ 1423987 w 2100262"/>
                  <a:gd name="connsiteY8" fmla="*/ 864394 h 905257"/>
                  <a:gd name="connsiteX9" fmla="*/ 1650206 w 2100262"/>
                  <a:gd name="connsiteY9" fmla="*/ 661988 h 905257"/>
                  <a:gd name="connsiteX10" fmla="*/ 1981200 w 2100262"/>
                  <a:gd name="connsiteY10" fmla="*/ 204788 h 905257"/>
                  <a:gd name="connsiteX11" fmla="*/ 2100262 w 2100262"/>
                  <a:gd name="connsiteY11" fmla="*/ 0 h 905257"/>
                  <a:gd name="connsiteX0" fmla="*/ 0 w 2155031"/>
                  <a:gd name="connsiteY0" fmla="*/ 123825 h 905257"/>
                  <a:gd name="connsiteX1" fmla="*/ 109537 w 2155031"/>
                  <a:gd name="connsiteY1" fmla="*/ 133350 h 905257"/>
                  <a:gd name="connsiteX2" fmla="*/ 266700 w 2155031"/>
                  <a:gd name="connsiteY2" fmla="*/ 188119 h 905257"/>
                  <a:gd name="connsiteX3" fmla="*/ 538162 w 2155031"/>
                  <a:gd name="connsiteY3" fmla="*/ 381000 h 905257"/>
                  <a:gd name="connsiteX4" fmla="*/ 766762 w 2155031"/>
                  <a:gd name="connsiteY4" fmla="*/ 578644 h 905257"/>
                  <a:gd name="connsiteX5" fmla="*/ 973931 w 2155031"/>
                  <a:gd name="connsiteY5" fmla="*/ 754857 h 905257"/>
                  <a:gd name="connsiteX6" fmla="*/ 1123950 w 2155031"/>
                  <a:gd name="connsiteY6" fmla="*/ 854869 h 905257"/>
                  <a:gd name="connsiteX7" fmla="*/ 1304925 w 2155031"/>
                  <a:gd name="connsiteY7" fmla="*/ 904875 h 905257"/>
                  <a:gd name="connsiteX8" fmla="*/ 1478756 w 2155031"/>
                  <a:gd name="connsiteY8" fmla="*/ 864394 h 905257"/>
                  <a:gd name="connsiteX9" fmla="*/ 1704975 w 2155031"/>
                  <a:gd name="connsiteY9" fmla="*/ 661988 h 905257"/>
                  <a:gd name="connsiteX10" fmla="*/ 2035969 w 2155031"/>
                  <a:gd name="connsiteY10" fmla="*/ 204788 h 905257"/>
                  <a:gd name="connsiteX11" fmla="*/ 2155031 w 2155031"/>
                  <a:gd name="connsiteY11" fmla="*/ 0 h 905257"/>
                  <a:gd name="connsiteX0" fmla="*/ 0 w 2269331"/>
                  <a:gd name="connsiteY0" fmla="*/ 130175 h 905257"/>
                  <a:gd name="connsiteX1" fmla="*/ 223837 w 2269331"/>
                  <a:gd name="connsiteY1" fmla="*/ 133350 h 905257"/>
                  <a:gd name="connsiteX2" fmla="*/ 381000 w 2269331"/>
                  <a:gd name="connsiteY2" fmla="*/ 188119 h 905257"/>
                  <a:gd name="connsiteX3" fmla="*/ 652462 w 2269331"/>
                  <a:gd name="connsiteY3" fmla="*/ 381000 h 905257"/>
                  <a:gd name="connsiteX4" fmla="*/ 881062 w 2269331"/>
                  <a:gd name="connsiteY4" fmla="*/ 578644 h 905257"/>
                  <a:gd name="connsiteX5" fmla="*/ 1088231 w 2269331"/>
                  <a:gd name="connsiteY5" fmla="*/ 754857 h 905257"/>
                  <a:gd name="connsiteX6" fmla="*/ 1238250 w 2269331"/>
                  <a:gd name="connsiteY6" fmla="*/ 854869 h 905257"/>
                  <a:gd name="connsiteX7" fmla="*/ 1419225 w 2269331"/>
                  <a:gd name="connsiteY7" fmla="*/ 904875 h 905257"/>
                  <a:gd name="connsiteX8" fmla="*/ 1593056 w 2269331"/>
                  <a:gd name="connsiteY8" fmla="*/ 864394 h 905257"/>
                  <a:gd name="connsiteX9" fmla="*/ 1819275 w 2269331"/>
                  <a:gd name="connsiteY9" fmla="*/ 661988 h 905257"/>
                  <a:gd name="connsiteX10" fmla="*/ 2150269 w 2269331"/>
                  <a:gd name="connsiteY10" fmla="*/ 204788 h 905257"/>
                  <a:gd name="connsiteX11" fmla="*/ 2269331 w 2269331"/>
                  <a:gd name="connsiteY11" fmla="*/ 0 h 905257"/>
                  <a:gd name="connsiteX0" fmla="*/ 0 w 2243138"/>
                  <a:gd name="connsiteY0" fmla="*/ 127794 h 905257"/>
                  <a:gd name="connsiteX1" fmla="*/ 197644 w 2243138"/>
                  <a:gd name="connsiteY1" fmla="*/ 133350 h 905257"/>
                  <a:gd name="connsiteX2" fmla="*/ 354807 w 2243138"/>
                  <a:gd name="connsiteY2" fmla="*/ 188119 h 905257"/>
                  <a:gd name="connsiteX3" fmla="*/ 626269 w 2243138"/>
                  <a:gd name="connsiteY3" fmla="*/ 381000 h 905257"/>
                  <a:gd name="connsiteX4" fmla="*/ 854869 w 2243138"/>
                  <a:gd name="connsiteY4" fmla="*/ 578644 h 905257"/>
                  <a:gd name="connsiteX5" fmla="*/ 1062038 w 2243138"/>
                  <a:gd name="connsiteY5" fmla="*/ 754857 h 905257"/>
                  <a:gd name="connsiteX6" fmla="*/ 1212057 w 2243138"/>
                  <a:gd name="connsiteY6" fmla="*/ 854869 h 905257"/>
                  <a:gd name="connsiteX7" fmla="*/ 1393032 w 2243138"/>
                  <a:gd name="connsiteY7" fmla="*/ 904875 h 905257"/>
                  <a:gd name="connsiteX8" fmla="*/ 1566863 w 2243138"/>
                  <a:gd name="connsiteY8" fmla="*/ 864394 h 905257"/>
                  <a:gd name="connsiteX9" fmla="*/ 1793082 w 2243138"/>
                  <a:gd name="connsiteY9" fmla="*/ 661988 h 905257"/>
                  <a:gd name="connsiteX10" fmla="*/ 2124076 w 2243138"/>
                  <a:gd name="connsiteY10" fmla="*/ 204788 h 905257"/>
                  <a:gd name="connsiteX11" fmla="*/ 2243138 w 2243138"/>
                  <a:gd name="connsiteY11" fmla="*/ 0 h 905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43138" h="905257">
                    <a:moveTo>
                      <a:pt x="0" y="127794"/>
                    </a:moveTo>
                    <a:cubicBezTo>
                      <a:pt x="40679" y="137120"/>
                      <a:pt x="138510" y="123296"/>
                      <a:pt x="197644" y="133350"/>
                    </a:cubicBezTo>
                    <a:cubicBezTo>
                      <a:pt x="256778" y="143404"/>
                      <a:pt x="283370" y="146844"/>
                      <a:pt x="354807" y="188119"/>
                    </a:cubicBezTo>
                    <a:cubicBezTo>
                      <a:pt x="426244" y="229394"/>
                      <a:pt x="542925" y="315913"/>
                      <a:pt x="626269" y="381000"/>
                    </a:cubicBezTo>
                    <a:cubicBezTo>
                      <a:pt x="709613" y="446088"/>
                      <a:pt x="854869" y="578644"/>
                      <a:pt x="854869" y="578644"/>
                    </a:cubicBezTo>
                    <a:cubicBezTo>
                      <a:pt x="927497" y="640954"/>
                      <a:pt x="1002507" y="708820"/>
                      <a:pt x="1062038" y="754857"/>
                    </a:cubicBezTo>
                    <a:cubicBezTo>
                      <a:pt x="1121569" y="800894"/>
                      <a:pt x="1156891" y="829866"/>
                      <a:pt x="1212057" y="854869"/>
                    </a:cubicBezTo>
                    <a:cubicBezTo>
                      <a:pt x="1267223" y="879872"/>
                      <a:pt x="1333898" y="903287"/>
                      <a:pt x="1393032" y="904875"/>
                    </a:cubicBezTo>
                    <a:cubicBezTo>
                      <a:pt x="1452166" y="906463"/>
                      <a:pt x="1500188" y="904875"/>
                      <a:pt x="1566863" y="864394"/>
                    </a:cubicBezTo>
                    <a:cubicBezTo>
                      <a:pt x="1633538" y="823913"/>
                      <a:pt x="1700213" y="771922"/>
                      <a:pt x="1793082" y="661988"/>
                    </a:cubicBezTo>
                    <a:cubicBezTo>
                      <a:pt x="1885951" y="552054"/>
                      <a:pt x="2049067" y="315119"/>
                      <a:pt x="2124076" y="204788"/>
                    </a:cubicBezTo>
                    <a:cubicBezTo>
                      <a:pt x="2199085" y="94457"/>
                      <a:pt x="2221111" y="47228"/>
                      <a:pt x="2243138" y="0"/>
                    </a:cubicBezTo>
                  </a:path>
                </a:pathLst>
              </a:custGeom>
              <a:noFill/>
              <a:ln>
                <a:solidFill>
                  <a:srgbClr val="B49C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4" name="任意多边形 64">
                <a:extLst>
                  <a:ext uri="{FF2B5EF4-FFF2-40B4-BE49-F238E27FC236}">
                    <a16:creationId xmlns:a16="http://schemas.microsoft.com/office/drawing/2014/main" id="{CDF58A9C-8D0A-42C4-8BAC-777E2A80F018}"/>
                  </a:ext>
                </a:extLst>
              </p:cNvPr>
              <p:cNvSpPr/>
              <p:nvPr/>
            </p:nvSpPr>
            <p:spPr>
              <a:xfrm>
                <a:off x="11953875" y="1669256"/>
                <a:ext cx="257175" cy="335757"/>
              </a:xfrm>
              <a:custGeom>
                <a:avLst/>
                <a:gdLst>
                  <a:gd name="connsiteX0" fmla="*/ 0 w 257175"/>
                  <a:gd name="connsiteY0" fmla="*/ 335757 h 335757"/>
                  <a:gd name="connsiteX1" fmla="*/ 121444 w 257175"/>
                  <a:gd name="connsiteY1" fmla="*/ 152400 h 335757"/>
                  <a:gd name="connsiteX2" fmla="*/ 257175 w 257175"/>
                  <a:gd name="connsiteY2" fmla="*/ 0 h 335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7175" h="335757">
                    <a:moveTo>
                      <a:pt x="0" y="335757"/>
                    </a:moveTo>
                    <a:cubicBezTo>
                      <a:pt x="39291" y="272058"/>
                      <a:pt x="78582" y="208359"/>
                      <a:pt x="121444" y="152400"/>
                    </a:cubicBezTo>
                    <a:cubicBezTo>
                      <a:pt x="164306" y="96441"/>
                      <a:pt x="210740" y="48220"/>
                      <a:pt x="257175" y="0"/>
                    </a:cubicBezTo>
                  </a:path>
                </a:pathLst>
              </a:custGeom>
              <a:noFill/>
              <a:ln>
                <a:solidFill>
                  <a:srgbClr val="B49C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sp>
          <p:nvSpPr>
            <p:cNvPr id="48" name="椭圆 45">
              <a:extLst>
                <a:ext uri="{FF2B5EF4-FFF2-40B4-BE49-F238E27FC236}">
                  <a16:creationId xmlns:a16="http://schemas.microsoft.com/office/drawing/2014/main" id="{86909FC4-DD5C-4B35-ACA8-2C1520161A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51361" y="4790269"/>
              <a:ext cx="54000" cy="54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sp>
        <p:nvSpPr>
          <p:cNvPr id="57" name="文本框 54">
            <a:extLst>
              <a:ext uri="{FF2B5EF4-FFF2-40B4-BE49-F238E27FC236}">
                <a16:creationId xmlns:a16="http://schemas.microsoft.com/office/drawing/2014/main" id="{7BC1DBDE-1B1A-45E2-BBC2-816126C05D40}"/>
              </a:ext>
            </a:extLst>
          </p:cNvPr>
          <p:cNvSpPr txBox="1"/>
          <p:nvPr/>
        </p:nvSpPr>
        <p:spPr>
          <a:xfrm>
            <a:off x="2701154" y="3748883"/>
            <a:ext cx="23799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以往：硬件競爭，設備、廠房、制度等</a:t>
            </a:r>
            <a:endParaRPr lang="en-US" altLang="zh-CN" sz="16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在：軟件競爭，企業價值觀、社會責任等</a:t>
            </a:r>
            <a:endParaRPr lang="zh-CN" altLang="en-US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8" name="组合 55">
            <a:extLst>
              <a:ext uri="{FF2B5EF4-FFF2-40B4-BE49-F238E27FC236}">
                <a16:creationId xmlns:a16="http://schemas.microsoft.com/office/drawing/2014/main" id="{486F535A-C043-4336-81B9-856B19A60582}"/>
              </a:ext>
            </a:extLst>
          </p:cNvPr>
          <p:cNvGrpSpPr/>
          <p:nvPr/>
        </p:nvGrpSpPr>
        <p:grpSpPr>
          <a:xfrm>
            <a:off x="3563832" y="3324279"/>
            <a:ext cx="274484" cy="274484"/>
            <a:chOff x="7454147" y="4420103"/>
            <a:chExt cx="417358" cy="417358"/>
          </a:xfrm>
        </p:grpSpPr>
        <p:sp>
          <p:nvSpPr>
            <p:cNvPr id="59" name="椭圆 56">
              <a:extLst>
                <a:ext uri="{FF2B5EF4-FFF2-40B4-BE49-F238E27FC236}">
                  <a16:creationId xmlns:a16="http://schemas.microsoft.com/office/drawing/2014/main" id="{EA5A5DDC-A067-4B77-ADB2-F253688B42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54147" y="4420103"/>
              <a:ext cx="417358" cy="417358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60" name="椭圆 57">
              <a:extLst>
                <a:ext uri="{FF2B5EF4-FFF2-40B4-BE49-F238E27FC236}">
                  <a16:creationId xmlns:a16="http://schemas.microsoft.com/office/drawing/2014/main" id="{60C9C006-E997-4E39-8AA9-8D63AB8FF1E5}"/>
                </a:ext>
              </a:extLst>
            </p:cNvPr>
            <p:cNvSpPr/>
            <p:nvPr/>
          </p:nvSpPr>
          <p:spPr>
            <a:xfrm>
              <a:off x="7542037" y="4509356"/>
              <a:ext cx="241578" cy="241578"/>
            </a:xfrm>
            <a:prstGeom prst="ellipse">
              <a:avLst/>
            </a:prstGeom>
            <a:gradFill flip="none" rotWithShape="1">
              <a:gsLst>
                <a:gs pos="27000">
                  <a:schemeClr val="bg1">
                    <a:lumMod val="85000"/>
                  </a:schemeClr>
                </a:gs>
                <a:gs pos="62000">
                  <a:schemeClr val="bg1"/>
                </a:gs>
              </a:gsLst>
              <a:lin ang="27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12700" dist="254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68" name="组合 58">
            <a:extLst>
              <a:ext uri="{FF2B5EF4-FFF2-40B4-BE49-F238E27FC236}">
                <a16:creationId xmlns:a16="http://schemas.microsoft.com/office/drawing/2014/main" id="{3108EFF1-C69F-4CA6-8D38-8828BBB38432}"/>
              </a:ext>
            </a:extLst>
          </p:cNvPr>
          <p:cNvGrpSpPr/>
          <p:nvPr/>
        </p:nvGrpSpPr>
        <p:grpSpPr>
          <a:xfrm>
            <a:off x="1028260" y="3667626"/>
            <a:ext cx="274484" cy="274484"/>
            <a:chOff x="7454147" y="4420103"/>
            <a:chExt cx="417358" cy="417358"/>
          </a:xfrm>
        </p:grpSpPr>
        <p:sp>
          <p:nvSpPr>
            <p:cNvPr id="70" name="椭圆 59">
              <a:extLst>
                <a:ext uri="{FF2B5EF4-FFF2-40B4-BE49-F238E27FC236}">
                  <a16:creationId xmlns:a16="http://schemas.microsoft.com/office/drawing/2014/main" id="{AF8044FD-8F04-43DE-A962-F174476923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54147" y="4420103"/>
              <a:ext cx="417358" cy="417358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78" name="椭圆 60">
              <a:extLst>
                <a:ext uri="{FF2B5EF4-FFF2-40B4-BE49-F238E27FC236}">
                  <a16:creationId xmlns:a16="http://schemas.microsoft.com/office/drawing/2014/main" id="{30B5D170-5034-4994-8061-E1B01022821B}"/>
                </a:ext>
              </a:extLst>
            </p:cNvPr>
            <p:cNvSpPr/>
            <p:nvPr/>
          </p:nvSpPr>
          <p:spPr>
            <a:xfrm>
              <a:off x="7542037" y="4509356"/>
              <a:ext cx="241578" cy="241578"/>
            </a:xfrm>
            <a:prstGeom prst="ellipse">
              <a:avLst/>
            </a:prstGeom>
            <a:gradFill flip="none" rotWithShape="1">
              <a:gsLst>
                <a:gs pos="27000">
                  <a:schemeClr val="bg1">
                    <a:lumMod val="85000"/>
                  </a:schemeClr>
                </a:gs>
                <a:gs pos="62000">
                  <a:schemeClr val="bg1"/>
                </a:gs>
              </a:gsLst>
              <a:lin ang="27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12700" dist="254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79" name="组合 61">
            <a:extLst>
              <a:ext uri="{FF2B5EF4-FFF2-40B4-BE49-F238E27FC236}">
                <a16:creationId xmlns:a16="http://schemas.microsoft.com/office/drawing/2014/main" id="{0C1A0140-1DA0-462D-AD65-0F759567BD26}"/>
              </a:ext>
            </a:extLst>
          </p:cNvPr>
          <p:cNvGrpSpPr/>
          <p:nvPr/>
        </p:nvGrpSpPr>
        <p:grpSpPr>
          <a:xfrm>
            <a:off x="9440548" y="954860"/>
            <a:ext cx="274484" cy="274484"/>
            <a:chOff x="7454147" y="4420103"/>
            <a:chExt cx="417358" cy="417358"/>
          </a:xfrm>
        </p:grpSpPr>
        <p:sp>
          <p:nvSpPr>
            <p:cNvPr id="80" name="椭圆 62">
              <a:extLst>
                <a:ext uri="{FF2B5EF4-FFF2-40B4-BE49-F238E27FC236}">
                  <a16:creationId xmlns:a16="http://schemas.microsoft.com/office/drawing/2014/main" id="{11877ADE-7CEE-4ED6-B582-F9DD6B34BB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54147" y="4420103"/>
              <a:ext cx="417358" cy="417358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81" name="椭圆 63">
              <a:extLst>
                <a:ext uri="{FF2B5EF4-FFF2-40B4-BE49-F238E27FC236}">
                  <a16:creationId xmlns:a16="http://schemas.microsoft.com/office/drawing/2014/main" id="{E5621F8D-159D-4751-BF78-4BC3B29BEB1E}"/>
                </a:ext>
              </a:extLst>
            </p:cNvPr>
            <p:cNvSpPr/>
            <p:nvPr/>
          </p:nvSpPr>
          <p:spPr>
            <a:xfrm>
              <a:off x="7542037" y="4509356"/>
              <a:ext cx="241578" cy="241578"/>
            </a:xfrm>
            <a:prstGeom prst="ellipse">
              <a:avLst/>
            </a:prstGeom>
            <a:gradFill flip="none" rotWithShape="1">
              <a:gsLst>
                <a:gs pos="27000">
                  <a:schemeClr val="bg1">
                    <a:lumMod val="85000"/>
                  </a:schemeClr>
                </a:gs>
                <a:gs pos="62000">
                  <a:schemeClr val="bg1"/>
                </a:gs>
              </a:gsLst>
              <a:lin ang="27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12700" dist="254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85" name="组合 67">
            <a:extLst>
              <a:ext uri="{FF2B5EF4-FFF2-40B4-BE49-F238E27FC236}">
                <a16:creationId xmlns:a16="http://schemas.microsoft.com/office/drawing/2014/main" id="{0E6C2200-5371-45F2-BBAC-1E3BEB8F837A}"/>
              </a:ext>
            </a:extLst>
          </p:cNvPr>
          <p:cNvGrpSpPr/>
          <p:nvPr/>
        </p:nvGrpSpPr>
        <p:grpSpPr>
          <a:xfrm>
            <a:off x="5903582" y="1982795"/>
            <a:ext cx="273600" cy="273600"/>
            <a:chOff x="6352425" y="3038026"/>
            <a:chExt cx="273600" cy="273600"/>
          </a:xfrm>
          <a:solidFill>
            <a:srgbClr val="DAB96E"/>
          </a:solidFill>
        </p:grpSpPr>
        <p:sp>
          <p:nvSpPr>
            <p:cNvPr id="86" name="泪滴形 68">
              <a:extLst>
                <a:ext uri="{FF2B5EF4-FFF2-40B4-BE49-F238E27FC236}">
                  <a16:creationId xmlns:a16="http://schemas.microsoft.com/office/drawing/2014/main" id="{A5829D73-6202-4E0A-B84D-3936BE225B0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6352425" y="3038026"/>
              <a:ext cx="273600" cy="273600"/>
            </a:xfrm>
            <a:prstGeom prst="teardrop">
              <a:avLst>
                <a:gd name="adj" fmla="val 200000"/>
              </a:avLst>
            </a:prstGeom>
            <a:grpFill/>
            <a:ln>
              <a:solidFill>
                <a:srgbClr val="B49C7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87" name="椭圆 69">
              <a:extLst>
                <a:ext uri="{FF2B5EF4-FFF2-40B4-BE49-F238E27FC236}">
                  <a16:creationId xmlns:a16="http://schemas.microsoft.com/office/drawing/2014/main" id="{906AD8C0-0BF3-427F-A2DC-C4C1C85FD4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11519" y="3089978"/>
              <a:ext cx="158400" cy="158400"/>
            </a:xfrm>
            <a:prstGeom prst="ellipse">
              <a:avLst/>
            </a:prstGeom>
            <a:grpFill/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sp>
        <p:nvSpPr>
          <p:cNvPr id="92" name="文本框 74">
            <a:extLst>
              <a:ext uri="{FF2B5EF4-FFF2-40B4-BE49-F238E27FC236}">
                <a16:creationId xmlns:a16="http://schemas.microsoft.com/office/drawing/2014/main" id="{FC7018BC-1A72-4517-9AC9-AE6EFCA40D71}"/>
              </a:ext>
            </a:extLst>
          </p:cNvPr>
          <p:cNvSpPr txBox="1"/>
          <p:nvPr/>
        </p:nvSpPr>
        <p:spPr>
          <a:xfrm>
            <a:off x="164409" y="4045727"/>
            <a:ext cx="2079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世紀</a:t>
            </a: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年代在歐美國家興起發展；</a:t>
            </a: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世紀</a:t>
            </a: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CSR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理念走進國人的視野，知名品牌</a:t>
            </a: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公司開始做</a:t>
            </a: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CSR</a:t>
            </a:r>
            <a:endParaRPr lang="zh-CN" altLang="en-US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文本框 77">
            <a:extLst>
              <a:ext uri="{FF2B5EF4-FFF2-40B4-BE49-F238E27FC236}">
                <a16:creationId xmlns:a16="http://schemas.microsoft.com/office/drawing/2014/main" id="{C35A7C00-98F7-4B09-B40C-4B92D8004683}"/>
              </a:ext>
            </a:extLst>
          </p:cNvPr>
          <p:cNvSpPr txBox="1"/>
          <p:nvPr/>
        </p:nvSpPr>
        <p:spPr>
          <a:xfrm>
            <a:off x="8555770" y="2158807"/>
            <a:ext cx="21951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很多客戶都有</a:t>
            </a: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CSR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要求；</a:t>
            </a:r>
            <a:endParaRPr lang="en-US" altLang="zh-CN" sz="16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CSR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相關審核逐漸增多；</a:t>
            </a:r>
            <a:endParaRPr lang="en-US" altLang="zh-CN" sz="16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知名客戶將</a:t>
            </a:r>
            <a:r>
              <a:rPr lang="en-US" altLang="zh-CN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CSR</a:t>
            </a: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符合程度作為選擇供應商的前提條件</a:t>
            </a:r>
            <a:endParaRPr lang="zh-CN" altLang="en-US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任意多边形 92">
            <a:extLst>
              <a:ext uri="{FF2B5EF4-FFF2-40B4-BE49-F238E27FC236}">
                <a16:creationId xmlns:a16="http://schemas.microsoft.com/office/drawing/2014/main" id="{9C1F6984-B86C-471F-BB25-8E7D18E2898E}"/>
              </a:ext>
            </a:extLst>
          </p:cNvPr>
          <p:cNvSpPr/>
          <p:nvPr/>
        </p:nvSpPr>
        <p:spPr>
          <a:xfrm>
            <a:off x="2923604" y="2781258"/>
            <a:ext cx="1540931" cy="484002"/>
          </a:xfrm>
          <a:custGeom>
            <a:avLst/>
            <a:gdLst>
              <a:gd name="connsiteX0" fmla="*/ 39829 w 1272540"/>
              <a:gd name="connsiteY0" fmla="*/ 0 h 484002"/>
              <a:gd name="connsiteX1" fmla="*/ 1232711 w 1272540"/>
              <a:gd name="connsiteY1" fmla="*/ 0 h 484002"/>
              <a:gd name="connsiteX2" fmla="*/ 1272540 w 1272540"/>
              <a:gd name="connsiteY2" fmla="*/ 39829 h 484002"/>
              <a:gd name="connsiteX3" fmla="*/ 1272540 w 1272540"/>
              <a:gd name="connsiteY3" fmla="*/ 342007 h 484002"/>
              <a:gd name="connsiteX4" fmla="*/ 1232711 w 1272540"/>
              <a:gd name="connsiteY4" fmla="*/ 381836 h 484002"/>
              <a:gd name="connsiteX5" fmla="*/ 708543 w 1272540"/>
              <a:gd name="connsiteY5" fmla="*/ 381836 h 484002"/>
              <a:gd name="connsiteX6" fmla="*/ 636271 w 1272540"/>
              <a:gd name="connsiteY6" fmla="*/ 484002 h 484002"/>
              <a:gd name="connsiteX7" fmla="*/ 563998 w 1272540"/>
              <a:gd name="connsiteY7" fmla="*/ 381836 h 484002"/>
              <a:gd name="connsiteX8" fmla="*/ 39829 w 1272540"/>
              <a:gd name="connsiteY8" fmla="*/ 381836 h 484002"/>
              <a:gd name="connsiteX9" fmla="*/ 0 w 1272540"/>
              <a:gd name="connsiteY9" fmla="*/ 342007 h 484002"/>
              <a:gd name="connsiteX10" fmla="*/ 0 w 1272540"/>
              <a:gd name="connsiteY10" fmla="*/ 39829 h 484002"/>
              <a:gd name="connsiteX11" fmla="*/ 39829 w 1272540"/>
              <a:gd name="connsiteY11" fmla="*/ 0 h 48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72540" h="484002">
                <a:moveTo>
                  <a:pt x="39829" y="0"/>
                </a:moveTo>
                <a:lnTo>
                  <a:pt x="1232711" y="0"/>
                </a:lnTo>
                <a:cubicBezTo>
                  <a:pt x="1254708" y="0"/>
                  <a:pt x="1272540" y="17832"/>
                  <a:pt x="1272540" y="39829"/>
                </a:cubicBezTo>
                <a:lnTo>
                  <a:pt x="1272540" y="342007"/>
                </a:lnTo>
                <a:cubicBezTo>
                  <a:pt x="1272540" y="364004"/>
                  <a:pt x="1254708" y="381836"/>
                  <a:pt x="1232711" y="381836"/>
                </a:cubicBezTo>
                <a:lnTo>
                  <a:pt x="708543" y="381836"/>
                </a:lnTo>
                <a:lnTo>
                  <a:pt x="636271" y="484002"/>
                </a:lnTo>
                <a:lnTo>
                  <a:pt x="563998" y="381836"/>
                </a:lnTo>
                <a:lnTo>
                  <a:pt x="39829" y="381836"/>
                </a:lnTo>
                <a:cubicBezTo>
                  <a:pt x="17832" y="381836"/>
                  <a:pt x="0" y="364004"/>
                  <a:pt x="0" y="342007"/>
                </a:cubicBezTo>
                <a:lnTo>
                  <a:pt x="0" y="39829"/>
                </a:lnTo>
                <a:cubicBezTo>
                  <a:pt x="0" y="17832"/>
                  <a:pt x="17832" y="0"/>
                  <a:pt x="39829" y="0"/>
                </a:cubicBezTo>
                <a:close/>
              </a:path>
            </a:pathLst>
          </a:custGeom>
          <a:solidFill>
            <a:srgbClr val="DAB96E"/>
          </a:solidFill>
          <a:ln w="19050">
            <a:noFill/>
          </a:ln>
          <a:effectLst>
            <a:outerShdw blurRad="1270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0" name="任意多边形 95">
            <a:extLst>
              <a:ext uri="{FF2B5EF4-FFF2-40B4-BE49-F238E27FC236}">
                <a16:creationId xmlns:a16="http://schemas.microsoft.com/office/drawing/2014/main" id="{1C2866E1-BF82-4A50-9A58-8D2788D9AEF7}"/>
              </a:ext>
            </a:extLst>
          </p:cNvPr>
          <p:cNvSpPr/>
          <p:nvPr/>
        </p:nvSpPr>
        <p:spPr>
          <a:xfrm>
            <a:off x="5293276" y="1412554"/>
            <a:ext cx="1476800" cy="484002"/>
          </a:xfrm>
          <a:custGeom>
            <a:avLst/>
            <a:gdLst>
              <a:gd name="connsiteX0" fmla="*/ 39829 w 1272540"/>
              <a:gd name="connsiteY0" fmla="*/ 0 h 484002"/>
              <a:gd name="connsiteX1" fmla="*/ 1232711 w 1272540"/>
              <a:gd name="connsiteY1" fmla="*/ 0 h 484002"/>
              <a:gd name="connsiteX2" fmla="*/ 1272540 w 1272540"/>
              <a:gd name="connsiteY2" fmla="*/ 39829 h 484002"/>
              <a:gd name="connsiteX3" fmla="*/ 1272540 w 1272540"/>
              <a:gd name="connsiteY3" fmla="*/ 342007 h 484002"/>
              <a:gd name="connsiteX4" fmla="*/ 1232711 w 1272540"/>
              <a:gd name="connsiteY4" fmla="*/ 381836 h 484002"/>
              <a:gd name="connsiteX5" fmla="*/ 708543 w 1272540"/>
              <a:gd name="connsiteY5" fmla="*/ 381836 h 484002"/>
              <a:gd name="connsiteX6" fmla="*/ 636271 w 1272540"/>
              <a:gd name="connsiteY6" fmla="*/ 484002 h 484002"/>
              <a:gd name="connsiteX7" fmla="*/ 563998 w 1272540"/>
              <a:gd name="connsiteY7" fmla="*/ 381836 h 484002"/>
              <a:gd name="connsiteX8" fmla="*/ 39829 w 1272540"/>
              <a:gd name="connsiteY8" fmla="*/ 381836 h 484002"/>
              <a:gd name="connsiteX9" fmla="*/ 0 w 1272540"/>
              <a:gd name="connsiteY9" fmla="*/ 342007 h 484002"/>
              <a:gd name="connsiteX10" fmla="*/ 0 w 1272540"/>
              <a:gd name="connsiteY10" fmla="*/ 39829 h 484002"/>
              <a:gd name="connsiteX11" fmla="*/ 39829 w 1272540"/>
              <a:gd name="connsiteY11" fmla="*/ 0 h 48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72540" h="484002">
                <a:moveTo>
                  <a:pt x="39829" y="0"/>
                </a:moveTo>
                <a:lnTo>
                  <a:pt x="1232711" y="0"/>
                </a:lnTo>
                <a:cubicBezTo>
                  <a:pt x="1254708" y="0"/>
                  <a:pt x="1272540" y="17832"/>
                  <a:pt x="1272540" y="39829"/>
                </a:cubicBezTo>
                <a:lnTo>
                  <a:pt x="1272540" y="342007"/>
                </a:lnTo>
                <a:cubicBezTo>
                  <a:pt x="1272540" y="364004"/>
                  <a:pt x="1254708" y="381836"/>
                  <a:pt x="1232711" y="381836"/>
                </a:cubicBezTo>
                <a:lnTo>
                  <a:pt x="708543" y="381836"/>
                </a:lnTo>
                <a:lnTo>
                  <a:pt x="636271" y="484002"/>
                </a:lnTo>
                <a:lnTo>
                  <a:pt x="563998" y="381836"/>
                </a:lnTo>
                <a:lnTo>
                  <a:pt x="39829" y="381836"/>
                </a:lnTo>
                <a:cubicBezTo>
                  <a:pt x="17832" y="381836"/>
                  <a:pt x="0" y="364004"/>
                  <a:pt x="0" y="342007"/>
                </a:cubicBezTo>
                <a:lnTo>
                  <a:pt x="0" y="39829"/>
                </a:lnTo>
                <a:cubicBezTo>
                  <a:pt x="0" y="17832"/>
                  <a:pt x="17832" y="0"/>
                  <a:pt x="39829" y="0"/>
                </a:cubicBezTo>
                <a:close/>
              </a:path>
            </a:pathLst>
          </a:custGeom>
          <a:solidFill>
            <a:srgbClr val="2F5597"/>
          </a:solidFill>
          <a:ln w="19050">
            <a:noFill/>
          </a:ln>
          <a:effectLst>
            <a:outerShdw blurRad="1270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評估標準轉變</a:t>
            </a:r>
          </a:p>
        </p:txBody>
      </p:sp>
      <p:sp>
        <p:nvSpPr>
          <p:cNvPr id="103" name="任意多边形 98">
            <a:extLst>
              <a:ext uri="{FF2B5EF4-FFF2-40B4-BE49-F238E27FC236}">
                <a16:creationId xmlns:a16="http://schemas.microsoft.com/office/drawing/2014/main" id="{A2511081-8748-4B2E-9B0D-22B5DC378902}"/>
              </a:ext>
            </a:extLst>
          </p:cNvPr>
          <p:cNvSpPr/>
          <p:nvPr/>
        </p:nvSpPr>
        <p:spPr>
          <a:xfrm>
            <a:off x="8861198" y="424243"/>
            <a:ext cx="1433184" cy="484002"/>
          </a:xfrm>
          <a:custGeom>
            <a:avLst/>
            <a:gdLst>
              <a:gd name="connsiteX0" fmla="*/ 39829 w 1272540"/>
              <a:gd name="connsiteY0" fmla="*/ 0 h 484002"/>
              <a:gd name="connsiteX1" fmla="*/ 1232711 w 1272540"/>
              <a:gd name="connsiteY1" fmla="*/ 0 h 484002"/>
              <a:gd name="connsiteX2" fmla="*/ 1272540 w 1272540"/>
              <a:gd name="connsiteY2" fmla="*/ 39829 h 484002"/>
              <a:gd name="connsiteX3" fmla="*/ 1272540 w 1272540"/>
              <a:gd name="connsiteY3" fmla="*/ 342007 h 484002"/>
              <a:gd name="connsiteX4" fmla="*/ 1232711 w 1272540"/>
              <a:gd name="connsiteY4" fmla="*/ 381836 h 484002"/>
              <a:gd name="connsiteX5" fmla="*/ 708543 w 1272540"/>
              <a:gd name="connsiteY5" fmla="*/ 381836 h 484002"/>
              <a:gd name="connsiteX6" fmla="*/ 636271 w 1272540"/>
              <a:gd name="connsiteY6" fmla="*/ 484002 h 484002"/>
              <a:gd name="connsiteX7" fmla="*/ 563998 w 1272540"/>
              <a:gd name="connsiteY7" fmla="*/ 381836 h 484002"/>
              <a:gd name="connsiteX8" fmla="*/ 39829 w 1272540"/>
              <a:gd name="connsiteY8" fmla="*/ 381836 h 484002"/>
              <a:gd name="connsiteX9" fmla="*/ 0 w 1272540"/>
              <a:gd name="connsiteY9" fmla="*/ 342007 h 484002"/>
              <a:gd name="connsiteX10" fmla="*/ 0 w 1272540"/>
              <a:gd name="connsiteY10" fmla="*/ 39829 h 484002"/>
              <a:gd name="connsiteX11" fmla="*/ 39829 w 1272540"/>
              <a:gd name="connsiteY11" fmla="*/ 0 h 48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72540" h="484002">
                <a:moveTo>
                  <a:pt x="39829" y="0"/>
                </a:moveTo>
                <a:lnTo>
                  <a:pt x="1232711" y="0"/>
                </a:lnTo>
                <a:cubicBezTo>
                  <a:pt x="1254708" y="0"/>
                  <a:pt x="1272540" y="17832"/>
                  <a:pt x="1272540" y="39829"/>
                </a:cubicBezTo>
                <a:lnTo>
                  <a:pt x="1272540" y="342007"/>
                </a:lnTo>
                <a:cubicBezTo>
                  <a:pt x="1272540" y="364004"/>
                  <a:pt x="1254708" y="381836"/>
                  <a:pt x="1232711" y="381836"/>
                </a:cubicBezTo>
                <a:lnTo>
                  <a:pt x="708543" y="381836"/>
                </a:lnTo>
                <a:lnTo>
                  <a:pt x="636271" y="484002"/>
                </a:lnTo>
                <a:lnTo>
                  <a:pt x="563998" y="381836"/>
                </a:lnTo>
                <a:lnTo>
                  <a:pt x="39829" y="381836"/>
                </a:lnTo>
                <a:cubicBezTo>
                  <a:pt x="17832" y="381836"/>
                  <a:pt x="0" y="364004"/>
                  <a:pt x="0" y="342007"/>
                </a:cubicBezTo>
                <a:lnTo>
                  <a:pt x="0" y="39829"/>
                </a:lnTo>
                <a:cubicBezTo>
                  <a:pt x="0" y="17832"/>
                  <a:pt x="17832" y="0"/>
                  <a:pt x="39829" y="0"/>
                </a:cubicBezTo>
                <a:close/>
              </a:path>
            </a:pathLst>
          </a:custGeom>
          <a:solidFill>
            <a:srgbClr val="DAB96E"/>
          </a:solidFill>
          <a:ln w="19050">
            <a:noFill/>
          </a:ln>
          <a:effectLst>
            <a:outerShdw blurRad="1270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文本框 54">
            <a:extLst>
              <a:ext uri="{FF2B5EF4-FFF2-40B4-BE49-F238E27FC236}">
                <a16:creationId xmlns:a16="http://schemas.microsoft.com/office/drawing/2014/main" id="{7BC1DBDE-1B1A-45E2-BBC2-816126C05D40}"/>
              </a:ext>
            </a:extLst>
          </p:cNvPr>
          <p:cNvSpPr txBox="1"/>
          <p:nvPr/>
        </p:nvSpPr>
        <p:spPr>
          <a:xfrm>
            <a:off x="5351550" y="3107874"/>
            <a:ext cx="19945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對企業的評價不僅限於經濟發展，更多的關注企業承擔的社會責任</a:t>
            </a:r>
            <a:endParaRPr lang="zh-CN" altLang="en-US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6" y="4899458"/>
            <a:ext cx="12181604" cy="193063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007427" y="2793197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核心競爭轉變</a:t>
            </a:r>
          </a:p>
        </p:txBody>
      </p:sp>
      <p:sp>
        <p:nvSpPr>
          <p:cNvPr id="3" name="矩形 2"/>
          <p:cNvSpPr/>
          <p:nvPr/>
        </p:nvSpPr>
        <p:spPr>
          <a:xfrm>
            <a:off x="8872976" y="465100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客戶競爭對手</a:t>
            </a:r>
          </a:p>
        </p:txBody>
      </p:sp>
    </p:spTree>
    <p:extLst>
      <p:ext uri="{BB962C8B-B14F-4D97-AF65-F5344CB8AC3E}">
        <p14:creationId xmlns:p14="http://schemas.microsoft.com/office/powerpoint/2010/main" val="187410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19">
            <a:extLst>
              <a:ext uri="{FF2B5EF4-FFF2-40B4-BE49-F238E27FC236}">
                <a16:creationId xmlns:a16="http://schemas.microsoft.com/office/drawing/2014/main" id="{DEBB280D-634F-499F-9757-6E59721FF1DD}"/>
              </a:ext>
            </a:extLst>
          </p:cNvPr>
          <p:cNvGrpSpPr/>
          <p:nvPr/>
        </p:nvGrpSpPr>
        <p:grpSpPr>
          <a:xfrm>
            <a:off x="305463" y="282637"/>
            <a:ext cx="2289409" cy="597190"/>
            <a:chOff x="1388404" y="394663"/>
            <a:chExt cx="2289409" cy="597190"/>
          </a:xfrm>
        </p:grpSpPr>
        <p:sp>
          <p:nvSpPr>
            <p:cNvPr id="28" name="文本框 20">
              <a:extLst>
                <a:ext uri="{FF2B5EF4-FFF2-40B4-BE49-F238E27FC236}">
                  <a16:creationId xmlns:a16="http://schemas.microsoft.com/office/drawing/2014/main" id="{3A756062-2980-43D3-87BE-7A8757EBB9AF}"/>
                </a:ext>
              </a:extLst>
            </p:cNvPr>
            <p:cNvSpPr txBox="1"/>
            <p:nvPr/>
          </p:nvSpPr>
          <p:spPr>
            <a:xfrm>
              <a:off x="1388404" y="394663"/>
              <a:ext cx="22894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R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8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OPPOSans M" panose="00020600040101010101" pitchFamily="18" charset="-122"/>
                </a:rPr>
                <a:t>1.3 CSR </a:t>
              </a:r>
              <a:r>
                <a:rPr lang="zh-CN" altLang="en-US" sz="28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OPPOSans M" panose="00020600040101010101" pitchFamily="18" charset="-122"/>
                </a:rPr>
                <a:t>標準</a:t>
              </a:r>
            </a:p>
          </p:txBody>
        </p:sp>
        <p:sp>
          <p:nvSpPr>
            <p:cNvPr id="29" name="平行四边形 21">
              <a:extLst>
                <a:ext uri="{FF2B5EF4-FFF2-40B4-BE49-F238E27FC236}">
                  <a16:creationId xmlns:a16="http://schemas.microsoft.com/office/drawing/2014/main" id="{9A6B6E0C-F055-4CFD-A161-8DD11F714656}"/>
                </a:ext>
              </a:extLst>
            </p:cNvPr>
            <p:cNvSpPr/>
            <p:nvPr/>
          </p:nvSpPr>
          <p:spPr>
            <a:xfrm>
              <a:off x="1416276" y="931014"/>
              <a:ext cx="2012089" cy="60839"/>
            </a:xfrm>
            <a:prstGeom prst="parallelogram">
              <a:avLst>
                <a:gd name="adj" fmla="val 17058"/>
              </a:avLst>
            </a:prstGeom>
            <a:gradFill>
              <a:gsLst>
                <a:gs pos="0">
                  <a:srgbClr val="C1AB85"/>
                </a:gs>
                <a:gs pos="100000">
                  <a:srgbClr val="F6EACC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558800" dist="1778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4" name="圖片 3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36" y="949642"/>
            <a:ext cx="5205028" cy="473211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161205" y="0"/>
            <a:ext cx="6057900" cy="687028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群組 2"/>
          <p:cNvGrpSpPr/>
          <p:nvPr/>
        </p:nvGrpSpPr>
        <p:grpSpPr>
          <a:xfrm>
            <a:off x="7026533" y="1472093"/>
            <a:ext cx="4094063" cy="4045172"/>
            <a:chOff x="6624737" y="882428"/>
            <a:chExt cx="4702626" cy="4384694"/>
          </a:xfrm>
        </p:grpSpPr>
        <p:sp>
          <p:nvSpPr>
            <p:cNvPr id="150" name="MH_Other_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589591" y="1957867"/>
              <a:ext cx="2752183" cy="2752184"/>
            </a:xfrm>
            <a:custGeom>
              <a:avLst/>
              <a:gdLst>
                <a:gd name="T0" fmla="*/ 556 w 1252"/>
                <a:gd name="T1" fmla="*/ 1248 h 1252"/>
                <a:gd name="T2" fmla="*/ 375 w 1252"/>
                <a:gd name="T3" fmla="*/ 1200 h 1252"/>
                <a:gd name="T4" fmla="*/ 255 w 1252"/>
                <a:gd name="T5" fmla="*/ 1130 h 1252"/>
                <a:gd name="T6" fmla="*/ 122 w 1252"/>
                <a:gd name="T7" fmla="*/ 998 h 1252"/>
                <a:gd name="T8" fmla="*/ 52 w 1252"/>
                <a:gd name="T9" fmla="*/ 877 h 1252"/>
                <a:gd name="T10" fmla="*/ 4 w 1252"/>
                <a:gd name="T11" fmla="*/ 696 h 1252"/>
                <a:gd name="T12" fmla="*/ 4 w 1252"/>
                <a:gd name="T13" fmla="*/ 560 h 1252"/>
                <a:gd name="T14" fmla="*/ 137 w 1252"/>
                <a:gd name="T15" fmla="*/ 458 h 1252"/>
                <a:gd name="T16" fmla="*/ 120 w 1252"/>
                <a:gd name="T17" fmla="*/ 257 h 1252"/>
                <a:gd name="T18" fmla="*/ 287 w 1252"/>
                <a:gd name="T19" fmla="*/ 236 h 1252"/>
                <a:gd name="T20" fmla="*/ 372 w 1252"/>
                <a:gd name="T21" fmla="*/ 54 h 1252"/>
                <a:gd name="T22" fmla="*/ 528 w 1252"/>
                <a:gd name="T23" fmla="*/ 119 h 1252"/>
                <a:gd name="T24" fmla="*/ 626 w 1252"/>
                <a:gd name="T25" fmla="*/ 0 h 1252"/>
                <a:gd name="T26" fmla="*/ 724 w 1252"/>
                <a:gd name="T27" fmla="*/ 119 h 1252"/>
                <a:gd name="T28" fmla="*/ 879 w 1252"/>
                <a:gd name="T29" fmla="*/ 54 h 1252"/>
                <a:gd name="T30" fmla="*/ 965 w 1252"/>
                <a:gd name="T31" fmla="*/ 236 h 1252"/>
                <a:gd name="T32" fmla="*/ 1132 w 1252"/>
                <a:gd name="T33" fmla="*/ 257 h 1252"/>
                <a:gd name="T34" fmla="*/ 1115 w 1252"/>
                <a:gd name="T35" fmla="*/ 458 h 1252"/>
                <a:gd name="T36" fmla="*/ 1248 w 1252"/>
                <a:gd name="T37" fmla="*/ 560 h 1252"/>
                <a:gd name="T38" fmla="*/ 1248 w 1252"/>
                <a:gd name="T39" fmla="*/ 696 h 1252"/>
                <a:gd name="T40" fmla="*/ 1200 w 1252"/>
                <a:gd name="T41" fmla="*/ 877 h 1252"/>
                <a:gd name="T42" fmla="*/ 1130 w 1252"/>
                <a:gd name="T43" fmla="*/ 998 h 1252"/>
                <a:gd name="T44" fmla="*/ 997 w 1252"/>
                <a:gd name="T45" fmla="*/ 1130 h 1252"/>
                <a:gd name="T46" fmla="*/ 877 w 1252"/>
                <a:gd name="T47" fmla="*/ 1200 h 1252"/>
                <a:gd name="T48" fmla="*/ 696 w 1252"/>
                <a:gd name="T49" fmla="*/ 1248 h 1252"/>
                <a:gd name="T50" fmla="*/ 563 w 1252"/>
                <a:gd name="T51" fmla="*/ 1241 h 1252"/>
                <a:gd name="T52" fmla="*/ 717 w 1252"/>
                <a:gd name="T53" fmla="*/ 1126 h 1252"/>
                <a:gd name="T54" fmla="*/ 797 w 1252"/>
                <a:gd name="T55" fmla="*/ 1105 h 1252"/>
                <a:gd name="T56" fmla="*/ 955 w 1252"/>
                <a:gd name="T57" fmla="*/ 1014 h 1252"/>
                <a:gd name="T58" fmla="*/ 1013 w 1252"/>
                <a:gd name="T59" fmla="*/ 955 h 1252"/>
                <a:gd name="T60" fmla="*/ 1105 w 1252"/>
                <a:gd name="T61" fmla="*/ 797 h 1252"/>
                <a:gd name="T62" fmla="*/ 1126 w 1252"/>
                <a:gd name="T63" fmla="*/ 718 h 1252"/>
                <a:gd name="T64" fmla="*/ 1240 w 1252"/>
                <a:gd name="T65" fmla="*/ 563 h 1252"/>
                <a:gd name="T66" fmla="*/ 1106 w 1252"/>
                <a:gd name="T67" fmla="*/ 458 h 1252"/>
                <a:gd name="T68" fmla="*/ 1127 w 1252"/>
                <a:gd name="T69" fmla="*/ 265 h 1252"/>
                <a:gd name="T70" fmla="*/ 957 w 1252"/>
                <a:gd name="T71" fmla="*/ 241 h 1252"/>
                <a:gd name="T72" fmla="*/ 879 w 1252"/>
                <a:gd name="T73" fmla="*/ 63 h 1252"/>
                <a:gd name="T74" fmla="*/ 720 w 1252"/>
                <a:gd name="T75" fmla="*/ 127 h 1252"/>
                <a:gd name="T76" fmla="*/ 626 w 1252"/>
                <a:gd name="T77" fmla="*/ 9 h 1252"/>
                <a:gd name="T78" fmla="*/ 532 w 1252"/>
                <a:gd name="T79" fmla="*/ 127 h 1252"/>
                <a:gd name="T80" fmla="*/ 373 w 1252"/>
                <a:gd name="T81" fmla="*/ 63 h 1252"/>
                <a:gd name="T82" fmla="*/ 295 w 1252"/>
                <a:gd name="T83" fmla="*/ 241 h 1252"/>
                <a:gd name="T84" fmla="*/ 125 w 1252"/>
                <a:gd name="T85" fmla="*/ 265 h 1252"/>
                <a:gd name="T86" fmla="*/ 146 w 1252"/>
                <a:gd name="T87" fmla="*/ 458 h 1252"/>
                <a:gd name="T88" fmla="*/ 12 w 1252"/>
                <a:gd name="T89" fmla="*/ 563 h 1252"/>
                <a:gd name="T90" fmla="*/ 126 w 1252"/>
                <a:gd name="T91" fmla="*/ 718 h 1252"/>
                <a:gd name="T92" fmla="*/ 147 w 1252"/>
                <a:gd name="T93" fmla="*/ 797 h 1252"/>
                <a:gd name="T94" fmla="*/ 239 w 1252"/>
                <a:gd name="T95" fmla="*/ 955 h 1252"/>
                <a:gd name="T96" fmla="*/ 297 w 1252"/>
                <a:gd name="T97" fmla="*/ 1014 h 1252"/>
                <a:gd name="T98" fmla="*/ 455 w 1252"/>
                <a:gd name="T99" fmla="*/ 1105 h 1252"/>
                <a:gd name="T100" fmla="*/ 535 w 1252"/>
                <a:gd name="T101" fmla="*/ 1126 h 1252"/>
                <a:gd name="T102" fmla="*/ 288 w 1252"/>
                <a:gd name="T103" fmla="*/ 964 h 1252"/>
                <a:gd name="T104" fmla="*/ 626 w 1252"/>
                <a:gd name="T105" fmla="*/ 148 h 1252"/>
                <a:gd name="T106" fmla="*/ 964 w 1252"/>
                <a:gd name="T107" fmla="*/ 964 h 1252"/>
                <a:gd name="T108" fmla="*/ 157 w 1252"/>
                <a:gd name="T109" fmla="*/ 626 h 1252"/>
                <a:gd name="T110" fmla="*/ 626 w 1252"/>
                <a:gd name="T111" fmla="*/ 157 h 1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52" h="1252">
                  <a:moveTo>
                    <a:pt x="626" y="1252"/>
                  </a:moveTo>
                  <a:cubicBezTo>
                    <a:pt x="604" y="1252"/>
                    <a:pt x="581" y="1251"/>
                    <a:pt x="559" y="1249"/>
                  </a:cubicBezTo>
                  <a:cubicBezTo>
                    <a:pt x="556" y="1248"/>
                    <a:pt x="556" y="1248"/>
                    <a:pt x="556" y="1248"/>
                  </a:cubicBezTo>
                  <a:cubicBezTo>
                    <a:pt x="528" y="1134"/>
                    <a:pt x="528" y="1134"/>
                    <a:pt x="528" y="1134"/>
                  </a:cubicBezTo>
                  <a:cubicBezTo>
                    <a:pt x="504" y="1129"/>
                    <a:pt x="480" y="1123"/>
                    <a:pt x="458" y="1115"/>
                  </a:cubicBezTo>
                  <a:cubicBezTo>
                    <a:pt x="375" y="1200"/>
                    <a:pt x="375" y="1200"/>
                    <a:pt x="375" y="1200"/>
                  </a:cubicBezTo>
                  <a:cubicBezTo>
                    <a:pt x="372" y="1199"/>
                    <a:pt x="372" y="1199"/>
                    <a:pt x="372" y="1199"/>
                  </a:cubicBezTo>
                  <a:cubicBezTo>
                    <a:pt x="332" y="1181"/>
                    <a:pt x="293" y="1158"/>
                    <a:pt x="257" y="1132"/>
                  </a:cubicBezTo>
                  <a:cubicBezTo>
                    <a:pt x="255" y="1130"/>
                    <a:pt x="255" y="1130"/>
                    <a:pt x="255" y="1130"/>
                  </a:cubicBezTo>
                  <a:cubicBezTo>
                    <a:pt x="287" y="1016"/>
                    <a:pt x="287" y="1016"/>
                    <a:pt x="287" y="1016"/>
                  </a:cubicBezTo>
                  <a:cubicBezTo>
                    <a:pt x="269" y="1001"/>
                    <a:pt x="252" y="983"/>
                    <a:pt x="236" y="965"/>
                  </a:cubicBezTo>
                  <a:cubicBezTo>
                    <a:pt x="122" y="998"/>
                    <a:pt x="122" y="998"/>
                    <a:pt x="122" y="998"/>
                  </a:cubicBezTo>
                  <a:cubicBezTo>
                    <a:pt x="120" y="995"/>
                    <a:pt x="120" y="995"/>
                    <a:pt x="120" y="995"/>
                  </a:cubicBezTo>
                  <a:cubicBezTo>
                    <a:pt x="94" y="959"/>
                    <a:pt x="72" y="921"/>
                    <a:pt x="54" y="880"/>
                  </a:cubicBezTo>
                  <a:cubicBezTo>
                    <a:pt x="52" y="877"/>
                    <a:pt x="52" y="877"/>
                    <a:pt x="52" y="877"/>
                  </a:cubicBezTo>
                  <a:cubicBezTo>
                    <a:pt x="137" y="795"/>
                    <a:pt x="137" y="795"/>
                    <a:pt x="137" y="795"/>
                  </a:cubicBezTo>
                  <a:cubicBezTo>
                    <a:pt x="130" y="772"/>
                    <a:pt x="123" y="748"/>
                    <a:pt x="119" y="725"/>
                  </a:cubicBezTo>
                  <a:cubicBezTo>
                    <a:pt x="4" y="696"/>
                    <a:pt x="4" y="696"/>
                    <a:pt x="4" y="696"/>
                  </a:cubicBezTo>
                  <a:cubicBezTo>
                    <a:pt x="4" y="693"/>
                    <a:pt x="4" y="693"/>
                    <a:pt x="4" y="693"/>
                  </a:cubicBezTo>
                  <a:cubicBezTo>
                    <a:pt x="1" y="671"/>
                    <a:pt x="0" y="648"/>
                    <a:pt x="0" y="626"/>
                  </a:cubicBezTo>
                  <a:cubicBezTo>
                    <a:pt x="0" y="604"/>
                    <a:pt x="1" y="582"/>
                    <a:pt x="4" y="560"/>
                  </a:cubicBezTo>
                  <a:cubicBezTo>
                    <a:pt x="4" y="557"/>
                    <a:pt x="4" y="557"/>
                    <a:pt x="4" y="557"/>
                  </a:cubicBezTo>
                  <a:cubicBezTo>
                    <a:pt x="119" y="528"/>
                    <a:pt x="119" y="528"/>
                    <a:pt x="119" y="528"/>
                  </a:cubicBezTo>
                  <a:cubicBezTo>
                    <a:pt x="123" y="504"/>
                    <a:pt x="130" y="481"/>
                    <a:pt x="137" y="458"/>
                  </a:cubicBezTo>
                  <a:cubicBezTo>
                    <a:pt x="52" y="376"/>
                    <a:pt x="52" y="376"/>
                    <a:pt x="52" y="376"/>
                  </a:cubicBezTo>
                  <a:cubicBezTo>
                    <a:pt x="54" y="373"/>
                    <a:pt x="54" y="373"/>
                    <a:pt x="54" y="373"/>
                  </a:cubicBezTo>
                  <a:cubicBezTo>
                    <a:pt x="72" y="332"/>
                    <a:pt x="94" y="293"/>
                    <a:pt x="120" y="257"/>
                  </a:cubicBezTo>
                  <a:cubicBezTo>
                    <a:pt x="122" y="255"/>
                    <a:pt x="122" y="255"/>
                    <a:pt x="122" y="255"/>
                  </a:cubicBezTo>
                  <a:cubicBezTo>
                    <a:pt x="236" y="287"/>
                    <a:pt x="236" y="287"/>
                    <a:pt x="236" y="287"/>
                  </a:cubicBezTo>
                  <a:cubicBezTo>
                    <a:pt x="252" y="269"/>
                    <a:pt x="269" y="252"/>
                    <a:pt x="287" y="236"/>
                  </a:cubicBezTo>
                  <a:cubicBezTo>
                    <a:pt x="255" y="122"/>
                    <a:pt x="255" y="122"/>
                    <a:pt x="255" y="122"/>
                  </a:cubicBezTo>
                  <a:cubicBezTo>
                    <a:pt x="257" y="121"/>
                    <a:pt x="257" y="121"/>
                    <a:pt x="257" y="121"/>
                  </a:cubicBezTo>
                  <a:cubicBezTo>
                    <a:pt x="293" y="94"/>
                    <a:pt x="332" y="72"/>
                    <a:pt x="372" y="54"/>
                  </a:cubicBezTo>
                  <a:cubicBezTo>
                    <a:pt x="375" y="53"/>
                    <a:pt x="375" y="53"/>
                    <a:pt x="375" y="53"/>
                  </a:cubicBezTo>
                  <a:cubicBezTo>
                    <a:pt x="458" y="138"/>
                    <a:pt x="458" y="138"/>
                    <a:pt x="458" y="138"/>
                  </a:cubicBezTo>
                  <a:cubicBezTo>
                    <a:pt x="480" y="130"/>
                    <a:pt x="504" y="123"/>
                    <a:pt x="528" y="119"/>
                  </a:cubicBezTo>
                  <a:cubicBezTo>
                    <a:pt x="556" y="4"/>
                    <a:pt x="556" y="4"/>
                    <a:pt x="556" y="4"/>
                  </a:cubicBezTo>
                  <a:cubicBezTo>
                    <a:pt x="559" y="4"/>
                    <a:pt x="559" y="4"/>
                    <a:pt x="559" y="4"/>
                  </a:cubicBezTo>
                  <a:cubicBezTo>
                    <a:pt x="581" y="2"/>
                    <a:pt x="604" y="0"/>
                    <a:pt x="626" y="0"/>
                  </a:cubicBezTo>
                  <a:cubicBezTo>
                    <a:pt x="648" y="0"/>
                    <a:pt x="671" y="2"/>
                    <a:pt x="693" y="4"/>
                  </a:cubicBezTo>
                  <a:cubicBezTo>
                    <a:pt x="696" y="4"/>
                    <a:pt x="696" y="4"/>
                    <a:pt x="696" y="4"/>
                  </a:cubicBezTo>
                  <a:cubicBezTo>
                    <a:pt x="724" y="119"/>
                    <a:pt x="724" y="119"/>
                    <a:pt x="724" y="119"/>
                  </a:cubicBezTo>
                  <a:cubicBezTo>
                    <a:pt x="748" y="123"/>
                    <a:pt x="772" y="130"/>
                    <a:pt x="794" y="138"/>
                  </a:cubicBezTo>
                  <a:cubicBezTo>
                    <a:pt x="877" y="53"/>
                    <a:pt x="877" y="53"/>
                    <a:pt x="877" y="53"/>
                  </a:cubicBezTo>
                  <a:cubicBezTo>
                    <a:pt x="879" y="54"/>
                    <a:pt x="879" y="54"/>
                    <a:pt x="879" y="54"/>
                  </a:cubicBezTo>
                  <a:cubicBezTo>
                    <a:pt x="920" y="72"/>
                    <a:pt x="959" y="94"/>
                    <a:pt x="995" y="121"/>
                  </a:cubicBezTo>
                  <a:cubicBezTo>
                    <a:pt x="997" y="122"/>
                    <a:pt x="997" y="122"/>
                    <a:pt x="997" y="122"/>
                  </a:cubicBezTo>
                  <a:cubicBezTo>
                    <a:pt x="965" y="236"/>
                    <a:pt x="965" y="236"/>
                    <a:pt x="965" y="236"/>
                  </a:cubicBezTo>
                  <a:cubicBezTo>
                    <a:pt x="983" y="252"/>
                    <a:pt x="1000" y="269"/>
                    <a:pt x="1016" y="287"/>
                  </a:cubicBezTo>
                  <a:cubicBezTo>
                    <a:pt x="1130" y="255"/>
                    <a:pt x="1130" y="255"/>
                    <a:pt x="1130" y="255"/>
                  </a:cubicBezTo>
                  <a:cubicBezTo>
                    <a:pt x="1132" y="257"/>
                    <a:pt x="1132" y="257"/>
                    <a:pt x="1132" y="257"/>
                  </a:cubicBezTo>
                  <a:cubicBezTo>
                    <a:pt x="1158" y="293"/>
                    <a:pt x="1180" y="332"/>
                    <a:pt x="1198" y="373"/>
                  </a:cubicBezTo>
                  <a:cubicBezTo>
                    <a:pt x="1200" y="376"/>
                    <a:pt x="1200" y="376"/>
                    <a:pt x="1200" y="376"/>
                  </a:cubicBezTo>
                  <a:cubicBezTo>
                    <a:pt x="1115" y="458"/>
                    <a:pt x="1115" y="458"/>
                    <a:pt x="1115" y="458"/>
                  </a:cubicBezTo>
                  <a:cubicBezTo>
                    <a:pt x="1123" y="481"/>
                    <a:pt x="1129" y="504"/>
                    <a:pt x="1133" y="528"/>
                  </a:cubicBezTo>
                  <a:cubicBezTo>
                    <a:pt x="1248" y="557"/>
                    <a:pt x="1248" y="557"/>
                    <a:pt x="1248" y="557"/>
                  </a:cubicBezTo>
                  <a:cubicBezTo>
                    <a:pt x="1248" y="560"/>
                    <a:pt x="1248" y="560"/>
                    <a:pt x="1248" y="560"/>
                  </a:cubicBezTo>
                  <a:cubicBezTo>
                    <a:pt x="1251" y="582"/>
                    <a:pt x="1252" y="604"/>
                    <a:pt x="1252" y="626"/>
                  </a:cubicBezTo>
                  <a:cubicBezTo>
                    <a:pt x="1252" y="649"/>
                    <a:pt x="1251" y="671"/>
                    <a:pt x="1248" y="693"/>
                  </a:cubicBezTo>
                  <a:cubicBezTo>
                    <a:pt x="1248" y="696"/>
                    <a:pt x="1248" y="696"/>
                    <a:pt x="1248" y="696"/>
                  </a:cubicBezTo>
                  <a:cubicBezTo>
                    <a:pt x="1133" y="725"/>
                    <a:pt x="1133" y="725"/>
                    <a:pt x="1133" y="725"/>
                  </a:cubicBezTo>
                  <a:cubicBezTo>
                    <a:pt x="1129" y="748"/>
                    <a:pt x="1122" y="772"/>
                    <a:pt x="1115" y="795"/>
                  </a:cubicBezTo>
                  <a:cubicBezTo>
                    <a:pt x="1200" y="877"/>
                    <a:pt x="1200" y="877"/>
                    <a:pt x="1200" y="877"/>
                  </a:cubicBezTo>
                  <a:cubicBezTo>
                    <a:pt x="1198" y="880"/>
                    <a:pt x="1198" y="880"/>
                    <a:pt x="1198" y="880"/>
                  </a:cubicBezTo>
                  <a:cubicBezTo>
                    <a:pt x="1180" y="920"/>
                    <a:pt x="1158" y="959"/>
                    <a:pt x="1132" y="995"/>
                  </a:cubicBezTo>
                  <a:cubicBezTo>
                    <a:pt x="1130" y="998"/>
                    <a:pt x="1130" y="998"/>
                    <a:pt x="1130" y="998"/>
                  </a:cubicBezTo>
                  <a:cubicBezTo>
                    <a:pt x="1016" y="965"/>
                    <a:pt x="1016" y="965"/>
                    <a:pt x="1016" y="965"/>
                  </a:cubicBezTo>
                  <a:cubicBezTo>
                    <a:pt x="1000" y="983"/>
                    <a:pt x="983" y="1001"/>
                    <a:pt x="965" y="1016"/>
                  </a:cubicBezTo>
                  <a:cubicBezTo>
                    <a:pt x="997" y="1130"/>
                    <a:pt x="997" y="1130"/>
                    <a:pt x="997" y="1130"/>
                  </a:cubicBezTo>
                  <a:cubicBezTo>
                    <a:pt x="995" y="1132"/>
                    <a:pt x="995" y="1132"/>
                    <a:pt x="995" y="1132"/>
                  </a:cubicBezTo>
                  <a:cubicBezTo>
                    <a:pt x="959" y="1158"/>
                    <a:pt x="920" y="1181"/>
                    <a:pt x="879" y="1199"/>
                  </a:cubicBezTo>
                  <a:cubicBezTo>
                    <a:pt x="877" y="1200"/>
                    <a:pt x="877" y="1200"/>
                    <a:pt x="877" y="1200"/>
                  </a:cubicBezTo>
                  <a:cubicBezTo>
                    <a:pt x="794" y="1115"/>
                    <a:pt x="794" y="1115"/>
                    <a:pt x="794" y="1115"/>
                  </a:cubicBezTo>
                  <a:cubicBezTo>
                    <a:pt x="772" y="1123"/>
                    <a:pt x="748" y="1129"/>
                    <a:pt x="724" y="1134"/>
                  </a:cubicBezTo>
                  <a:cubicBezTo>
                    <a:pt x="696" y="1248"/>
                    <a:pt x="696" y="1248"/>
                    <a:pt x="696" y="1248"/>
                  </a:cubicBezTo>
                  <a:cubicBezTo>
                    <a:pt x="693" y="1249"/>
                    <a:pt x="693" y="1249"/>
                    <a:pt x="693" y="1249"/>
                  </a:cubicBezTo>
                  <a:cubicBezTo>
                    <a:pt x="671" y="1251"/>
                    <a:pt x="648" y="1252"/>
                    <a:pt x="626" y="1252"/>
                  </a:cubicBezTo>
                  <a:close/>
                  <a:moveTo>
                    <a:pt x="563" y="1241"/>
                  </a:moveTo>
                  <a:cubicBezTo>
                    <a:pt x="584" y="1243"/>
                    <a:pt x="605" y="1244"/>
                    <a:pt x="626" y="1244"/>
                  </a:cubicBezTo>
                  <a:cubicBezTo>
                    <a:pt x="647" y="1244"/>
                    <a:pt x="668" y="1243"/>
                    <a:pt x="689" y="1241"/>
                  </a:cubicBezTo>
                  <a:cubicBezTo>
                    <a:pt x="717" y="1126"/>
                    <a:pt x="717" y="1126"/>
                    <a:pt x="717" y="1126"/>
                  </a:cubicBezTo>
                  <a:cubicBezTo>
                    <a:pt x="720" y="1126"/>
                    <a:pt x="720" y="1126"/>
                    <a:pt x="720" y="1126"/>
                  </a:cubicBezTo>
                  <a:cubicBezTo>
                    <a:pt x="745" y="1121"/>
                    <a:pt x="770" y="1114"/>
                    <a:pt x="794" y="1106"/>
                  </a:cubicBezTo>
                  <a:cubicBezTo>
                    <a:pt x="797" y="1105"/>
                    <a:pt x="797" y="1105"/>
                    <a:pt x="797" y="1105"/>
                  </a:cubicBezTo>
                  <a:cubicBezTo>
                    <a:pt x="879" y="1190"/>
                    <a:pt x="879" y="1190"/>
                    <a:pt x="879" y="1190"/>
                  </a:cubicBezTo>
                  <a:cubicBezTo>
                    <a:pt x="917" y="1173"/>
                    <a:pt x="953" y="1151"/>
                    <a:pt x="988" y="1127"/>
                  </a:cubicBezTo>
                  <a:cubicBezTo>
                    <a:pt x="955" y="1014"/>
                    <a:pt x="955" y="1014"/>
                    <a:pt x="955" y="1014"/>
                  </a:cubicBezTo>
                  <a:cubicBezTo>
                    <a:pt x="957" y="1012"/>
                    <a:pt x="957" y="1012"/>
                    <a:pt x="957" y="1012"/>
                  </a:cubicBezTo>
                  <a:cubicBezTo>
                    <a:pt x="977" y="995"/>
                    <a:pt x="995" y="977"/>
                    <a:pt x="1011" y="958"/>
                  </a:cubicBezTo>
                  <a:cubicBezTo>
                    <a:pt x="1013" y="955"/>
                    <a:pt x="1013" y="955"/>
                    <a:pt x="1013" y="955"/>
                  </a:cubicBezTo>
                  <a:cubicBezTo>
                    <a:pt x="1127" y="988"/>
                    <a:pt x="1127" y="988"/>
                    <a:pt x="1127" y="988"/>
                  </a:cubicBezTo>
                  <a:cubicBezTo>
                    <a:pt x="1151" y="954"/>
                    <a:pt x="1172" y="917"/>
                    <a:pt x="1189" y="879"/>
                  </a:cubicBezTo>
                  <a:cubicBezTo>
                    <a:pt x="1105" y="797"/>
                    <a:pt x="1105" y="797"/>
                    <a:pt x="1105" y="797"/>
                  </a:cubicBezTo>
                  <a:cubicBezTo>
                    <a:pt x="1106" y="795"/>
                    <a:pt x="1106" y="795"/>
                    <a:pt x="1106" y="795"/>
                  </a:cubicBezTo>
                  <a:cubicBezTo>
                    <a:pt x="1114" y="771"/>
                    <a:pt x="1121" y="746"/>
                    <a:pt x="1125" y="720"/>
                  </a:cubicBezTo>
                  <a:cubicBezTo>
                    <a:pt x="1126" y="718"/>
                    <a:pt x="1126" y="718"/>
                    <a:pt x="1126" y="718"/>
                  </a:cubicBezTo>
                  <a:cubicBezTo>
                    <a:pt x="1240" y="689"/>
                    <a:pt x="1240" y="689"/>
                    <a:pt x="1240" y="689"/>
                  </a:cubicBezTo>
                  <a:cubicBezTo>
                    <a:pt x="1242" y="668"/>
                    <a:pt x="1243" y="647"/>
                    <a:pt x="1243" y="626"/>
                  </a:cubicBezTo>
                  <a:cubicBezTo>
                    <a:pt x="1243" y="605"/>
                    <a:pt x="1242" y="584"/>
                    <a:pt x="1240" y="563"/>
                  </a:cubicBezTo>
                  <a:cubicBezTo>
                    <a:pt x="1126" y="535"/>
                    <a:pt x="1126" y="535"/>
                    <a:pt x="1126" y="535"/>
                  </a:cubicBezTo>
                  <a:cubicBezTo>
                    <a:pt x="1125" y="532"/>
                    <a:pt x="1125" y="532"/>
                    <a:pt x="1125" y="532"/>
                  </a:cubicBezTo>
                  <a:cubicBezTo>
                    <a:pt x="1121" y="507"/>
                    <a:pt x="1114" y="482"/>
                    <a:pt x="1106" y="458"/>
                  </a:cubicBezTo>
                  <a:cubicBezTo>
                    <a:pt x="1105" y="455"/>
                    <a:pt x="1105" y="455"/>
                    <a:pt x="1105" y="455"/>
                  </a:cubicBezTo>
                  <a:cubicBezTo>
                    <a:pt x="1189" y="374"/>
                    <a:pt x="1189" y="374"/>
                    <a:pt x="1189" y="374"/>
                  </a:cubicBezTo>
                  <a:cubicBezTo>
                    <a:pt x="1172" y="335"/>
                    <a:pt x="1151" y="299"/>
                    <a:pt x="1127" y="265"/>
                  </a:cubicBezTo>
                  <a:cubicBezTo>
                    <a:pt x="1013" y="297"/>
                    <a:pt x="1013" y="297"/>
                    <a:pt x="1013" y="297"/>
                  </a:cubicBezTo>
                  <a:cubicBezTo>
                    <a:pt x="1011" y="295"/>
                    <a:pt x="1011" y="295"/>
                    <a:pt x="1011" y="295"/>
                  </a:cubicBezTo>
                  <a:cubicBezTo>
                    <a:pt x="995" y="276"/>
                    <a:pt x="977" y="257"/>
                    <a:pt x="957" y="241"/>
                  </a:cubicBezTo>
                  <a:cubicBezTo>
                    <a:pt x="955" y="239"/>
                    <a:pt x="955" y="239"/>
                    <a:pt x="955" y="239"/>
                  </a:cubicBezTo>
                  <a:cubicBezTo>
                    <a:pt x="988" y="126"/>
                    <a:pt x="988" y="126"/>
                    <a:pt x="988" y="126"/>
                  </a:cubicBezTo>
                  <a:cubicBezTo>
                    <a:pt x="953" y="101"/>
                    <a:pt x="917" y="80"/>
                    <a:pt x="879" y="63"/>
                  </a:cubicBezTo>
                  <a:cubicBezTo>
                    <a:pt x="797" y="148"/>
                    <a:pt x="797" y="148"/>
                    <a:pt x="797" y="148"/>
                  </a:cubicBezTo>
                  <a:cubicBezTo>
                    <a:pt x="794" y="147"/>
                    <a:pt x="794" y="147"/>
                    <a:pt x="794" y="147"/>
                  </a:cubicBezTo>
                  <a:cubicBezTo>
                    <a:pt x="770" y="138"/>
                    <a:pt x="745" y="131"/>
                    <a:pt x="720" y="127"/>
                  </a:cubicBezTo>
                  <a:cubicBezTo>
                    <a:pt x="717" y="126"/>
                    <a:pt x="717" y="126"/>
                    <a:pt x="717" y="126"/>
                  </a:cubicBezTo>
                  <a:cubicBezTo>
                    <a:pt x="689" y="12"/>
                    <a:pt x="689" y="12"/>
                    <a:pt x="689" y="12"/>
                  </a:cubicBezTo>
                  <a:cubicBezTo>
                    <a:pt x="668" y="10"/>
                    <a:pt x="647" y="9"/>
                    <a:pt x="626" y="9"/>
                  </a:cubicBezTo>
                  <a:cubicBezTo>
                    <a:pt x="605" y="9"/>
                    <a:pt x="584" y="10"/>
                    <a:pt x="563" y="12"/>
                  </a:cubicBezTo>
                  <a:cubicBezTo>
                    <a:pt x="535" y="126"/>
                    <a:pt x="535" y="126"/>
                    <a:pt x="535" y="126"/>
                  </a:cubicBezTo>
                  <a:cubicBezTo>
                    <a:pt x="532" y="127"/>
                    <a:pt x="532" y="127"/>
                    <a:pt x="532" y="127"/>
                  </a:cubicBezTo>
                  <a:cubicBezTo>
                    <a:pt x="507" y="131"/>
                    <a:pt x="482" y="138"/>
                    <a:pt x="458" y="147"/>
                  </a:cubicBezTo>
                  <a:cubicBezTo>
                    <a:pt x="455" y="148"/>
                    <a:pt x="455" y="148"/>
                    <a:pt x="455" y="148"/>
                  </a:cubicBezTo>
                  <a:cubicBezTo>
                    <a:pt x="373" y="63"/>
                    <a:pt x="373" y="63"/>
                    <a:pt x="373" y="63"/>
                  </a:cubicBezTo>
                  <a:cubicBezTo>
                    <a:pt x="335" y="80"/>
                    <a:pt x="298" y="101"/>
                    <a:pt x="264" y="126"/>
                  </a:cubicBezTo>
                  <a:cubicBezTo>
                    <a:pt x="297" y="239"/>
                    <a:pt x="297" y="239"/>
                    <a:pt x="297" y="239"/>
                  </a:cubicBezTo>
                  <a:cubicBezTo>
                    <a:pt x="295" y="241"/>
                    <a:pt x="295" y="241"/>
                    <a:pt x="295" y="241"/>
                  </a:cubicBezTo>
                  <a:cubicBezTo>
                    <a:pt x="275" y="257"/>
                    <a:pt x="257" y="276"/>
                    <a:pt x="241" y="295"/>
                  </a:cubicBezTo>
                  <a:cubicBezTo>
                    <a:pt x="239" y="297"/>
                    <a:pt x="239" y="297"/>
                    <a:pt x="239" y="297"/>
                  </a:cubicBezTo>
                  <a:cubicBezTo>
                    <a:pt x="125" y="265"/>
                    <a:pt x="125" y="265"/>
                    <a:pt x="125" y="265"/>
                  </a:cubicBezTo>
                  <a:cubicBezTo>
                    <a:pt x="101" y="299"/>
                    <a:pt x="80" y="335"/>
                    <a:pt x="63" y="374"/>
                  </a:cubicBezTo>
                  <a:cubicBezTo>
                    <a:pt x="147" y="455"/>
                    <a:pt x="147" y="455"/>
                    <a:pt x="147" y="455"/>
                  </a:cubicBezTo>
                  <a:cubicBezTo>
                    <a:pt x="146" y="458"/>
                    <a:pt x="146" y="458"/>
                    <a:pt x="146" y="458"/>
                  </a:cubicBezTo>
                  <a:cubicBezTo>
                    <a:pt x="138" y="482"/>
                    <a:pt x="131" y="507"/>
                    <a:pt x="127" y="532"/>
                  </a:cubicBezTo>
                  <a:cubicBezTo>
                    <a:pt x="126" y="535"/>
                    <a:pt x="126" y="535"/>
                    <a:pt x="126" y="535"/>
                  </a:cubicBezTo>
                  <a:cubicBezTo>
                    <a:pt x="12" y="563"/>
                    <a:pt x="12" y="563"/>
                    <a:pt x="12" y="563"/>
                  </a:cubicBezTo>
                  <a:cubicBezTo>
                    <a:pt x="10" y="584"/>
                    <a:pt x="9" y="606"/>
                    <a:pt x="9" y="626"/>
                  </a:cubicBezTo>
                  <a:cubicBezTo>
                    <a:pt x="9" y="647"/>
                    <a:pt x="10" y="668"/>
                    <a:pt x="12" y="689"/>
                  </a:cubicBezTo>
                  <a:cubicBezTo>
                    <a:pt x="126" y="718"/>
                    <a:pt x="126" y="718"/>
                    <a:pt x="126" y="718"/>
                  </a:cubicBezTo>
                  <a:cubicBezTo>
                    <a:pt x="127" y="720"/>
                    <a:pt x="127" y="720"/>
                    <a:pt x="127" y="720"/>
                  </a:cubicBezTo>
                  <a:cubicBezTo>
                    <a:pt x="131" y="746"/>
                    <a:pt x="138" y="771"/>
                    <a:pt x="146" y="795"/>
                  </a:cubicBezTo>
                  <a:cubicBezTo>
                    <a:pt x="147" y="797"/>
                    <a:pt x="147" y="797"/>
                    <a:pt x="147" y="797"/>
                  </a:cubicBezTo>
                  <a:cubicBezTo>
                    <a:pt x="63" y="879"/>
                    <a:pt x="63" y="879"/>
                    <a:pt x="63" y="879"/>
                  </a:cubicBezTo>
                  <a:cubicBezTo>
                    <a:pt x="80" y="917"/>
                    <a:pt x="101" y="954"/>
                    <a:pt x="125" y="988"/>
                  </a:cubicBezTo>
                  <a:cubicBezTo>
                    <a:pt x="239" y="955"/>
                    <a:pt x="239" y="955"/>
                    <a:pt x="239" y="955"/>
                  </a:cubicBezTo>
                  <a:cubicBezTo>
                    <a:pt x="241" y="958"/>
                    <a:pt x="241" y="958"/>
                    <a:pt x="241" y="958"/>
                  </a:cubicBezTo>
                  <a:cubicBezTo>
                    <a:pt x="257" y="977"/>
                    <a:pt x="275" y="995"/>
                    <a:pt x="295" y="1012"/>
                  </a:cubicBezTo>
                  <a:cubicBezTo>
                    <a:pt x="297" y="1014"/>
                    <a:pt x="297" y="1014"/>
                    <a:pt x="297" y="1014"/>
                  </a:cubicBezTo>
                  <a:cubicBezTo>
                    <a:pt x="264" y="1127"/>
                    <a:pt x="264" y="1127"/>
                    <a:pt x="264" y="1127"/>
                  </a:cubicBezTo>
                  <a:cubicBezTo>
                    <a:pt x="298" y="1151"/>
                    <a:pt x="335" y="1173"/>
                    <a:pt x="373" y="1190"/>
                  </a:cubicBezTo>
                  <a:cubicBezTo>
                    <a:pt x="455" y="1105"/>
                    <a:pt x="455" y="1105"/>
                    <a:pt x="455" y="1105"/>
                  </a:cubicBezTo>
                  <a:cubicBezTo>
                    <a:pt x="458" y="1106"/>
                    <a:pt x="458" y="1106"/>
                    <a:pt x="458" y="1106"/>
                  </a:cubicBezTo>
                  <a:cubicBezTo>
                    <a:pt x="482" y="1114"/>
                    <a:pt x="507" y="1121"/>
                    <a:pt x="532" y="1126"/>
                  </a:cubicBezTo>
                  <a:cubicBezTo>
                    <a:pt x="535" y="1126"/>
                    <a:pt x="535" y="1126"/>
                    <a:pt x="535" y="1126"/>
                  </a:cubicBezTo>
                  <a:lnTo>
                    <a:pt x="563" y="1241"/>
                  </a:lnTo>
                  <a:close/>
                  <a:moveTo>
                    <a:pt x="626" y="1104"/>
                  </a:moveTo>
                  <a:cubicBezTo>
                    <a:pt x="498" y="1104"/>
                    <a:pt x="378" y="1055"/>
                    <a:pt x="288" y="964"/>
                  </a:cubicBezTo>
                  <a:cubicBezTo>
                    <a:pt x="198" y="874"/>
                    <a:pt x="148" y="754"/>
                    <a:pt x="148" y="626"/>
                  </a:cubicBezTo>
                  <a:cubicBezTo>
                    <a:pt x="148" y="499"/>
                    <a:pt x="198" y="379"/>
                    <a:pt x="288" y="288"/>
                  </a:cubicBezTo>
                  <a:cubicBezTo>
                    <a:pt x="378" y="198"/>
                    <a:pt x="498" y="148"/>
                    <a:pt x="626" y="148"/>
                  </a:cubicBezTo>
                  <a:cubicBezTo>
                    <a:pt x="754" y="148"/>
                    <a:pt x="874" y="198"/>
                    <a:pt x="964" y="288"/>
                  </a:cubicBezTo>
                  <a:cubicBezTo>
                    <a:pt x="1054" y="379"/>
                    <a:pt x="1104" y="499"/>
                    <a:pt x="1104" y="626"/>
                  </a:cubicBezTo>
                  <a:cubicBezTo>
                    <a:pt x="1104" y="754"/>
                    <a:pt x="1054" y="874"/>
                    <a:pt x="964" y="964"/>
                  </a:cubicBezTo>
                  <a:cubicBezTo>
                    <a:pt x="874" y="1055"/>
                    <a:pt x="754" y="1104"/>
                    <a:pt x="626" y="1104"/>
                  </a:cubicBezTo>
                  <a:close/>
                  <a:moveTo>
                    <a:pt x="626" y="157"/>
                  </a:moveTo>
                  <a:cubicBezTo>
                    <a:pt x="367" y="157"/>
                    <a:pt x="157" y="367"/>
                    <a:pt x="157" y="626"/>
                  </a:cubicBezTo>
                  <a:cubicBezTo>
                    <a:pt x="157" y="885"/>
                    <a:pt x="367" y="1096"/>
                    <a:pt x="626" y="1096"/>
                  </a:cubicBezTo>
                  <a:cubicBezTo>
                    <a:pt x="885" y="1096"/>
                    <a:pt x="1095" y="885"/>
                    <a:pt x="1095" y="626"/>
                  </a:cubicBezTo>
                  <a:cubicBezTo>
                    <a:pt x="1095" y="367"/>
                    <a:pt x="885" y="157"/>
                    <a:pt x="626" y="157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1" name="MH_Other_7"/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8045754" y="2383619"/>
              <a:ext cx="1852298" cy="2883503"/>
            </a:xfrm>
            <a:custGeom>
              <a:avLst/>
              <a:gdLst>
                <a:gd name="T0" fmla="*/ 2147483646 w 842"/>
                <a:gd name="T1" fmla="*/ 2147483646 h 1312"/>
                <a:gd name="T2" fmla="*/ 2147483646 w 842"/>
                <a:gd name="T3" fmla="*/ 2147483646 h 1312"/>
                <a:gd name="T4" fmla="*/ 2147483646 w 842"/>
                <a:gd name="T5" fmla="*/ 2147483646 h 1312"/>
                <a:gd name="T6" fmla="*/ 2147483646 w 842"/>
                <a:gd name="T7" fmla="*/ 2147483646 h 1312"/>
                <a:gd name="T8" fmla="*/ 2147483646 w 842"/>
                <a:gd name="T9" fmla="*/ 2147483646 h 1312"/>
                <a:gd name="T10" fmla="*/ 2147483646 w 842"/>
                <a:gd name="T11" fmla="*/ 2147483646 h 1312"/>
                <a:gd name="T12" fmla="*/ 2147483646 w 842"/>
                <a:gd name="T13" fmla="*/ 2147483646 h 1312"/>
                <a:gd name="T14" fmla="*/ 2147483646 w 842"/>
                <a:gd name="T15" fmla="*/ 2147483646 h 1312"/>
                <a:gd name="T16" fmla="*/ 2147483646 w 842"/>
                <a:gd name="T17" fmla="*/ 2147483646 h 1312"/>
                <a:gd name="T18" fmla="*/ 2147483646 w 842"/>
                <a:gd name="T19" fmla="*/ 2147483646 h 1312"/>
                <a:gd name="T20" fmla="*/ 2147483646 w 842"/>
                <a:gd name="T21" fmla="*/ 2147483646 h 1312"/>
                <a:gd name="T22" fmla="*/ 2147483646 w 842"/>
                <a:gd name="T23" fmla="*/ 2147483646 h 1312"/>
                <a:gd name="T24" fmla="*/ 2147483646 w 842"/>
                <a:gd name="T25" fmla="*/ 2147483646 h 1312"/>
                <a:gd name="T26" fmla="*/ 2147483646 w 842"/>
                <a:gd name="T27" fmla="*/ 2147483646 h 1312"/>
                <a:gd name="T28" fmla="*/ 2147483646 w 842"/>
                <a:gd name="T29" fmla="*/ 2147483646 h 1312"/>
                <a:gd name="T30" fmla="*/ 2147483646 w 842"/>
                <a:gd name="T31" fmla="*/ 2147483646 h 1312"/>
                <a:gd name="T32" fmla="*/ 2147483646 w 842"/>
                <a:gd name="T33" fmla="*/ 2147483646 h 1312"/>
                <a:gd name="T34" fmla="*/ 0 w 842"/>
                <a:gd name="T35" fmla="*/ 2147483646 h 1312"/>
                <a:gd name="T36" fmla="*/ 2147483646 w 842"/>
                <a:gd name="T37" fmla="*/ 0 h 1312"/>
                <a:gd name="T38" fmla="*/ 2147483646 w 842"/>
                <a:gd name="T39" fmla="*/ 0 h 1312"/>
                <a:gd name="T40" fmla="*/ 2147483646 w 842"/>
                <a:gd name="T41" fmla="*/ 2147483646 h 1312"/>
                <a:gd name="T42" fmla="*/ 2147483646 w 842"/>
                <a:gd name="T43" fmla="*/ 2147483646 h 1312"/>
                <a:gd name="T44" fmla="*/ 2147483646 w 842"/>
                <a:gd name="T45" fmla="*/ 2147483646 h 1312"/>
                <a:gd name="T46" fmla="*/ 2147483646 w 842"/>
                <a:gd name="T47" fmla="*/ 2147483646 h 1312"/>
                <a:gd name="T48" fmla="*/ 2147483646 w 842"/>
                <a:gd name="T49" fmla="*/ 2147483646 h 1312"/>
                <a:gd name="T50" fmla="*/ 2147483646 w 842"/>
                <a:gd name="T51" fmla="*/ 2147483646 h 1312"/>
                <a:gd name="T52" fmla="*/ 2147483646 w 842"/>
                <a:gd name="T53" fmla="*/ 2147483646 h 1312"/>
                <a:gd name="T54" fmla="*/ 2147483646 w 842"/>
                <a:gd name="T55" fmla="*/ 2147483646 h 1312"/>
                <a:gd name="T56" fmla="*/ 2147483646 w 842"/>
                <a:gd name="T57" fmla="*/ 2147483646 h 1312"/>
                <a:gd name="T58" fmla="*/ 2147483646 w 842"/>
                <a:gd name="T59" fmla="*/ 2147483646 h 1312"/>
                <a:gd name="T60" fmla="*/ 2147483646 w 842"/>
                <a:gd name="T61" fmla="*/ 2147483646 h 1312"/>
                <a:gd name="T62" fmla="*/ 2147483646 w 842"/>
                <a:gd name="T63" fmla="*/ 2147483646 h 1312"/>
                <a:gd name="T64" fmla="*/ 2147483646 w 842"/>
                <a:gd name="T65" fmla="*/ 2147483646 h 1312"/>
                <a:gd name="T66" fmla="*/ 2147483646 w 842"/>
                <a:gd name="T67" fmla="*/ 2147483646 h 13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42" h="1312">
                  <a:moveTo>
                    <a:pt x="388" y="1312"/>
                  </a:moveTo>
                  <a:cubicBezTo>
                    <a:pt x="362" y="1312"/>
                    <a:pt x="340" y="1291"/>
                    <a:pt x="340" y="1265"/>
                  </a:cubicBezTo>
                  <a:cubicBezTo>
                    <a:pt x="340" y="1259"/>
                    <a:pt x="341" y="1254"/>
                    <a:pt x="343" y="1249"/>
                  </a:cubicBezTo>
                  <a:cubicBezTo>
                    <a:pt x="278" y="1249"/>
                    <a:pt x="278" y="1249"/>
                    <a:pt x="278" y="1249"/>
                  </a:cubicBezTo>
                  <a:cubicBezTo>
                    <a:pt x="250" y="1249"/>
                    <a:pt x="228" y="1226"/>
                    <a:pt x="228" y="1199"/>
                  </a:cubicBezTo>
                  <a:cubicBezTo>
                    <a:pt x="228" y="1186"/>
                    <a:pt x="233" y="1173"/>
                    <a:pt x="241" y="1164"/>
                  </a:cubicBezTo>
                  <a:cubicBezTo>
                    <a:pt x="228" y="1156"/>
                    <a:pt x="219" y="1140"/>
                    <a:pt x="219" y="1121"/>
                  </a:cubicBezTo>
                  <a:cubicBezTo>
                    <a:pt x="219" y="1108"/>
                    <a:pt x="223" y="1095"/>
                    <a:pt x="232" y="1086"/>
                  </a:cubicBezTo>
                  <a:cubicBezTo>
                    <a:pt x="210" y="1073"/>
                    <a:pt x="196" y="1049"/>
                    <a:pt x="196" y="1022"/>
                  </a:cubicBezTo>
                  <a:cubicBezTo>
                    <a:pt x="196" y="982"/>
                    <a:pt x="196" y="982"/>
                    <a:pt x="196" y="982"/>
                  </a:cubicBezTo>
                  <a:cubicBezTo>
                    <a:pt x="196" y="982"/>
                    <a:pt x="196" y="982"/>
                    <a:pt x="196" y="982"/>
                  </a:cubicBezTo>
                  <a:cubicBezTo>
                    <a:pt x="196" y="976"/>
                    <a:pt x="196" y="976"/>
                    <a:pt x="196" y="976"/>
                  </a:cubicBezTo>
                  <a:cubicBezTo>
                    <a:pt x="196" y="966"/>
                    <a:pt x="196" y="957"/>
                    <a:pt x="196" y="947"/>
                  </a:cubicBezTo>
                  <a:cubicBezTo>
                    <a:pt x="197" y="940"/>
                    <a:pt x="197" y="940"/>
                    <a:pt x="197" y="940"/>
                  </a:cubicBezTo>
                  <a:cubicBezTo>
                    <a:pt x="197" y="917"/>
                    <a:pt x="197" y="917"/>
                    <a:pt x="197" y="917"/>
                  </a:cubicBezTo>
                  <a:cubicBezTo>
                    <a:pt x="196" y="897"/>
                    <a:pt x="194" y="871"/>
                    <a:pt x="180" y="849"/>
                  </a:cubicBezTo>
                  <a:cubicBezTo>
                    <a:pt x="166" y="824"/>
                    <a:pt x="148" y="802"/>
                    <a:pt x="129" y="779"/>
                  </a:cubicBezTo>
                  <a:cubicBezTo>
                    <a:pt x="69" y="706"/>
                    <a:pt x="0" y="623"/>
                    <a:pt x="0" y="419"/>
                  </a:cubicBezTo>
                  <a:cubicBezTo>
                    <a:pt x="0" y="188"/>
                    <a:pt x="188" y="0"/>
                    <a:pt x="419" y="0"/>
                  </a:cubicBezTo>
                  <a:cubicBezTo>
                    <a:pt x="423" y="0"/>
                    <a:pt x="423" y="0"/>
                    <a:pt x="423" y="0"/>
                  </a:cubicBezTo>
                  <a:cubicBezTo>
                    <a:pt x="654" y="0"/>
                    <a:pt x="842" y="188"/>
                    <a:pt x="842" y="419"/>
                  </a:cubicBezTo>
                  <a:cubicBezTo>
                    <a:pt x="842" y="623"/>
                    <a:pt x="773" y="706"/>
                    <a:pt x="713" y="779"/>
                  </a:cubicBezTo>
                  <a:cubicBezTo>
                    <a:pt x="694" y="802"/>
                    <a:pt x="676" y="824"/>
                    <a:pt x="662" y="849"/>
                  </a:cubicBezTo>
                  <a:cubicBezTo>
                    <a:pt x="653" y="863"/>
                    <a:pt x="649" y="879"/>
                    <a:pt x="647" y="899"/>
                  </a:cubicBezTo>
                  <a:cubicBezTo>
                    <a:pt x="646" y="1023"/>
                    <a:pt x="646" y="1023"/>
                    <a:pt x="646" y="1023"/>
                  </a:cubicBezTo>
                  <a:cubicBezTo>
                    <a:pt x="646" y="1049"/>
                    <a:pt x="632" y="1073"/>
                    <a:pt x="610" y="1086"/>
                  </a:cubicBezTo>
                  <a:cubicBezTo>
                    <a:pt x="619" y="1095"/>
                    <a:pt x="623" y="1108"/>
                    <a:pt x="623" y="1121"/>
                  </a:cubicBezTo>
                  <a:cubicBezTo>
                    <a:pt x="623" y="1140"/>
                    <a:pt x="614" y="1156"/>
                    <a:pt x="601" y="1164"/>
                  </a:cubicBezTo>
                  <a:cubicBezTo>
                    <a:pt x="609" y="1173"/>
                    <a:pt x="614" y="1186"/>
                    <a:pt x="614" y="1199"/>
                  </a:cubicBezTo>
                  <a:cubicBezTo>
                    <a:pt x="614" y="1226"/>
                    <a:pt x="592" y="1249"/>
                    <a:pt x="564" y="1249"/>
                  </a:cubicBezTo>
                  <a:cubicBezTo>
                    <a:pt x="499" y="1249"/>
                    <a:pt x="499" y="1249"/>
                    <a:pt x="499" y="1249"/>
                  </a:cubicBezTo>
                  <a:cubicBezTo>
                    <a:pt x="501" y="1254"/>
                    <a:pt x="502" y="1259"/>
                    <a:pt x="502" y="1265"/>
                  </a:cubicBezTo>
                  <a:cubicBezTo>
                    <a:pt x="502" y="1291"/>
                    <a:pt x="480" y="1312"/>
                    <a:pt x="455" y="1312"/>
                  </a:cubicBezTo>
                  <a:lnTo>
                    <a:pt x="388" y="1312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2" name="组合 242"/>
            <p:cNvGrpSpPr/>
            <p:nvPr/>
          </p:nvGrpSpPr>
          <p:grpSpPr>
            <a:xfrm>
              <a:off x="8123164" y="2458263"/>
              <a:ext cx="1700244" cy="2742509"/>
              <a:chOff x="5246064" y="3564418"/>
              <a:chExt cx="1700244" cy="2742509"/>
            </a:xfrm>
          </p:grpSpPr>
          <p:sp>
            <p:nvSpPr>
              <p:cNvPr id="183" name="MH_Other_8"/>
              <p:cNvSpPr>
                <a:spLocks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5993894" y="6250252"/>
                <a:ext cx="203200" cy="56675"/>
              </a:xfrm>
              <a:custGeom>
                <a:avLst/>
                <a:gdLst>
                  <a:gd name="T0" fmla="*/ 2147483646 w 93"/>
                  <a:gd name="T1" fmla="*/ 2147483646 h 26"/>
                  <a:gd name="T2" fmla="*/ 0 w 93"/>
                  <a:gd name="T3" fmla="*/ 2147483646 h 26"/>
                  <a:gd name="T4" fmla="*/ 2147483646 w 93"/>
                  <a:gd name="T5" fmla="*/ 0 h 26"/>
                  <a:gd name="T6" fmla="*/ 2147483646 w 93"/>
                  <a:gd name="T7" fmla="*/ 0 h 26"/>
                  <a:gd name="T8" fmla="*/ 2147483646 w 93"/>
                  <a:gd name="T9" fmla="*/ 2147483646 h 26"/>
                  <a:gd name="T10" fmla="*/ 2147483646 w 93"/>
                  <a:gd name="T11" fmla="*/ 2147483646 h 26"/>
                  <a:gd name="T12" fmla="*/ 2147483646 w 93"/>
                  <a:gd name="T13" fmla="*/ 2147483646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3" h="26">
                    <a:moveTo>
                      <a:pt x="13" y="26"/>
                    </a:moveTo>
                    <a:cubicBezTo>
                      <a:pt x="5" y="26"/>
                      <a:pt x="0" y="20"/>
                      <a:pt x="0" y="13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7" y="0"/>
                      <a:pt x="93" y="6"/>
                      <a:pt x="93" y="13"/>
                    </a:cubicBezTo>
                    <a:cubicBezTo>
                      <a:pt x="93" y="20"/>
                      <a:pt x="87" y="26"/>
                      <a:pt x="80" y="26"/>
                    </a:cubicBezTo>
                    <a:lnTo>
                      <a:pt x="1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" name="MH_Other_9"/>
              <p:cNvSpPr>
                <a:spLocks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5745078" y="6096814"/>
                <a:ext cx="699450" cy="71880"/>
              </a:xfrm>
              <a:custGeom>
                <a:avLst/>
                <a:gdLst>
                  <a:gd name="T0" fmla="*/ 2147483646 w 318"/>
                  <a:gd name="T1" fmla="*/ 2147483646 h 33"/>
                  <a:gd name="T2" fmla="*/ 0 w 318"/>
                  <a:gd name="T3" fmla="*/ 2147483646 h 33"/>
                  <a:gd name="T4" fmla="*/ 2147483646 w 318"/>
                  <a:gd name="T5" fmla="*/ 0 h 33"/>
                  <a:gd name="T6" fmla="*/ 2147483646 w 318"/>
                  <a:gd name="T7" fmla="*/ 0 h 33"/>
                  <a:gd name="T8" fmla="*/ 2147483646 w 318"/>
                  <a:gd name="T9" fmla="*/ 2147483646 h 33"/>
                  <a:gd name="T10" fmla="*/ 2147483646 w 318"/>
                  <a:gd name="T11" fmla="*/ 2147483646 h 33"/>
                  <a:gd name="T12" fmla="*/ 2147483646 w 318"/>
                  <a:gd name="T13" fmla="*/ 2147483646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8" h="33">
                    <a:moveTo>
                      <a:pt x="16" y="33"/>
                    </a:moveTo>
                    <a:cubicBezTo>
                      <a:pt x="7" y="33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311" y="0"/>
                      <a:pt x="318" y="7"/>
                      <a:pt x="318" y="16"/>
                    </a:cubicBezTo>
                    <a:cubicBezTo>
                      <a:pt x="318" y="25"/>
                      <a:pt x="311" y="33"/>
                      <a:pt x="302" y="33"/>
                    </a:cubicBezTo>
                    <a:lnTo>
                      <a:pt x="16" y="33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" name="MH_Other_10"/>
              <p:cNvSpPr>
                <a:spLocks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722960" y="5912968"/>
                <a:ext cx="729861" cy="74645"/>
              </a:xfrm>
              <a:custGeom>
                <a:avLst/>
                <a:gdLst>
                  <a:gd name="T0" fmla="*/ 2147483646 w 332"/>
                  <a:gd name="T1" fmla="*/ 2147483646 h 34"/>
                  <a:gd name="T2" fmla="*/ 0 w 332"/>
                  <a:gd name="T3" fmla="*/ 2147483646 h 34"/>
                  <a:gd name="T4" fmla="*/ 2147483646 w 332"/>
                  <a:gd name="T5" fmla="*/ 0 h 34"/>
                  <a:gd name="T6" fmla="*/ 2147483646 w 332"/>
                  <a:gd name="T7" fmla="*/ 0 h 34"/>
                  <a:gd name="T8" fmla="*/ 2147483646 w 332"/>
                  <a:gd name="T9" fmla="*/ 2147483646 h 34"/>
                  <a:gd name="T10" fmla="*/ 2147483646 w 332"/>
                  <a:gd name="T11" fmla="*/ 2147483646 h 34"/>
                  <a:gd name="T12" fmla="*/ 2147483646 w 332"/>
                  <a:gd name="T13" fmla="*/ 2147483646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2" h="34">
                    <a:moveTo>
                      <a:pt x="17" y="34"/>
                    </a:moveTo>
                    <a:cubicBezTo>
                      <a:pt x="8" y="34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315" y="0"/>
                      <a:pt x="315" y="0"/>
                      <a:pt x="315" y="0"/>
                    </a:cubicBezTo>
                    <a:cubicBezTo>
                      <a:pt x="324" y="0"/>
                      <a:pt x="332" y="7"/>
                      <a:pt x="332" y="17"/>
                    </a:cubicBezTo>
                    <a:cubicBezTo>
                      <a:pt x="332" y="26"/>
                      <a:pt x="324" y="34"/>
                      <a:pt x="315" y="34"/>
                    </a:cubicBezTo>
                    <a:lnTo>
                      <a:pt x="17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" name="MH_Other_11"/>
              <p:cNvSpPr>
                <a:spLocks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670433" y="5437452"/>
                <a:ext cx="848740" cy="382900"/>
              </a:xfrm>
              <a:custGeom>
                <a:avLst/>
                <a:gdLst>
                  <a:gd name="T0" fmla="*/ 2147483646 w 386"/>
                  <a:gd name="T1" fmla="*/ 2147483646 h 174"/>
                  <a:gd name="T2" fmla="*/ 2147483646 w 386"/>
                  <a:gd name="T3" fmla="*/ 2147483646 h 174"/>
                  <a:gd name="T4" fmla="*/ 2147483646 w 386"/>
                  <a:gd name="T5" fmla="*/ 2147483646 h 174"/>
                  <a:gd name="T6" fmla="*/ 2147483646 w 386"/>
                  <a:gd name="T7" fmla="*/ 2147483646 h 174"/>
                  <a:gd name="T8" fmla="*/ 2147483646 w 386"/>
                  <a:gd name="T9" fmla="*/ 2147483646 h 174"/>
                  <a:gd name="T10" fmla="*/ 2147483646 w 386"/>
                  <a:gd name="T11" fmla="*/ 2147483646 h 174"/>
                  <a:gd name="T12" fmla="*/ 2147483646 w 386"/>
                  <a:gd name="T13" fmla="*/ 2147483646 h 174"/>
                  <a:gd name="T14" fmla="*/ 2147483646 w 386"/>
                  <a:gd name="T15" fmla="*/ 2147483646 h 174"/>
                  <a:gd name="T16" fmla="*/ 2147483646 w 386"/>
                  <a:gd name="T17" fmla="*/ 2147483646 h 174"/>
                  <a:gd name="T18" fmla="*/ 2147483646 w 386"/>
                  <a:gd name="T19" fmla="*/ 2147483646 h 174"/>
                  <a:gd name="T20" fmla="*/ 2147483646 w 386"/>
                  <a:gd name="T21" fmla="*/ 2147483646 h 174"/>
                  <a:gd name="T22" fmla="*/ 2147483646 w 386"/>
                  <a:gd name="T23" fmla="*/ 0 h 174"/>
                  <a:gd name="T24" fmla="*/ 0 w 386"/>
                  <a:gd name="T25" fmla="*/ 0 h 174"/>
                  <a:gd name="T26" fmla="*/ 2147483646 w 386"/>
                  <a:gd name="T27" fmla="*/ 2147483646 h 17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86" h="174">
                    <a:moveTo>
                      <a:pt x="3" y="30"/>
                    </a:moveTo>
                    <a:cubicBezTo>
                      <a:pt x="3" y="30"/>
                      <a:pt x="3" y="30"/>
                      <a:pt x="3" y="30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3" y="54"/>
                      <a:pt x="2" y="62"/>
                      <a:pt x="2" y="62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2" y="137"/>
                      <a:pt x="2" y="137"/>
                      <a:pt x="2" y="137"/>
                    </a:cubicBezTo>
                    <a:cubicBezTo>
                      <a:pt x="2" y="153"/>
                      <a:pt x="12" y="168"/>
                      <a:pt x="27" y="174"/>
                    </a:cubicBezTo>
                    <a:cubicBezTo>
                      <a:pt x="34" y="173"/>
                      <a:pt x="359" y="174"/>
                      <a:pt x="359" y="174"/>
                    </a:cubicBezTo>
                    <a:cubicBezTo>
                      <a:pt x="374" y="168"/>
                      <a:pt x="384" y="153"/>
                      <a:pt x="384" y="136"/>
                    </a:cubicBezTo>
                    <a:cubicBezTo>
                      <a:pt x="385" y="11"/>
                      <a:pt x="385" y="11"/>
                      <a:pt x="385" y="11"/>
                    </a:cubicBezTo>
                    <a:cubicBezTo>
                      <a:pt x="385" y="10"/>
                      <a:pt x="385" y="10"/>
                      <a:pt x="385" y="10"/>
                    </a:cubicBezTo>
                    <a:cubicBezTo>
                      <a:pt x="385" y="6"/>
                      <a:pt x="385" y="3"/>
                      <a:pt x="38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11"/>
                      <a:pt x="2" y="21"/>
                      <a:pt x="3" y="3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7" name="MH_Other_12"/>
              <p:cNvSpPr>
                <a:spLocks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5246064" y="3564418"/>
                <a:ext cx="1700244" cy="1787330"/>
              </a:xfrm>
              <a:custGeom>
                <a:avLst/>
                <a:gdLst>
                  <a:gd name="T0" fmla="*/ 2147483646 w 773"/>
                  <a:gd name="T1" fmla="*/ 2147483646 h 813"/>
                  <a:gd name="T2" fmla="*/ 2147483646 w 773"/>
                  <a:gd name="T3" fmla="*/ 2147483646 h 813"/>
                  <a:gd name="T4" fmla="*/ 2147483646 w 773"/>
                  <a:gd name="T5" fmla="*/ 2147483646 h 813"/>
                  <a:gd name="T6" fmla="*/ 2147483646 w 773"/>
                  <a:gd name="T7" fmla="*/ 0 h 813"/>
                  <a:gd name="T8" fmla="*/ 2147483646 w 773"/>
                  <a:gd name="T9" fmla="*/ 0 h 813"/>
                  <a:gd name="T10" fmla="*/ 0 w 773"/>
                  <a:gd name="T11" fmla="*/ 2147483646 h 813"/>
                  <a:gd name="T12" fmla="*/ 2147483646 w 773"/>
                  <a:gd name="T13" fmla="*/ 2147483646 h 813"/>
                  <a:gd name="T14" fmla="*/ 2147483646 w 773"/>
                  <a:gd name="T15" fmla="*/ 2147483646 h 813"/>
                  <a:gd name="T16" fmla="*/ 2147483646 w 773"/>
                  <a:gd name="T17" fmla="*/ 2147483646 h 813"/>
                  <a:gd name="T18" fmla="*/ 2147483646 w 773"/>
                  <a:gd name="T19" fmla="*/ 2147483646 h 813"/>
                  <a:gd name="T20" fmla="*/ 2147483646 w 773"/>
                  <a:gd name="T21" fmla="*/ 2147483646 h 81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73" h="813">
                    <a:moveTo>
                      <a:pt x="597" y="797"/>
                    </a:moveTo>
                    <a:cubicBezTo>
                      <a:pt x="613" y="771"/>
                      <a:pt x="632" y="748"/>
                      <a:pt x="652" y="723"/>
                    </a:cubicBezTo>
                    <a:cubicBezTo>
                      <a:pt x="709" y="655"/>
                      <a:pt x="773" y="577"/>
                      <a:pt x="773" y="385"/>
                    </a:cubicBezTo>
                    <a:cubicBezTo>
                      <a:pt x="773" y="173"/>
                      <a:pt x="600" y="0"/>
                      <a:pt x="388" y="0"/>
                    </a:cubicBezTo>
                    <a:cubicBezTo>
                      <a:pt x="384" y="0"/>
                      <a:pt x="384" y="0"/>
                      <a:pt x="384" y="0"/>
                    </a:cubicBezTo>
                    <a:cubicBezTo>
                      <a:pt x="172" y="0"/>
                      <a:pt x="0" y="173"/>
                      <a:pt x="0" y="385"/>
                    </a:cubicBezTo>
                    <a:cubicBezTo>
                      <a:pt x="0" y="577"/>
                      <a:pt x="64" y="655"/>
                      <a:pt x="120" y="723"/>
                    </a:cubicBezTo>
                    <a:cubicBezTo>
                      <a:pt x="140" y="748"/>
                      <a:pt x="159" y="771"/>
                      <a:pt x="175" y="797"/>
                    </a:cubicBezTo>
                    <a:cubicBezTo>
                      <a:pt x="178" y="803"/>
                      <a:pt x="180" y="808"/>
                      <a:pt x="183" y="813"/>
                    </a:cubicBezTo>
                    <a:cubicBezTo>
                      <a:pt x="589" y="813"/>
                      <a:pt x="589" y="813"/>
                      <a:pt x="589" y="813"/>
                    </a:cubicBezTo>
                    <a:cubicBezTo>
                      <a:pt x="592" y="808"/>
                      <a:pt x="594" y="802"/>
                      <a:pt x="597" y="7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DEDEDE"/>
                  </a:gs>
                  <a:gs pos="100000">
                    <a:srgbClr val="FBFBFB"/>
                  </a:gs>
                </a:gsLst>
                <a:lin ang="5400000" scaled="1"/>
              </a:gradFill>
              <a:ln w="1905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  <a:headEnd/>
                <a:tailEnd/>
              </a:ln>
              <a:effectLst>
                <a:outerShdw blurRad="152400" dist="50800" dir="8100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88" name="组合 248"/>
              <p:cNvGrpSpPr/>
              <p:nvPr/>
            </p:nvGrpSpPr>
            <p:grpSpPr>
              <a:xfrm>
                <a:off x="5884691" y="4864361"/>
                <a:ext cx="403635" cy="415508"/>
                <a:chOff x="5884691" y="4864361"/>
                <a:chExt cx="403635" cy="415508"/>
              </a:xfrm>
              <a:solidFill>
                <a:schemeClr val="accent2"/>
              </a:solidFill>
            </p:grpSpPr>
            <p:sp>
              <p:nvSpPr>
                <p:cNvPr id="190" name="MH_Other_26"/>
                <p:cNvSpPr>
                  <a:spLocks/>
                </p:cNvSpPr>
                <p:nvPr>
                  <p:custDataLst>
                    <p:tags r:id="rId19"/>
                  </p:custDataLst>
                </p:nvPr>
              </p:nvSpPr>
              <p:spPr bwMode="auto">
                <a:xfrm>
                  <a:off x="5892985" y="5212521"/>
                  <a:ext cx="64968" cy="67348"/>
                </a:xfrm>
                <a:custGeom>
                  <a:avLst/>
                  <a:gdLst>
                    <a:gd name="T0" fmla="*/ 2147483646 w 14"/>
                    <a:gd name="T1" fmla="*/ 0 h 21"/>
                    <a:gd name="T2" fmla="*/ 2147483646 w 14"/>
                    <a:gd name="T3" fmla="*/ 0 h 21"/>
                    <a:gd name="T4" fmla="*/ 0 w 14"/>
                    <a:gd name="T5" fmla="*/ 2147483646 h 21"/>
                    <a:gd name="T6" fmla="*/ 0 w 14"/>
                    <a:gd name="T7" fmla="*/ 2147483646 h 21"/>
                    <a:gd name="T8" fmla="*/ 2147483646 w 14"/>
                    <a:gd name="T9" fmla="*/ 2147483646 h 21"/>
                    <a:gd name="T10" fmla="*/ 2147483646 w 14"/>
                    <a:gd name="T11" fmla="*/ 2147483646 h 21"/>
                    <a:gd name="T12" fmla="*/ 2147483646 w 14"/>
                    <a:gd name="T13" fmla="*/ 2147483646 h 21"/>
                    <a:gd name="T14" fmla="*/ 2147483646 w 14"/>
                    <a:gd name="T15" fmla="*/ 2147483646 h 21"/>
                    <a:gd name="T16" fmla="*/ 2147483646 w 14"/>
                    <a:gd name="T17" fmla="*/ 0 h 2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4" h="21">
                      <a:moveTo>
                        <a:pt x="1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1"/>
                        <a:pt x="1" y="21"/>
                        <a:pt x="1" y="21"/>
                      </a:cubicBezTo>
                      <a:cubicBezTo>
                        <a:pt x="13" y="21"/>
                        <a:pt x="13" y="21"/>
                        <a:pt x="13" y="21"/>
                      </a:cubicBezTo>
                      <a:cubicBezTo>
                        <a:pt x="14" y="21"/>
                        <a:pt x="14" y="21"/>
                        <a:pt x="14" y="20"/>
                      </a:cubicBez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4" y="0"/>
                        <a:pt x="14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1" name="MH_Other_27"/>
                <p:cNvSpPr>
                  <a:spLocks/>
                </p:cNvSpPr>
                <p:nvPr>
                  <p:custDataLst>
                    <p:tags r:id="rId20"/>
                  </p:custDataLst>
                </p:nvPr>
              </p:nvSpPr>
              <p:spPr bwMode="auto">
                <a:xfrm>
                  <a:off x="6002187" y="5234148"/>
                  <a:ext cx="66351" cy="45719"/>
                </a:xfrm>
                <a:custGeom>
                  <a:avLst/>
                  <a:gdLst>
                    <a:gd name="T0" fmla="*/ 2147483646 w 14"/>
                    <a:gd name="T1" fmla="*/ 0 h 12"/>
                    <a:gd name="T2" fmla="*/ 2147483646 w 14"/>
                    <a:gd name="T3" fmla="*/ 0 h 12"/>
                    <a:gd name="T4" fmla="*/ 0 w 14"/>
                    <a:gd name="T5" fmla="*/ 0 h 12"/>
                    <a:gd name="T6" fmla="*/ 0 w 14"/>
                    <a:gd name="T7" fmla="*/ 2147483646 h 12"/>
                    <a:gd name="T8" fmla="*/ 2147483646 w 14"/>
                    <a:gd name="T9" fmla="*/ 2147483646 h 12"/>
                    <a:gd name="T10" fmla="*/ 2147483646 w 14"/>
                    <a:gd name="T11" fmla="*/ 2147483646 h 12"/>
                    <a:gd name="T12" fmla="*/ 2147483646 w 14"/>
                    <a:gd name="T13" fmla="*/ 2147483646 h 12"/>
                    <a:gd name="T14" fmla="*/ 2147483646 w 14"/>
                    <a:gd name="T15" fmla="*/ 0 h 12"/>
                    <a:gd name="T16" fmla="*/ 2147483646 w 14"/>
                    <a:gd name="T17" fmla="*/ 0 h 1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4" h="12">
                      <a:moveTo>
                        <a:pt x="1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12"/>
                        <a:pt x="0" y="12"/>
                        <a:pt x="1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4" y="12"/>
                        <a:pt x="14" y="12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4" y="0"/>
                        <a:pt x="13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2" name="MH_Other_28"/>
                <p:cNvSpPr>
                  <a:spLocks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6108627" y="5161529"/>
                  <a:ext cx="63586" cy="118340"/>
                </a:xfrm>
                <a:custGeom>
                  <a:avLst/>
                  <a:gdLst>
                    <a:gd name="T0" fmla="*/ 2147483646 w 14"/>
                    <a:gd name="T1" fmla="*/ 0 h 37"/>
                    <a:gd name="T2" fmla="*/ 2147483646 w 14"/>
                    <a:gd name="T3" fmla="*/ 0 h 37"/>
                    <a:gd name="T4" fmla="*/ 0 w 14"/>
                    <a:gd name="T5" fmla="*/ 2147483646 h 37"/>
                    <a:gd name="T6" fmla="*/ 0 w 14"/>
                    <a:gd name="T7" fmla="*/ 2147483646 h 37"/>
                    <a:gd name="T8" fmla="*/ 2147483646 w 14"/>
                    <a:gd name="T9" fmla="*/ 2147483646 h 37"/>
                    <a:gd name="T10" fmla="*/ 2147483646 w 14"/>
                    <a:gd name="T11" fmla="*/ 2147483646 h 37"/>
                    <a:gd name="T12" fmla="*/ 2147483646 w 14"/>
                    <a:gd name="T13" fmla="*/ 2147483646 h 37"/>
                    <a:gd name="T14" fmla="*/ 2147483646 w 14"/>
                    <a:gd name="T15" fmla="*/ 2147483646 h 37"/>
                    <a:gd name="T16" fmla="*/ 2147483646 w 14"/>
                    <a:gd name="T17" fmla="*/ 0 h 3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4" h="37">
                      <a:moveTo>
                        <a:pt x="1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36"/>
                        <a:pt x="1" y="37"/>
                        <a:pt x="1" y="37"/>
                      </a:cubicBezTo>
                      <a:cubicBezTo>
                        <a:pt x="13" y="37"/>
                        <a:pt x="13" y="37"/>
                        <a:pt x="13" y="37"/>
                      </a:cubicBezTo>
                      <a:cubicBezTo>
                        <a:pt x="14" y="37"/>
                        <a:pt x="14" y="36"/>
                        <a:pt x="14" y="35"/>
                      </a:cubicBez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4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3" name="MH_Other_29"/>
                <p:cNvSpPr>
                  <a:spLocks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6217828" y="5048962"/>
                  <a:ext cx="66351" cy="230906"/>
                </a:xfrm>
                <a:custGeom>
                  <a:avLst/>
                  <a:gdLst>
                    <a:gd name="T0" fmla="*/ 2147483646 w 14"/>
                    <a:gd name="T1" fmla="*/ 0 h 72"/>
                    <a:gd name="T2" fmla="*/ 2147483646 w 14"/>
                    <a:gd name="T3" fmla="*/ 0 h 72"/>
                    <a:gd name="T4" fmla="*/ 0 w 14"/>
                    <a:gd name="T5" fmla="*/ 2147483646 h 72"/>
                    <a:gd name="T6" fmla="*/ 0 w 14"/>
                    <a:gd name="T7" fmla="*/ 2147483646 h 72"/>
                    <a:gd name="T8" fmla="*/ 2147483646 w 14"/>
                    <a:gd name="T9" fmla="*/ 2147483646 h 72"/>
                    <a:gd name="T10" fmla="*/ 2147483646 w 14"/>
                    <a:gd name="T11" fmla="*/ 2147483646 h 72"/>
                    <a:gd name="T12" fmla="*/ 2147483646 w 14"/>
                    <a:gd name="T13" fmla="*/ 2147483646 h 72"/>
                    <a:gd name="T14" fmla="*/ 2147483646 w 14"/>
                    <a:gd name="T15" fmla="*/ 2147483646 h 72"/>
                    <a:gd name="T16" fmla="*/ 2147483646 w 14"/>
                    <a:gd name="T17" fmla="*/ 0 h 7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4" h="72">
                      <a:moveTo>
                        <a:pt x="1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2"/>
                        <a:pt x="0" y="4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70"/>
                        <a:pt x="1" y="72"/>
                        <a:pt x="1" y="72"/>
                      </a:cubicBezTo>
                      <a:cubicBezTo>
                        <a:pt x="13" y="72"/>
                        <a:pt x="13" y="72"/>
                        <a:pt x="13" y="72"/>
                      </a:cubicBezTo>
                      <a:cubicBezTo>
                        <a:pt x="14" y="72"/>
                        <a:pt x="14" y="70"/>
                        <a:pt x="14" y="68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2"/>
                        <a:pt x="14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4" name="MH_Other_30"/>
                <p:cNvSpPr>
                  <a:spLocks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5884691" y="4864361"/>
                  <a:ext cx="403635" cy="292481"/>
                </a:xfrm>
                <a:custGeom>
                  <a:avLst/>
                  <a:gdLst>
                    <a:gd name="T0" fmla="*/ 2147483646 w 209"/>
                    <a:gd name="T1" fmla="*/ 2147483646 h 218"/>
                    <a:gd name="T2" fmla="*/ 2147483646 w 209"/>
                    <a:gd name="T3" fmla="*/ 2147483646 h 218"/>
                    <a:gd name="T4" fmla="*/ 2147483646 w 209"/>
                    <a:gd name="T5" fmla="*/ 2147483646 h 218"/>
                    <a:gd name="T6" fmla="*/ 2147483646 w 209"/>
                    <a:gd name="T7" fmla="*/ 2147483646 h 218"/>
                    <a:gd name="T8" fmla="*/ 0 w 209"/>
                    <a:gd name="T9" fmla="*/ 2147483646 h 218"/>
                    <a:gd name="T10" fmla="*/ 2147483646 w 209"/>
                    <a:gd name="T11" fmla="*/ 2147483646 h 218"/>
                    <a:gd name="T12" fmla="*/ 2147483646 w 209"/>
                    <a:gd name="T13" fmla="*/ 2147483646 h 218"/>
                    <a:gd name="T14" fmla="*/ 2147483646 w 209"/>
                    <a:gd name="T15" fmla="*/ 2147483646 h 218"/>
                    <a:gd name="T16" fmla="*/ 2147483646 w 209"/>
                    <a:gd name="T17" fmla="*/ 2147483646 h 218"/>
                    <a:gd name="T18" fmla="*/ 2147483646 w 209"/>
                    <a:gd name="T19" fmla="*/ 2147483646 h 218"/>
                    <a:gd name="T20" fmla="*/ 2147483646 w 209"/>
                    <a:gd name="T21" fmla="*/ 2147483646 h 218"/>
                    <a:gd name="T22" fmla="*/ 2147483646 w 209"/>
                    <a:gd name="T23" fmla="*/ 0 h 218"/>
                    <a:gd name="T24" fmla="*/ 2147483646 w 209"/>
                    <a:gd name="T25" fmla="*/ 2147483646 h 218"/>
                    <a:gd name="T26" fmla="*/ 2147483646 w 209"/>
                    <a:gd name="T27" fmla="*/ 2147483646 h 21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09" h="218">
                      <a:moveTo>
                        <a:pt x="147" y="48"/>
                      </a:moveTo>
                      <a:lnTo>
                        <a:pt x="159" y="58"/>
                      </a:lnTo>
                      <a:lnTo>
                        <a:pt x="71" y="191"/>
                      </a:lnTo>
                      <a:lnTo>
                        <a:pt x="19" y="163"/>
                      </a:lnTo>
                      <a:lnTo>
                        <a:pt x="0" y="187"/>
                      </a:lnTo>
                      <a:lnTo>
                        <a:pt x="14" y="198"/>
                      </a:lnTo>
                      <a:lnTo>
                        <a:pt x="23" y="187"/>
                      </a:lnTo>
                      <a:lnTo>
                        <a:pt x="78" y="218"/>
                      </a:lnTo>
                      <a:lnTo>
                        <a:pt x="176" y="67"/>
                      </a:lnTo>
                      <a:lnTo>
                        <a:pt x="188" y="77"/>
                      </a:lnTo>
                      <a:lnTo>
                        <a:pt x="197" y="38"/>
                      </a:lnTo>
                      <a:lnTo>
                        <a:pt x="209" y="0"/>
                      </a:lnTo>
                      <a:lnTo>
                        <a:pt x="178" y="24"/>
                      </a:lnTo>
                      <a:lnTo>
                        <a:pt x="147" y="48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89" name="MH_Title_1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5468766" y="4077866"/>
                <a:ext cx="1294626" cy="764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600" b="1" dirty="0" smtClean="0">
                    <a:solidFill>
                      <a:srgbClr val="2F5597"/>
                    </a:solidFill>
                    <a:latin typeface="微软雅黑" pitchFamily="34" charset="-122"/>
                    <a:ea typeface="微软雅黑" pitchFamily="34" charset="-122"/>
                    <a:cs typeface="Arial Unicode MS" panose="020B0604020202020204" pitchFamily="34" charset="-122"/>
                  </a:rPr>
                  <a:t>CSR</a:t>
                </a:r>
                <a:endParaRPr lang="zh-CN" altLang="en-US" sz="3600" b="1" dirty="0">
                  <a:solidFill>
                    <a:srgbClr val="2F5597"/>
                  </a:solidFill>
                  <a:latin typeface="微软雅黑" pitchFamily="34" charset="-122"/>
                  <a:ea typeface="微软雅黑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153" name="组合 255"/>
            <p:cNvGrpSpPr/>
            <p:nvPr/>
          </p:nvGrpSpPr>
          <p:grpSpPr>
            <a:xfrm>
              <a:off x="6624737" y="3163243"/>
              <a:ext cx="1004940" cy="1021529"/>
              <a:chOff x="3747637" y="4269398"/>
              <a:chExt cx="1004940" cy="1021529"/>
            </a:xfrm>
          </p:grpSpPr>
          <p:pic>
            <p:nvPicPr>
              <p:cNvPr id="181" name="MH_Other_5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26"/>
              <a:stretch>
                <a:fillRect/>
              </a:stretch>
            </p:blipFill>
            <p:spPr>
              <a:xfrm>
                <a:off x="3747637" y="4269398"/>
                <a:ext cx="1004940" cy="1021529"/>
              </a:xfrm>
              <a:prstGeom prst="rect">
                <a:avLst/>
              </a:prstGeom>
              <a:effectLst>
                <a:outerShdw blurRad="50800" dist="38100"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82" name="Freeform 458"/>
              <p:cNvSpPr>
                <a:spLocks/>
              </p:cNvSpPr>
              <p:nvPr/>
            </p:nvSpPr>
            <p:spPr bwMode="auto">
              <a:xfrm>
                <a:off x="4102667" y="4613368"/>
                <a:ext cx="292118" cy="333589"/>
              </a:xfrm>
              <a:custGeom>
                <a:avLst/>
                <a:gdLst>
                  <a:gd name="T0" fmla="*/ 64 w 64"/>
                  <a:gd name="T1" fmla="*/ 30 h 73"/>
                  <a:gd name="T2" fmla="*/ 34 w 64"/>
                  <a:gd name="T3" fmla="*/ 3 h 73"/>
                  <a:gd name="T4" fmla="*/ 34 w 64"/>
                  <a:gd name="T5" fmla="*/ 2 h 73"/>
                  <a:gd name="T6" fmla="*/ 32 w 64"/>
                  <a:gd name="T7" fmla="*/ 0 h 73"/>
                  <a:gd name="T8" fmla="*/ 30 w 64"/>
                  <a:gd name="T9" fmla="*/ 2 h 73"/>
                  <a:gd name="T10" fmla="*/ 30 w 64"/>
                  <a:gd name="T11" fmla="*/ 3 h 73"/>
                  <a:gd name="T12" fmla="*/ 0 w 64"/>
                  <a:gd name="T13" fmla="*/ 30 h 73"/>
                  <a:gd name="T14" fmla="*/ 30 w 64"/>
                  <a:gd name="T15" fmla="*/ 30 h 73"/>
                  <a:gd name="T16" fmla="*/ 30 w 64"/>
                  <a:gd name="T17" fmla="*/ 59 h 73"/>
                  <a:gd name="T18" fmla="*/ 30 w 64"/>
                  <a:gd name="T19" fmla="*/ 59 h 73"/>
                  <a:gd name="T20" fmla="*/ 27 w 64"/>
                  <a:gd name="T21" fmla="*/ 66 h 73"/>
                  <a:gd name="T22" fmla="*/ 20 w 64"/>
                  <a:gd name="T23" fmla="*/ 68 h 73"/>
                  <a:gd name="T24" fmla="*/ 13 w 64"/>
                  <a:gd name="T25" fmla="*/ 66 h 73"/>
                  <a:gd name="T26" fmla="*/ 10 w 64"/>
                  <a:gd name="T27" fmla="*/ 59 h 73"/>
                  <a:gd name="T28" fmla="*/ 8 w 64"/>
                  <a:gd name="T29" fmla="*/ 56 h 73"/>
                  <a:gd name="T30" fmla="*/ 6 w 64"/>
                  <a:gd name="T31" fmla="*/ 59 h 73"/>
                  <a:gd name="T32" fmla="*/ 20 w 64"/>
                  <a:gd name="T33" fmla="*/ 73 h 73"/>
                  <a:gd name="T34" fmla="*/ 34 w 64"/>
                  <a:gd name="T35" fmla="*/ 60 h 73"/>
                  <a:gd name="T36" fmla="*/ 34 w 64"/>
                  <a:gd name="T37" fmla="*/ 59 h 73"/>
                  <a:gd name="T38" fmla="*/ 34 w 64"/>
                  <a:gd name="T39" fmla="*/ 30 h 73"/>
                  <a:gd name="T40" fmla="*/ 64 w 64"/>
                  <a:gd name="T41" fmla="*/ 3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4" h="73">
                    <a:moveTo>
                      <a:pt x="64" y="30"/>
                    </a:moveTo>
                    <a:cubicBezTo>
                      <a:pt x="64" y="16"/>
                      <a:pt x="51" y="4"/>
                      <a:pt x="34" y="3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1"/>
                      <a:pt x="33" y="0"/>
                      <a:pt x="32" y="0"/>
                    </a:cubicBezTo>
                    <a:cubicBezTo>
                      <a:pt x="31" y="0"/>
                      <a:pt x="30" y="1"/>
                      <a:pt x="30" y="2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13" y="4"/>
                      <a:pt x="0" y="16"/>
                      <a:pt x="0" y="30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29" y="61"/>
                      <a:pt x="28" y="64"/>
                      <a:pt x="27" y="66"/>
                    </a:cubicBezTo>
                    <a:cubicBezTo>
                      <a:pt x="25" y="67"/>
                      <a:pt x="23" y="68"/>
                      <a:pt x="20" y="68"/>
                    </a:cubicBezTo>
                    <a:cubicBezTo>
                      <a:pt x="17" y="68"/>
                      <a:pt x="15" y="67"/>
                      <a:pt x="13" y="66"/>
                    </a:cubicBezTo>
                    <a:cubicBezTo>
                      <a:pt x="11" y="64"/>
                      <a:pt x="10" y="61"/>
                      <a:pt x="10" y="59"/>
                    </a:cubicBezTo>
                    <a:cubicBezTo>
                      <a:pt x="10" y="58"/>
                      <a:pt x="9" y="56"/>
                      <a:pt x="8" y="56"/>
                    </a:cubicBezTo>
                    <a:cubicBezTo>
                      <a:pt x="7" y="56"/>
                      <a:pt x="6" y="58"/>
                      <a:pt x="6" y="59"/>
                    </a:cubicBezTo>
                    <a:cubicBezTo>
                      <a:pt x="6" y="67"/>
                      <a:pt x="12" y="73"/>
                      <a:pt x="20" y="73"/>
                    </a:cubicBezTo>
                    <a:cubicBezTo>
                      <a:pt x="28" y="73"/>
                      <a:pt x="34" y="67"/>
                      <a:pt x="34" y="60"/>
                    </a:cubicBezTo>
                    <a:cubicBezTo>
                      <a:pt x="34" y="59"/>
                      <a:pt x="34" y="59"/>
                      <a:pt x="34" y="59"/>
                    </a:cubicBezTo>
                    <a:cubicBezTo>
                      <a:pt x="34" y="30"/>
                      <a:pt x="34" y="30"/>
                      <a:pt x="34" y="30"/>
                    </a:cubicBezTo>
                    <a:lnTo>
                      <a:pt x="64" y="3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4" name="组合 258"/>
            <p:cNvGrpSpPr/>
            <p:nvPr/>
          </p:nvGrpSpPr>
          <p:grpSpPr>
            <a:xfrm>
              <a:off x="7018695" y="1649611"/>
              <a:ext cx="1006323" cy="1022911"/>
              <a:chOff x="4141595" y="2755766"/>
              <a:chExt cx="1006323" cy="1022911"/>
            </a:xfrm>
          </p:grpSpPr>
          <p:pic>
            <p:nvPicPr>
              <p:cNvPr id="177" name="MH_Other_1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26"/>
              <a:stretch>
                <a:fillRect/>
              </a:stretch>
            </p:blipFill>
            <p:spPr>
              <a:xfrm>
                <a:off x="4141595" y="2755766"/>
                <a:ext cx="1006323" cy="1022911"/>
              </a:xfrm>
              <a:prstGeom prst="rect">
                <a:avLst/>
              </a:prstGeom>
              <a:effectLst>
                <a:outerShdw blurRad="50800" dist="38100"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178" name="组合 260"/>
              <p:cNvGrpSpPr/>
              <p:nvPr/>
            </p:nvGrpSpPr>
            <p:grpSpPr>
              <a:xfrm>
                <a:off x="4477961" y="3106737"/>
                <a:ext cx="333592" cy="320968"/>
                <a:chOff x="7156593" y="1239730"/>
                <a:chExt cx="293688" cy="282574"/>
              </a:xfrm>
              <a:solidFill>
                <a:schemeClr val="accent2"/>
              </a:solidFill>
            </p:grpSpPr>
            <p:sp>
              <p:nvSpPr>
                <p:cNvPr id="179" name="Freeform 573"/>
                <p:cNvSpPr>
                  <a:spLocks/>
                </p:cNvSpPr>
                <p:nvPr/>
              </p:nvSpPr>
              <p:spPr bwMode="auto">
                <a:xfrm>
                  <a:off x="7204218" y="1304817"/>
                  <a:ext cx="196850" cy="217487"/>
                </a:xfrm>
                <a:custGeom>
                  <a:avLst/>
                  <a:gdLst>
                    <a:gd name="T0" fmla="*/ 0 w 49"/>
                    <a:gd name="T1" fmla="*/ 22 h 54"/>
                    <a:gd name="T2" fmla="*/ 0 w 49"/>
                    <a:gd name="T3" fmla="*/ 52 h 54"/>
                    <a:gd name="T4" fmla="*/ 1 w 49"/>
                    <a:gd name="T5" fmla="*/ 54 h 54"/>
                    <a:gd name="T6" fmla="*/ 3 w 49"/>
                    <a:gd name="T7" fmla="*/ 54 h 54"/>
                    <a:gd name="T8" fmla="*/ 16 w 49"/>
                    <a:gd name="T9" fmla="*/ 54 h 54"/>
                    <a:gd name="T10" fmla="*/ 17 w 49"/>
                    <a:gd name="T11" fmla="*/ 54 h 54"/>
                    <a:gd name="T12" fmla="*/ 18 w 49"/>
                    <a:gd name="T13" fmla="*/ 53 h 54"/>
                    <a:gd name="T14" fmla="*/ 18 w 49"/>
                    <a:gd name="T15" fmla="*/ 39 h 54"/>
                    <a:gd name="T16" fmla="*/ 31 w 49"/>
                    <a:gd name="T17" fmla="*/ 39 h 54"/>
                    <a:gd name="T18" fmla="*/ 31 w 49"/>
                    <a:gd name="T19" fmla="*/ 53 h 54"/>
                    <a:gd name="T20" fmla="*/ 32 w 49"/>
                    <a:gd name="T21" fmla="*/ 54 h 54"/>
                    <a:gd name="T22" fmla="*/ 33 w 49"/>
                    <a:gd name="T23" fmla="*/ 54 h 54"/>
                    <a:gd name="T24" fmla="*/ 46 w 49"/>
                    <a:gd name="T25" fmla="*/ 54 h 54"/>
                    <a:gd name="T26" fmla="*/ 48 w 49"/>
                    <a:gd name="T27" fmla="*/ 54 h 54"/>
                    <a:gd name="T28" fmla="*/ 49 w 49"/>
                    <a:gd name="T29" fmla="*/ 52 h 54"/>
                    <a:gd name="T30" fmla="*/ 49 w 49"/>
                    <a:gd name="T31" fmla="*/ 22 h 54"/>
                    <a:gd name="T32" fmla="*/ 25 w 49"/>
                    <a:gd name="T33" fmla="*/ 0 h 54"/>
                    <a:gd name="T34" fmla="*/ 0 w 49"/>
                    <a:gd name="T35" fmla="*/ 22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4">
                      <a:moveTo>
                        <a:pt x="0" y="22"/>
                      </a:move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0" y="53"/>
                        <a:pt x="0" y="54"/>
                        <a:pt x="1" y="54"/>
                      </a:cubicBezTo>
                      <a:cubicBezTo>
                        <a:pt x="2" y="54"/>
                        <a:pt x="2" y="54"/>
                        <a:pt x="3" y="54"/>
                      </a:cubicBezTo>
                      <a:cubicBezTo>
                        <a:pt x="16" y="54"/>
                        <a:pt x="16" y="54"/>
                        <a:pt x="16" y="54"/>
                      </a:cubicBezTo>
                      <a:cubicBezTo>
                        <a:pt x="17" y="54"/>
                        <a:pt x="17" y="54"/>
                        <a:pt x="17" y="54"/>
                      </a:cubicBezTo>
                      <a:cubicBezTo>
                        <a:pt x="18" y="54"/>
                        <a:pt x="18" y="53"/>
                        <a:pt x="18" y="53"/>
                      </a:cubicBezTo>
                      <a:cubicBezTo>
                        <a:pt x="18" y="39"/>
                        <a:pt x="18" y="39"/>
                        <a:pt x="18" y="39"/>
                      </a:cubicBezTo>
                      <a:cubicBezTo>
                        <a:pt x="31" y="39"/>
                        <a:pt x="31" y="39"/>
                        <a:pt x="31" y="39"/>
                      </a:cubicBezTo>
                      <a:cubicBezTo>
                        <a:pt x="31" y="53"/>
                        <a:pt x="31" y="53"/>
                        <a:pt x="31" y="53"/>
                      </a:cubicBezTo>
                      <a:cubicBezTo>
                        <a:pt x="31" y="53"/>
                        <a:pt x="31" y="54"/>
                        <a:pt x="32" y="54"/>
                      </a:cubicBezTo>
                      <a:cubicBezTo>
                        <a:pt x="32" y="54"/>
                        <a:pt x="32" y="54"/>
                        <a:pt x="33" y="54"/>
                      </a:cubicBezTo>
                      <a:cubicBezTo>
                        <a:pt x="46" y="54"/>
                        <a:pt x="46" y="54"/>
                        <a:pt x="46" y="54"/>
                      </a:cubicBezTo>
                      <a:cubicBezTo>
                        <a:pt x="47" y="54"/>
                        <a:pt x="48" y="54"/>
                        <a:pt x="48" y="54"/>
                      </a:cubicBezTo>
                      <a:cubicBezTo>
                        <a:pt x="49" y="54"/>
                        <a:pt x="49" y="53"/>
                        <a:pt x="49" y="52"/>
                      </a:cubicBezTo>
                      <a:cubicBezTo>
                        <a:pt x="49" y="22"/>
                        <a:pt x="49" y="22"/>
                        <a:pt x="49" y="22"/>
                      </a:cubicBezTo>
                      <a:cubicBezTo>
                        <a:pt x="25" y="0"/>
                        <a:pt x="25" y="0"/>
                        <a:pt x="25" y="0"/>
                      </a:cubicBez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" name="Freeform 574"/>
                <p:cNvSpPr>
                  <a:spLocks/>
                </p:cNvSpPr>
                <p:nvPr/>
              </p:nvSpPr>
              <p:spPr bwMode="auto">
                <a:xfrm>
                  <a:off x="7156593" y="1239730"/>
                  <a:ext cx="293688" cy="157162"/>
                </a:xfrm>
                <a:custGeom>
                  <a:avLst/>
                  <a:gdLst>
                    <a:gd name="T0" fmla="*/ 71 w 73"/>
                    <a:gd name="T1" fmla="*/ 30 h 39"/>
                    <a:gd name="T2" fmla="*/ 60 w 73"/>
                    <a:gd name="T3" fmla="*/ 20 h 39"/>
                    <a:gd name="T4" fmla="*/ 60 w 73"/>
                    <a:gd name="T5" fmla="*/ 3 h 39"/>
                    <a:gd name="T6" fmla="*/ 58 w 73"/>
                    <a:gd name="T7" fmla="*/ 1 h 39"/>
                    <a:gd name="T8" fmla="*/ 53 w 73"/>
                    <a:gd name="T9" fmla="*/ 1 h 39"/>
                    <a:gd name="T10" fmla="*/ 52 w 73"/>
                    <a:gd name="T11" fmla="*/ 3 h 39"/>
                    <a:gd name="T12" fmla="*/ 52 w 73"/>
                    <a:gd name="T13" fmla="*/ 12 h 39"/>
                    <a:gd name="T14" fmla="*/ 40 w 73"/>
                    <a:gd name="T15" fmla="*/ 2 h 39"/>
                    <a:gd name="T16" fmla="*/ 33 w 73"/>
                    <a:gd name="T17" fmla="*/ 2 h 39"/>
                    <a:gd name="T18" fmla="*/ 2 w 73"/>
                    <a:gd name="T19" fmla="*/ 30 h 39"/>
                    <a:gd name="T20" fmla="*/ 2 w 73"/>
                    <a:gd name="T21" fmla="*/ 37 h 39"/>
                    <a:gd name="T22" fmla="*/ 2 w 73"/>
                    <a:gd name="T23" fmla="*/ 37 h 39"/>
                    <a:gd name="T24" fmla="*/ 5 w 73"/>
                    <a:gd name="T25" fmla="*/ 38 h 39"/>
                    <a:gd name="T26" fmla="*/ 8 w 73"/>
                    <a:gd name="T27" fmla="*/ 37 h 39"/>
                    <a:gd name="T28" fmla="*/ 37 w 73"/>
                    <a:gd name="T29" fmla="*/ 11 h 39"/>
                    <a:gd name="T30" fmla="*/ 65 w 73"/>
                    <a:gd name="T31" fmla="*/ 37 h 39"/>
                    <a:gd name="T32" fmla="*/ 71 w 73"/>
                    <a:gd name="T33" fmla="*/ 37 h 39"/>
                    <a:gd name="T34" fmla="*/ 71 w 73"/>
                    <a:gd name="T35" fmla="*/ 3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3" h="39">
                      <a:moveTo>
                        <a:pt x="71" y="30"/>
                      </a:moveTo>
                      <a:cubicBezTo>
                        <a:pt x="60" y="20"/>
                        <a:pt x="60" y="20"/>
                        <a:pt x="60" y="20"/>
                      </a:cubicBezTo>
                      <a:cubicBezTo>
                        <a:pt x="60" y="3"/>
                        <a:pt x="60" y="3"/>
                        <a:pt x="60" y="3"/>
                      </a:cubicBezTo>
                      <a:cubicBezTo>
                        <a:pt x="60" y="2"/>
                        <a:pt x="59" y="1"/>
                        <a:pt x="58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2" y="1"/>
                        <a:pt x="52" y="2"/>
                        <a:pt x="52" y="3"/>
                      </a:cubicBezTo>
                      <a:cubicBezTo>
                        <a:pt x="52" y="12"/>
                        <a:pt x="52" y="12"/>
                        <a:pt x="52" y="12"/>
                      </a:cubicBez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38" y="0"/>
                        <a:pt x="35" y="0"/>
                        <a:pt x="33" y="2"/>
                      </a:cubicBezTo>
                      <a:cubicBezTo>
                        <a:pt x="2" y="30"/>
                        <a:pt x="2" y="30"/>
                        <a:pt x="2" y="30"/>
                      </a:cubicBezTo>
                      <a:cubicBezTo>
                        <a:pt x="0" y="32"/>
                        <a:pt x="0" y="35"/>
                        <a:pt x="2" y="37"/>
                      </a:cubicBezTo>
                      <a:cubicBezTo>
                        <a:pt x="2" y="37"/>
                        <a:pt x="2" y="37"/>
                        <a:pt x="2" y="37"/>
                      </a:cubicBezTo>
                      <a:cubicBezTo>
                        <a:pt x="3" y="38"/>
                        <a:pt x="4" y="38"/>
                        <a:pt x="5" y="38"/>
                      </a:cubicBezTo>
                      <a:cubicBezTo>
                        <a:pt x="6" y="38"/>
                        <a:pt x="7" y="38"/>
                        <a:pt x="8" y="37"/>
                      </a:cubicBezTo>
                      <a:cubicBezTo>
                        <a:pt x="37" y="11"/>
                        <a:pt x="37" y="11"/>
                        <a:pt x="37" y="11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7" y="39"/>
                        <a:pt x="70" y="39"/>
                        <a:pt x="71" y="37"/>
                      </a:cubicBezTo>
                      <a:cubicBezTo>
                        <a:pt x="73" y="35"/>
                        <a:pt x="73" y="32"/>
                        <a:pt x="71" y="30"/>
                      </a:cubicBez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5" name="组合 263"/>
            <p:cNvGrpSpPr/>
            <p:nvPr/>
          </p:nvGrpSpPr>
          <p:grpSpPr>
            <a:xfrm>
              <a:off x="8446624" y="882428"/>
              <a:ext cx="1004940" cy="1021529"/>
              <a:chOff x="5569524" y="1988583"/>
              <a:chExt cx="1004940" cy="1021529"/>
            </a:xfrm>
          </p:grpSpPr>
          <p:pic>
            <p:nvPicPr>
              <p:cNvPr id="170" name="MH_Other_2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26"/>
              <a:stretch>
                <a:fillRect/>
              </a:stretch>
            </p:blipFill>
            <p:spPr>
              <a:xfrm>
                <a:off x="5569524" y="1988583"/>
                <a:ext cx="1004940" cy="1021529"/>
              </a:xfrm>
              <a:prstGeom prst="rect">
                <a:avLst/>
              </a:prstGeom>
              <a:effectLst>
                <a:outerShdw blurRad="50800" dist="38100"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171" name="组合 265"/>
              <p:cNvGrpSpPr/>
              <p:nvPr/>
            </p:nvGrpSpPr>
            <p:grpSpPr>
              <a:xfrm>
                <a:off x="5926327" y="2359447"/>
                <a:ext cx="306543" cy="232602"/>
                <a:chOff x="10269681" y="2490680"/>
                <a:chExt cx="269875" cy="204787"/>
              </a:xfrm>
              <a:solidFill>
                <a:schemeClr val="accent3"/>
              </a:solidFill>
            </p:grpSpPr>
            <p:sp>
              <p:nvSpPr>
                <p:cNvPr id="172" name="Freeform 382"/>
                <p:cNvSpPr>
                  <a:spLocks/>
                </p:cNvSpPr>
                <p:nvPr/>
              </p:nvSpPr>
              <p:spPr bwMode="auto">
                <a:xfrm>
                  <a:off x="10269681" y="2687530"/>
                  <a:ext cx="269875" cy="7937"/>
                </a:xfrm>
                <a:custGeom>
                  <a:avLst/>
                  <a:gdLst>
                    <a:gd name="T0" fmla="*/ 1 w 67"/>
                    <a:gd name="T1" fmla="*/ 2 h 2"/>
                    <a:gd name="T2" fmla="*/ 0 w 67"/>
                    <a:gd name="T3" fmla="*/ 1 h 2"/>
                    <a:gd name="T4" fmla="*/ 1 w 67"/>
                    <a:gd name="T5" fmla="*/ 0 h 2"/>
                    <a:gd name="T6" fmla="*/ 65 w 67"/>
                    <a:gd name="T7" fmla="*/ 0 h 2"/>
                    <a:gd name="T8" fmla="*/ 67 w 67"/>
                    <a:gd name="T9" fmla="*/ 1 h 2"/>
                    <a:gd name="T10" fmla="*/ 65 w 67"/>
                    <a:gd name="T11" fmla="*/ 2 h 2"/>
                    <a:gd name="T12" fmla="*/ 1 w 67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" h="2">
                      <a:moveTo>
                        <a:pt x="1" y="2"/>
                      </a:move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65" y="0"/>
                        <a:pt x="65" y="0"/>
                        <a:pt x="65" y="0"/>
                      </a:cubicBezTo>
                      <a:cubicBezTo>
                        <a:pt x="66" y="0"/>
                        <a:pt x="67" y="1"/>
                        <a:pt x="67" y="1"/>
                      </a:cubicBezTo>
                      <a:cubicBezTo>
                        <a:pt x="67" y="2"/>
                        <a:pt x="66" y="2"/>
                        <a:pt x="65" y="2"/>
                      </a:cubicBez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" name="Rectangle 383"/>
                <p:cNvSpPr>
                  <a:spLocks noChangeArrowheads="1"/>
                </p:cNvSpPr>
                <p:nvPr/>
              </p:nvSpPr>
              <p:spPr bwMode="auto">
                <a:xfrm>
                  <a:off x="10301431" y="2538305"/>
                  <a:ext cx="41275" cy="130175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4" name="Rectangle 384"/>
                <p:cNvSpPr>
                  <a:spLocks noChangeArrowheads="1"/>
                </p:cNvSpPr>
                <p:nvPr/>
              </p:nvSpPr>
              <p:spPr bwMode="auto">
                <a:xfrm>
                  <a:off x="10361756" y="2490680"/>
                  <a:ext cx="36513" cy="177800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" name="Rectangle 385"/>
                <p:cNvSpPr>
                  <a:spLocks noChangeArrowheads="1"/>
                </p:cNvSpPr>
                <p:nvPr/>
              </p:nvSpPr>
              <p:spPr bwMode="auto">
                <a:xfrm>
                  <a:off x="10414143" y="2547830"/>
                  <a:ext cx="41275" cy="120650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" name="Rectangle 386"/>
                <p:cNvSpPr>
                  <a:spLocks noChangeArrowheads="1"/>
                </p:cNvSpPr>
                <p:nvPr/>
              </p:nvSpPr>
              <p:spPr bwMode="auto">
                <a:xfrm>
                  <a:off x="10474468" y="2587517"/>
                  <a:ext cx="36513" cy="80962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6" name="组合 271"/>
            <p:cNvGrpSpPr/>
            <p:nvPr/>
          </p:nvGrpSpPr>
          <p:grpSpPr>
            <a:xfrm>
              <a:off x="9958873" y="1649611"/>
              <a:ext cx="1006323" cy="1022911"/>
              <a:chOff x="7081773" y="2755766"/>
              <a:chExt cx="1006323" cy="1022911"/>
            </a:xfrm>
          </p:grpSpPr>
          <p:pic>
            <p:nvPicPr>
              <p:cNvPr id="168" name="MH_Other_3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26"/>
              <a:stretch>
                <a:fillRect/>
              </a:stretch>
            </p:blipFill>
            <p:spPr>
              <a:xfrm>
                <a:off x="7081773" y="2755766"/>
                <a:ext cx="1006323" cy="1022911"/>
              </a:xfrm>
              <a:prstGeom prst="rect">
                <a:avLst/>
              </a:prstGeom>
              <a:effectLst>
                <a:outerShdw blurRad="50800" dist="38100"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69" name="Freeform 177"/>
              <p:cNvSpPr>
                <a:spLocks noEditPoints="1"/>
              </p:cNvSpPr>
              <p:nvPr/>
            </p:nvSpPr>
            <p:spPr bwMode="auto">
              <a:xfrm>
                <a:off x="7454325" y="3114240"/>
                <a:ext cx="309962" cy="256688"/>
              </a:xfrm>
              <a:custGeom>
                <a:avLst/>
                <a:gdLst>
                  <a:gd name="T0" fmla="*/ 39 w 81"/>
                  <a:gd name="T1" fmla="*/ 35 h 67"/>
                  <a:gd name="T2" fmla="*/ 37 w 81"/>
                  <a:gd name="T3" fmla="*/ 28 h 67"/>
                  <a:gd name="T4" fmla="*/ 41 w 81"/>
                  <a:gd name="T5" fmla="*/ 43 h 67"/>
                  <a:gd name="T6" fmla="*/ 44 w 81"/>
                  <a:gd name="T7" fmla="*/ 51 h 67"/>
                  <a:gd name="T8" fmla="*/ 44 w 81"/>
                  <a:gd name="T9" fmla="*/ 46 h 67"/>
                  <a:gd name="T10" fmla="*/ 64 w 81"/>
                  <a:gd name="T11" fmla="*/ 13 h 67"/>
                  <a:gd name="T12" fmla="*/ 62 w 81"/>
                  <a:gd name="T13" fmla="*/ 17 h 67"/>
                  <a:gd name="T14" fmla="*/ 56 w 81"/>
                  <a:gd name="T15" fmla="*/ 17 h 67"/>
                  <a:gd name="T16" fmla="*/ 55 w 81"/>
                  <a:gd name="T17" fmla="*/ 13 h 67"/>
                  <a:gd name="T18" fmla="*/ 25 w 81"/>
                  <a:gd name="T19" fmla="*/ 17 h 67"/>
                  <a:gd name="T20" fmla="*/ 19 w 81"/>
                  <a:gd name="T21" fmla="*/ 17 h 67"/>
                  <a:gd name="T22" fmla="*/ 19 w 81"/>
                  <a:gd name="T23" fmla="*/ 13 h 67"/>
                  <a:gd name="T24" fmla="*/ 0 w 81"/>
                  <a:gd name="T25" fmla="*/ 30 h 67"/>
                  <a:gd name="T26" fmla="*/ 17 w 81"/>
                  <a:gd name="T27" fmla="*/ 67 h 67"/>
                  <a:gd name="T28" fmla="*/ 81 w 81"/>
                  <a:gd name="T29" fmla="*/ 50 h 67"/>
                  <a:gd name="T30" fmla="*/ 64 w 81"/>
                  <a:gd name="T31" fmla="*/ 13 h 67"/>
                  <a:gd name="T32" fmla="*/ 41 w 81"/>
                  <a:gd name="T33" fmla="*/ 54 h 67"/>
                  <a:gd name="T34" fmla="*/ 39 w 81"/>
                  <a:gd name="T35" fmla="*/ 57 h 67"/>
                  <a:gd name="T36" fmla="*/ 32 w 81"/>
                  <a:gd name="T37" fmla="*/ 51 h 67"/>
                  <a:gd name="T38" fmla="*/ 33 w 81"/>
                  <a:gd name="T39" fmla="*/ 45 h 67"/>
                  <a:gd name="T40" fmla="*/ 39 w 81"/>
                  <a:gd name="T41" fmla="*/ 42 h 67"/>
                  <a:gd name="T42" fmla="*/ 32 w 81"/>
                  <a:gd name="T43" fmla="*/ 33 h 67"/>
                  <a:gd name="T44" fmla="*/ 39 w 81"/>
                  <a:gd name="T45" fmla="*/ 25 h 67"/>
                  <a:gd name="T46" fmla="*/ 41 w 81"/>
                  <a:gd name="T47" fmla="*/ 23 h 67"/>
                  <a:gd name="T48" fmla="*/ 48 w 81"/>
                  <a:gd name="T49" fmla="*/ 28 h 67"/>
                  <a:gd name="T50" fmla="*/ 46 w 81"/>
                  <a:gd name="T51" fmla="*/ 34 h 67"/>
                  <a:gd name="T52" fmla="*/ 41 w 81"/>
                  <a:gd name="T53" fmla="*/ 27 h 67"/>
                  <a:gd name="T54" fmla="*/ 48 w 81"/>
                  <a:gd name="T55" fmla="*/ 42 h 67"/>
                  <a:gd name="T56" fmla="*/ 47 w 81"/>
                  <a:gd name="T57" fmla="*/ 52 h 67"/>
                  <a:gd name="T58" fmla="*/ 34 w 81"/>
                  <a:gd name="T59" fmla="*/ 3 h 67"/>
                  <a:gd name="T60" fmla="*/ 56 w 81"/>
                  <a:gd name="T61" fmla="*/ 13 h 67"/>
                  <a:gd name="T62" fmla="*/ 61 w 81"/>
                  <a:gd name="T63" fmla="*/ 16 h 67"/>
                  <a:gd name="T64" fmla="*/ 50 w 81"/>
                  <a:gd name="T65" fmla="*/ 0 h 67"/>
                  <a:gd name="T66" fmla="*/ 20 w 81"/>
                  <a:gd name="T67" fmla="*/ 13 h 67"/>
                  <a:gd name="T68" fmla="*/ 24 w 81"/>
                  <a:gd name="T69" fmla="*/ 1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1" h="67">
                    <a:moveTo>
                      <a:pt x="35" y="30"/>
                    </a:moveTo>
                    <a:cubicBezTo>
                      <a:pt x="35" y="32"/>
                      <a:pt x="37" y="33"/>
                      <a:pt x="39" y="35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38" y="27"/>
                      <a:pt x="37" y="27"/>
                      <a:pt x="37" y="28"/>
                    </a:cubicBezTo>
                    <a:cubicBezTo>
                      <a:pt x="36" y="29"/>
                      <a:pt x="35" y="29"/>
                      <a:pt x="35" y="30"/>
                    </a:cubicBezTo>
                    <a:close/>
                    <a:moveTo>
                      <a:pt x="41" y="43"/>
                    </a:moveTo>
                    <a:cubicBezTo>
                      <a:pt x="41" y="52"/>
                      <a:pt x="41" y="52"/>
                      <a:pt x="41" y="52"/>
                    </a:cubicBezTo>
                    <a:cubicBezTo>
                      <a:pt x="42" y="52"/>
                      <a:pt x="43" y="52"/>
                      <a:pt x="44" y="51"/>
                    </a:cubicBezTo>
                    <a:cubicBezTo>
                      <a:pt x="45" y="50"/>
                      <a:pt x="45" y="49"/>
                      <a:pt x="45" y="48"/>
                    </a:cubicBezTo>
                    <a:cubicBezTo>
                      <a:pt x="45" y="47"/>
                      <a:pt x="45" y="47"/>
                      <a:pt x="44" y="46"/>
                    </a:cubicBezTo>
                    <a:cubicBezTo>
                      <a:pt x="44" y="45"/>
                      <a:pt x="43" y="44"/>
                      <a:pt x="41" y="43"/>
                    </a:cubicBezTo>
                    <a:close/>
                    <a:moveTo>
                      <a:pt x="64" y="13"/>
                    </a:move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4"/>
                      <a:pt x="62" y="15"/>
                      <a:pt x="62" y="17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15"/>
                      <a:pt x="56" y="14"/>
                      <a:pt x="55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4"/>
                      <a:pt x="25" y="15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19" y="15"/>
                      <a:pt x="19" y="14"/>
                      <a:pt x="19" y="13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8" y="13"/>
                      <a:pt x="0" y="20"/>
                      <a:pt x="0" y="3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9"/>
                      <a:pt x="8" y="67"/>
                      <a:pt x="17" y="67"/>
                    </a:cubicBezTo>
                    <a:cubicBezTo>
                      <a:pt x="64" y="67"/>
                      <a:pt x="64" y="67"/>
                      <a:pt x="64" y="67"/>
                    </a:cubicBezTo>
                    <a:cubicBezTo>
                      <a:pt x="73" y="67"/>
                      <a:pt x="81" y="59"/>
                      <a:pt x="81" y="50"/>
                    </a:cubicBezTo>
                    <a:cubicBezTo>
                      <a:pt x="81" y="30"/>
                      <a:pt x="81" y="30"/>
                      <a:pt x="81" y="30"/>
                    </a:cubicBezTo>
                    <a:cubicBezTo>
                      <a:pt x="81" y="20"/>
                      <a:pt x="73" y="13"/>
                      <a:pt x="64" y="13"/>
                    </a:cubicBezTo>
                    <a:close/>
                    <a:moveTo>
                      <a:pt x="47" y="52"/>
                    </a:moveTo>
                    <a:cubicBezTo>
                      <a:pt x="45" y="53"/>
                      <a:pt x="43" y="54"/>
                      <a:pt x="41" y="54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54"/>
                      <a:pt x="39" y="54"/>
                      <a:pt x="39" y="54"/>
                    </a:cubicBezTo>
                    <a:cubicBezTo>
                      <a:pt x="36" y="54"/>
                      <a:pt x="34" y="53"/>
                      <a:pt x="32" y="51"/>
                    </a:cubicBezTo>
                    <a:cubicBezTo>
                      <a:pt x="33" y="45"/>
                      <a:pt x="33" y="45"/>
                      <a:pt x="33" y="45"/>
                    </a:cubicBezTo>
                    <a:cubicBezTo>
                      <a:pt x="33" y="45"/>
                      <a:pt x="33" y="45"/>
                      <a:pt x="33" y="45"/>
                    </a:cubicBezTo>
                    <a:cubicBezTo>
                      <a:pt x="34" y="50"/>
                      <a:pt x="36" y="52"/>
                      <a:pt x="39" y="5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6" y="40"/>
                      <a:pt x="34" y="38"/>
                      <a:pt x="33" y="37"/>
                    </a:cubicBezTo>
                    <a:cubicBezTo>
                      <a:pt x="32" y="36"/>
                      <a:pt x="32" y="34"/>
                      <a:pt x="32" y="33"/>
                    </a:cubicBezTo>
                    <a:cubicBezTo>
                      <a:pt x="32" y="31"/>
                      <a:pt x="33" y="29"/>
                      <a:pt x="34" y="28"/>
                    </a:cubicBezTo>
                    <a:cubicBezTo>
                      <a:pt x="36" y="26"/>
                      <a:pt x="37" y="26"/>
                      <a:pt x="39" y="25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41" y="25"/>
                      <a:pt x="41" y="25"/>
                      <a:pt x="41" y="25"/>
                    </a:cubicBezTo>
                    <a:cubicBezTo>
                      <a:pt x="44" y="26"/>
                      <a:pt x="46" y="26"/>
                      <a:pt x="48" y="28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6" y="34"/>
                      <a:pt x="46" y="34"/>
                      <a:pt x="46" y="34"/>
                    </a:cubicBezTo>
                    <a:cubicBezTo>
                      <a:pt x="46" y="31"/>
                      <a:pt x="46" y="30"/>
                      <a:pt x="45" y="29"/>
                    </a:cubicBezTo>
                    <a:cubicBezTo>
                      <a:pt x="44" y="27"/>
                      <a:pt x="42" y="27"/>
                      <a:pt x="41" y="27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4" y="38"/>
                      <a:pt x="47" y="40"/>
                      <a:pt x="48" y="42"/>
                    </a:cubicBezTo>
                    <a:cubicBezTo>
                      <a:pt x="49" y="43"/>
                      <a:pt x="49" y="45"/>
                      <a:pt x="49" y="47"/>
                    </a:cubicBezTo>
                    <a:cubicBezTo>
                      <a:pt x="49" y="49"/>
                      <a:pt x="49" y="50"/>
                      <a:pt x="47" y="52"/>
                    </a:cubicBezTo>
                    <a:close/>
                    <a:moveTo>
                      <a:pt x="25" y="13"/>
                    </a:moveTo>
                    <a:cubicBezTo>
                      <a:pt x="26" y="7"/>
                      <a:pt x="29" y="3"/>
                      <a:pt x="34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52" y="3"/>
                      <a:pt x="55" y="7"/>
                      <a:pt x="56" y="13"/>
                    </a:cubicBezTo>
                    <a:cubicBezTo>
                      <a:pt x="57" y="14"/>
                      <a:pt x="57" y="15"/>
                      <a:pt x="57" y="16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1" y="15"/>
                      <a:pt x="61" y="14"/>
                      <a:pt x="61" y="13"/>
                    </a:cubicBezTo>
                    <a:cubicBezTo>
                      <a:pt x="59" y="5"/>
                      <a:pt x="55" y="0"/>
                      <a:pt x="5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26" y="0"/>
                      <a:pt x="22" y="5"/>
                      <a:pt x="20" y="13"/>
                    </a:cubicBezTo>
                    <a:cubicBezTo>
                      <a:pt x="20" y="14"/>
                      <a:pt x="20" y="15"/>
                      <a:pt x="20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5"/>
                      <a:pt x="24" y="14"/>
                      <a:pt x="25" y="13"/>
                    </a:cubicBez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7" name="组合 274"/>
            <p:cNvGrpSpPr/>
            <p:nvPr/>
          </p:nvGrpSpPr>
          <p:grpSpPr>
            <a:xfrm>
              <a:off x="10322422" y="3163243"/>
              <a:ext cx="1004941" cy="1021529"/>
              <a:chOff x="7445322" y="4269398"/>
              <a:chExt cx="1004941" cy="1021529"/>
            </a:xfrm>
          </p:grpSpPr>
          <p:pic>
            <p:nvPicPr>
              <p:cNvPr id="163" name="MH_Other_4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26"/>
              <a:stretch>
                <a:fillRect/>
              </a:stretch>
            </p:blipFill>
            <p:spPr>
              <a:xfrm>
                <a:off x="7445322" y="4269398"/>
                <a:ext cx="1004941" cy="1021529"/>
              </a:xfrm>
              <a:prstGeom prst="rect">
                <a:avLst/>
              </a:prstGeom>
              <a:effectLst>
                <a:outerShdw blurRad="50800" dist="38100"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164" name="组合 276"/>
              <p:cNvGrpSpPr/>
              <p:nvPr/>
            </p:nvGrpSpPr>
            <p:grpSpPr>
              <a:xfrm>
                <a:off x="7800872" y="4615747"/>
                <a:ext cx="313191" cy="313191"/>
                <a:chOff x="2996839" y="1292034"/>
                <a:chExt cx="275727" cy="275728"/>
              </a:xfrm>
              <a:solidFill>
                <a:schemeClr val="accent2"/>
              </a:solidFill>
            </p:grpSpPr>
            <p:sp>
              <p:nvSpPr>
                <p:cNvPr id="165" name="Freeform 302"/>
                <p:cNvSpPr>
                  <a:spLocks noEditPoints="1"/>
                </p:cNvSpPr>
                <p:nvPr/>
              </p:nvSpPr>
              <p:spPr bwMode="auto">
                <a:xfrm>
                  <a:off x="3077851" y="1373047"/>
                  <a:ext cx="194715" cy="194715"/>
                </a:xfrm>
                <a:custGeom>
                  <a:avLst/>
                  <a:gdLst>
                    <a:gd name="T0" fmla="*/ 6 w 58"/>
                    <a:gd name="T1" fmla="*/ 14 h 58"/>
                    <a:gd name="T2" fmla="*/ 7 w 58"/>
                    <a:gd name="T3" fmla="*/ 19 h 58"/>
                    <a:gd name="T4" fmla="*/ 4 w 58"/>
                    <a:gd name="T5" fmla="*/ 20 h 58"/>
                    <a:gd name="T6" fmla="*/ 0 w 58"/>
                    <a:gd name="T7" fmla="*/ 23 h 58"/>
                    <a:gd name="T8" fmla="*/ 2 w 58"/>
                    <a:gd name="T9" fmla="*/ 27 h 58"/>
                    <a:gd name="T10" fmla="*/ 5 w 58"/>
                    <a:gd name="T11" fmla="*/ 31 h 58"/>
                    <a:gd name="T12" fmla="*/ 2 w 58"/>
                    <a:gd name="T13" fmla="*/ 34 h 58"/>
                    <a:gd name="T14" fmla="*/ 1 w 58"/>
                    <a:gd name="T15" fmla="*/ 38 h 58"/>
                    <a:gd name="T16" fmla="*/ 5 w 58"/>
                    <a:gd name="T17" fmla="*/ 41 h 58"/>
                    <a:gd name="T18" fmla="*/ 8 w 58"/>
                    <a:gd name="T19" fmla="*/ 42 h 58"/>
                    <a:gd name="T20" fmla="*/ 8 w 58"/>
                    <a:gd name="T21" fmla="*/ 46 h 58"/>
                    <a:gd name="T22" fmla="*/ 9 w 58"/>
                    <a:gd name="T23" fmla="*/ 51 h 58"/>
                    <a:gd name="T24" fmla="*/ 14 w 58"/>
                    <a:gd name="T25" fmla="*/ 51 h 58"/>
                    <a:gd name="T26" fmla="*/ 18 w 58"/>
                    <a:gd name="T27" fmla="*/ 51 h 58"/>
                    <a:gd name="T28" fmla="*/ 19 w 58"/>
                    <a:gd name="T29" fmla="*/ 54 h 58"/>
                    <a:gd name="T30" fmla="*/ 22 w 58"/>
                    <a:gd name="T31" fmla="*/ 58 h 58"/>
                    <a:gd name="T32" fmla="*/ 27 w 58"/>
                    <a:gd name="T33" fmla="*/ 56 h 58"/>
                    <a:gd name="T34" fmla="*/ 31 w 58"/>
                    <a:gd name="T35" fmla="*/ 53 h 58"/>
                    <a:gd name="T36" fmla="*/ 33 w 58"/>
                    <a:gd name="T37" fmla="*/ 56 h 58"/>
                    <a:gd name="T38" fmla="*/ 38 w 58"/>
                    <a:gd name="T39" fmla="*/ 57 h 58"/>
                    <a:gd name="T40" fmla="*/ 40 w 58"/>
                    <a:gd name="T41" fmla="*/ 53 h 58"/>
                    <a:gd name="T42" fmla="*/ 42 w 58"/>
                    <a:gd name="T43" fmla="*/ 49 h 58"/>
                    <a:gd name="T44" fmla="*/ 46 w 58"/>
                    <a:gd name="T45" fmla="*/ 50 h 58"/>
                    <a:gd name="T46" fmla="*/ 50 w 58"/>
                    <a:gd name="T47" fmla="*/ 49 h 58"/>
                    <a:gd name="T48" fmla="*/ 51 w 58"/>
                    <a:gd name="T49" fmla="*/ 44 h 58"/>
                    <a:gd name="T50" fmla="*/ 50 w 58"/>
                    <a:gd name="T51" fmla="*/ 40 h 58"/>
                    <a:gd name="T52" fmla="*/ 54 w 58"/>
                    <a:gd name="T53" fmla="*/ 39 h 58"/>
                    <a:gd name="T54" fmla="*/ 57 w 58"/>
                    <a:gd name="T55" fmla="*/ 35 h 58"/>
                    <a:gd name="T56" fmla="*/ 55 w 58"/>
                    <a:gd name="T57" fmla="*/ 31 h 58"/>
                    <a:gd name="T58" fmla="*/ 52 w 58"/>
                    <a:gd name="T59" fmla="*/ 27 h 58"/>
                    <a:gd name="T60" fmla="*/ 55 w 58"/>
                    <a:gd name="T61" fmla="*/ 25 h 58"/>
                    <a:gd name="T62" fmla="*/ 56 w 58"/>
                    <a:gd name="T63" fmla="*/ 20 h 58"/>
                    <a:gd name="T64" fmla="*/ 53 w 58"/>
                    <a:gd name="T65" fmla="*/ 18 h 58"/>
                    <a:gd name="T66" fmla="*/ 48 w 58"/>
                    <a:gd name="T67" fmla="*/ 16 h 58"/>
                    <a:gd name="T68" fmla="*/ 49 w 58"/>
                    <a:gd name="T69" fmla="*/ 12 h 58"/>
                    <a:gd name="T70" fmla="*/ 48 w 58"/>
                    <a:gd name="T71" fmla="*/ 8 h 58"/>
                    <a:gd name="T72" fmla="*/ 44 w 58"/>
                    <a:gd name="T73" fmla="*/ 7 h 58"/>
                    <a:gd name="T74" fmla="*/ 39 w 58"/>
                    <a:gd name="T75" fmla="*/ 8 h 58"/>
                    <a:gd name="T76" fmla="*/ 38 w 58"/>
                    <a:gd name="T77" fmla="*/ 4 h 58"/>
                    <a:gd name="T78" fmla="*/ 35 w 58"/>
                    <a:gd name="T79" fmla="*/ 1 h 58"/>
                    <a:gd name="T80" fmla="*/ 30 w 58"/>
                    <a:gd name="T81" fmla="*/ 3 h 58"/>
                    <a:gd name="T82" fmla="*/ 27 w 58"/>
                    <a:gd name="T83" fmla="*/ 5 h 58"/>
                    <a:gd name="T84" fmla="*/ 24 w 58"/>
                    <a:gd name="T85" fmla="*/ 3 h 58"/>
                    <a:gd name="T86" fmla="*/ 20 w 58"/>
                    <a:gd name="T87" fmla="*/ 1 h 58"/>
                    <a:gd name="T88" fmla="*/ 17 w 58"/>
                    <a:gd name="T89" fmla="*/ 5 h 58"/>
                    <a:gd name="T90" fmla="*/ 15 w 58"/>
                    <a:gd name="T91" fmla="*/ 10 h 58"/>
                    <a:gd name="T92" fmla="*/ 12 w 58"/>
                    <a:gd name="T93" fmla="*/ 9 h 58"/>
                    <a:gd name="T94" fmla="*/ 7 w 58"/>
                    <a:gd name="T95" fmla="*/ 10 h 58"/>
                    <a:gd name="T96" fmla="*/ 6 w 58"/>
                    <a:gd name="T97" fmla="*/ 14 h 58"/>
                    <a:gd name="T98" fmla="*/ 23 w 58"/>
                    <a:gd name="T99" fmla="*/ 13 h 58"/>
                    <a:gd name="T100" fmla="*/ 45 w 58"/>
                    <a:gd name="T101" fmla="*/ 24 h 58"/>
                    <a:gd name="T102" fmla="*/ 34 w 58"/>
                    <a:gd name="T103" fmla="*/ 45 h 58"/>
                    <a:gd name="T104" fmla="*/ 13 w 58"/>
                    <a:gd name="T105" fmla="*/ 34 h 58"/>
                    <a:gd name="T106" fmla="*/ 23 w 58"/>
                    <a:gd name="T107" fmla="*/ 13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58" h="58">
                      <a:moveTo>
                        <a:pt x="6" y="14"/>
                      </a:moveTo>
                      <a:cubicBezTo>
                        <a:pt x="8" y="15"/>
                        <a:pt x="7" y="18"/>
                        <a:pt x="7" y="19"/>
                      </a:cubicBezTo>
                      <a:cubicBezTo>
                        <a:pt x="7" y="20"/>
                        <a:pt x="5" y="20"/>
                        <a:pt x="4" y="20"/>
                      </a:cubicBezTo>
                      <a:cubicBezTo>
                        <a:pt x="2" y="20"/>
                        <a:pt x="0" y="21"/>
                        <a:pt x="0" y="23"/>
                      </a:cubicBezTo>
                      <a:cubicBezTo>
                        <a:pt x="0" y="25"/>
                        <a:pt x="0" y="27"/>
                        <a:pt x="2" y="27"/>
                      </a:cubicBezTo>
                      <a:cubicBezTo>
                        <a:pt x="3" y="28"/>
                        <a:pt x="5" y="30"/>
                        <a:pt x="5" y="31"/>
                      </a:cubicBezTo>
                      <a:cubicBezTo>
                        <a:pt x="5" y="32"/>
                        <a:pt x="4" y="33"/>
                        <a:pt x="2" y="34"/>
                      </a:cubicBezTo>
                      <a:cubicBezTo>
                        <a:pt x="1" y="34"/>
                        <a:pt x="0" y="36"/>
                        <a:pt x="1" y="38"/>
                      </a:cubicBezTo>
                      <a:cubicBezTo>
                        <a:pt x="1" y="40"/>
                        <a:pt x="3" y="42"/>
                        <a:pt x="5" y="41"/>
                      </a:cubicBezTo>
                      <a:cubicBezTo>
                        <a:pt x="6" y="41"/>
                        <a:pt x="8" y="41"/>
                        <a:pt x="8" y="42"/>
                      </a:cubicBezTo>
                      <a:cubicBezTo>
                        <a:pt x="9" y="42"/>
                        <a:pt x="9" y="45"/>
                        <a:pt x="8" y="46"/>
                      </a:cubicBezTo>
                      <a:cubicBezTo>
                        <a:pt x="7" y="47"/>
                        <a:pt x="7" y="50"/>
                        <a:pt x="9" y="51"/>
                      </a:cubicBezTo>
                      <a:cubicBezTo>
                        <a:pt x="11" y="52"/>
                        <a:pt x="13" y="53"/>
                        <a:pt x="14" y="51"/>
                      </a:cubicBezTo>
                      <a:cubicBezTo>
                        <a:pt x="15" y="50"/>
                        <a:pt x="18" y="51"/>
                        <a:pt x="18" y="51"/>
                      </a:cubicBezTo>
                      <a:cubicBezTo>
                        <a:pt x="19" y="51"/>
                        <a:pt x="20" y="53"/>
                        <a:pt x="19" y="54"/>
                      </a:cubicBezTo>
                      <a:cubicBezTo>
                        <a:pt x="19" y="56"/>
                        <a:pt x="20" y="57"/>
                        <a:pt x="22" y="58"/>
                      </a:cubicBezTo>
                      <a:cubicBezTo>
                        <a:pt x="25" y="58"/>
                        <a:pt x="26" y="57"/>
                        <a:pt x="27" y="56"/>
                      </a:cubicBezTo>
                      <a:cubicBezTo>
                        <a:pt x="27" y="54"/>
                        <a:pt x="30" y="53"/>
                        <a:pt x="31" y="53"/>
                      </a:cubicBezTo>
                      <a:cubicBezTo>
                        <a:pt x="31" y="53"/>
                        <a:pt x="33" y="54"/>
                        <a:pt x="33" y="56"/>
                      </a:cubicBezTo>
                      <a:cubicBezTo>
                        <a:pt x="34" y="57"/>
                        <a:pt x="36" y="58"/>
                        <a:pt x="38" y="57"/>
                      </a:cubicBezTo>
                      <a:cubicBezTo>
                        <a:pt x="40" y="57"/>
                        <a:pt x="41" y="55"/>
                        <a:pt x="40" y="53"/>
                      </a:cubicBezTo>
                      <a:cubicBezTo>
                        <a:pt x="40" y="52"/>
                        <a:pt x="42" y="49"/>
                        <a:pt x="42" y="49"/>
                      </a:cubicBezTo>
                      <a:cubicBezTo>
                        <a:pt x="43" y="48"/>
                        <a:pt x="44" y="49"/>
                        <a:pt x="46" y="50"/>
                      </a:cubicBezTo>
                      <a:cubicBezTo>
                        <a:pt x="47" y="51"/>
                        <a:pt x="49" y="51"/>
                        <a:pt x="50" y="49"/>
                      </a:cubicBezTo>
                      <a:cubicBezTo>
                        <a:pt x="52" y="47"/>
                        <a:pt x="52" y="45"/>
                        <a:pt x="51" y="44"/>
                      </a:cubicBezTo>
                      <a:cubicBezTo>
                        <a:pt x="50" y="43"/>
                        <a:pt x="50" y="40"/>
                        <a:pt x="50" y="40"/>
                      </a:cubicBezTo>
                      <a:cubicBezTo>
                        <a:pt x="51" y="39"/>
                        <a:pt x="52" y="38"/>
                        <a:pt x="54" y="39"/>
                      </a:cubicBezTo>
                      <a:cubicBezTo>
                        <a:pt x="55" y="39"/>
                        <a:pt x="57" y="38"/>
                        <a:pt x="57" y="35"/>
                      </a:cubicBezTo>
                      <a:cubicBezTo>
                        <a:pt x="58" y="33"/>
                        <a:pt x="57" y="31"/>
                        <a:pt x="55" y="31"/>
                      </a:cubicBezTo>
                      <a:cubicBezTo>
                        <a:pt x="54" y="31"/>
                        <a:pt x="53" y="28"/>
                        <a:pt x="52" y="27"/>
                      </a:cubicBezTo>
                      <a:cubicBezTo>
                        <a:pt x="52" y="26"/>
                        <a:pt x="54" y="25"/>
                        <a:pt x="55" y="25"/>
                      </a:cubicBezTo>
                      <a:cubicBezTo>
                        <a:pt x="56" y="24"/>
                        <a:pt x="57" y="22"/>
                        <a:pt x="56" y="20"/>
                      </a:cubicBezTo>
                      <a:cubicBezTo>
                        <a:pt x="56" y="18"/>
                        <a:pt x="54" y="17"/>
                        <a:pt x="53" y="18"/>
                      </a:cubicBezTo>
                      <a:cubicBezTo>
                        <a:pt x="51" y="18"/>
                        <a:pt x="49" y="16"/>
                        <a:pt x="48" y="16"/>
                      </a:cubicBezTo>
                      <a:cubicBezTo>
                        <a:pt x="48" y="15"/>
                        <a:pt x="48" y="13"/>
                        <a:pt x="49" y="12"/>
                      </a:cubicBezTo>
                      <a:cubicBezTo>
                        <a:pt x="50" y="11"/>
                        <a:pt x="50" y="9"/>
                        <a:pt x="48" y="8"/>
                      </a:cubicBezTo>
                      <a:cubicBezTo>
                        <a:pt x="47" y="6"/>
                        <a:pt x="45" y="6"/>
                        <a:pt x="44" y="7"/>
                      </a:cubicBezTo>
                      <a:cubicBezTo>
                        <a:pt x="42" y="8"/>
                        <a:pt x="40" y="8"/>
                        <a:pt x="39" y="8"/>
                      </a:cubicBezTo>
                      <a:cubicBezTo>
                        <a:pt x="38" y="7"/>
                        <a:pt x="38" y="6"/>
                        <a:pt x="38" y="4"/>
                      </a:cubicBezTo>
                      <a:cubicBezTo>
                        <a:pt x="38" y="3"/>
                        <a:pt x="37" y="1"/>
                        <a:pt x="35" y="1"/>
                      </a:cubicBezTo>
                      <a:cubicBezTo>
                        <a:pt x="33" y="0"/>
                        <a:pt x="31" y="1"/>
                        <a:pt x="30" y="3"/>
                      </a:cubicBezTo>
                      <a:cubicBezTo>
                        <a:pt x="30" y="4"/>
                        <a:pt x="28" y="5"/>
                        <a:pt x="27" y="5"/>
                      </a:cubicBezTo>
                      <a:cubicBezTo>
                        <a:pt x="26" y="6"/>
                        <a:pt x="25" y="4"/>
                        <a:pt x="24" y="3"/>
                      </a:cubicBezTo>
                      <a:cubicBezTo>
                        <a:pt x="24" y="1"/>
                        <a:pt x="22" y="1"/>
                        <a:pt x="20" y="1"/>
                      </a:cubicBezTo>
                      <a:cubicBezTo>
                        <a:pt x="18" y="2"/>
                        <a:pt x="16" y="4"/>
                        <a:pt x="17" y="5"/>
                      </a:cubicBezTo>
                      <a:cubicBezTo>
                        <a:pt x="17" y="7"/>
                        <a:pt x="16" y="9"/>
                        <a:pt x="15" y="10"/>
                      </a:cubicBezTo>
                      <a:cubicBezTo>
                        <a:pt x="14" y="10"/>
                        <a:pt x="13" y="10"/>
                        <a:pt x="12" y="9"/>
                      </a:cubicBezTo>
                      <a:cubicBezTo>
                        <a:pt x="10" y="8"/>
                        <a:pt x="8" y="8"/>
                        <a:pt x="7" y="10"/>
                      </a:cubicBezTo>
                      <a:cubicBezTo>
                        <a:pt x="6" y="11"/>
                        <a:pt x="5" y="13"/>
                        <a:pt x="6" y="14"/>
                      </a:cubicBezTo>
                      <a:close/>
                      <a:moveTo>
                        <a:pt x="23" y="13"/>
                      </a:moveTo>
                      <a:cubicBezTo>
                        <a:pt x="32" y="10"/>
                        <a:pt x="42" y="15"/>
                        <a:pt x="45" y="24"/>
                      </a:cubicBezTo>
                      <a:cubicBezTo>
                        <a:pt x="47" y="33"/>
                        <a:pt x="43" y="42"/>
                        <a:pt x="34" y="45"/>
                      </a:cubicBezTo>
                      <a:cubicBezTo>
                        <a:pt x="25" y="48"/>
                        <a:pt x="15" y="43"/>
                        <a:pt x="13" y="34"/>
                      </a:cubicBezTo>
                      <a:cubicBezTo>
                        <a:pt x="10" y="26"/>
                        <a:pt x="15" y="16"/>
                        <a:pt x="23" y="13"/>
                      </a:cubicBezTo>
                      <a:close/>
                    </a:path>
                  </a:pathLst>
                </a:custGeom>
                <a:solidFill>
                  <a:srgbClr val="005DA2"/>
                </a:solidFill>
                <a:ln>
                  <a:noFill/>
                </a:ln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" name="Freeform 303"/>
                <p:cNvSpPr>
                  <a:spLocks noEditPoints="1"/>
                </p:cNvSpPr>
                <p:nvPr/>
              </p:nvSpPr>
              <p:spPr bwMode="auto">
                <a:xfrm>
                  <a:off x="2996839" y="1292034"/>
                  <a:ext cx="123651" cy="125072"/>
                </a:xfrm>
                <a:custGeom>
                  <a:avLst/>
                  <a:gdLst>
                    <a:gd name="T0" fmla="*/ 4 w 37"/>
                    <a:gd name="T1" fmla="*/ 9 h 37"/>
                    <a:gd name="T2" fmla="*/ 5 w 37"/>
                    <a:gd name="T3" fmla="*/ 12 h 37"/>
                    <a:gd name="T4" fmla="*/ 2 w 37"/>
                    <a:gd name="T5" fmla="*/ 12 h 37"/>
                    <a:gd name="T6" fmla="*/ 0 w 37"/>
                    <a:gd name="T7" fmla="*/ 14 h 37"/>
                    <a:gd name="T8" fmla="*/ 1 w 37"/>
                    <a:gd name="T9" fmla="*/ 17 h 37"/>
                    <a:gd name="T10" fmla="*/ 3 w 37"/>
                    <a:gd name="T11" fmla="*/ 20 h 37"/>
                    <a:gd name="T12" fmla="*/ 2 w 37"/>
                    <a:gd name="T13" fmla="*/ 21 h 37"/>
                    <a:gd name="T14" fmla="*/ 1 w 37"/>
                    <a:gd name="T15" fmla="*/ 24 h 37"/>
                    <a:gd name="T16" fmla="*/ 3 w 37"/>
                    <a:gd name="T17" fmla="*/ 26 h 37"/>
                    <a:gd name="T18" fmla="*/ 5 w 37"/>
                    <a:gd name="T19" fmla="*/ 26 h 37"/>
                    <a:gd name="T20" fmla="*/ 5 w 37"/>
                    <a:gd name="T21" fmla="*/ 29 h 37"/>
                    <a:gd name="T22" fmla="*/ 6 w 37"/>
                    <a:gd name="T23" fmla="*/ 32 h 37"/>
                    <a:gd name="T24" fmla="*/ 9 w 37"/>
                    <a:gd name="T25" fmla="*/ 33 h 37"/>
                    <a:gd name="T26" fmla="*/ 12 w 37"/>
                    <a:gd name="T27" fmla="*/ 32 h 37"/>
                    <a:gd name="T28" fmla="*/ 12 w 37"/>
                    <a:gd name="T29" fmla="*/ 34 h 37"/>
                    <a:gd name="T30" fmla="*/ 15 w 37"/>
                    <a:gd name="T31" fmla="*/ 37 h 37"/>
                    <a:gd name="T32" fmla="*/ 17 w 37"/>
                    <a:gd name="T33" fmla="*/ 35 h 37"/>
                    <a:gd name="T34" fmla="*/ 20 w 37"/>
                    <a:gd name="T35" fmla="*/ 34 h 37"/>
                    <a:gd name="T36" fmla="*/ 21 w 37"/>
                    <a:gd name="T37" fmla="*/ 35 h 37"/>
                    <a:gd name="T38" fmla="*/ 24 w 37"/>
                    <a:gd name="T39" fmla="*/ 36 h 37"/>
                    <a:gd name="T40" fmla="*/ 26 w 37"/>
                    <a:gd name="T41" fmla="*/ 34 h 37"/>
                    <a:gd name="T42" fmla="*/ 27 w 37"/>
                    <a:gd name="T43" fmla="*/ 31 h 37"/>
                    <a:gd name="T44" fmla="*/ 29 w 37"/>
                    <a:gd name="T45" fmla="*/ 32 h 37"/>
                    <a:gd name="T46" fmla="*/ 32 w 37"/>
                    <a:gd name="T47" fmla="*/ 31 h 37"/>
                    <a:gd name="T48" fmla="*/ 33 w 37"/>
                    <a:gd name="T49" fmla="*/ 28 h 37"/>
                    <a:gd name="T50" fmla="*/ 32 w 37"/>
                    <a:gd name="T51" fmla="*/ 25 h 37"/>
                    <a:gd name="T52" fmla="*/ 35 w 37"/>
                    <a:gd name="T53" fmla="*/ 24 h 37"/>
                    <a:gd name="T54" fmla="*/ 37 w 37"/>
                    <a:gd name="T55" fmla="*/ 22 h 37"/>
                    <a:gd name="T56" fmla="*/ 36 w 37"/>
                    <a:gd name="T57" fmla="*/ 19 h 37"/>
                    <a:gd name="T58" fmla="*/ 34 w 37"/>
                    <a:gd name="T59" fmla="*/ 17 h 37"/>
                    <a:gd name="T60" fmla="*/ 35 w 37"/>
                    <a:gd name="T61" fmla="*/ 15 h 37"/>
                    <a:gd name="T62" fmla="*/ 36 w 37"/>
                    <a:gd name="T63" fmla="*/ 12 h 37"/>
                    <a:gd name="T64" fmla="*/ 34 w 37"/>
                    <a:gd name="T65" fmla="*/ 11 h 37"/>
                    <a:gd name="T66" fmla="*/ 31 w 37"/>
                    <a:gd name="T67" fmla="*/ 9 h 37"/>
                    <a:gd name="T68" fmla="*/ 32 w 37"/>
                    <a:gd name="T69" fmla="*/ 7 h 37"/>
                    <a:gd name="T70" fmla="*/ 31 w 37"/>
                    <a:gd name="T71" fmla="*/ 4 h 37"/>
                    <a:gd name="T72" fmla="*/ 28 w 37"/>
                    <a:gd name="T73" fmla="*/ 4 h 37"/>
                    <a:gd name="T74" fmla="*/ 25 w 37"/>
                    <a:gd name="T75" fmla="*/ 4 h 37"/>
                    <a:gd name="T76" fmla="*/ 25 w 37"/>
                    <a:gd name="T77" fmla="*/ 2 h 37"/>
                    <a:gd name="T78" fmla="*/ 22 w 37"/>
                    <a:gd name="T79" fmla="*/ 0 h 37"/>
                    <a:gd name="T80" fmla="*/ 20 w 37"/>
                    <a:gd name="T81" fmla="*/ 1 h 37"/>
                    <a:gd name="T82" fmla="*/ 17 w 37"/>
                    <a:gd name="T83" fmla="*/ 3 h 37"/>
                    <a:gd name="T84" fmla="*/ 16 w 37"/>
                    <a:gd name="T85" fmla="*/ 1 h 37"/>
                    <a:gd name="T86" fmla="*/ 13 w 37"/>
                    <a:gd name="T87" fmla="*/ 0 h 37"/>
                    <a:gd name="T88" fmla="*/ 11 w 37"/>
                    <a:gd name="T89" fmla="*/ 3 h 37"/>
                    <a:gd name="T90" fmla="*/ 10 w 37"/>
                    <a:gd name="T91" fmla="*/ 6 h 37"/>
                    <a:gd name="T92" fmla="*/ 8 w 37"/>
                    <a:gd name="T93" fmla="*/ 5 h 37"/>
                    <a:gd name="T94" fmla="*/ 5 w 37"/>
                    <a:gd name="T95" fmla="*/ 6 h 37"/>
                    <a:gd name="T96" fmla="*/ 4 w 37"/>
                    <a:gd name="T97" fmla="*/ 9 h 37"/>
                    <a:gd name="T98" fmla="*/ 15 w 37"/>
                    <a:gd name="T99" fmla="*/ 8 h 37"/>
                    <a:gd name="T100" fmla="*/ 29 w 37"/>
                    <a:gd name="T101" fmla="*/ 15 h 37"/>
                    <a:gd name="T102" fmla="*/ 22 w 37"/>
                    <a:gd name="T103" fmla="*/ 29 h 37"/>
                    <a:gd name="T104" fmla="*/ 8 w 37"/>
                    <a:gd name="T105" fmla="*/ 22 h 37"/>
                    <a:gd name="T106" fmla="*/ 15 w 37"/>
                    <a:gd name="T107" fmla="*/ 8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7" h="37">
                      <a:moveTo>
                        <a:pt x="4" y="9"/>
                      </a:moveTo>
                      <a:cubicBezTo>
                        <a:pt x="5" y="9"/>
                        <a:pt x="5" y="11"/>
                        <a:pt x="5" y="12"/>
                      </a:cubicBezTo>
                      <a:cubicBezTo>
                        <a:pt x="4" y="12"/>
                        <a:pt x="3" y="12"/>
                        <a:pt x="2" y="12"/>
                      </a:cubicBezTo>
                      <a:cubicBezTo>
                        <a:pt x="1" y="12"/>
                        <a:pt x="0" y="13"/>
                        <a:pt x="0" y="14"/>
                      </a:cubicBezTo>
                      <a:cubicBezTo>
                        <a:pt x="0" y="16"/>
                        <a:pt x="0" y="17"/>
                        <a:pt x="1" y="17"/>
                      </a:cubicBezTo>
                      <a:cubicBezTo>
                        <a:pt x="2" y="17"/>
                        <a:pt x="3" y="19"/>
                        <a:pt x="3" y="20"/>
                      </a:cubicBezTo>
                      <a:cubicBezTo>
                        <a:pt x="3" y="20"/>
                        <a:pt x="2" y="21"/>
                        <a:pt x="2" y="21"/>
                      </a:cubicBezTo>
                      <a:cubicBezTo>
                        <a:pt x="1" y="21"/>
                        <a:pt x="0" y="23"/>
                        <a:pt x="1" y="24"/>
                      </a:cubicBezTo>
                      <a:cubicBezTo>
                        <a:pt x="1" y="25"/>
                        <a:pt x="2" y="26"/>
                        <a:pt x="3" y="26"/>
                      </a:cubicBezTo>
                      <a:cubicBezTo>
                        <a:pt x="4" y="26"/>
                        <a:pt x="5" y="26"/>
                        <a:pt x="5" y="26"/>
                      </a:cubicBezTo>
                      <a:cubicBezTo>
                        <a:pt x="6" y="27"/>
                        <a:pt x="6" y="28"/>
                        <a:pt x="5" y="29"/>
                      </a:cubicBezTo>
                      <a:cubicBezTo>
                        <a:pt x="5" y="30"/>
                        <a:pt x="5" y="31"/>
                        <a:pt x="6" y="32"/>
                      </a:cubicBezTo>
                      <a:cubicBezTo>
                        <a:pt x="7" y="33"/>
                        <a:pt x="8" y="33"/>
                        <a:pt x="9" y="33"/>
                      </a:cubicBezTo>
                      <a:cubicBezTo>
                        <a:pt x="10" y="32"/>
                        <a:pt x="11" y="32"/>
                        <a:pt x="12" y="32"/>
                      </a:cubicBezTo>
                      <a:cubicBezTo>
                        <a:pt x="12" y="32"/>
                        <a:pt x="13" y="33"/>
                        <a:pt x="12" y="34"/>
                      </a:cubicBezTo>
                      <a:cubicBezTo>
                        <a:pt x="12" y="35"/>
                        <a:pt x="13" y="36"/>
                        <a:pt x="15" y="37"/>
                      </a:cubicBezTo>
                      <a:cubicBezTo>
                        <a:pt x="16" y="37"/>
                        <a:pt x="17" y="36"/>
                        <a:pt x="17" y="35"/>
                      </a:cubicBezTo>
                      <a:cubicBezTo>
                        <a:pt x="18" y="34"/>
                        <a:pt x="19" y="34"/>
                        <a:pt x="20" y="34"/>
                      </a:cubicBezTo>
                      <a:cubicBezTo>
                        <a:pt x="20" y="34"/>
                        <a:pt x="21" y="34"/>
                        <a:pt x="21" y="35"/>
                      </a:cubicBezTo>
                      <a:cubicBezTo>
                        <a:pt x="22" y="36"/>
                        <a:pt x="23" y="37"/>
                        <a:pt x="24" y="36"/>
                      </a:cubicBezTo>
                      <a:cubicBezTo>
                        <a:pt x="26" y="36"/>
                        <a:pt x="26" y="35"/>
                        <a:pt x="26" y="34"/>
                      </a:cubicBezTo>
                      <a:cubicBezTo>
                        <a:pt x="26" y="33"/>
                        <a:pt x="27" y="31"/>
                        <a:pt x="27" y="31"/>
                      </a:cubicBezTo>
                      <a:cubicBezTo>
                        <a:pt x="28" y="31"/>
                        <a:pt x="29" y="31"/>
                        <a:pt x="29" y="32"/>
                      </a:cubicBezTo>
                      <a:cubicBezTo>
                        <a:pt x="30" y="32"/>
                        <a:pt x="32" y="32"/>
                        <a:pt x="32" y="31"/>
                      </a:cubicBezTo>
                      <a:cubicBezTo>
                        <a:pt x="33" y="30"/>
                        <a:pt x="34" y="28"/>
                        <a:pt x="33" y="28"/>
                      </a:cubicBezTo>
                      <a:cubicBezTo>
                        <a:pt x="32" y="27"/>
                        <a:pt x="32" y="25"/>
                        <a:pt x="32" y="25"/>
                      </a:cubicBezTo>
                      <a:cubicBezTo>
                        <a:pt x="33" y="24"/>
                        <a:pt x="34" y="24"/>
                        <a:pt x="35" y="24"/>
                      </a:cubicBezTo>
                      <a:cubicBezTo>
                        <a:pt x="36" y="24"/>
                        <a:pt x="37" y="24"/>
                        <a:pt x="37" y="22"/>
                      </a:cubicBezTo>
                      <a:cubicBezTo>
                        <a:pt x="37" y="21"/>
                        <a:pt x="37" y="20"/>
                        <a:pt x="36" y="19"/>
                      </a:cubicBezTo>
                      <a:cubicBezTo>
                        <a:pt x="35" y="19"/>
                        <a:pt x="34" y="18"/>
                        <a:pt x="34" y="17"/>
                      </a:cubicBezTo>
                      <a:cubicBezTo>
                        <a:pt x="34" y="16"/>
                        <a:pt x="35" y="16"/>
                        <a:pt x="35" y="15"/>
                      </a:cubicBezTo>
                      <a:cubicBezTo>
                        <a:pt x="36" y="15"/>
                        <a:pt x="37" y="14"/>
                        <a:pt x="36" y="12"/>
                      </a:cubicBezTo>
                      <a:cubicBezTo>
                        <a:pt x="36" y="11"/>
                        <a:pt x="35" y="10"/>
                        <a:pt x="34" y="11"/>
                      </a:cubicBezTo>
                      <a:cubicBezTo>
                        <a:pt x="33" y="11"/>
                        <a:pt x="31" y="10"/>
                        <a:pt x="31" y="9"/>
                      </a:cubicBezTo>
                      <a:cubicBezTo>
                        <a:pt x="31" y="9"/>
                        <a:pt x="31" y="8"/>
                        <a:pt x="32" y="7"/>
                      </a:cubicBezTo>
                      <a:cubicBezTo>
                        <a:pt x="32" y="7"/>
                        <a:pt x="32" y="5"/>
                        <a:pt x="31" y="4"/>
                      </a:cubicBezTo>
                      <a:cubicBezTo>
                        <a:pt x="30" y="3"/>
                        <a:pt x="29" y="3"/>
                        <a:pt x="28" y="4"/>
                      </a:cubicBezTo>
                      <a:cubicBezTo>
                        <a:pt x="27" y="5"/>
                        <a:pt x="26" y="5"/>
                        <a:pt x="25" y="4"/>
                      </a:cubicBezTo>
                      <a:cubicBezTo>
                        <a:pt x="25" y="4"/>
                        <a:pt x="24" y="3"/>
                        <a:pt x="25" y="2"/>
                      </a:cubicBezTo>
                      <a:cubicBezTo>
                        <a:pt x="25" y="1"/>
                        <a:pt x="24" y="0"/>
                        <a:pt x="22" y="0"/>
                      </a:cubicBezTo>
                      <a:cubicBezTo>
                        <a:pt x="21" y="0"/>
                        <a:pt x="20" y="0"/>
                        <a:pt x="20" y="1"/>
                      </a:cubicBezTo>
                      <a:cubicBezTo>
                        <a:pt x="19" y="2"/>
                        <a:pt x="18" y="3"/>
                        <a:pt x="17" y="3"/>
                      </a:cubicBezTo>
                      <a:cubicBezTo>
                        <a:pt x="17" y="3"/>
                        <a:pt x="16" y="2"/>
                        <a:pt x="16" y="1"/>
                      </a:cubicBezTo>
                      <a:cubicBezTo>
                        <a:pt x="15" y="0"/>
                        <a:pt x="14" y="0"/>
                        <a:pt x="13" y="0"/>
                      </a:cubicBezTo>
                      <a:cubicBezTo>
                        <a:pt x="11" y="1"/>
                        <a:pt x="11" y="2"/>
                        <a:pt x="11" y="3"/>
                      </a:cubicBezTo>
                      <a:cubicBezTo>
                        <a:pt x="11" y="4"/>
                        <a:pt x="10" y="5"/>
                        <a:pt x="10" y="6"/>
                      </a:cubicBezTo>
                      <a:cubicBezTo>
                        <a:pt x="9" y="6"/>
                        <a:pt x="8" y="6"/>
                        <a:pt x="8" y="5"/>
                      </a:cubicBezTo>
                      <a:cubicBezTo>
                        <a:pt x="7" y="4"/>
                        <a:pt x="5" y="5"/>
                        <a:pt x="5" y="6"/>
                      </a:cubicBezTo>
                      <a:cubicBezTo>
                        <a:pt x="4" y="7"/>
                        <a:pt x="3" y="8"/>
                        <a:pt x="4" y="9"/>
                      </a:cubicBezTo>
                      <a:close/>
                      <a:moveTo>
                        <a:pt x="15" y="8"/>
                      </a:moveTo>
                      <a:cubicBezTo>
                        <a:pt x="21" y="6"/>
                        <a:pt x="27" y="9"/>
                        <a:pt x="29" y="15"/>
                      </a:cubicBezTo>
                      <a:cubicBezTo>
                        <a:pt x="31" y="21"/>
                        <a:pt x="27" y="27"/>
                        <a:pt x="22" y="29"/>
                      </a:cubicBezTo>
                      <a:cubicBezTo>
                        <a:pt x="16" y="30"/>
                        <a:pt x="10" y="27"/>
                        <a:pt x="8" y="22"/>
                      </a:cubicBezTo>
                      <a:cubicBezTo>
                        <a:pt x="6" y="16"/>
                        <a:pt x="10" y="10"/>
                        <a:pt x="15" y="8"/>
                      </a:cubicBezTo>
                      <a:close/>
                    </a:path>
                  </a:pathLst>
                </a:custGeom>
                <a:solidFill>
                  <a:srgbClr val="005DA2"/>
                </a:solidFill>
                <a:ln>
                  <a:noFill/>
                </a:ln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" name="Freeform 304"/>
                <p:cNvSpPr>
                  <a:spLocks noEditPoints="1"/>
                </p:cNvSpPr>
                <p:nvPr/>
              </p:nvSpPr>
              <p:spPr bwMode="auto">
                <a:xfrm>
                  <a:off x="2996839" y="1417106"/>
                  <a:ext cx="96646" cy="93804"/>
                </a:xfrm>
                <a:custGeom>
                  <a:avLst/>
                  <a:gdLst>
                    <a:gd name="T0" fmla="*/ 3 w 29"/>
                    <a:gd name="T1" fmla="*/ 7 h 28"/>
                    <a:gd name="T2" fmla="*/ 4 w 29"/>
                    <a:gd name="T3" fmla="*/ 9 h 28"/>
                    <a:gd name="T4" fmla="*/ 2 w 29"/>
                    <a:gd name="T5" fmla="*/ 9 h 28"/>
                    <a:gd name="T6" fmla="*/ 0 w 29"/>
                    <a:gd name="T7" fmla="*/ 11 h 28"/>
                    <a:gd name="T8" fmla="*/ 1 w 29"/>
                    <a:gd name="T9" fmla="*/ 13 h 28"/>
                    <a:gd name="T10" fmla="*/ 3 w 29"/>
                    <a:gd name="T11" fmla="*/ 15 h 28"/>
                    <a:gd name="T12" fmla="*/ 1 w 29"/>
                    <a:gd name="T13" fmla="*/ 16 h 28"/>
                    <a:gd name="T14" fmla="*/ 1 w 29"/>
                    <a:gd name="T15" fmla="*/ 19 h 28"/>
                    <a:gd name="T16" fmla="*/ 3 w 29"/>
                    <a:gd name="T17" fmla="*/ 20 h 28"/>
                    <a:gd name="T18" fmla="*/ 4 w 29"/>
                    <a:gd name="T19" fmla="*/ 20 h 28"/>
                    <a:gd name="T20" fmla="*/ 4 w 29"/>
                    <a:gd name="T21" fmla="*/ 23 h 28"/>
                    <a:gd name="T22" fmla="*/ 5 w 29"/>
                    <a:gd name="T23" fmla="*/ 25 h 28"/>
                    <a:gd name="T24" fmla="*/ 7 w 29"/>
                    <a:gd name="T25" fmla="*/ 25 h 28"/>
                    <a:gd name="T26" fmla="*/ 9 w 29"/>
                    <a:gd name="T27" fmla="*/ 25 h 28"/>
                    <a:gd name="T28" fmla="*/ 10 w 29"/>
                    <a:gd name="T29" fmla="*/ 27 h 28"/>
                    <a:gd name="T30" fmla="*/ 11 w 29"/>
                    <a:gd name="T31" fmla="*/ 28 h 28"/>
                    <a:gd name="T32" fmla="*/ 13 w 29"/>
                    <a:gd name="T33" fmla="*/ 27 h 28"/>
                    <a:gd name="T34" fmla="*/ 15 w 29"/>
                    <a:gd name="T35" fmla="*/ 26 h 28"/>
                    <a:gd name="T36" fmla="*/ 17 w 29"/>
                    <a:gd name="T37" fmla="*/ 27 h 28"/>
                    <a:gd name="T38" fmla="*/ 19 w 29"/>
                    <a:gd name="T39" fmla="*/ 28 h 28"/>
                    <a:gd name="T40" fmla="*/ 20 w 29"/>
                    <a:gd name="T41" fmla="*/ 26 h 28"/>
                    <a:gd name="T42" fmla="*/ 21 w 29"/>
                    <a:gd name="T43" fmla="*/ 24 h 28"/>
                    <a:gd name="T44" fmla="*/ 23 w 29"/>
                    <a:gd name="T45" fmla="*/ 24 h 28"/>
                    <a:gd name="T46" fmla="*/ 25 w 29"/>
                    <a:gd name="T47" fmla="*/ 24 h 28"/>
                    <a:gd name="T48" fmla="*/ 25 w 29"/>
                    <a:gd name="T49" fmla="*/ 21 h 28"/>
                    <a:gd name="T50" fmla="*/ 25 w 29"/>
                    <a:gd name="T51" fmla="*/ 19 h 28"/>
                    <a:gd name="T52" fmla="*/ 27 w 29"/>
                    <a:gd name="T53" fmla="*/ 19 h 28"/>
                    <a:gd name="T54" fmla="*/ 29 w 29"/>
                    <a:gd name="T55" fmla="*/ 17 h 28"/>
                    <a:gd name="T56" fmla="*/ 28 w 29"/>
                    <a:gd name="T57" fmla="*/ 15 h 28"/>
                    <a:gd name="T58" fmla="*/ 26 w 29"/>
                    <a:gd name="T59" fmla="*/ 13 h 28"/>
                    <a:gd name="T60" fmla="*/ 27 w 29"/>
                    <a:gd name="T61" fmla="*/ 12 h 28"/>
                    <a:gd name="T62" fmla="*/ 28 w 29"/>
                    <a:gd name="T63" fmla="*/ 10 h 28"/>
                    <a:gd name="T64" fmla="*/ 26 w 29"/>
                    <a:gd name="T65" fmla="*/ 8 h 28"/>
                    <a:gd name="T66" fmla="*/ 24 w 29"/>
                    <a:gd name="T67" fmla="*/ 7 h 28"/>
                    <a:gd name="T68" fmla="*/ 25 w 29"/>
                    <a:gd name="T69" fmla="*/ 6 h 28"/>
                    <a:gd name="T70" fmla="*/ 24 w 29"/>
                    <a:gd name="T71" fmla="*/ 3 h 28"/>
                    <a:gd name="T72" fmla="*/ 22 w 29"/>
                    <a:gd name="T73" fmla="*/ 3 h 28"/>
                    <a:gd name="T74" fmla="*/ 19 w 29"/>
                    <a:gd name="T75" fmla="*/ 3 h 28"/>
                    <a:gd name="T76" fmla="*/ 19 w 29"/>
                    <a:gd name="T77" fmla="*/ 2 h 28"/>
                    <a:gd name="T78" fmla="*/ 17 w 29"/>
                    <a:gd name="T79" fmla="*/ 0 h 28"/>
                    <a:gd name="T80" fmla="*/ 15 w 29"/>
                    <a:gd name="T81" fmla="*/ 1 h 28"/>
                    <a:gd name="T82" fmla="*/ 13 w 29"/>
                    <a:gd name="T83" fmla="*/ 2 h 28"/>
                    <a:gd name="T84" fmla="*/ 12 w 29"/>
                    <a:gd name="T85" fmla="*/ 1 h 28"/>
                    <a:gd name="T86" fmla="*/ 10 w 29"/>
                    <a:gd name="T87" fmla="*/ 0 h 28"/>
                    <a:gd name="T88" fmla="*/ 9 w 29"/>
                    <a:gd name="T89" fmla="*/ 2 h 28"/>
                    <a:gd name="T90" fmla="*/ 8 w 29"/>
                    <a:gd name="T91" fmla="*/ 4 h 28"/>
                    <a:gd name="T92" fmla="*/ 6 w 29"/>
                    <a:gd name="T93" fmla="*/ 4 h 28"/>
                    <a:gd name="T94" fmla="*/ 4 w 29"/>
                    <a:gd name="T95" fmla="*/ 4 h 28"/>
                    <a:gd name="T96" fmla="*/ 3 w 29"/>
                    <a:gd name="T97" fmla="*/ 7 h 28"/>
                    <a:gd name="T98" fmla="*/ 12 w 29"/>
                    <a:gd name="T99" fmla="*/ 6 h 28"/>
                    <a:gd name="T100" fmla="*/ 22 w 29"/>
                    <a:gd name="T101" fmla="*/ 12 h 28"/>
                    <a:gd name="T102" fmla="*/ 17 w 29"/>
                    <a:gd name="T103" fmla="*/ 22 h 28"/>
                    <a:gd name="T104" fmla="*/ 6 w 29"/>
                    <a:gd name="T105" fmla="*/ 17 h 28"/>
                    <a:gd name="T106" fmla="*/ 12 w 29"/>
                    <a:gd name="T107" fmla="*/ 6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9" h="28">
                      <a:moveTo>
                        <a:pt x="3" y="7"/>
                      </a:moveTo>
                      <a:cubicBezTo>
                        <a:pt x="4" y="7"/>
                        <a:pt x="4" y="9"/>
                        <a:pt x="4" y="9"/>
                      </a:cubicBezTo>
                      <a:cubicBezTo>
                        <a:pt x="4" y="9"/>
                        <a:pt x="3" y="10"/>
                        <a:pt x="2" y="9"/>
                      </a:cubicBezTo>
                      <a:cubicBezTo>
                        <a:pt x="1" y="9"/>
                        <a:pt x="0" y="10"/>
                        <a:pt x="0" y="11"/>
                      </a:cubicBezTo>
                      <a:cubicBezTo>
                        <a:pt x="0" y="12"/>
                        <a:pt x="0" y="13"/>
                        <a:pt x="1" y="13"/>
                      </a:cubicBezTo>
                      <a:cubicBezTo>
                        <a:pt x="2" y="13"/>
                        <a:pt x="3" y="15"/>
                        <a:pt x="3" y="15"/>
                      </a:cubicBezTo>
                      <a:cubicBezTo>
                        <a:pt x="3" y="16"/>
                        <a:pt x="2" y="16"/>
                        <a:pt x="1" y="16"/>
                      </a:cubicBezTo>
                      <a:cubicBezTo>
                        <a:pt x="1" y="17"/>
                        <a:pt x="0" y="18"/>
                        <a:pt x="1" y="19"/>
                      </a:cubicBezTo>
                      <a:cubicBezTo>
                        <a:pt x="1" y="20"/>
                        <a:pt x="2" y="20"/>
                        <a:pt x="3" y="20"/>
                      </a:cubicBezTo>
                      <a:cubicBezTo>
                        <a:pt x="3" y="20"/>
                        <a:pt x="4" y="20"/>
                        <a:pt x="4" y="20"/>
                      </a:cubicBezTo>
                      <a:cubicBezTo>
                        <a:pt x="4" y="21"/>
                        <a:pt x="5" y="22"/>
                        <a:pt x="4" y="23"/>
                      </a:cubicBezTo>
                      <a:cubicBezTo>
                        <a:pt x="4" y="23"/>
                        <a:pt x="4" y="24"/>
                        <a:pt x="5" y="25"/>
                      </a:cubicBezTo>
                      <a:cubicBezTo>
                        <a:pt x="5" y="26"/>
                        <a:pt x="7" y="26"/>
                        <a:pt x="7" y="25"/>
                      </a:cubicBezTo>
                      <a:cubicBezTo>
                        <a:pt x="8" y="25"/>
                        <a:pt x="9" y="25"/>
                        <a:pt x="9" y="25"/>
                      </a:cubicBezTo>
                      <a:cubicBezTo>
                        <a:pt x="10" y="25"/>
                        <a:pt x="10" y="26"/>
                        <a:pt x="10" y="27"/>
                      </a:cubicBezTo>
                      <a:cubicBezTo>
                        <a:pt x="10" y="27"/>
                        <a:pt x="10" y="28"/>
                        <a:pt x="11" y="28"/>
                      </a:cubicBezTo>
                      <a:cubicBezTo>
                        <a:pt x="12" y="28"/>
                        <a:pt x="13" y="28"/>
                        <a:pt x="13" y="27"/>
                      </a:cubicBezTo>
                      <a:cubicBezTo>
                        <a:pt x="14" y="27"/>
                        <a:pt x="15" y="26"/>
                        <a:pt x="15" y="26"/>
                      </a:cubicBezTo>
                      <a:cubicBezTo>
                        <a:pt x="16" y="26"/>
                        <a:pt x="16" y="26"/>
                        <a:pt x="17" y="27"/>
                      </a:cubicBezTo>
                      <a:cubicBezTo>
                        <a:pt x="17" y="28"/>
                        <a:pt x="18" y="28"/>
                        <a:pt x="19" y="28"/>
                      </a:cubicBezTo>
                      <a:cubicBezTo>
                        <a:pt x="20" y="28"/>
                        <a:pt x="20" y="27"/>
                        <a:pt x="20" y="26"/>
                      </a:cubicBezTo>
                      <a:cubicBezTo>
                        <a:pt x="20" y="25"/>
                        <a:pt x="21" y="24"/>
                        <a:pt x="21" y="24"/>
                      </a:cubicBezTo>
                      <a:cubicBezTo>
                        <a:pt x="21" y="24"/>
                        <a:pt x="22" y="24"/>
                        <a:pt x="23" y="24"/>
                      </a:cubicBezTo>
                      <a:cubicBezTo>
                        <a:pt x="23" y="25"/>
                        <a:pt x="24" y="25"/>
                        <a:pt x="25" y="24"/>
                      </a:cubicBezTo>
                      <a:cubicBezTo>
                        <a:pt x="26" y="23"/>
                        <a:pt x="26" y="22"/>
                        <a:pt x="25" y="21"/>
                      </a:cubicBezTo>
                      <a:cubicBezTo>
                        <a:pt x="25" y="21"/>
                        <a:pt x="25" y="20"/>
                        <a:pt x="25" y="19"/>
                      </a:cubicBezTo>
                      <a:cubicBezTo>
                        <a:pt x="25" y="19"/>
                        <a:pt x="26" y="19"/>
                        <a:pt x="27" y="19"/>
                      </a:cubicBezTo>
                      <a:cubicBezTo>
                        <a:pt x="28" y="19"/>
                        <a:pt x="28" y="18"/>
                        <a:pt x="29" y="17"/>
                      </a:cubicBezTo>
                      <a:cubicBezTo>
                        <a:pt x="29" y="16"/>
                        <a:pt x="28" y="15"/>
                        <a:pt x="28" y="15"/>
                      </a:cubicBezTo>
                      <a:cubicBezTo>
                        <a:pt x="27" y="15"/>
                        <a:pt x="26" y="14"/>
                        <a:pt x="26" y="13"/>
                      </a:cubicBezTo>
                      <a:cubicBezTo>
                        <a:pt x="26" y="13"/>
                        <a:pt x="27" y="12"/>
                        <a:pt x="27" y="12"/>
                      </a:cubicBezTo>
                      <a:cubicBezTo>
                        <a:pt x="28" y="12"/>
                        <a:pt x="28" y="11"/>
                        <a:pt x="28" y="10"/>
                      </a:cubicBezTo>
                      <a:cubicBezTo>
                        <a:pt x="28" y="9"/>
                        <a:pt x="27" y="8"/>
                        <a:pt x="26" y="8"/>
                      </a:cubicBezTo>
                      <a:cubicBezTo>
                        <a:pt x="26" y="9"/>
                        <a:pt x="24" y="8"/>
                        <a:pt x="24" y="7"/>
                      </a:cubicBezTo>
                      <a:cubicBezTo>
                        <a:pt x="24" y="7"/>
                        <a:pt x="24" y="6"/>
                        <a:pt x="25" y="6"/>
                      </a:cubicBezTo>
                      <a:cubicBezTo>
                        <a:pt x="25" y="5"/>
                        <a:pt x="25" y="4"/>
                        <a:pt x="24" y="3"/>
                      </a:cubicBezTo>
                      <a:cubicBezTo>
                        <a:pt x="23" y="3"/>
                        <a:pt x="22" y="3"/>
                        <a:pt x="22" y="3"/>
                      </a:cubicBezTo>
                      <a:cubicBezTo>
                        <a:pt x="21" y="4"/>
                        <a:pt x="20" y="4"/>
                        <a:pt x="19" y="3"/>
                      </a:cubicBezTo>
                      <a:cubicBezTo>
                        <a:pt x="19" y="3"/>
                        <a:pt x="19" y="2"/>
                        <a:pt x="19" y="2"/>
                      </a:cubicBezTo>
                      <a:cubicBezTo>
                        <a:pt x="19" y="1"/>
                        <a:pt x="18" y="0"/>
                        <a:pt x="17" y="0"/>
                      </a:cubicBezTo>
                      <a:cubicBezTo>
                        <a:pt x="16" y="0"/>
                        <a:pt x="15" y="0"/>
                        <a:pt x="15" y="1"/>
                      </a:cubicBezTo>
                      <a:cubicBezTo>
                        <a:pt x="15" y="2"/>
                        <a:pt x="14" y="2"/>
                        <a:pt x="13" y="2"/>
                      </a:cubicBezTo>
                      <a:cubicBezTo>
                        <a:pt x="13" y="2"/>
                        <a:pt x="12" y="2"/>
                        <a:pt x="12" y="1"/>
                      </a:cubicBezTo>
                      <a:cubicBezTo>
                        <a:pt x="12" y="0"/>
                        <a:pt x="11" y="0"/>
                        <a:pt x="10" y="0"/>
                      </a:cubicBezTo>
                      <a:cubicBezTo>
                        <a:pt x="9" y="1"/>
                        <a:pt x="8" y="2"/>
                        <a:pt x="9" y="2"/>
                      </a:cubicBezTo>
                      <a:cubicBezTo>
                        <a:pt x="9" y="3"/>
                        <a:pt x="8" y="4"/>
                        <a:pt x="8" y="4"/>
                      </a:cubicBezTo>
                      <a:cubicBezTo>
                        <a:pt x="7" y="5"/>
                        <a:pt x="7" y="4"/>
                        <a:pt x="6" y="4"/>
                      </a:cubicBezTo>
                      <a:cubicBezTo>
                        <a:pt x="5" y="3"/>
                        <a:pt x="4" y="4"/>
                        <a:pt x="4" y="4"/>
                      </a:cubicBezTo>
                      <a:cubicBezTo>
                        <a:pt x="3" y="5"/>
                        <a:pt x="3" y="6"/>
                        <a:pt x="3" y="7"/>
                      </a:cubicBezTo>
                      <a:close/>
                      <a:moveTo>
                        <a:pt x="12" y="6"/>
                      </a:moveTo>
                      <a:cubicBezTo>
                        <a:pt x="16" y="5"/>
                        <a:pt x="21" y="7"/>
                        <a:pt x="22" y="12"/>
                      </a:cubicBezTo>
                      <a:cubicBezTo>
                        <a:pt x="24" y="16"/>
                        <a:pt x="21" y="21"/>
                        <a:pt x="17" y="22"/>
                      </a:cubicBezTo>
                      <a:cubicBezTo>
                        <a:pt x="13" y="23"/>
                        <a:pt x="8" y="21"/>
                        <a:pt x="6" y="17"/>
                      </a:cubicBezTo>
                      <a:cubicBezTo>
                        <a:pt x="5" y="12"/>
                        <a:pt x="7" y="8"/>
                        <a:pt x="12" y="6"/>
                      </a:cubicBezTo>
                      <a:close/>
                    </a:path>
                  </a:pathLst>
                </a:custGeom>
                <a:solidFill>
                  <a:srgbClr val="005DA2"/>
                </a:solidFill>
                <a:ln>
                  <a:noFill/>
                </a:ln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58" name="MH_SubTitle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02768" y="818988"/>
            <a:ext cx="4307900" cy="61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勞工人權</a:t>
            </a:r>
            <a:endParaRPr lang="en-US" altLang="zh-CN" sz="2400" b="1" dirty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9" name="MH_SubTitle_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866135" y="2020514"/>
            <a:ext cx="1183741" cy="106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健康</a:t>
            </a:r>
            <a:endParaRPr lang="en-US" altLang="zh-CN" sz="24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安全</a:t>
            </a:r>
            <a:endParaRPr lang="en-US" altLang="zh-CN" sz="2400" b="1" dirty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0" name="MH_SubTitle_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452790" y="4903793"/>
            <a:ext cx="1058558" cy="61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環境</a:t>
            </a:r>
            <a:endParaRPr lang="en-US" altLang="zh-CN" sz="2400" b="1" dirty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1" name="MH_SubTitle_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292770" y="2279274"/>
            <a:ext cx="933758" cy="61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endParaRPr lang="en-US" altLang="zh-CN" sz="24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體系</a:t>
            </a:r>
            <a:endParaRPr lang="en-US" altLang="zh-CN" sz="24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2" name="MH_SubTitle_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767762" y="4944417"/>
            <a:ext cx="1029872" cy="61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道德</a:t>
            </a:r>
            <a:endParaRPr lang="en-US" altLang="zh-CN" sz="2400" b="1" dirty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-178894" y="5676812"/>
            <a:ext cx="6168488" cy="1011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spc="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企業社會責任</a:t>
            </a:r>
            <a:r>
              <a:rPr lang="zh-CN" altLang="en-US" sz="3200" b="1" spc="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≠慈善≠捐款</a:t>
            </a:r>
            <a:endParaRPr lang="en-US" altLang="zh-CN" sz="3200" spc="2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121697" y="5683818"/>
            <a:ext cx="6168488" cy="1011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3200" b="1" spc="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可持续</a:t>
            </a:r>
            <a:r>
              <a:rPr lang="zh-CN" altLang="en-US" sz="2000" spc="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发展</a:t>
            </a:r>
            <a:r>
              <a:rPr lang="en-US" altLang="zh-CN" sz="2000" spc="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+</a:t>
            </a:r>
            <a:r>
              <a:rPr lang="zh-CN" altLang="en-US" sz="3200" b="1" spc="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环境</a:t>
            </a:r>
            <a:r>
              <a:rPr lang="zh-CN" altLang="en-US" sz="2000" spc="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保护</a:t>
            </a:r>
            <a:r>
              <a:rPr lang="en-US" altLang="zh-CN" sz="2000" spc="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+</a:t>
            </a:r>
            <a:r>
              <a:rPr lang="zh-CN" altLang="en-US" sz="3200" b="1" spc="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社会</a:t>
            </a:r>
            <a:r>
              <a:rPr lang="zh-CN" altLang="en-US" sz="2000" spc="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公益</a:t>
            </a:r>
            <a:endParaRPr lang="en-US" altLang="zh-CN" sz="2000" spc="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451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A305D626-2CC7-4D14-AB04-49724AD859F2}"/>
              </a:ext>
            </a:extLst>
          </p:cNvPr>
          <p:cNvGrpSpPr/>
          <p:nvPr/>
        </p:nvGrpSpPr>
        <p:grpSpPr>
          <a:xfrm>
            <a:off x="367813" y="240108"/>
            <a:ext cx="2210862" cy="597190"/>
            <a:chOff x="1388404" y="394663"/>
            <a:chExt cx="2210862" cy="597190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F071B0A-E087-4C10-BC92-019EEE54ADAB}"/>
                </a:ext>
              </a:extLst>
            </p:cNvPr>
            <p:cNvSpPr txBox="1"/>
            <p:nvPr/>
          </p:nvSpPr>
          <p:spPr>
            <a:xfrm>
              <a:off x="1388404" y="394663"/>
              <a:ext cx="22108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1.4 </a:t>
              </a: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準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則總覽</a:t>
              </a:r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4EFC03DD-EF09-4476-AC81-75E4C81E0A18}"/>
                </a:ext>
              </a:extLst>
            </p:cNvPr>
            <p:cNvSpPr/>
            <p:nvPr/>
          </p:nvSpPr>
          <p:spPr>
            <a:xfrm>
              <a:off x="1416276" y="931014"/>
              <a:ext cx="2012089" cy="60839"/>
            </a:xfrm>
            <a:prstGeom prst="parallelogram">
              <a:avLst>
                <a:gd name="adj" fmla="val 17058"/>
              </a:avLst>
            </a:prstGeom>
            <a:gradFill>
              <a:gsLst>
                <a:gs pos="0">
                  <a:srgbClr val="C1AB85"/>
                </a:gs>
                <a:gs pos="100000">
                  <a:srgbClr val="F6EACC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558800" dist="1778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2EAAECF2-5FC3-4A1A-AA3A-7BEDFF122DBB}"/>
              </a:ext>
            </a:extLst>
          </p:cNvPr>
          <p:cNvGrpSpPr/>
          <p:nvPr/>
        </p:nvGrpSpPr>
        <p:grpSpPr>
          <a:xfrm>
            <a:off x="490935" y="1254466"/>
            <a:ext cx="2814448" cy="2664611"/>
            <a:chOff x="947880" y="1452196"/>
            <a:chExt cx="2814448" cy="2664611"/>
          </a:xfrm>
        </p:grpSpPr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F1ABEB6-D7B5-4F1D-B12B-311FA372EEC6}"/>
                </a:ext>
              </a:extLst>
            </p:cNvPr>
            <p:cNvSpPr txBox="1"/>
            <p:nvPr/>
          </p:nvSpPr>
          <p:spPr>
            <a:xfrm>
              <a:off x="1514895" y="1456658"/>
              <a:ext cx="1210588" cy="400110"/>
            </a:xfrm>
            <a:prstGeom prst="rect">
              <a:avLst/>
            </a:prstGeom>
            <a:solidFill>
              <a:srgbClr val="2F5597"/>
            </a:solidFill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宋体 CN Heavy"/>
                  <a:ea typeface="思源宋体 CN Heavy"/>
                  <a:cs typeface="OPPOSans 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sym typeface="OPPOSans M" panose="00020600040101010101" pitchFamily="18" charset="-122"/>
                </a:rPr>
                <a:t>勞工人權</a:t>
              </a:r>
            </a:p>
          </p:txBody>
        </p:sp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BA32C0E7-45A7-4216-BA3E-98C88FBAEFBF}"/>
                </a:ext>
              </a:extLst>
            </p:cNvPr>
            <p:cNvGrpSpPr/>
            <p:nvPr/>
          </p:nvGrpSpPr>
          <p:grpSpPr>
            <a:xfrm>
              <a:off x="947880" y="1452196"/>
              <a:ext cx="2814448" cy="2664611"/>
              <a:chOff x="947880" y="1452196"/>
              <a:chExt cx="2814448" cy="2664611"/>
            </a:xfrm>
          </p:grpSpPr>
          <p:pic>
            <p:nvPicPr>
              <p:cNvPr id="170" name="图片 169" descr="图标&#10;&#10;描述已自动生成">
                <a:extLst>
                  <a:ext uri="{FF2B5EF4-FFF2-40B4-BE49-F238E27FC236}">
                    <a16:creationId xmlns:a16="http://schemas.microsoft.com/office/drawing/2014/main" id="{027CE713-2585-4820-B5F9-E0C4D76509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947880" y="1452196"/>
                <a:ext cx="482348" cy="457202"/>
              </a:xfrm>
              <a:prstGeom prst="rect">
                <a:avLst/>
              </a:prstGeom>
            </p:spPr>
          </p:pic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3741216A-915A-414D-A9EB-52E258B42B61}"/>
                  </a:ext>
                </a:extLst>
              </p:cNvPr>
              <p:cNvSpPr/>
              <p:nvPr/>
            </p:nvSpPr>
            <p:spPr>
              <a:xfrm>
                <a:off x="1514001" y="1983915"/>
                <a:ext cx="2248327" cy="21328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B96E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自由擇業</a:t>
                </a:r>
                <a:endParaRPr kumimoji="0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120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未成年工人</a:t>
                </a:r>
                <a:endParaRPr kumimoji="0" lang="en-US" altLang="zh-CN" sz="120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120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工作</a:t>
                </a: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時間</a:t>
                </a:r>
                <a:endParaRPr kumimoji="0" lang="en-US" altLang="zh-CN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B96E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工資福利</a:t>
                </a:r>
                <a:endParaRPr kumimoji="0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1500" b="1" dirty="0">
                    <a:solidFill>
                      <a:srgbClr val="DAB96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人道</a:t>
                </a:r>
                <a:r>
                  <a:rPr lang="zh-CN" altLang="en-US" sz="1500" b="1" dirty="0" smtClean="0">
                    <a:solidFill>
                      <a:srgbClr val="DAB96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待遇</a:t>
                </a:r>
                <a:endParaRPr kumimoji="0" lang="en-US" altLang="zh-CN" sz="15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15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DAB96E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不</a:t>
                </a: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B96E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歧視不騷擾</a:t>
                </a:r>
                <a:endParaRPr kumimoji="0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15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DAB96E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結</a:t>
                </a: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B96E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社自由</a:t>
                </a:r>
              </a:p>
            </p:txBody>
          </p:sp>
        </p:grpSp>
      </p:grpSp>
      <p:pic>
        <p:nvPicPr>
          <p:cNvPr id="182" name="图片 181" descr="图标&#10;&#10;描述已自动生成">
            <a:extLst>
              <a:ext uri="{FF2B5EF4-FFF2-40B4-BE49-F238E27FC236}">
                <a16:creationId xmlns:a16="http://schemas.microsoft.com/office/drawing/2014/main" id="{20C3F3DE-BFEC-49B2-AF1F-DBB5D5069C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63" y="4057165"/>
            <a:ext cx="482349" cy="526376"/>
          </a:xfrm>
          <a:prstGeom prst="rect">
            <a:avLst/>
          </a:prstGeom>
        </p:spPr>
      </p:pic>
      <p:sp>
        <p:nvSpPr>
          <p:cNvPr id="184" name="文本框 183">
            <a:extLst>
              <a:ext uri="{FF2B5EF4-FFF2-40B4-BE49-F238E27FC236}">
                <a16:creationId xmlns:a16="http://schemas.microsoft.com/office/drawing/2014/main" id="{F0AD8D23-7130-4FD7-8E28-53EA84B076D6}"/>
              </a:ext>
            </a:extLst>
          </p:cNvPr>
          <p:cNvSpPr txBox="1"/>
          <p:nvPr/>
        </p:nvSpPr>
        <p:spPr>
          <a:xfrm>
            <a:off x="1057056" y="4141130"/>
            <a:ext cx="1210588" cy="400110"/>
          </a:xfrm>
          <a:prstGeom prst="rect">
            <a:avLst/>
          </a:prstGeom>
          <a:solidFill>
            <a:srgbClr val="2F5597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rPr>
              <a:t>管理體系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823D1A1E-7409-410D-84C5-DF4BCBAF76FA}"/>
              </a:ext>
            </a:extLst>
          </p:cNvPr>
          <p:cNvSpPr/>
          <p:nvPr/>
        </p:nvSpPr>
        <p:spPr>
          <a:xfrm>
            <a:off x="999906" y="4628651"/>
            <a:ext cx="2133819" cy="2192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公司承諾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5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r>
              <a:rPr lang="zh-CN" altLang="en-US" sz="15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層問責和責任</a:t>
            </a:r>
            <a:endParaRPr lang="en-US" altLang="zh-CN" sz="15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法律及客戶要求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5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風險評</a:t>
            </a:r>
            <a:r>
              <a:rPr lang="zh-CN" altLang="en-US" sz="15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估與管理</a:t>
            </a:r>
            <a:endParaRPr lang="en-US" altLang="zh-CN" sz="15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改</a:t>
            </a:r>
            <a:r>
              <a:rPr kumimoji="0" lang="zh-CN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進目標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5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培</a:t>
            </a:r>
            <a:r>
              <a:rPr lang="zh-CN" altLang="en-US" sz="15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訓</a:t>
            </a:r>
            <a:endParaRPr lang="en-US" altLang="zh-CN" sz="15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88" name="图片 187" descr="画里面的卡通人物&#10;&#10;低可信度描述已自动生成">
            <a:extLst>
              <a:ext uri="{FF2B5EF4-FFF2-40B4-BE49-F238E27FC236}">
                <a16:creationId xmlns:a16="http://schemas.microsoft.com/office/drawing/2014/main" id="{2A433FC8-5295-4142-B4FF-2EB1344826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451" y="4081645"/>
            <a:ext cx="466848" cy="466848"/>
          </a:xfrm>
          <a:prstGeom prst="rect">
            <a:avLst/>
          </a:prstGeom>
        </p:spPr>
      </p:pic>
      <p:sp>
        <p:nvSpPr>
          <p:cNvPr id="191" name="矩形 190">
            <a:extLst>
              <a:ext uri="{FF2B5EF4-FFF2-40B4-BE49-F238E27FC236}">
                <a16:creationId xmlns:a16="http://schemas.microsoft.com/office/drawing/2014/main" id="{09C94F82-220A-450B-8083-E7F522DCD37E}"/>
              </a:ext>
            </a:extLst>
          </p:cNvPr>
          <p:cNvSpPr/>
          <p:nvPr/>
        </p:nvSpPr>
        <p:spPr>
          <a:xfrm>
            <a:off x="8306986" y="4081646"/>
            <a:ext cx="1415772" cy="407808"/>
          </a:xfrm>
          <a:prstGeom prst="rect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rPr>
              <a:t>道德</a:t>
            </a:r>
          </a:p>
        </p:txBody>
      </p: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77C7BCD7-898A-4671-8336-F9E075C1B145}"/>
              </a:ext>
            </a:extLst>
          </p:cNvPr>
          <p:cNvGrpSpPr/>
          <p:nvPr/>
        </p:nvGrpSpPr>
        <p:grpSpPr>
          <a:xfrm>
            <a:off x="3972133" y="1244300"/>
            <a:ext cx="2633569" cy="2553150"/>
            <a:chOff x="4739780" y="1456658"/>
            <a:chExt cx="2633569" cy="2553150"/>
          </a:xfrm>
        </p:grpSpPr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B96641D2-70AB-4129-BD93-EEC2DDAB6860}"/>
                </a:ext>
              </a:extLst>
            </p:cNvPr>
            <p:cNvGrpSpPr/>
            <p:nvPr/>
          </p:nvGrpSpPr>
          <p:grpSpPr>
            <a:xfrm>
              <a:off x="4739780" y="1456658"/>
              <a:ext cx="1777604" cy="461665"/>
              <a:chOff x="4739780" y="1456658"/>
              <a:chExt cx="1777604" cy="461665"/>
            </a:xfrm>
          </p:grpSpPr>
          <p:pic>
            <p:nvPicPr>
              <p:cNvPr id="174" name="图片 173" descr="图标&#10;&#10;描述已自动生成">
                <a:extLst>
                  <a:ext uri="{FF2B5EF4-FFF2-40B4-BE49-F238E27FC236}">
                    <a16:creationId xmlns:a16="http://schemas.microsoft.com/office/drawing/2014/main" id="{62715572-D057-4B6E-AF97-1B8586BAEF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39780" y="1456658"/>
                <a:ext cx="482349" cy="461665"/>
              </a:xfrm>
              <a:prstGeom prst="rect">
                <a:avLst/>
              </a:prstGeom>
            </p:spPr>
          </p:pic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8BE450DC-F6E7-48DC-B2DA-D7737EE3C92F}"/>
                  </a:ext>
                </a:extLst>
              </p:cNvPr>
              <p:cNvSpPr txBox="1"/>
              <p:nvPr/>
            </p:nvSpPr>
            <p:spPr>
              <a:xfrm>
                <a:off x="5306796" y="1456658"/>
                <a:ext cx="1210588" cy="400110"/>
              </a:xfrm>
              <a:prstGeom prst="rect">
                <a:avLst/>
              </a:prstGeom>
              <a:solidFill>
                <a:srgbClr val="DAB96E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OPPOSans M" panose="00020600040101010101" pitchFamily="18" charset="-122"/>
                    <a:sym typeface="OPPOSans M" panose="00020600040101010101" pitchFamily="18" charset="-122"/>
                  </a:rPr>
                  <a:t>健康安全</a:t>
                </a:r>
              </a:p>
            </p:txBody>
          </p:sp>
        </p:grp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30E881B6-F111-4188-9714-E45372E8706B}"/>
                </a:ext>
              </a:extLst>
            </p:cNvPr>
            <p:cNvSpPr/>
            <p:nvPr/>
          </p:nvSpPr>
          <p:spPr>
            <a:xfrm>
              <a:off x="5222129" y="1996949"/>
              <a:ext cx="2151220" cy="20128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職業安全</a:t>
              </a:r>
              <a:endParaRPr lang="en-US" altLang="zh-CN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lvl="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應急準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備</a:t>
              </a:r>
              <a:endParaRPr lang="en-US" altLang="zh-CN" sz="1200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工傷疾病</a:t>
              </a:r>
              <a:endParaRPr lang="en-US" altLang="zh-CN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工業衛生</a:t>
              </a:r>
              <a:endParaRPr lang="en-US" altLang="zh-CN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lvl="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強體力型工作</a:t>
              </a:r>
              <a:endPara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機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器安全防</a:t>
              </a: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護</a:t>
              </a:r>
              <a:endPara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公共衛生</a:t>
              </a:r>
              <a:r>
                <a:rPr lang="en-US" altLang="zh-CN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飲食</a:t>
              </a:r>
              <a:r>
                <a:rPr lang="en-US" altLang="zh-CN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住宿</a:t>
              </a:r>
              <a:endParaRPr lang="en-US" altLang="zh-CN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健康與安全溝通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EFA0956D-FDC9-4AF3-8448-4440F341049E}"/>
              </a:ext>
            </a:extLst>
          </p:cNvPr>
          <p:cNvGrpSpPr/>
          <p:nvPr/>
        </p:nvGrpSpPr>
        <p:grpSpPr>
          <a:xfrm>
            <a:off x="7754801" y="1244300"/>
            <a:ext cx="2819400" cy="2542983"/>
            <a:chOff x="6283990" y="1520525"/>
            <a:chExt cx="2819400" cy="2542983"/>
          </a:xfrm>
        </p:grpSpPr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6FE3E4A2-6C8D-4B0C-A2AA-2DDA4826F542}"/>
                </a:ext>
              </a:extLst>
            </p:cNvPr>
            <p:cNvGrpSpPr/>
            <p:nvPr/>
          </p:nvGrpSpPr>
          <p:grpSpPr>
            <a:xfrm>
              <a:off x="6283990" y="1520525"/>
              <a:ext cx="2029789" cy="480500"/>
              <a:chOff x="8647316" y="1452196"/>
              <a:chExt cx="2029789" cy="480500"/>
            </a:xfrm>
          </p:grpSpPr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31464421-49F1-4C37-A379-5F6493DC9777}"/>
                  </a:ext>
                </a:extLst>
              </p:cNvPr>
              <p:cNvSpPr/>
              <p:nvPr/>
            </p:nvSpPr>
            <p:spPr>
              <a:xfrm>
                <a:off x="9261333" y="1452197"/>
                <a:ext cx="1415772" cy="389944"/>
              </a:xfrm>
              <a:prstGeom prst="rect">
                <a:avLst/>
              </a:prstGeom>
              <a:solidFill>
                <a:srgbClr val="DAB9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OPPOSans M" panose="00020600040101010101" pitchFamily="18" charset="-122"/>
                    <a:sym typeface="OPPOSans M" panose="00020600040101010101" pitchFamily="18" charset="-122"/>
                  </a:rPr>
                  <a:t>環境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</a:endParaRPr>
              </a:p>
            </p:txBody>
          </p:sp>
          <p:pic>
            <p:nvPicPr>
              <p:cNvPr id="180" name="图片 179" descr="图标&#10;&#10;描述已自动生成">
                <a:extLst>
                  <a:ext uri="{FF2B5EF4-FFF2-40B4-BE49-F238E27FC236}">
                    <a16:creationId xmlns:a16="http://schemas.microsoft.com/office/drawing/2014/main" id="{9726983F-9B8C-45B6-A485-1F793EEF4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8647316" y="1452196"/>
                <a:ext cx="480498" cy="480500"/>
              </a:xfrm>
              <a:prstGeom prst="rect">
                <a:avLst/>
              </a:prstGeom>
            </p:spPr>
          </p:pic>
        </p:grp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11B88BE7-FE62-4136-A6C0-C4EEF953472A}"/>
                </a:ext>
              </a:extLst>
            </p:cNvPr>
            <p:cNvSpPr/>
            <p:nvPr/>
          </p:nvSpPr>
          <p:spPr>
            <a:xfrm>
              <a:off x="6858133" y="2050649"/>
              <a:ext cx="2245257" cy="20128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環境許可與報告</a:t>
              </a:r>
              <a:endParaRPr lang="en-US" altLang="zh-CN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 smtClean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預防污染和</a:t>
              </a: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節約資源</a:t>
              </a:r>
              <a:endParaRPr lang="en-US" altLang="zh-CN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lvl="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有害物質</a:t>
              </a:r>
              <a:endParaRPr lang="en-US" altLang="zh-CN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lvl="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固體廢棄物</a:t>
              </a:r>
              <a:endParaRPr lang="en-US" altLang="zh-CN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廢氣排放</a:t>
              </a:r>
              <a:endParaRPr lang="en-US" altLang="zh-CN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限用物質</a:t>
              </a:r>
              <a:endPara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水資源管理</a:t>
              </a:r>
              <a:endParaRPr lang="en-US" altLang="zh-CN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能源消耗和溫室氣體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排放</a:t>
              </a:r>
              <a:endParaRPr lang="zh-CN" altLang="en-US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02" name="矩形 201">
            <a:extLst>
              <a:ext uri="{FF2B5EF4-FFF2-40B4-BE49-F238E27FC236}">
                <a16:creationId xmlns:a16="http://schemas.microsoft.com/office/drawing/2014/main" id="{58FD27AF-7241-44B3-AA1A-49537B2E41C9}"/>
              </a:ext>
            </a:extLst>
          </p:cNvPr>
          <p:cNvSpPr/>
          <p:nvPr/>
        </p:nvSpPr>
        <p:spPr>
          <a:xfrm>
            <a:off x="8235299" y="4629634"/>
            <a:ext cx="2173934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商業誠信</a:t>
            </a:r>
            <a:endParaRPr kumimoji="0" lang="en-US" altLang="zh-CN" sz="12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無不正當優</a:t>
            </a:r>
            <a:r>
              <a:rPr lang="zh-CN" altLang="en-US" sz="1200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勢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信息</a:t>
            </a:r>
            <a:r>
              <a:rPr lang="zh-CN" altLang="en-US" sz="1200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披露</a:t>
            </a:r>
            <a:endParaRPr lang="en-US" altLang="zh-CN" sz="1200" dirty="0" smtClean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知識產權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公平交易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、廣</a:t>
            </a: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告和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競爭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A58A58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身份保</a:t>
            </a: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護和反報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復</a:t>
            </a: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政策</a:t>
            </a:r>
            <a:endParaRPr kumimoji="0" lang="en-US" altLang="zh-CN" sz="12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200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</a:t>
            </a:r>
            <a:r>
              <a:rPr lang="zh-CN" altLang="en-US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責</a:t>
            </a:r>
            <a:r>
              <a:rPr lang="zh-CN" altLang="en-US" sz="1200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任的礦產採購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隱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私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23D1A1E-7409-410D-84C5-DF4BCBAF76FA}"/>
              </a:ext>
            </a:extLst>
          </p:cNvPr>
          <p:cNvSpPr/>
          <p:nvPr/>
        </p:nvSpPr>
        <p:spPr>
          <a:xfrm>
            <a:off x="4458304" y="4639801"/>
            <a:ext cx="2441789" cy="2112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溝通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5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工人反饋、參與和申訴</a:t>
            </a:r>
            <a:endParaRPr lang="en-US" altLang="zh-CN" sz="15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5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</a:t>
            </a:r>
            <a:r>
              <a:rPr lang="zh-CN" altLang="en-US" sz="15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核與評估</a:t>
            </a:r>
            <a:endParaRPr lang="en-US" altLang="zh-CN" sz="15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5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糾</a:t>
            </a:r>
            <a:r>
              <a:rPr lang="zh-CN" altLang="en-US" sz="15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正措施流程</a:t>
            </a:r>
            <a:endParaRPr lang="en-US" altLang="zh-CN" sz="15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5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文件和記錄</a:t>
            </a:r>
            <a:endParaRPr lang="en-US" altLang="zh-CN" sz="15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2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供應</a:t>
            </a:r>
            <a:r>
              <a:rPr lang="zh-CN" altLang="en-US" sz="1200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商責任</a:t>
            </a:r>
            <a:endParaRPr lang="en-US" altLang="zh-CN" sz="1200" dirty="0" smtClean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7" name="图片 181" descr="图标&#10;&#10;描述已自动生成">
            <a:extLst>
              <a:ext uri="{FF2B5EF4-FFF2-40B4-BE49-F238E27FC236}">
                <a16:creationId xmlns:a16="http://schemas.microsoft.com/office/drawing/2014/main" id="{20C3F3DE-BFEC-49B2-AF1F-DBB5D5069C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233" y="3997680"/>
            <a:ext cx="482349" cy="526376"/>
          </a:xfrm>
          <a:prstGeom prst="rect">
            <a:avLst/>
          </a:prstGeom>
        </p:spPr>
      </p:pic>
      <p:sp>
        <p:nvSpPr>
          <p:cNvPr id="28" name="文本框 183">
            <a:extLst>
              <a:ext uri="{FF2B5EF4-FFF2-40B4-BE49-F238E27FC236}">
                <a16:creationId xmlns:a16="http://schemas.microsoft.com/office/drawing/2014/main" id="{F0AD8D23-7130-4FD7-8E28-53EA84B076D6}"/>
              </a:ext>
            </a:extLst>
          </p:cNvPr>
          <p:cNvSpPr txBox="1"/>
          <p:nvPr/>
        </p:nvSpPr>
        <p:spPr>
          <a:xfrm>
            <a:off x="4604226" y="4081645"/>
            <a:ext cx="1210588" cy="400110"/>
          </a:xfrm>
          <a:prstGeom prst="rect">
            <a:avLst/>
          </a:prstGeom>
          <a:solidFill>
            <a:srgbClr val="2F5597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rPr>
              <a:t>管理體系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859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310663" y="254062"/>
            <a:ext cx="2210862" cy="597190"/>
            <a:chOff x="453538" y="558862"/>
            <a:chExt cx="2210862" cy="597190"/>
          </a:xfrm>
        </p:grpSpPr>
        <p:sp>
          <p:nvSpPr>
            <p:cNvPr id="51" name="文本框 8">
              <a:extLst>
                <a:ext uri="{FF2B5EF4-FFF2-40B4-BE49-F238E27FC236}">
                  <a16:creationId xmlns:a16="http://schemas.microsoft.com/office/drawing/2014/main" id="{8402B3CA-3673-4CA4-BF3A-DFE18F8AF5DE}"/>
                </a:ext>
              </a:extLst>
            </p:cNvPr>
            <p:cNvSpPr txBox="1"/>
            <p:nvPr/>
          </p:nvSpPr>
          <p:spPr>
            <a:xfrm>
              <a:off x="453538" y="558862"/>
              <a:ext cx="22108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2.1 </a:t>
              </a: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稽核目的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60" name="平行四边形 9">
              <a:extLst>
                <a:ext uri="{FF2B5EF4-FFF2-40B4-BE49-F238E27FC236}">
                  <a16:creationId xmlns:a16="http://schemas.microsoft.com/office/drawing/2014/main" id="{4EFC03DD-EF09-4476-AC81-75E4C81E0A18}"/>
                </a:ext>
              </a:extLst>
            </p:cNvPr>
            <p:cNvSpPr/>
            <p:nvPr/>
          </p:nvSpPr>
          <p:spPr>
            <a:xfrm>
              <a:off x="481410" y="1095213"/>
              <a:ext cx="2012089" cy="60839"/>
            </a:xfrm>
            <a:prstGeom prst="parallelogram">
              <a:avLst>
                <a:gd name="adj" fmla="val 17058"/>
              </a:avLst>
            </a:prstGeom>
            <a:gradFill>
              <a:gsLst>
                <a:gs pos="0">
                  <a:srgbClr val="C1AB85"/>
                </a:gs>
                <a:gs pos="100000">
                  <a:srgbClr val="F6EACC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558800" dist="1778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群組 5"/>
          <p:cNvGrpSpPr/>
          <p:nvPr/>
        </p:nvGrpSpPr>
        <p:grpSpPr>
          <a:xfrm>
            <a:off x="6096000" y="1399466"/>
            <a:ext cx="4705350" cy="3810587"/>
            <a:chOff x="6096000" y="1399466"/>
            <a:chExt cx="4705350" cy="3810587"/>
          </a:xfrm>
        </p:grpSpPr>
        <p:sp>
          <p:nvSpPr>
            <p:cNvPr id="63" name="椭圆 49">
              <a:extLst>
                <a:ext uri="{FF2B5EF4-FFF2-40B4-BE49-F238E27FC236}">
                  <a16:creationId xmlns:a16="http://schemas.microsoft.com/office/drawing/2014/main" id="{B2305938-B4F5-4A5C-8C45-A347FAC23667}"/>
                </a:ext>
              </a:extLst>
            </p:cNvPr>
            <p:cNvSpPr/>
            <p:nvPr/>
          </p:nvSpPr>
          <p:spPr>
            <a:xfrm>
              <a:off x="6096000" y="1465815"/>
              <a:ext cx="714694" cy="714694"/>
            </a:xfrm>
            <a:prstGeom prst="ellipse">
              <a:avLst/>
            </a:prstGeom>
            <a:solidFill>
              <a:srgbClr val="DAB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5" name="文本框 50">
              <a:extLst>
                <a:ext uri="{FF2B5EF4-FFF2-40B4-BE49-F238E27FC236}">
                  <a16:creationId xmlns:a16="http://schemas.microsoft.com/office/drawing/2014/main" id="{894A4608-4725-499F-8186-EF8696881710}"/>
                </a:ext>
              </a:extLst>
            </p:cNvPr>
            <p:cNvSpPr txBox="1"/>
            <p:nvPr/>
          </p:nvSpPr>
          <p:spPr>
            <a:xfrm>
              <a:off x="6934352" y="1399466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符合性</a:t>
              </a:r>
              <a:endParaRPr lang="zh-CN" altLang="en-US" sz="20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66" name="文本框 51">
              <a:extLst>
                <a:ext uri="{FF2B5EF4-FFF2-40B4-BE49-F238E27FC236}">
                  <a16:creationId xmlns:a16="http://schemas.microsoft.com/office/drawing/2014/main" id="{4E3D8F2C-FFEC-4125-A6C2-C0BB4CCD1096}"/>
                </a:ext>
              </a:extLst>
            </p:cNvPr>
            <p:cNvSpPr txBox="1"/>
            <p:nvPr/>
          </p:nvSpPr>
          <p:spPr>
            <a:xfrm>
              <a:off x="6955602" y="1847657"/>
              <a:ext cx="3845748" cy="325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管理體系是否符合體系標準的要求</a:t>
              </a:r>
              <a:endPara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67" name="a1">
              <a:extLst>
                <a:ext uri="{FF2B5EF4-FFF2-40B4-BE49-F238E27FC236}">
                  <a16:creationId xmlns:a16="http://schemas.microsoft.com/office/drawing/2014/main" id="{83F511FE-7507-4611-A627-A8A63967C02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250785" y="1620858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8" name="椭圆 53">
              <a:extLst>
                <a:ext uri="{FF2B5EF4-FFF2-40B4-BE49-F238E27FC236}">
                  <a16:creationId xmlns:a16="http://schemas.microsoft.com/office/drawing/2014/main" id="{54B7D860-3606-4780-A4F0-C1D8A46C3C71}"/>
                </a:ext>
              </a:extLst>
            </p:cNvPr>
            <p:cNvSpPr/>
            <p:nvPr/>
          </p:nvSpPr>
          <p:spPr>
            <a:xfrm>
              <a:off x="6096000" y="2989815"/>
              <a:ext cx="714694" cy="714694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9" name="文本框 54">
              <a:extLst>
                <a:ext uri="{FF2B5EF4-FFF2-40B4-BE49-F238E27FC236}">
                  <a16:creationId xmlns:a16="http://schemas.microsoft.com/office/drawing/2014/main" id="{4F85BCFD-AD83-469D-9DBB-AB3C1EDC7430}"/>
                </a:ext>
              </a:extLst>
            </p:cNvPr>
            <p:cNvSpPr txBox="1"/>
            <p:nvPr/>
          </p:nvSpPr>
          <p:spPr>
            <a:xfrm>
              <a:off x="6934351" y="2964119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有效性</a:t>
              </a:r>
              <a:endParaRPr lang="zh-CN" altLang="en-US" sz="20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70" name="文本框 55">
              <a:extLst>
                <a:ext uri="{FF2B5EF4-FFF2-40B4-BE49-F238E27FC236}">
                  <a16:creationId xmlns:a16="http://schemas.microsoft.com/office/drawing/2014/main" id="{6D433572-B67F-430E-A20C-0A704E114249}"/>
                </a:ext>
              </a:extLst>
            </p:cNvPr>
            <p:cNvSpPr txBox="1"/>
            <p:nvPr/>
          </p:nvSpPr>
          <p:spPr>
            <a:xfrm>
              <a:off x="6955601" y="3371657"/>
              <a:ext cx="3740973" cy="325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管理規定、辦法等是否被遵守執行</a:t>
              </a:r>
              <a:endPara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71" name="1">
              <a:extLst>
                <a:ext uri="{FF2B5EF4-FFF2-40B4-BE49-F238E27FC236}">
                  <a16:creationId xmlns:a16="http://schemas.microsoft.com/office/drawing/2014/main" id="{37D14A1D-3FB4-4F3B-B7F7-89318958D66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250785" y="3144858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2" name="椭圆 57">
              <a:extLst>
                <a:ext uri="{FF2B5EF4-FFF2-40B4-BE49-F238E27FC236}">
                  <a16:creationId xmlns:a16="http://schemas.microsoft.com/office/drawing/2014/main" id="{4145E39B-C26B-4F7C-B551-79696D2106D5}"/>
                </a:ext>
              </a:extLst>
            </p:cNvPr>
            <p:cNvSpPr/>
            <p:nvPr/>
          </p:nvSpPr>
          <p:spPr>
            <a:xfrm>
              <a:off x="6096000" y="4495359"/>
              <a:ext cx="714694" cy="714694"/>
            </a:xfrm>
            <a:prstGeom prst="ellipse">
              <a:avLst/>
            </a:prstGeom>
            <a:solidFill>
              <a:srgbClr val="DAB96E"/>
            </a:solidFill>
            <a:ln>
              <a:solidFill>
                <a:srgbClr val="B49C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3" name="文本框 58">
              <a:extLst>
                <a:ext uri="{FF2B5EF4-FFF2-40B4-BE49-F238E27FC236}">
                  <a16:creationId xmlns:a16="http://schemas.microsoft.com/office/drawing/2014/main" id="{B5436387-A858-48F3-85F4-EAC314C099F0}"/>
                </a:ext>
              </a:extLst>
            </p:cNvPr>
            <p:cNvSpPr txBox="1"/>
            <p:nvPr/>
          </p:nvSpPr>
          <p:spPr>
            <a:xfrm>
              <a:off x="6953402" y="4476635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適宜</a:t>
              </a:r>
              <a:r>
                <a:rPr lang="zh-CN" altLang="en-US" sz="20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性</a:t>
              </a:r>
              <a:endParaRPr lang="zh-CN" altLang="en-US" sz="20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74" name="文本框 59">
              <a:extLst>
                <a:ext uri="{FF2B5EF4-FFF2-40B4-BE49-F238E27FC236}">
                  <a16:creationId xmlns:a16="http://schemas.microsoft.com/office/drawing/2014/main" id="{36C7D671-4390-46C8-B240-B924F4E5E2D3}"/>
                </a:ext>
              </a:extLst>
            </p:cNvPr>
            <p:cNvSpPr txBox="1"/>
            <p:nvPr/>
          </p:nvSpPr>
          <p:spPr>
            <a:xfrm>
              <a:off x="6955601" y="4877201"/>
              <a:ext cx="3512373" cy="325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執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行的效果是否達到預定的目標</a:t>
              </a:r>
              <a:endPara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83" name="1">
              <a:extLst>
                <a:ext uri="{FF2B5EF4-FFF2-40B4-BE49-F238E27FC236}">
                  <a16:creationId xmlns:a16="http://schemas.microsoft.com/office/drawing/2014/main" id="{8623532F-1969-422C-85D8-F5E77A66BFD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250785" y="4650402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1092567" y="1088676"/>
            <a:ext cx="3905640" cy="4472245"/>
            <a:chOff x="1092567" y="1269651"/>
            <a:chExt cx="3905640" cy="4472245"/>
          </a:xfrm>
        </p:grpSpPr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725F411D-41A8-416B-818B-9BFF281A0434}"/>
                </a:ext>
              </a:extLst>
            </p:cNvPr>
            <p:cNvSpPr/>
            <p:nvPr/>
          </p:nvSpPr>
          <p:spPr>
            <a:xfrm>
              <a:off x="2304479" y="2995499"/>
              <a:ext cx="1906419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5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+mn-lt"/>
                </a:rPr>
                <a:t>DATA</a:t>
              </a:r>
              <a:endParaRPr lang="zh-CN" alt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grpSp>
          <p:nvGrpSpPr>
            <p:cNvPr id="94" name="组合 2">
              <a:extLst>
                <a:ext uri="{FF2B5EF4-FFF2-40B4-BE49-F238E27FC236}">
                  <a16:creationId xmlns:a16="http://schemas.microsoft.com/office/drawing/2014/main" id="{9617F7CE-B446-40BA-8041-5629729ADD86}"/>
                </a:ext>
              </a:extLst>
            </p:cNvPr>
            <p:cNvGrpSpPr/>
            <p:nvPr/>
          </p:nvGrpSpPr>
          <p:grpSpPr>
            <a:xfrm>
              <a:off x="1092567" y="1269651"/>
              <a:ext cx="3905640" cy="4472245"/>
              <a:chOff x="3969218" y="1898301"/>
              <a:chExt cx="3905640" cy="4472245"/>
            </a:xfrm>
          </p:grpSpPr>
          <p:grpSp>
            <p:nvGrpSpPr>
              <p:cNvPr id="95" name="组合 29">
                <a:extLst>
                  <a:ext uri="{FF2B5EF4-FFF2-40B4-BE49-F238E27FC236}">
                    <a16:creationId xmlns:a16="http://schemas.microsoft.com/office/drawing/2014/main" id="{B7C798EA-E20B-464D-8F78-1FEF02757F08}"/>
                  </a:ext>
                </a:extLst>
              </p:cNvPr>
              <p:cNvGrpSpPr/>
              <p:nvPr/>
            </p:nvGrpSpPr>
            <p:grpSpPr>
              <a:xfrm>
                <a:off x="3969218" y="1898301"/>
                <a:ext cx="3905640" cy="4472245"/>
                <a:chOff x="1101132" y="1229833"/>
                <a:chExt cx="4164830" cy="4769036"/>
              </a:xfrm>
            </p:grpSpPr>
            <p:pic>
              <p:nvPicPr>
                <p:cNvPr id="97" name="图片 32">
                  <a:extLst>
                    <a:ext uri="{FF2B5EF4-FFF2-40B4-BE49-F238E27FC236}">
                      <a16:creationId xmlns:a16="http://schemas.microsoft.com/office/drawing/2014/main" id="{E13B9371-4E9C-4E9D-9A86-F8406742D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6200000">
                  <a:off x="1058823" y="1791729"/>
                  <a:ext cx="4769036" cy="3645243"/>
                </a:xfrm>
                <a:prstGeom prst="rect">
                  <a:avLst/>
                </a:prstGeom>
              </p:spPr>
            </p:pic>
            <p:pic>
              <p:nvPicPr>
                <p:cNvPr id="98" name="图片 39">
                  <a:extLst>
                    <a:ext uri="{FF2B5EF4-FFF2-40B4-BE49-F238E27FC236}">
                      <a16:creationId xmlns:a16="http://schemas.microsoft.com/office/drawing/2014/main" id="{0042A65C-3D98-4F72-AA40-8E8F9FEFF3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01132" y="2620447"/>
                  <a:ext cx="215956" cy="2368768"/>
                </a:xfrm>
                <a:prstGeom prst="rect">
                  <a:avLst/>
                </a:prstGeom>
              </p:spPr>
            </p:pic>
          </p:grpSp>
          <p:pic>
            <p:nvPicPr>
              <p:cNvPr id="96" name="图片 1">
                <a:extLst>
                  <a:ext uri="{FF2B5EF4-FFF2-40B4-BE49-F238E27FC236}">
                    <a16:creationId xmlns:a16="http://schemas.microsoft.com/office/drawing/2014/main" id="{D21C4558-E769-49B1-B2D1-411ACBCB10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r="18658"/>
              <a:stretch/>
            </p:blipFill>
            <p:spPr>
              <a:xfrm>
                <a:off x="4629852" y="2133649"/>
                <a:ext cx="3021658" cy="4047924"/>
              </a:xfrm>
              <a:prstGeom prst="rect">
                <a:avLst/>
              </a:prstGeom>
            </p:spPr>
          </p:pic>
        </p:grpSp>
      </p:grpSp>
      <p:sp>
        <p:nvSpPr>
          <p:cNvPr id="27" name="矩形 26"/>
          <p:cNvSpPr/>
          <p:nvPr/>
        </p:nvSpPr>
        <p:spPr>
          <a:xfrm>
            <a:off x="0" y="5846514"/>
            <a:ext cx="12192000" cy="1011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pc="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稽核只是系統運作上作為</a:t>
            </a:r>
            <a:r>
              <a:rPr lang="zh-CN" altLang="en-US" sz="2800" b="1" spc="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改善的一種</a:t>
            </a:r>
            <a:r>
              <a:rPr lang="zh-CN" altLang="en-US" sz="2800" b="1" spc="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工具</a:t>
            </a:r>
            <a:r>
              <a:rPr lang="zh-CN" altLang="en-US" sz="1600" spc="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，</a:t>
            </a:r>
            <a:r>
              <a:rPr lang="zh-CN" altLang="en-US" spc="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並</a:t>
            </a:r>
            <a:r>
              <a:rPr lang="zh-CN" altLang="en-US" sz="2800" b="1" spc="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提升系統執行的有效性</a:t>
            </a:r>
            <a:r>
              <a:rPr lang="zh-CN" altLang="en-US" sz="1600" spc="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。</a:t>
            </a:r>
            <a:endParaRPr lang="en-US" altLang="zh-CN" sz="1600" spc="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883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391038" y="235012"/>
            <a:ext cx="2210862" cy="597190"/>
            <a:chOff x="453538" y="558862"/>
            <a:chExt cx="2210862" cy="597190"/>
          </a:xfrm>
        </p:grpSpPr>
        <p:sp>
          <p:nvSpPr>
            <p:cNvPr id="51" name="文本框 8">
              <a:extLst>
                <a:ext uri="{FF2B5EF4-FFF2-40B4-BE49-F238E27FC236}">
                  <a16:creationId xmlns:a16="http://schemas.microsoft.com/office/drawing/2014/main" id="{8402B3CA-3673-4CA4-BF3A-DFE18F8AF5DE}"/>
                </a:ext>
              </a:extLst>
            </p:cNvPr>
            <p:cNvSpPr txBox="1"/>
            <p:nvPr/>
          </p:nvSpPr>
          <p:spPr>
            <a:xfrm>
              <a:off x="453538" y="558862"/>
              <a:ext cx="22108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2.2 </a:t>
              </a: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稽核分類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60" name="平行四边形 9">
              <a:extLst>
                <a:ext uri="{FF2B5EF4-FFF2-40B4-BE49-F238E27FC236}">
                  <a16:creationId xmlns:a16="http://schemas.microsoft.com/office/drawing/2014/main" id="{4EFC03DD-EF09-4476-AC81-75E4C81E0A18}"/>
                </a:ext>
              </a:extLst>
            </p:cNvPr>
            <p:cNvSpPr/>
            <p:nvPr/>
          </p:nvSpPr>
          <p:spPr>
            <a:xfrm>
              <a:off x="481410" y="1095213"/>
              <a:ext cx="2012089" cy="60839"/>
            </a:xfrm>
            <a:prstGeom prst="parallelogram">
              <a:avLst>
                <a:gd name="adj" fmla="val 17058"/>
              </a:avLst>
            </a:prstGeom>
            <a:gradFill>
              <a:gsLst>
                <a:gs pos="0">
                  <a:srgbClr val="C1AB85"/>
                </a:gs>
                <a:gs pos="100000">
                  <a:srgbClr val="F6EACC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558800" dist="1778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8" name="组合 8"/>
          <p:cNvGrpSpPr/>
          <p:nvPr/>
        </p:nvGrpSpPr>
        <p:grpSpPr>
          <a:xfrm>
            <a:off x="5150602" y="1374731"/>
            <a:ext cx="5163137" cy="1464046"/>
            <a:chOff x="5819983" y="1300411"/>
            <a:chExt cx="4561603" cy="1463253"/>
          </a:xfrm>
        </p:grpSpPr>
        <p:sp>
          <p:nvSpPr>
            <p:cNvPr id="30" name="MH_SubTitle_1"/>
            <p:cNvSpPr>
              <a:spLocks noChangeArrowheads="1"/>
            </p:cNvSpPr>
            <p:nvPr/>
          </p:nvSpPr>
          <p:spPr bwMode="auto">
            <a:xfrm flipH="1">
              <a:off x="5819983" y="1300411"/>
              <a:ext cx="4470630" cy="10103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甲方</a:t>
              </a:r>
              <a:r>
                <a:rPr lang="zh-CN" altLang="en-US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稽核（</a:t>
              </a:r>
              <a:r>
                <a:rPr lang="en-US" altLang="zh-CN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First Party Audit</a:t>
              </a:r>
              <a:r>
                <a:rPr lang="zh-CN" altLang="en-US" sz="14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，</a:t>
              </a:r>
              <a:r>
                <a:rPr lang="zh-CN" altLang="en-US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集團勞動保護監督</a:t>
              </a:r>
              <a:r>
                <a:rPr lang="zh-CN" altLang="en-US" sz="14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稽核等）</a:t>
              </a:r>
              <a:endParaRPr lang="zh-CN" altLang="en-US" sz="14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endParaRPr lang="en-US" altLang="zh-CN" b="1" dirty="0">
                <a:solidFill>
                  <a:srgbClr val="B49C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31" name="Rectangle 5"/>
            <p:cNvSpPr/>
            <p:nvPr/>
          </p:nvSpPr>
          <p:spPr bwMode="auto">
            <a:xfrm>
              <a:off x="5935565" y="1951156"/>
              <a:ext cx="4446021" cy="81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方式：內部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---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各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BG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交叉稽核、廠區定期內部稽核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特性：稽核清單，逐項審核</a:t>
              </a:r>
              <a:r>
                <a:rPr lang="zh-CN" altLang="en-US" sz="14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（抽花名冊．按部就班）</a:t>
              </a:r>
              <a:endParaRPr lang="en-US" altLang="zh-CN" sz="14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 Light" charset="0"/>
                <a:sym typeface="Lato Light" charset="0"/>
              </a:endParaRPr>
            </a:p>
          </p:txBody>
        </p:sp>
      </p:grpSp>
      <p:grpSp>
        <p:nvGrpSpPr>
          <p:cNvPr id="33" name="组合 13"/>
          <p:cNvGrpSpPr/>
          <p:nvPr/>
        </p:nvGrpSpPr>
        <p:grpSpPr>
          <a:xfrm>
            <a:off x="5531072" y="3043767"/>
            <a:ext cx="6127523" cy="1478802"/>
            <a:chOff x="5708441" y="2568131"/>
            <a:chExt cx="6127263" cy="1478001"/>
          </a:xfrm>
        </p:grpSpPr>
        <p:sp>
          <p:nvSpPr>
            <p:cNvPr id="35" name="MH_SubTitle_1"/>
            <p:cNvSpPr>
              <a:spLocks noChangeArrowheads="1"/>
            </p:cNvSpPr>
            <p:nvPr/>
          </p:nvSpPr>
          <p:spPr bwMode="auto">
            <a:xfrm flipH="1">
              <a:off x="5708441" y="2568131"/>
              <a:ext cx="4970444" cy="1010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乙方</a:t>
              </a:r>
              <a:r>
                <a:rPr lang="zh-CN" altLang="en-US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稽核（</a:t>
              </a:r>
              <a:r>
                <a:rPr lang="en-US" altLang="zh-CN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Second Party Audit</a:t>
              </a:r>
              <a:r>
                <a:rPr lang="zh-CN" altLang="en-US" sz="14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，小米客戶年度</a:t>
              </a:r>
              <a:r>
                <a:rPr lang="zh-CN" altLang="en-US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稽核等）</a:t>
              </a:r>
            </a:p>
            <a:p>
              <a:pPr>
                <a:lnSpc>
                  <a:spcPct val="150000"/>
                </a:lnSpc>
              </a:pPr>
              <a:endParaRPr lang="en-US" altLang="zh-CN" b="1" dirty="0">
                <a:solidFill>
                  <a:srgbClr val="B49C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36" name="Rectangle 5"/>
            <p:cNvSpPr/>
            <p:nvPr/>
          </p:nvSpPr>
          <p:spPr bwMode="auto">
            <a:xfrm>
              <a:off x="5794161" y="3233624"/>
              <a:ext cx="6041543" cy="81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方式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：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客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戶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---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客戶直接對供應商稽核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特性：特定範圍，熟悉概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況</a:t>
              </a:r>
              <a:r>
                <a:rPr lang="zh-CN" altLang="en-US" sz="14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（輕車熟路</a:t>
              </a:r>
              <a:r>
                <a:rPr lang="zh-CN" altLang="en-US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．</a:t>
              </a:r>
              <a:r>
                <a:rPr lang="zh-CN" altLang="en-US" sz="14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重查缺失）</a:t>
              </a:r>
              <a:endParaRPr lang="en-US" altLang="zh-CN" sz="14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</p:grpSp>
      <p:grpSp>
        <p:nvGrpSpPr>
          <p:cNvPr id="38" name="组合 18"/>
          <p:cNvGrpSpPr/>
          <p:nvPr/>
        </p:nvGrpSpPr>
        <p:grpSpPr>
          <a:xfrm>
            <a:off x="4962973" y="4650196"/>
            <a:ext cx="6417359" cy="1525841"/>
            <a:chOff x="5616670" y="4821847"/>
            <a:chExt cx="5866672" cy="1525015"/>
          </a:xfrm>
        </p:grpSpPr>
        <p:sp>
          <p:nvSpPr>
            <p:cNvPr id="40" name="MH_SubTitle_1"/>
            <p:cNvSpPr>
              <a:spLocks noChangeArrowheads="1"/>
            </p:cNvSpPr>
            <p:nvPr/>
          </p:nvSpPr>
          <p:spPr bwMode="auto">
            <a:xfrm flipH="1">
              <a:off x="5616670" y="4821847"/>
              <a:ext cx="3699137" cy="1010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丙方</a:t>
              </a:r>
              <a:r>
                <a:rPr lang="zh-CN" altLang="en-US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稽核（</a:t>
              </a:r>
              <a:r>
                <a:rPr lang="en-US" altLang="zh-CN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Third Party Audit</a:t>
              </a:r>
              <a:r>
                <a:rPr lang="zh-CN" altLang="en-US" sz="14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，</a:t>
              </a:r>
              <a:r>
                <a:rPr lang="en-US" altLang="zh-CN" sz="14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SGS</a:t>
              </a:r>
              <a:r>
                <a:rPr lang="zh-CN" altLang="en-US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審核等）</a:t>
              </a:r>
            </a:p>
            <a:p>
              <a:pPr>
                <a:lnSpc>
                  <a:spcPct val="150000"/>
                </a:lnSpc>
              </a:pPr>
              <a:endParaRPr lang="en-US" altLang="zh-CN" b="1" dirty="0">
                <a:solidFill>
                  <a:srgbClr val="B49C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41" name="Rectangle 5"/>
            <p:cNvSpPr/>
            <p:nvPr/>
          </p:nvSpPr>
          <p:spPr bwMode="auto">
            <a:xfrm>
              <a:off x="5707076" y="5534354"/>
              <a:ext cx="5776266" cy="81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方式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：第三方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---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認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證機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構代表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客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戶、運</a:t>
              </a: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營商對供應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商稽核</a:t>
              </a:r>
              <a:endParaRPr lang="en-US" altLang="zh-CN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特性：專業性強、反向查核</a:t>
              </a:r>
              <a:r>
                <a:rPr lang="zh-CN" altLang="en-US" sz="14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（現場</a:t>
              </a:r>
              <a:r>
                <a:rPr lang="zh-CN" altLang="en-US" sz="14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走訪．順</a:t>
              </a:r>
              <a:r>
                <a:rPr lang="zh-CN" altLang="en-US" sz="14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藤摸瓜）</a:t>
              </a:r>
              <a:endParaRPr lang="zh-CN" altLang="en-US" sz="14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</p:grpSp>
      <p:cxnSp>
        <p:nvCxnSpPr>
          <p:cNvPr id="39" name="直接连接符 19"/>
          <p:cNvCxnSpPr/>
          <p:nvPr/>
        </p:nvCxnSpPr>
        <p:spPr>
          <a:xfrm>
            <a:off x="4930229" y="5262376"/>
            <a:ext cx="6042571" cy="22109"/>
          </a:xfrm>
          <a:prstGeom prst="line">
            <a:avLst/>
          </a:prstGeom>
          <a:ln w="19050">
            <a:solidFill>
              <a:srgbClr val="5B9BD5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9"/>
          <p:cNvCxnSpPr/>
          <p:nvPr/>
        </p:nvCxnSpPr>
        <p:spPr>
          <a:xfrm>
            <a:off x="5595978" y="3647652"/>
            <a:ext cx="6230759" cy="34501"/>
          </a:xfrm>
          <a:prstGeom prst="line">
            <a:avLst/>
          </a:prstGeom>
          <a:ln w="19050">
            <a:solidFill>
              <a:srgbClr val="5B9BD5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19"/>
          <p:cNvCxnSpPr/>
          <p:nvPr/>
        </p:nvCxnSpPr>
        <p:spPr>
          <a:xfrm flipV="1">
            <a:off x="5079633" y="1990156"/>
            <a:ext cx="6045567" cy="20909"/>
          </a:xfrm>
          <a:prstGeom prst="line">
            <a:avLst/>
          </a:prstGeom>
          <a:ln w="19050">
            <a:solidFill>
              <a:srgbClr val="5B9BD5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群組 4"/>
          <p:cNvGrpSpPr/>
          <p:nvPr/>
        </p:nvGrpSpPr>
        <p:grpSpPr>
          <a:xfrm>
            <a:off x="696243" y="1345828"/>
            <a:ext cx="4899735" cy="4716577"/>
            <a:chOff x="696243" y="1345828"/>
            <a:chExt cx="4899735" cy="4716577"/>
          </a:xfrm>
        </p:grpSpPr>
        <p:grpSp>
          <p:nvGrpSpPr>
            <p:cNvPr id="34" name="群組 33"/>
            <p:cNvGrpSpPr/>
            <p:nvPr/>
          </p:nvGrpSpPr>
          <p:grpSpPr>
            <a:xfrm>
              <a:off x="696243" y="1345828"/>
              <a:ext cx="4899735" cy="4716577"/>
              <a:chOff x="1581824" y="1429239"/>
              <a:chExt cx="4899735" cy="4716577"/>
            </a:xfrm>
          </p:grpSpPr>
          <p:sp>
            <p:nvSpPr>
              <p:cNvPr id="52" name="任意多边形 3"/>
              <p:cNvSpPr/>
              <p:nvPr/>
            </p:nvSpPr>
            <p:spPr>
              <a:xfrm rot="19335404">
                <a:off x="1701983" y="1429239"/>
                <a:ext cx="4779576" cy="4716577"/>
              </a:xfrm>
              <a:custGeom>
                <a:avLst/>
                <a:gdLst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58543 w 4779369"/>
                  <a:gd name="connsiteY4" fmla="*/ 1805072 h 4714030"/>
                  <a:gd name="connsiteX5" fmla="*/ 3658543 w 4779369"/>
                  <a:gd name="connsiteY5" fmla="*/ 1811336 h 4714030"/>
                  <a:gd name="connsiteX6" fmla="*/ 3606598 w 4779369"/>
                  <a:gd name="connsiteY6" fmla="*/ 1770199 h 4714030"/>
                  <a:gd name="connsiteX7" fmla="*/ 3336570 w 4779369"/>
                  <a:gd name="connsiteY7" fmla="*/ 1691032 h 4714030"/>
                  <a:gd name="connsiteX8" fmla="*/ 3192952 w 4779369"/>
                  <a:gd name="connsiteY8" fmla="*/ 1711872 h 4714030"/>
                  <a:gd name="connsiteX9" fmla="*/ 3137695 w 4779369"/>
                  <a:gd name="connsiteY9" fmla="*/ 1732769 h 4714030"/>
                  <a:gd name="connsiteX10" fmla="*/ 3126960 w 4779369"/>
                  <a:gd name="connsiteY10" fmla="*/ 1827523 h 4714030"/>
                  <a:gd name="connsiteX11" fmla="*/ 3048503 w 4779369"/>
                  <a:gd name="connsiteY11" fmla="*/ 2123573 h 4714030"/>
                  <a:gd name="connsiteX12" fmla="*/ 2992344 w 4779369"/>
                  <a:gd name="connsiteY12" fmla="*/ 2253828 h 4714030"/>
                  <a:gd name="connsiteX13" fmla="*/ 2997806 w 4779369"/>
                  <a:gd name="connsiteY13" fmla="*/ 2275931 h 4714030"/>
                  <a:gd name="connsiteX14" fmla="*/ 3162873 w 4779369"/>
                  <a:gd name="connsiteY14" fmla="*/ 2503824 h 4714030"/>
                  <a:gd name="connsiteX15" fmla="*/ 3356427 w 4779369"/>
                  <a:gd name="connsiteY15" fmla="*/ 2595846 h 4714030"/>
                  <a:gd name="connsiteX16" fmla="*/ 3414277 w 4779369"/>
                  <a:gd name="connsiteY16" fmla="*/ 2604863 h 4714030"/>
                  <a:gd name="connsiteX17" fmla="*/ 3454240 w 4779369"/>
                  <a:gd name="connsiteY17" fmla="*/ 2587267 h 4714030"/>
                  <a:gd name="connsiteX18" fmla="*/ 4029121 w 4779369"/>
                  <a:gd name="connsiteY18" fmla="*/ 2685987 h 4714030"/>
                  <a:gd name="connsiteX19" fmla="*/ 4140072 w 4779369"/>
                  <a:gd name="connsiteY19" fmla="*/ 3557314 h 4714030"/>
                  <a:gd name="connsiteX20" fmla="*/ 3268745 w 4779369"/>
                  <a:gd name="connsiteY20" fmla="*/ 3668264 h 4714030"/>
                  <a:gd name="connsiteX21" fmla="*/ 3029106 w 4779369"/>
                  <a:gd name="connsiteY21" fmla="*/ 3136468 h 4714030"/>
                  <a:gd name="connsiteX22" fmla="*/ 3040867 w 4779369"/>
                  <a:gd name="connsiteY22" fmla="*/ 3064259 h 4714030"/>
                  <a:gd name="connsiteX23" fmla="*/ 3024015 w 4779369"/>
                  <a:gd name="connsiteY23" fmla="*/ 3025265 h 4714030"/>
                  <a:gd name="connsiteX24" fmla="*/ 2886424 w 4779369"/>
                  <a:gd name="connsiteY24" fmla="*/ 2860950 h 4714030"/>
                  <a:gd name="connsiteX25" fmla="*/ 2624436 w 4779369"/>
                  <a:gd name="connsiteY25" fmla="*/ 2758262 h 4714030"/>
                  <a:gd name="connsiteX26" fmla="*/ 2608775 w 4779369"/>
                  <a:gd name="connsiteY26" fmla="*/ 2758435 h 4714030"/>
                  <a:gd name="connsiteX27" fmla="*/ 2598603 w 4779369"/>
                  <a:gd name="connsiteY27" fmla="*/ 2768115 h 4714030"/>
                  <a:gd name="connsiteX28" fmla="*/ 2138389 w 4779369"/>
                  <a:gd name="connsiteY28" fmla="*/ 3042691 h 4714030"/>
                  <a:gd name="connsiteX29" fmla="*/ 2080005 w 4779369"/>
                  <a:gd name="connsiteY29" fmla="*/ 3062295 h 4714030"/>
                  <a:gd name="connsiteX30" fmla="*/ 2075740 w 4779369"/>
                  <a:gd name="connsiteY30" fmla="*/ 3101544 h 4714030"/>
                  <a:gd name="connsiteX31" fmla="*/ 2091557 w 4779369"/>
                  <a:gd name="connsiteY31" fmla="*/ 3245802 h 4714030"/>
                  <a:gd name="connsiteX32" fmla="*/ 2235869 w 4779369"/>
                  <a:gd name="connsiteY32" fmla="*/ 3487372 h 4714030"/>
                  <a:gd name="connsiteX33" fmla="*/ 2246040 w 4779369"/>
                  <a:gd name="connsiteY33" fmla="*/ 3495068 h 4714030"/>
                  <a:gd name="connsiteX34" fmla="*/ 2353186 w 4779369"/>
                  <a:gd name="connsiteY34" fmla="*/ 3535124 h 4714030"/>
                  <a:gd name="connsiteX35" fmla="*/ 2459892 w 4779369"/>
                  <a:gd name="connsiteY35" fmla="*/ 3601767 h 4714030"/>
                  <a:gd name="connsiteX36" fmla="*/ 2570842 w 4779369"/>
                  <a:gd name="connsiteY36" fmla="*/ 4473093 h 4714030"/>
                  <a:gd name="connsiteX37" fmla="*/ 1699516 w 4779369"/>
                  <a:gd name="connsiteY37" fmla="*/ 4584044 h 4714030"/>
                  <a:gd name="connsiteX38" fmla="*/ 1588565 w 4779369"/>
                  <a:gd name="connsiteY38" fmla="*/ 3712718 h 4714030"/>
                  <a:gd name="connsiteX39" fmla="*/ 1634920 w 4779369"/>
                  <a:gd name="connsiteY39" fmla="*/ 3663870 h 4714030"/>
                  <a:gd name="connsiteX40" fmla="*/ 1645376 w 4779369"/>
                  <a:gd name="connsiteY40" fmla="*/ 3640232 h 4714030"/>
                  <a:gd name="connsiteX41" fmla="*/ 1654346 w 4779369"/>
                  <a:gd name="connsiteY41" fmla="*/ 3358982 h 4714030"/>
                  <a:gd name="connsiteX42" fmla="*/ 1557620 w 4779369"/>
                  <a:gd name="connsiteY42" fmla="*/ 3167736 h 4714030"/>
                  <a:gd name="connsiteX43" fmla="*/ 1536748 w 4779369"/>
                  <a:gd name="connsiteY43" fmla="*/ 3145662 h 4714030"/>
                  <a:gd name="connsiteX44" fmla="*/ 1489568 w 4779369"/>
                  <a:gd name="connsiteY44" fmla="*/ 3145159 h 4714030"/>
                  <a:gd name="connsiteX45" fmla="*/ 610434 w 4779369"/>
                  <a:gd name="connsiteY45" fmla="*/ 2818009 h 4714030"/>
                  <a:gd name="connsiteX46" fmla="*/ 329331 w 4779369"/>
                  <a:gd name="connsiteY46" fmla="*/ 610434 h 4714030"/>
                  <a:gd name="connsiteX47" fmla="*/ 2536907 w 4779369"/>
                  <a:gd name="connsiteY47" fmla="*/ 329331 h 4714030"/>
                  <a:gd name="connsiteX48" fmla="*/ 3068123 w 4779369"/>
                  <a:gd name="connsiteY48" fmla="*/ 1080399 h 4714030"/>
                  <a:gd name="connsiteX49" fmla="*/ 3094483 w 4779369"/>
                  <a:gd name="connsiteY49" fmla="*/ 1175656 h 4714030"/>
                  <a:gd name="connsiteX50" fmla="*/ 3127186 w 4779369"/>
                  <a:gd name="connsiteY50" fmla="*/ 1193698 h 4714030"/>
                  <a:gd name="connsiteX51" fmla="*/ 3336570 w 4779369"/>
                  <a:gd name="connsiteY51" fmla="*/ 1239409 h 4714030"/>
                  <a:gd name="connsiteX52" fmla="*/ 3545953 w 4779369"/>
                  <a:gd name="connsiteY52" fmla="*/ 1193698 h 4714030"/>
                  <a:gd name="connsiteX53" fmla="*/ 3604045 w 4779369"/>
                  <a:gd name="connsiteY53" fmla="*/ 1161650 h 4714030"/>
                  <a:gd name="connsiteX54" fmla="*/ 3667106 w 4779369"/>
                  <a:gd name="connsiteY54" fmla="*/ 1060681 h 4714030"/>
                  <a:gd name="connsiteX55" fmla="*/ 4538432 w 4779369"/>
                  <a:gd name="connsiteY55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58543 w 4779369"/>
                  <a:gd name="connsiteY4" fmla="*/ 1805072 h 4714030"/>
                  <a:gd name="connsiteX5" fmla="*/ 3658543 w 4779369"/>
                  <a:gd name="connsiteY5" fmla="*/ 1811336 h 4714030"/>
                  <a:gd name="connsiteX6" fmla="*/ 3606598 w 4779369"/>
                  <a:gd name="connsiteY6" fmla="*/ 1770199 h 4714030"/>
                  <a:gd name="connsiteX7" fmla="*/ 3336570 w 4779369"/>
                  <a:gd name="connsiteY7" fmla="*/ 1691032 h 4714030"/>
                  <a:gd name="connsiteX8" fmla="*/ 3192952 w 4779369"/>
                  <a:gd name="connsiteY8" fmla="*/ 1711872 h 4714030"/>
                  <a:gd name="connsiteX9" fmla="*/ 3137695 w 4779369"/>
                  <a:gd name="connsiteY9" fmla="*/ 1732769 h 4714030"/>
                  <a:gd name="connsiteX10" fmla="*/ 3126960 w 4779369"/>
                  <a:gd name="connsiteY10" fmla="*/ 1827523 h 4714030"/>
                  <a:gd name="connsiteX11" fmla="*/ 3048503 w 4779369"/>
                  <a:gd name="connsiteY11" fmla="*/ 2123573 h 4714030"/>
                  <a:gd name="connsiteX12" fmla="*/ 2992344 w 4779369"/>
                  <a:gd name="connsiteY12" fmla="*/ 2253828 h 4714030"/>
                  <a:gd name="connsiteX13" fmla="*/ 2997806 w 4779369"/>
                  <a:gd name="connsiteY13" fmla="*/ 2275931 h 4714030"/>
                  <a:gd name="connsiteX14" fmla="*/ 3162873 w 4779369"/>
                  <a:gd name="connsiteY14" fmla="*/ 2503824 h 4714030"/>
                  <a:gd name="connsiteX15" fmla="*/ 3356427 w 4779369"/>
                  <a:gd name="connsiteY15" fmla="*/ 2595846 h 4714030"/>
                  <a:gd name="connsiteX16" fmla="*/ 3414277 w 4779369"/>
                  <a:gd name="connsiteY16" fmla="*/ 2604863 h 4714030"/>
                  <a:gd name="connsiteX17" fmla="*/ 3454240 w 4779369"/>
                  <a:gd name="connsiteY17" fmla="*/ 2587267 h 4714030"/>
                  <a:gd name="connsiteX18" fmla="*/ 4029121 w 4779369"/>
                  <a:gd name="connsiteY18" fmla="*/ 2685987 h 4714030"/>
                  <a:gd name="connsiteX19" fmla="*/ 4140072 w 4779369"/>
                  <a:gd name="connsiteY19" fmla="*/ 3557314 h 4714030"/>
                  <a:gd name="connsiteX20" fmla="*/ 3268745 w 4779369"/>
                  <a:gd name="connsiteY20" fmla="*/ 3668264 h 4714030"/>
                  <a:gd name="connsiteX21" fmla="*/ 3029106 w 4779369"/>
                  <a:gd name="connsiteY21" fmla="*/ 3136468 h 4714030"/>
                  <a:gd name="connsiteX22" fmla="*/ 3040867 w 4779369"/>
                  <a:gd name="connsiteY22" fmla="*/ 3064259 h 4714030"/>
                  <a:gd name="connsiteX23" fmla="*/ 3024015 w 4779369"/>
                  <a:gd name="connsiteY23" fmla="*/ 3025265 h 4714030"/>
                  <a:gd name="connsiteX24" fmla="*/ 2886424 w 4779369"/>
                  <a:gd name="connsiteY24" fmla="*/ 2860950 h 4714030"/>
                  <a:gd name="connsiteX25" fmla="*/ 2624436 w 4779369"/>
                  <a:gd name="connsiteY25" fmla="*/ 2758262 h 4714030"/>
                  <a:gd name="connsiteX26" fmla="*/ 2608775 w 4779369"/>
                  <a:gd name="connsiteY26" fmla="*/ 2758435 h 4714030"/>
                  <a:gd name="connsiteX27" fmla="*/ 2598603 w 4779369"/>
                  <a:gd name="connsiteY27" fmla="*/ 2768115 h 4714030"/>
                  <a:gd name="connsiteX28" fmla="*/ 2138389 w 4779369"/>
                  <a:gd name="connsiteY28" fmla="*/ 3042691 h 4714030"/>
                  <a:gd name="connsiteX29" fmla="*/ 2080005 w 4779369"/>
                  <a:gd name="connsiteY29" fmla="*/ 3062295 h 4714030"/>
                  <a:gd name="connsiteX30" fmla="*/ 2075740 w 4779369"/>
                  <a:gd name="connsiteY30" fmla="*/ 3101544 h 4714030"/>
                  <a:gd name="connsiteX31" fmla="*/ 2091557 w 4779369"/>
                  <a:gd name="connsiteY31" fmla="*/ 3245802 h 4714030"/>
                  <a:gd name="connsiteX32" fmla="*/ 2235869 w 4779369"/>
                  <a:gd name="connsiteY32" fmla="*/ 3487372 h 4714030"/>
                  <a:gd name="connsiteX33" fmla="*/ 2246040 w 4779369"/>
                  <a:gd name="connsiteY33" fmla="*/ 3495068 h 4714030"/>
                  <a:gd name="connsiteX34" fmla="*/ 2353186 w 4779369"/>
                  <a:gd name="connsiteY34" fmla="*/ 3535124 h 4714030"/>
                  <a:gd name="connsiteX35" fmla="*/ 2459892 w 4779369"/>
                  <a:gd name="connsiteY35" fmla="*/ 3601767 h 4714030"/>
                  <a:gd name="connsiteX36" fmla="*/ 2570842 w 4779369"/>
                  <a:gd name="connsiteY36" fmla="*/ 4473093 h 4714030"/>
                  <a:gd name="connsiteX37" fmla="*/ 1699516 w 4779369"/>
                  <a:gd name="connsiteY37" fmla="*/ 4584044 h 4714030"/>
                  <a:gd name="connsiteX38" fmla="*/ 1588565 w 4779369"/>
                  <a:gd name="connsiteY38" fmla="*/ 3712718 h 4714030"/>
                  <a:gd name="connsiteX39" fmla="*/ 1634920 w 4779369"/>
                  <a:gd name="connsiteY39" fmla="*/ 3663870 h 4714030"/>
                  <a:gd name="connsiteX40" fmla="*/ 1645376 w 4779369"/>
                  <a:gd name="connsiteY40" fmla="*/ 3640232 h 4714030"/>
                  <a:gd name="connsiteX41" fmla="*/ 1654346 w 4779369"/>
                  <a:gd name="connsiteY41" fmla="*/ 3358982 h 4714030"/>
                  <a:gd name="connsiteX42" fmla="*/ 1557620 w 4779369"/>
                  <a:gd name="connsiteY42" fmla="*/ 3167736 h 4714030"/>
                  <a:gd name="connsiteX43" fmla="*/ 1536748 w 4779369"/>
                  <a:gd name="connsiteY43" fmla="*/ 3145662 h 4714030"/>
                  <a:gd name="connsiteX44" fmla="*/ 1489568 w 4779369"/>
                  <a:gd name="connsiteY44" fmla="*/ 3145159 h 4714030"/>
                  <a:gd name="connsiteX45" fmla="*/ 610434 w 4779369"/>
                  <a:gd name="connsiteY45" fmla="*/ 2818009 h 4714030"/>
                  <a:gd name="connsiteX46" fmla="*/ 329331 w 4779369"/>
                  <a:gd name="connsiteY46" fmla="*/ 610434 h 4714030"/>
                  <a:gd name="connsiteX47" fmla="*/ 2536907 w 4779369"/>
                  <a:gd name="connsiteY47" fmla="*/ 329331 h 4714030"/>
                  <a:gd name="connsiteX48" fmla="*/ 3068123 w 4779369"/>
                  <a:gd name="connsiteY48" fmla="*/ 1080399 h 4714030"/>
                  <a:gd name="connsiteX49" fmla="*/ 3127186 w 4779369"/>
                  <a:gd name="connsiteY49" fmla="*/ 1193698 h 4714030"/>
                  <a:gd name="connsiteX50" fmla="*/ 3336570 w 4779369"/>
                  <a:gd name="connsiteY50" fmla="*/ 1239409 h 4714030"/>
                  <a:gd name="connsiteX51" fmla="*/ 3545953 w 4779369"/>
                  <a:gd name="connsiteY51" fmla="*/ 1193698 h 4714030"/>
                  <a:gd name="connsiteX52" fmla="*/ 3604045 w 4779369"/>
                  <a:gd name="connsiteY52" fmla="*/ 1161650 h 4714030"/>
                  <a:gd name="connsiteX53" fmla="*/ 3667106 w 4779369"/>
                  <a:gd name="connsiteY53" fmla="*/ 1060681 h 4714030"/>
                  <a:gd name="connsiteX54" fmla="*/ 4538432 w 4779369"/>
                  <a:gd name="connsiteY54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58543 w 4779369"/>
                  <a:gd name="connsiteY4" fmla="*/ 1805072 h 4714030"/>
                  <a:gd name="connsiteX5" fmla="*/ 3658543 w 4779369"/>
                  <a:gd name="connsiteY5" fmla="*/ 1811336 h 4714030"/>
                  <a:gd name="connsiteX6" fmla="*/ 3606598 w 4779369"/>
                  <a:gd name="connsiteY6" fmla="*/ 1770199 h 4714030"/>
                  <a:gd name="connsiteX7" fmla="*/ 3336570 w 4779369"/>
                  <a:gd name="connsiteY7" fmla="*/ 1691032 h 4714030"/>
                  <a:gd name="connsiteX8" fmla="*/ 3192952 w 4779369"/>
                  <a:gd name="connsiteY8" fmla="*/ 1711872 h 4714030"/>
                  <a:gd name="connsiteX9" fmla="*/ 3126960 w 4779369"/>
                  <a:gd name="connsiteY9" fmla="*/ 1827523 h 4714030"/>
                  <a:gd name="connsiteX10" fmla="*/ 3048503 w 4779369"/>
                  <a:gd name="connsiteY10" fmla="*/ 2123573 h 4714030"/>
                  <a:gd name="connsiteX11" fmla="*/ 2992344 w 4779369"/>
                  <a:gd name="connsiteY11" fmla="*/ 2253828 h 4714030"/>
                  <a:gd name="connsiteX12" fmla="*/ 2997806 w 4779369"/>
                  <a:gd name="connsiteY12" fmla="*/ 2275931 h 4714030"/>
                  <a:gd name="connsiteX13" fmla="*/ 3162873 w 4779369"/>
                  <a:gd name="connsiteY13" fmla="*/ 2503824 h 4714030"/>
                  <a:gd name="connsiteX14" fmla="*/ 3356427 w 4779369"/>
                  <a:gd name="connsiteY14" fmla="*/ 2595846 h 4714030"/>
                  <a:gd name="connsiteX15" fmla="*/ 3414277 w 4779369"/>
                  <a:gd name="connsiteY15" fmla="*/ 2604863 h 4714030"/>
                  <a:gd name="connsiteX16" fmla="*/ 3454240 w 4779369"/>
                  <a:gd name="connsiteY16" fmla="*/ 2587267 h 4714030"/>
                  <a:gd name="connsiteX17" fmla="*/ 4029121 w 4779369"/>
                  <a:gd name="connsiteY17" fmla="*/ 2685987 h 4714030"/>
                  <a:gd name="connsiteX18" fmla="*/ 4140072 w 4779369"/>
                  <a:gd name="connsiteY18" fmla="*/ 3557314 h 4714030"/>
                  <a:gd name="connsiteX19" fmla="*/ 3268745 w 4779369"/>
                  <a:gd name="connsiteY19" fmla="*/ 3668264 h 4714030"/>
                  <a:gd name="connsiteX20" fmla="*/ 3029106 w 4779369"/>
                  <a:gd name="connsiteY20" fmla="*/ 3136468 h 4714030"/>
                  <a:gd name="connsiteX21" fmla="*/ 3040867 w 4779369"/>
                  <a:gd name="connsiteY21" fmla="*/ 3064259 h 4714030"/>
                  <a:gd name="connsiteX22" fmla="*/ 3024015 w 4779369"/>
                  <a:gd name="connsiteY22" fmla="*/ 3025265 h 4714030"/>
                  <a:gd name="connsiteX23" fmla="*/ 2886424 w 4779369"/>
                  <a:gd name="connsiteY23" fmla="*/ 2860950 h 4714030"/>
                  <a:gd name="connsiteX24" fmla="*/ 2624436 w 4779369"/>
                  <a:gd name="connsiteY24" fmla="*/ 2758262 h 4714030"/>
                  <a:gd name="connsiteX25" fmla="*/ 2608775 w 4779369"/>
                  <a:gd name="connsiteY25" fmla="*/ 2758435 h 4714030"/>
                  <a:gd name="connsiteX26" fmla="*/ 2598603 w 4779369"/>
                  <a:gd name="connsiteY26" fmla="*/ 2768115 h 4714030"/>
                  <a:gd name="connsiteX27" fmla="*/ 2138389 w 4779369"/>
                  <a:gd name="connsiteY27" fmla="*/ 3042691 h 4714030"/>
                  <a:gd name="connsiteX28" fmla="*/ 2080005 w 4779369"/>
                  <a:gd name="connsiteY28" fmla="*/ 3062295 h 4714030"/>
                  <a:gd name="connsiteX29" fmla="*/ 2075740 w 4779369"/>
                  <a:gd name="connsiteY29" fmla="*/ 3101544 h 4714030"/>
                  <a:gd name="connsiteX30" fmla="*/ 2091557 w 4779369"/>
                  <a:gd name="connsiteY30" fmla="*/ 3245802 h 4714030"/>
                  <a:gd name="connsiteX31" fmla="*/ 2235869 w 4779369"/>
                  <a:gd name="connsiteY31" fmla="*/ 3487372 h 4714030"/>
                  <a:gd name="connsiteX32" fmla="*/ 2246040 w 4779369"/>
                  <a:gd name="connsiteY32" fmla="*/ 3495068 h 4714030"/>
                  <a:gd name="connsiteX33" fmla="*/ 2353186 w 4779369"/>
                  <a:gd name="connsiteY33" fmla="*/ 3535124 h 4714030"/>
                  <a:gd name="connsiteX34" fmla="*/ 2459892 w 4779369"/>
                  <a:gd name="connsiteY34" fmla="*/ 3601767 h 4714030"/>
                  <a:gd name="connsiteX35" fmla="*/ 2570842 w 4779369"/>
                  <a:gd name="connsiteY35" fmla="*/ 4473093 h 4714030"/>
                  <a:gd name="connsiteX36" fmla="*/ 1699516 w 4779369"/>
                  <a:gd name="connsiteY36" fmla="*/ 4584044 h 4714030"/>
                  <a:gd name="connsiteX37" fmla="*/ 1588565 w 4779369"/>
                  <a:gd name="connsiteY37" fmla="*/ 3712718 h 4714030"/>
                  <a:gd name="connsiteX38" fmla="*/ 1634920 w 4779369"/>
                  <a:gd name="connsiteY38" fmla="*/ 3663870 h 4714030"/>
                  <a:gd name="connsiteX39" fmla="*/ 1645376 w 4779369"/>
                  <a:gd name="connsiteY39" fmla="*/ 3640232 h 4714030"/>
                  <a:gd name="connsiteX40" fmla="*/ 1654346 w 4779369"/>
                  <a:gd name="connsiteY40" fmla="*/ 3358982 h 4714030"/>
                  <a:gd name="connsiteX41" fmla="*/ 1557620 w 4779369"/>
                  <a:gd name="connsiteY41" fmla="*/ 3167736 h 4714030"/>
                  <a:gd name="connsiteX42" fmla="*/ 1536748 w 4779369"/>
                  <a:gd name="connsiteY42" fmla="*/ 3145662 h 4714030"/>
                  <a:gd name="connsiteX43" fmla="*/ 1489568 w 4779369"/>
                  <a:gd name="connsiteY43" fmla="*/ 3145159 h 4714030"/>
                  <a:gd name="connsiteX44" fmla="*/ 610434 w 4779369"/>
                  <a:gd name="connsiteY44" fmla="*/ 2818009 h 4714030"/>
                  <a:gd name="connsiteX45" fmla="*/ 329331 w 4779369"/>
                  <a:gd name="connsiteY45" fmla="*/ 610434 h 4714030"/>
                  <a:gd name="connsiteX46" fmla="*/ 2536907 w 4779369"/>
                  <a:gd name="connsiteY46" fmla="*/ 329331 h 4714030"/>
                  <a:gd name="connsiteX47" fmla="*/ 3068123 w 4779369"/>
                  <a:gd name="connsiteY47" fmla="*/ 1080399 h 4714030"/>
                  <a:gd name="connsiteX48" fmla="*/ 3127186 w 4779369"/>
                  <a:gd name="connsiteY48" fmla="*/ 1193698 h 4714030"/>
                  <a:gd name="connsiteX49" fmla="*/ 3336570 w 4779369"/>
                  <a:gd name="connsiteY49" fmla="*/ 1239409 h 4714030"/>
                  <a:gd name="connsiteX50" fmla="*/ 3545953 w 4779369"/>
                  <a:gd name="connsiteY50" fmla="*/ 1193698 h 4714030"/>
                  <a:gd name="connsiteX51" fmla="*/ 3604045 w 4779369"/>
                  <a:gd name="connsiteY51" fmla="*/ 1161650 h 4714030"/>
                  <a:gd name="connsiteX52" fmla="*/ 3667106 w 4779369"/>
                  <a:gd name="connsiteY52" fmla="*/ 1060681 h 4714030"/>
                  <a:gd name="connsiteX53" fmla="*/ 4538432 w 4779369"/>
                  <a:gd name="connsiteY53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58543 w 4779369"/>
                  <a:gd name="connsiteY4" fmla="*/ 1805072 h 4714030"/>
                  <a:gd name="connsiteX5" fmla="*/ 3606598 w 4779369"/>
                  <a:gd name="connsiteY5" fmla="*/ 1770199 h 4714030"/>
                  <a:gd name="connsiteX6" fmla="*/ 3336570 w 4779369"/>
                  <a:gd name="connsiteY6" fmla="*/ 1691032 h 4714030"/>
                  <a:gd name="connsiteX7" fmla="*/ 3192952 w 4779369"/>
                  <a:gd name="connsiteY7" fmla="*/ 1711872 h 4714030"/>
                  <a:gd name="connsiteX8" fmla="*/ 3126960 w 4779369"/>
                  <a:gd name="connsiteY8" fmla="*/ 1827523 h 4714030"/>
                  <a:gd name="connsiteX9" fmla="*/ 3048503 w 4779369"/>
                  <a:gd name="connsiteY9" fmla="*/ 2123573 h 4714030"/>
                  <a:gd name="connsiteX10" fmla="*/ 2992344 w 4779369"/>
                  <a:gd name="connsiteY10" fmla="*/ 2253828 h 4714030"/>
                  <a:gd name="connsiteX11" fmla="*/ 2997806 w 4779369"/>
                  <a:gd name="connsiteY11" fmla="*/ 2275931 h 4714030"/>
                  <a:gd name="connsiteX12" fmla="*/ 3162873 w 4779369"/>
                  <a:gd name="connsiteY12" fmla="*/ 2503824 h 4714030"/>
                  <a:gd name="connsiteX13" fmla="*/ 3356427 w 4779369"/>
                  <a:gd name="connsiteY13" fmla="*/ 2595846 h 4714030"/>
                  <a:gd name="connsiteX14" fmla="*/ 3414277 w 4779369"/>
                  <a:gd name="connsiteY14" fmla="*/ 2604863 h 4714030"/>
                  <a:gd name="connsiteX15" fmla="*/ 3454240 w 4779369"/>
                  <a:gd name="connsiteY15" fmla="*/ 2587267 h 4714030"/>
                  <a:gd name="connsiteX16" fmla="*/ 4029121 w 4779369"/>
                  <a:gd name="connsiteY16" fmla="*/ 2685987 h 4714030"/>
                  <a:gd name="connsiteX17" fmla="*/ 4140072 w 4779369"/>
                  <a:gd name="connsiteY17" fmla="*/ 3557314 h 4714030"/>
                  <a:gd name="connsiteX18" fmla="*/ 3268745 w 4779369"/>
                  <a:gd name="connsiteY18" fmla="*/ 3668264 h 4714030"/>
                  <a:gd name="connsiteX19" fmla="*/ 3029106 w 4779369"/>
                  <a:gd name="connsiteY19" fmla="*/ 3136468 h 4714030"/>
                  <a:gd name="connsiteX20" fmla="*/ 3040867 w 4779369"/>
                  <a:gd name="connsiteY20" fmla="*/ 3064259 h 4714030"/>
                  <a:gd name="connsiteX21" fmla="*/ 3024015 w 4779369"/>
                  <a:gd name="connsiteY21" fmla="*/ 3025265 h 4714030"/>
                  <a:gd name="connsiteX22" fmla="*/ 2886424 w 4779369"/>
                  <a:gd name="connsiteY22" fmla="*/ 2860950 h 4714030"/>
                  <a:gd name="connsiteX23" fmla="*/ 2624436 w 4779369"/>
                  <a:gd name="connsiteY23" fmla="*/ 2758262 h 4714030"/>
                  <a:gd name="connsiteX24" fmla="*/ 2608775 w 4779369"/>
                  <a:gd name="connsiteY24" fmla="*/ 2758435 h 4714030"/>
                  <a:gd name="connsiteX25" fmla="*/ 2598603 w 4779369"/>
                  <a:gd name="connsiteY25" fmla="*/ 2768115 h 4714030"/>
                  <a:gd name="connsiteX26" fmla="*/ 2138389 w 4779369"/>
                  <a:gd name="connsiteY26" fmla="*/ 3042691 h 4714030"/>
                  <a:gd name="connsiteX27" fmla="*/ 2080005 w 4779369"/>
                  <a:gd name="connsiteY27" fmla="*/ 3062295 h 4714030"/>
                  <a:gd name="connsiteX28" fmla="*/ 2075740 w 4779369"/>
                  <a:gd name="connsiteY28" fmla="*/ 3101544 h 4714030"/>
                  <a:gd name="connsiteX29" fmla="*/ 2091557 w 4779369"/>
                  <a:gd name="connsiteY29" fmla="*/ 3245802 h 4714030"/>
                  <a:gd name="connsiteX30" fmla="*/ 2235869 w 4779369"/>
                  <a:gd name="connsiteY30" fmla="*/ 3487372 h 4714030"/>
                  <a:gd name="connsiteX31" fmla="*/ 2246040 w 4779369"/>
                  <a:gd name="connsiteY31" fmla="*/ 3495068 h 4714030"/>
                  <a:gd name="connsiteX32" fmla="*/ 2353186 w 4779369"/>
                  <a:gd name="connsiteY32" fmla="*/ 3535124 h 4714030"/>
                  <a:gd name="connsiteX33" fmla="*/ 2459892 w 4779369"/>
                  <a:gd name="connsiteY33" fmla="*/ 3601767 h 4714030"/>
                  <a:gd name="connsiteX34" fmla="*/ 2570842 w 4779369"/>
                  <a:gd name="connsiteY34" fmla="*/ 4473093 h 4714030"/>
                  <a:gd name="connsiteX35" fmla="*/ 1699516 w 4779369"/>
                  <a:gd name="connsiteY35" fmla="*/ 4584044 h 4714030"/>
                  <a:gd name="connsiteX36" fmla="*/ 1588565 w 4779369"/>
                  <a:gd name="connsiteY36" fmla="*/ 3712718 h 4714030"/>
                  <a:gd name="connsiteX37" fmla="*/ 1634920 w 4779369"/>
                  <a:gd name="connsiteY37" fmla="*/ 3663870 h 4714030"/>
                  <a:gd name="connsiteX38" fmla="*/ 1645376 w 4779369"/>
                  <a:gd name="connsiteY38" fmla="*/ 3640232 h 4714030"/>
                  <a:gd name="connsiteX39" fmla="*/ 1654346 w 4779369"/>
                  <a:gd name="connsiteY39" fmla="*/ 3358982 h 4714030"/>
                  <a:gd name="connsiteX40" fmla="*/ 1557620 w 4779369"/>
                  <a:gd name="connsiteY40" fmla="*/ 3167736 h 4714030"/>
                  <a:gd name="connsiteX41" fmla="*/ 1536748 w 4779369"/>
                  <a:gd name="connsiteY41" fmla="*/ 3145662 h 4714030"/>
                  <a:gd name="connsiteX42" fmla="*/ 1489568 w 4779369"/>
                  <a:gd name="connsiteY42" fmla="*/ 3145159 h 4714030"/>
                  <a:gd name="connsiteX43" fmla="*/ 610434 w 4779369"/>
                  <a:gd name="connsiteY43" fmla="*/ 2818009 h 4714030"/>
                  <a:gd name="connsiteX44" fmla="*/ 329331 w 4779369"/>
                  <a:gd name="connsiteY44" fmla="*/ 610434 h 4714030"/>
                  <a:gd name="connsiteX45" fmla="*/ 2536907 w 4779369"/>
                  <a:gd name="connsiteY45" fmla="*/ 329331 h 4714030"/>
                  <a:gd name="connsiteX46" fmla="*/ 3068123 w 4779369"/>
                  <a:gd name="connsiteY46" fmla="*/ 1080399 h 4714030"/>
                  <a:gd name="connsiteX47" fmla="*/ 3127186 w 4779369"/>
                  <a:gd name="connsiteY47" fmla="*/ 1193698 h 4714030"/>
                  <a:gd name="connsiteX48" fmla="*/ 3336570 w 4779369"/>
                  <a:gd name="connsiteY48" fmla="*/ 1239409 h 4714030"/>
                  <a:gd name="connsiteX49" fmla="*/ 3545953 w 4779369"/>
                  <a:gd name="connsiteY49" fmla="*/ 1193698 h 4714030"/>
                  <a:gd name="connsiteX50" fmla="*/ 3604045 w 4779369"/>
                  <a:gd name="connsiteY50" fmla="*/ 1161650 h 4714030"/>
                  <a:gd name="connsiteX51" fmla="*/ 3667106 w 4779369"/>
                  <a:gd name="connsiteY51" fmla="*/ 1060681 h 4714030"/>
                  <a:gd name="connsiteX52" fmla="*/ 4538432 w 4779369"/>
                  <a:gd name="connsiteY52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2344 w 4779369"/>
                  <a:gd name="connsiteY9" fmla="*/ 2253828 h 4714030"/>
                  <a:gd name="connsiteX10" fmla="*/ 2997806 w 4779369"/>
                  <a:gd name="connsiteY10" fmla="*/ 2275931 h 4714030"/>
                  <a:gd name="connsiteX11" fmla="*/ 3162873 w 4779369"/>
                  <a:gd name="connsiteY11" fmla="*/ 2503824 h 4714030"/>
                  <a:gd name="connsiteX12" fmla="*/ 3356427 w 4779369"/>
                  <a:gd name="connsiteY12" fmla="*/ 2595846 h 4714030"/>
                  <a:gd name="connsiteX13" fmla="*/ 3414277 w 4779369"/>
                  <a:gd name="connsiteY13" fmla="*/ 2604863 h 4714030"/>
                  <a:gd name="connsiteX14" fmla="*/ 3454240 w 4779369"/>
                  <a:gd name="connsiteY14" fmla="*/ 2587267 h 4714030"/>
                  <a:gd name="connsiteX15" fmla="*/ 4029121 w 4779369"/>
                  <a:gd name="connsiteY15" fmla="*/ 2685987 h 4714030"/>
                  <a:gd name="connsiteX16" fmla="*/ 4140072 w 4779369"/>
                  <a:gd name="connsiteY16" fmla="*/ 3557314 h 4714030"/>
                  <a:gd name="connsiteX17" fmla="*/ 3268745 w 4779369"/>
                  <a:gd name="connsiteY17" fmla="*/ 3668264 h 4714030"/>
                  <a:gd name="connsiteX18" fmla="*/ 3029106 w 4779369"/>
                  <a:gd name="connsiteY18" fmla="*/ 3136468 h 4714030"/>
                  <a:gd name="connsiteX19" fmla="*/ 3040867 w 4779369"/>
                  <a:gd name="connsiteY19" fmla="*/ 3064259 h 4714030"/>
                  <a:gd name="connsiteX20" fmla="*/ 3024015 w 4779369"/>
                  <a:gd name="connsiteY20" fmla="*/ 3025265 h 4714030"/>
                  <a:gd name="connsiteX21" fmla="*/ 2886424 w 4779369"/>
                  <a:gd name="connsiteY21" fmla="*/ 2860950 h 4714030"/>
                  <a:gd name="connsiteX22" fmla="*/ 2624436 w 4779369"/>
                  <a:gd name="connsiteY22" fmla="*/ 2758262 h 4714030"/>
                  <a:gd name="connsiteX23" fmla="*/ 2608775 w 4779369"/>
                  <a:gd name="connsiteY23" fmla="*/ 2758435 h 4714030"/>
                  <a:gd name="connsiteX24" fmla="*/ 2598603 w 4779369"/>
                  <a:gd name="connsiteY24" fmla="*/ 2768115 h 4714030"/>
                  <a:gd name="connsiteX25" fmla="*/ 2138389 w 4779369"/>
                  <a:gd name="connsiteY25" fmla="*/ 3042691 h 4714030"/>
                  <a:gd name="connsiteX26" fmla="*/ 2080005 w 4779369"/>
                  <a:gd name="connsiteY26" fmla="*/ 3062295 h 4714030"/>
                  <a:gd name="connsiteX27" fmla="*/ 2075740 w 4779369"/>
                  <a:gd name="connsiteY27" fmla="*/ 3101544 h 4714030"/>
                  <a:gd name="connsiteX28" fmla="*/ 2091557 w 4779369"/>
                  <a:gd name="connsiteY28" fmla="*/ 3245802 h 4714030"/>
                  <a:gd name="connsiteX29" fmla="*/ 2235869 w 4779369"/>
                  <a:gd name="connsiteY29" fmla="*/ 3487372 h 4714030"/>
                  <a:gd name="connsiteX30" fmla="*/ 2246040 w 4779369"/>
                  <a:gd name="connsiteY30" fmla="*/ 3495068 h 4714030"/>
                  <a:gd name="connsiteX31" fmla="*/ 2353186 w 4779369"/>
                  <a:gd name="connsiteY31" fmla="*/ 3535124 h 4714030"/>
                  <a:gd name="connsiteX32" fmla="*/ 2459892 w 4779369"/>
                  <a:gd name="connsiteY32" fmla="*/ 3601767 h 4714030"/>
                  <a:gd name="connsiteX33" fmla="*/ 2570842 w 4779369"/>
                  <a:gd name="connsiteY33" fmla="*/ 4473093 h 4714030"/>
                  <a:gd name="connsiteX34" fmla="*/ 1699516 w 4779369"/>
                  <a:gd name="connsiteY34" fmla="*/ 4584044 h 4714030"/>
                  <a:gd name="connsiteX35" fmla="*/ 1588565 w 4779369"/>
                  <a:gd name="connsiteY35" fmla="*/ 3712718 h 4714030"/>
                  <a:gd name="connsiteX36" fmla="*/ 1634920 w 4779369"/>
                  <a:gd name="connsiteY36" fmla="*/ 3663870 h 4714030"/>
                  <a:gd name="connsiteX37" fmla="*/ 1645376 w 4779369"/>
                  <a:gd name="connsiteY37" fmla="*/ 3640232 h 4714030"/>
                  <a:gd name="connsiteX38" fmla="*/ 1654346 w 4779369"/>
                  <a:gd name="connsiteY38" fmla="*/ 3358982 h 4714030"/>
                  <a:gd name="connsiteX39" fmla="*/ 1557620 w 4779369"/>
                  <a:gd name="connsiteY39" fmla="*/ 3167736 h 4714030"/>
                  <a:gd name="connsiteX40" fmla="*/ 1536748 w 4779369"/>
                  <a:gd name="connsiteY40" fmla="*/ 3145662 h 4714030"/>
                  <a:gd name="connsiteX41" fmla="*/ 1489568 w 4779369"/>
                  <a:gd name="connsiteY41" fmla="*/ 3145159 h 4714030"/>
                  <a:gd name="connsiteX42" fmla="*/ 610434 w 4779369"/>
                  <a:gd name="connsiteY42" fmla="*/ 2818009 h 4714030"/>
                  <a:gd name="connsiteX43" fmla="*/ 329331 w 4779369"/>
                  <a:gd name="connsiteY43" fmla="*/ 610434 h 4714030"/>
                  <a:gd name="connsiteX44" fmla="*/ 2536907 w 4779369"/>
                  <a:gd name="connsiteY44" fmla="*/ 329331 h 4714030"/>
                  <a:gd name="connsiteX45" fmla="*/ 3068123 w 4779369"/>
                  <a:gd name="connsiteY45" fmla="*/ 1080399 h 4714030"/>
                  <a:gd name="connsiteX46" fmla="*/ 3127186 w 4779369"/>
                  <a:gd name="connsiteY46" fmla="*/ 1193698 h 4714030"/>
                  <a:gd name="connsiteX47" fmla="*/ 3336570 w 4779369"/>
                  <a:gd name="connsiteY47" fmla="*/ 1239409 h 4714030"/>
                  <a:gd name="connsiteX48" fmla="*/ 3545953 w 4779369"/>
                  <a:gd name="connsiteY48" fmla="*/ 1193698 h 4714030"/>
                  <a:gd name="connsiteX49" fmla="*/ 3604045 w 4779369"/>
                  <a:gd name="connsiteY49" fmla="*/ 1161650 h 4714030"/>
                  <a:gd name="connsiteX50" fmla="*/ 3667106 w 4779369"/>
                  <a:gd name="connsiteY50" fmla="*/ 1060681 h 4714030"/>
                  <a:gd name="connsiteX51" fmla="*/ 4538432 w 4779369"/>
                  <a:gd name="connsiteY51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2344 w 4779369"/>
                  <a:gd name="connsiteY9" fmla="*/ 2253828 h 4714030"/>
                  <a:gd name="connsiteX10" fmla="*/ 2997806 w 4779369"/>
                  <a:gd name="connsiteY10" fmla="*/ 2275931 h 4714030"/>
                  <a:gd name="connsiteX11" fmla="*/ 3162873 w 4779369"/>
                  <a:gd name="connsiteY11" fmla="*/ 2503824 h 4714030"/>
                  <a:gd name="connsiteX12" fmla="*/ 3356427 w 4779369"/>
                  <a:gd name="connsiteY12" fmla="*/ 2595846 h 4714030"/>
                  <a:gd name="connsiteX13" fmla="*/ 3414277 w 4779369"/>
                  <a:gd name="connsiteY13" fmla="*/ 2604863 h 4714030"/>
                  <a:gd name="connsiteX14" fmla="*/ 3454240 w 4779369"/>
                  <a:gd name="connsiteY14" fmla="*/ 2587267 h 4714030"/>
                  <a:gd name="connsiteX15" fmla="*/ 4029121 w 4779369"/>
                  <a:gd name="connsiteY15" fmla="*/ 2685987 h 4714030"/>
                  <a:gd name="connsiteX16" fmla="*/ 4140072 w 4779369"/>
                  <a:gd name="connsiteY16" fmla="*/ 3557314 h 4714030"/>
                  <a:gd name="connsiteX17" fmla="*/ 3268745 w 4779369"/>
                  <a:gd name="connsiteY17" fmla="*/ 3668264 h 4714030"/>
                  <a:gd name="connsiteX18" fmla="*/ 3029106 w 4779369"/>
                  <a:gd name="connsiteY18" fmla="*/ 3136468 h 4714030"/>
                  <a:gd name="connsiteX19" fmla="*/ 3040867 w 4779369"/>
                  <a:gd name="connsiteY19" fmla="*/ 3064259 h 4714030"/>
                  <a:gd name="connsiteX20" fmla="*/ 3024015 w 4779369"/>
                  <a:gd name="connsiteY20" fmla="*/ 3025265 h 4714030"/>
                  <a:gd name="connsiteX21" fmla="*/ 2886424 w 4779369"/>
                  <a:gd name="connsiteY21" fmla="*/ 2860950 h 4714030"/>
                  <a:gd name="connsiteX22" fmla="*/ 2624436 w 4779369"/>
                  <a:gd name="connsiteY22" fmla="*/ 2758262 h 4714030"/>
                  <a:gd name="connsiteX23" fmla="*/ 2608775 w 4779369"/>
                  <a:gd name="connsiteY23" fmla="*/ 2758435 h 4714030"/>
                  <a:gd name="connsiteX24" fmla="*/ 2598603 w 4779369"/>
                  <a:gd name="connsiteY24" fmla="*/ 2768115 h 4714030"/>
                  <a:gd name="connsiteX25" fmla="*/ 2138389 w 4779369"/>
                  <a:gd name="connsiteY25" fmla="*/ 3042691 h 4714030"/>
                  <a:gd name="connsiteX26" fmla="*/ 2080005 w 4779369"/>
                  <a:gd name="connsiteY26" fmla="*/ 3062295 h 4714030"/>
                  <a:gd name="connsiteX27" fmla="*/ 2075740 w 4779369"/>
                  <a:gd name="connsiteY27" fmla="*/ 3101544 h 4714030"/>
                  <a:gd name="connsiteX28" fmla="*/ 2091557 w 4779369"/>
                  <a:gd name="connsiteY28" fmla="*/ 3245802 h 4714030"/>
                  <a:gd name="connsiteX29" fmla="*/ 2235869 w 4779369"/>
                  <a:gd name="connsiteY29" fmla="*/ 3487372 h 4714030"/>
                  <a:gd name="connsiteX30" fmla="*/ 2246040 w 4779369"/>
                  <a:gd name="connsiteY30" fmla="*/ 3495068 h 4714030"/>
                  <a:gd name="connsiteX31" fmla="*/ 2353186 w 4779369"/>
                  <a:gd name="connsiteY31" fmla="*/ 3535124 h 4714030"/>
                  <a:gd name="connsiteX32" fmla="*/ 2459892 w 4779369"/>
                  <a:gd name="connsiteY32" fmla="*/ 3601767 h 4714030"/>
                  <a:gd name="connsiteX33" fmla="*/ 2570842 w 4779369"/>
                  <a:gd name="connsiteY33" fmla="*/ 4473093 h 4714030"/>
                  <a:gd name="connsiteX34" fmla="*/ 1699516 w 4779369"/>
                  <a:gd name="connsiteY34" fmla="*/ 4584044 h 4714030"/>
                  <a:gd name="connsiteX35" fmla="*/ 1588565 w 4779369"/>
                  <a:gd name="connsiteY35" fmla="*/ 3712718 h 4714030"/>
                  <a:gd name="connsiteX36" fmla="*/ 1634920 w 4779369"/>
                  <a:gd name="connsiteY36" fmla="*/ 3663870 h 4714030"/>
                  <a:gd name="connsiteX37" fmla="*/ 1645376 w 4779369"/>
                  <a:gd name="connsiteY37" fmla="*/ 3640232 h 4714030"/>
                  <a:gd name="connsiteX38" fmla="*/ 1654346 w 4779369"/>
                  <a:gd name="connsiteY38" fmla="*/ 3358982 h 4714030"/>
                  <a:gd name="connsiteX39" fmla="*/ 1557620 w 4779369"/>
                  <a:gd name="connsiteY39" fmla="*/ 3167736 h 4714030"/>
                  <a:gd name="connsiteX40" fmla="*/ 1536748 w 4779369"/>
                  <a:gd name="connsiteY40" fmla="*/ 3145662 h 4714030"/>
                  <a:gd name="connsiteX41" fmla="*/ 1489568 w 4779369"/>
                  <a:gd name="connsiteY41" fmla="*/ 3145159 h 4714030"/>
                  <a:gd name="connsiteX42" fmla="*/ 610434 w 4779369"/>
                  <a:gd name="connsiteY42" fmla="*/ 2818009 h 4714030"/>
                  <a:gd name="connsiteX43" fmla="*/ 329331 w 4779369"/>
                  <a:gd name="connsiteY43" fmla="*/ 610434 h 4714030"/>
                  <a:gd name="connsiteX44" fmla="*/ 2536907 w 4779369"/>
                  <a:gd name="connsiteY44" fmla="*/ 329331 h 4714030"/>
                  <a:gd name="connsiteX45" fmla="*/ 3068123 w 4779369"/>
                  <a:gd name="connsiteY45" fmla="*/ 1080399 h 4714030"/>
                  <a:gd name="connsiteX46" fmla="*/ 3127186 w 4779369"/>
                  <a:gd name="connsiteY46" fmla="*/ 1193698 h 4714030"/>
                  <a:gd name="connsiteX47" fmla="*/ 3336570 w 4779369"/>
                  <a:gd name="connsiteY47" fmla="*/ 1239409 h 4714030"/>
                  <a:gd name="connsiteX48" fmla="*/ 3545953 w 4779369"/>
                  <a:gd name="connsiteY48" fmla="*/ 1193698 h 4714030"/>
                  <a:gd name="connsiteX49" fmla="*/ 3667106 w 4779369"/>
                  <a:gd name="connsiteY49" fmla="*/ 1060681 h 4714030"/>
                  <a:gd name="connsiteX50" fmla="*/ 4538432 w 4779369"/>
                  <a:gd name="connsiteY50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2344 w 4779369"/>
                  <a:gd name="connsiteY9" fmla="*/ 2253828 h 4714030"/>
                  <a:gd name="connsiteX10" fmla="*/ 2997806 w 4779369"/>
                  <a:gd name="connsiteY10" fmla="*/ 2275931 h 4714030"/>
                  <a:gd name="connsiteX11" fmla="*/ 3162873 w 4779369"/>
                  <a:gd name="connsiteY11" fmla="*/ 2503824 h 4714030"/>
                  <a:gd name="connsiteX12" fmla="*/ 3356427 w 4779369"/>
                  <a:gd name="connsiteY12" fmla="*/ 2595846 h 4714030"/>
                  <a:gd name="connsiteX13" fmla="*/ 3414277 w 4779369"/>
                  <a:gd name="connsiteY13" fmla="*/ 2604863 h 4714030"/>
                  <a:gd name="connsiteX14" fmla="*/ 3454240 w 4779369"/>
                  <a:gd name="connsiteY14" fmla="*/ 2587267 h 4714030"/>
                  <a:gd name="connsiteX15" fmla="*/ 4029121 w 4779369"/>
                  <a:gd name="connsiteY15" fmla="*/ 2685987 h 4714030"/>
                  <a:gd name="connsiteX16" fmla="*/ 4140072 w 4779369"/>
                  <a:gd name="connsiteY16" fmla="*/ 3557314 h 4714030"/>
                  <a:gd name="connsiteX17" fmla="*/ 3268745 w 4779369"/>
                  <a:gd name="connsiteY17" fmla="*/ 3668264 h 4714030"/>
                  <a:gd name="connsiteX18" fmla="*/ 3029106 w 4779369"/>
                  <a:gd name="connsiteY18" fmla="*/ 3136468 h 4714030"/>
                  <a:gd name="connsiteX19" fmla="*/ 3024015 w 4779369"/>
                  <a:gd name="connsiteY19" fmla="*/ 3025265 h 4714030"/>
                  <a:gd name="connsiteX20" fmla="*/ 2886424 w 4779369"/>
                  <a:gd name="connsiteY20" fmla="*/ 2860950 h 4714030"/>
                  <a:gd name="connsiteX21" fmla="*/ 2624436 w 4779369"/>
                  <a:gd name="connsiteY21" fmla="*/ 2758262 h 4714030"/>
                  <a:gd name="connsiteX22" fmla="*/ 2608775 w 4779369"/>
                  <a:gd name="connsiteY22" fmla="*/ 2758435 h 4714030"/>
                  <a:gd name="connsiteX23" fmla="*/ 2598603 w 4779369"/>
                  <a:gd name="connsiteY23" fmla="*/ 2768115 h 4714030"/>
                  <a:gd name="connsiteX24" fmla="*/ 2138389 w 4779369"/>
                  <a:gd name="connsiteY24" fmla="*/ 3042691 h 4714030"/>
                  <a:gd name="connsiteX25" fmla="*/ 2080005 w 4779369"/>
                  <a:gd name="connsiteY25" fmla="*/ 3062295 h 4714030"/>
                  <a:gd name="connsiteX26" fmla="*/ 2075740 w 4779369"/>
                  <a:gd name="connsiteY26" fmla="*/ 3101544 h 4714030"/>
                  <a:gd name="connsiteX27" fmla="*/ 2091557 w 4779369"/>
                  <a:gd name="connsiteY27" fmla="*/ 3245802 h 4714030"/>
                  <a:gd name="connsiteX28" fmla="*/ 2235869 w 4779369"/>
                  <a:gd name="connsiteY28" fmla="*/ 3487372 h 4714030"/>
                  <a:gd name="connsiteX29" fmla="*/ 2246040 w 4779369"/>
                  <a:gd name="connsiteY29" fmla="*/ 3495068 h 4714030"/>
                  <a:gd name="connsiteX30" fmla="*/ 2353186 w 4779369"/>
                  <a:gd name="connsiteY30" fmla="*/ 3535124 h 4714030"/>
                  <a:gd name="connsiteX31" fmla="*/ 2459892 w 4779369"/>
                  <a:gd name="connsiteY31" fmla="*/ 3601767 h 4714030"/>
                  <a:gd name="connsiteX32" fmla="*/ 2570842 w 4779369"/>
                  <a:gd name="connsiteY32" fmla="*/ 4473093 h 4714030"/>
                  <a:gd name="connsiteX33" fmla="*/ 1699516 w 4779369"/>
                  <a:gd name="connsiteY33" fmla="*/ 4584044 h 4714030"/>
                  <a:gd name="connsiteX34" fmla="*/ 1588565 w 4779369"/>
                  <a:gd name="connsiteY34" fmla="*/ 3712718 h 4714030"/>
                  <a:gd name="connsiteX35" fmla="*/ 1634920 w 4779369"/>
                  <a:gd name="connsiteY35" fmla="*/ 3663870 h 4714030"/>
                  <a:gd name="connsiteX36" fmla="*/ 1645376 w 4779369"/>
                  <a:gd name="connsiteY36" fmla="*/ 3640232 h 4714030"/>
                  <a:gd name="connsiteX37" fmla="*/ 1654346 w 4779369"/>
                  <a:gd name="connsiteY37" fmla="*/ 3358982 h 4714030"/>
                  <a:gd name="connsiteX38" fmla="*/ 1557620 w 4779369"/>
                  <a:gd name="connsiteY38" fmla="*/ 3167736 h 4714030"/>
                  <a:gd name="connsiteX39" fmla="*/ 1536748 w 4779369"/>
                  <a:gd name="connsiteY39" fmla="*/ 3145662 h 4714030"/>
                  <a:gd name="connsiteX40" fmla="*/ 1489568 w 4779369"/>
                  <a:gd name="connsiteY40" fmla="*/ 3145159 h 4714030"/>
                  <a:gd name="connsiteX41" fmla="*/ 610434 w 4779369"/>
                  <a:gd name="connsiteY41" fmla="*/ 2818009 h 4714030"/>
                  <a:gd name="connsiteX42" fmla="*/ 329331 w 4779369"/>
                  <a:gd name="connsiteY42" fmla="*/ 610434 h 4714030"/>
                  <a:gd name="connsiteX43" fmla="*/ 2536907 w 4779369"/>
                  <a:gd name="connsiteY43" fmla="*/ 329331 h 4714030"/>
                  <a:gd name="connsiteX44" fmla="*/ 3068123 w 4779369"/>
                  <a:gd name="connsiteY44" fmla="*/ 1080399 h 4714030"/>
                  <a:gd name="connsiteX45" fmla="*/ 3127186 w 4779369"/>
                  <a:gd name="connsiteY45" fmla="*/ 1193698 h 4714030"/>
                  <a:gd name="connsiteX46" fmla="*/ 3336570 w 4779369"/>
                  <a:gd name="connsiteY46" fmla="*/ 1239409 h 4714030"/>
                  <a:gd name="connsiteX47" fmla="*/ 3545953 w 4779369"/>
                  <a:gd name="connsiteY47" fmla="*/ 1193698 h 4714030"/>
                  <a:gd name="connsiteX48" fmla="*/ 3667106 w 4779369"/>
                  <a:gd name="connsiteY48" fmla="*/ 1060681 h 4714030"/>
                  <a:gd name="connsiteX49" fmla="*/ 4538432 w 4779369"/>
                  <a:gd name="connsiteY49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2344 w 4779369"/>
                  <a:gd name="connsiteY9" fmla="*/ 2253828 h 4714030"/>
                  <a:gd name="connsiteX10" fmla="*/ 2997806 w 4779369"/>
                  <a:gd name="connsiteY10" fmla="*/ 2275931 h 4714030"/>
                  <a:gd name="connsiteX11" fmla="*/ 3162873 w 4779369"/>
                  <a:gd name="connsiteY11" fmla="*/ 2503824 h 4714030"/>
                  <a:gd name="connsiteX12" fmla="*/ 3356427 w 4779369"/>
                  <a:gd name="connsiteY12" fmla="*/ 2595846 h 4714030"/>
                  <a:gd name="connsiteX13" fmla="*/ 3454240 w 4779369"/>
                  <a:gd name="connsiteY13" fmla="*/ 2587267 h 4714030"/>
                  <a:gd name="connsiteX14" fmla="*/ 4029121 w 4779369"/>
                  <a:gd name="connsiteY14" fmla="*/ 2685987 h 4714030"/>
                  <a:gd name="connsiteX15" fmla="*/ 4140072 w 4779369"/>
                  <a:gd name="connsiteY15" fmla="*/ 3557314 h 4714030"/>
                  <a:gd name="connsiteX16" fmla="*/ 3268745 w 4779369"/>
                  <a:gd name="connsiteY16" fmla="*/ 3668264 h 4714030"/>
                  <a:gd name="connsiteX17" fmla="*/ 3029106 w 4779369"/>
                  <a:gd name="connsiteY17" fmla="*/ 3136468 h 4714030"/>
                  <a:gd name="connsiteX18" fmla="*/ 3024015 w 4779369"/>
                  <a:gd name="connsiteY18" fmla="*/ 3025265 h 4714030"/>
                  <a:gd name="connsiteX19" fmla="*/ 2886424 w 4779369"/>
                  <a:gd name="connsiteY19" fmla="*/ 2860950 h 4714030"/>
                  <a:gd name="connsiteX20" fmla="*/ 2624436 w 4779369"/>
                  <a:gd name="connsiteY20" fmla="*/ 2758262 h 4714030"/>
                  <a:gd name="connsiteX21" fmla="*/ 2608775 w 4779369"/>
                  <a:gd name="connsiteY21" fmla="*/ 2758435 h 4714030"/>
                  <a:gd name="connsiteX22" fmla="*/ 2598603 w 4779369"/>
                  <a:gd name="connsiteY22" fmla="*/ 2768115 h 4714030"/>
                  <a:gd name="connsiteX23" fmla="*/ 2138389 w 4779369"/>
                  <a:gd name="connsiteY23" fmla="*/ 3042691 h 4714030"/>
                  <a:gd name="connsiteX24" fmla="*/ 2080005 w 4779369"/>
                  <a:gd name="connsiteY24" fmla="*/ 3062295 h 4714030"/>
                  <a:gd name="connsiteX25" fmla="*/ 2075740 w 4779369"/>
                  <a:gd name="connsiteY25" fmla="*/ 3101544 h 4714030"/>
                  <a:gd name="connsiteX26" fmla="*/ 2091557 w 4779369"/>
                  <a:gd name="connsiteY26" fmla="*/ 3245802 h 4714030"/>
                  <a:gd name="connsiteX27" fmla="*/ 2235869 w 4779369"/>
                  <a:gd name="connsiteY27" fmla="*/ 3487372 h 4714030"/>
                  <a:gd name="connsiteX28" fmla="*/ 2246040 w 4779369"/>
                  <a:gd name="connsiteY28" fmla="*/ 3495068 h 4714030"/>
                  <a:gd name="connsiteX29" fmla="*/ 2353186 w 4779369"/>
                  <a:gd name="connsiteY29" fmla="*/ 3535124 h 4714030"/>
                  <a:gd name="connsiteX30" fmla="*/ 2459892 w 4779369"/>
                  <a:gd name="connsiteY30" fmla="*/ 3601767 h 4714030"/>
                  <a:gd name="connsiteX31" fmla="*/ 2570842 w 4779369"/>
                  <a:gd name="connsiteY31" fmla="*/ 4473093 h 4714030"/>
                  <a:gd name="connsiteX32" fmla="*/ 1699516 w 4779369"/>
                  <a:gd name="connsiteY32" fmla="*/ 4584044 h 4714030"/>
                  <a:gd name="connsiteX33" fmla="*/ 1588565 w 4779369"/>
                  <a:gd name="connsiteY33" fmla="*/ 3712718 h 4714030"/>
                  <a:gd name="connsiteX34" fmla="*/ 1634920 w 4779369"/>
                  <a:gd name="connsiteY34" fmla="*/ 3663870 h 4714030"/>
                  <a:gd name="connsiteX35" fmla="*/ 1645376 w 4779369"/>
                  <a:gd name="connsiteY35" fmla="*/ 3640232 h 4714030"/>
                  <a:gd name="connsiteX36" fmla="*/ 1654346 w 4779369"/>
                  <a:gd name="connsiteY36" fmla="*/ 3358982 h 4714030"/>
                  <a:gd name="connsiteX37" fmla="*/ 1557620 w 4779369"/>
                  <a:gd name="connsiteY37" fmla="*/ 3167736 h 4714030"/>
                  <a:gd name="connsiteX38" fmla="*/ 1536748 w 4779369"/>
                  <a:gd name="connsiteY38" fmla="*/ 3145662 h 4714030"/>
                  <a:gd name="connsiteX39" fmla="*/ 1489568 w 4779369"/>
                  <a:gd name="connsiteY39" fmla="*/ 3145159 h 4714030"/>
                  <a:gd name="connsiteX40" fmla="*/ 610434 w 4779369"/>
                  <a:gd name="connsiteY40" fmla="*/ 2818009 h 4714030"/>
                  <a:gd name="connsiteX41" fmla="*/ 329331 w 4779369"/>
                  <a:gd name="connsiteY41" fmla="*/ 610434 h 4714030"/>
                  <a:gd name="connsiteX42" fmla="*/ 2536907 w 4779369"/>
                  <a:gd name="connsiteY42" fmla="*/ 329331 h 4714030"/>
                  <a:gd name="connsiteX43" fmla="*/ 3068123 w 4779369"/>
                  <a:gd name="connsiteY43" fmla="*/ 1080399 h 4714030"/>
                  <a:gd name="connsiteX44" fmla="*/ 3127186 w 4779369"/>
                  <a:gd name="connsiteY44" fmla="*/ 1193698 h 4714030"/>
                  <a:gd name="connsiteX45" fmla="*/ 3336570 w 4779369"/>
                  <a:gd name="connsiteY45" fmla="*/ 1239409 h 4714030"/>
                  <a:gd name="connsiteX46" fmla="*/ 3545953 w 4779369"/>
                  <a:gd name="connsiteY46" fmla="*/ 1193698 h 4714030"/>
                  <a:gd name="connsiteX47" fmla="*/ 3667106 w 4779369"/>
                  <a:gd name="connsiteY47" fmla="*/ 1060681 h 4714030"/>
                  <a:gd name="connsiteX48" fmla="*/ 4538432 w 4779369"/>
                  <a:gd name="connsiteY48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7806 w 4779369"/>
                  <a:gd name="connsiteY9" fmla="*/ 2275931 h 4714030"/>
                  <a:gd name="connsiteX10" fmla="*/ 3162873 w 4779369"/>
                  <a:gd name="connsiteY10" fmla="*/ 2503824 h 4714030"/>
                  <a:gd name="connsiteX11" fmla="*/ 3356427 w 4779369"/>
                  <a:gd name="connsiteY11" fmla="*/ 2595846 h 4714030"/>
                  <a:gd name="connsiteX12" fmla="*/ 3454240 w 4779369"/>
                  <a:gd name="connsiteY12" fmla="*/ 2587267 h 4714030"/>
                  <a:gd name="connsiteX13" fmla="*/ 4029121 w 4779369"/>
                  <a:gd name="connsiteY13" fmla="*/ 2685987 h 4714030"/>
                  <a:gd name="connsiteX14" fmla="*/ 4140072 w 4779369"/>
                  <a:gd name="connsiteY14" fmla="*/ 3557314 h 4714030"/>
                  <a:gd name="connsiteX15" fmla="*/ 3268745 w 4779369"/>
                  <a:gd name="connsiteY15" fmla="*/ 3668264 h 4714030"/>
                  <a:gd name="connsiteX16" fmla="*/ 3029106 w 4779369"/>
                  <a:gd name="connsiteY16" fmla="*/ 3136468 h 4714030"/>
                  <a:gd name="connsiteX17" fmla="*/ 3024015 w 4779369"/>
                  <a:gd name="connsiteY17" fmla="*/ 3025265 h 4714030"/>
                  <a:gd name="connsiteX18" fmla="*/ 2886424 w 4779369"/>
                  <a:gd name="connsiteY18" fmla="*/ 2860950 h 4714030"/>
                  <a:gd name="connsiteX19" fmla="*/ 2624436 w 4779369"/>
                  <a:gd name="connsiteY19" fmla="*/ 2758262 h 4714030"/>
                  <a:gd name="connsiteX20" fmla="*/ 2608775 w 4779369"/>
                  <a:gd name="connsiteY20" fmla="*/ 2758435 h 4714030"/>
                  <a:gd name="connsiteX21" fmla="*/ 2598603 w 4779369"/>
                  <a:gd name="connsiteY21" fmla="*/ 2768115 h 4714030"/>
                  <a:gd name="connsiteX22" fmla="*/ 2138389 w 4779369"/>
                  <a:gd name="connsiteY22" fmla="*/ 3042691 h 4714030"/>
                  <a:gd name="connsiteX23" fmla="*/ 2080005 w 4779369"/>
                  <a:gd name="connsiteY23" fmla="*/ 3062295 h 4714030"/>
                  <a:gd name="connsiteX24" fmla="*/ 2075740 w 4779369"/>
                  <a:gd name="connsiteY24" fmla="*/ 3101544 h 4714030"/>
                  <a:gd name="connsiteX25" fmla="*/ 2091557 w 4779369"/>
                  <a:gd name="connsiteY25" fmla="*/ 3245802 h 4714030"/>
                  <a:gd name="connsiteX26" fmla="*/ 2235869 w 4779369"/>
                  <a:gd name="connsiteY26" fmla="*/ 3487372 h 4714030"/>
                  <a:gd name="connsiteX27" fmla="*/ 2246040 w 4779369"/>
                  <a:gd name="connsiteY27" fmla="*/ 3495068 h 4714030"/>
                  <a:gd name="connsiteX28" fmla="*/ 2353186 w 4779369"/>
                  <a:gd name="connsiteY28" fmla="*/ 3535124 h 4714030"/>
                  <a:gd name="connsiteX29" fmla="*/ 2459892 w 4779369"/>
                  <a:gd name="connsiteY29" fmla="*/ 3601767 h 4714030"/>
                  <a:gd name="connsiteX30" fmla="*/ 2570842 w 4779369"/>
                  <a:gd name="connsiteY30" fmla="*/ 4473093 h 4714030"/>
                  <a:gd name="connsiteX31" fmla="*/ 1699516 w 4779369"/>
                  <a:gd name="connsiteY31" fmla="*/ 4584044 h 4714030"/>
                  <a:gd name="connsiteX32" fmla="*/ 1588565 w 4779369"/>
                  <a:gd name="connsiteY32" fmla="*/ 3712718 h 4714030"/>
                  <a:gd name="connsiteX33" fmla="*/ 1634920 w 4779369"/>
                  <a:gd name="connsiteY33" fmla="*/ 3663870 h 4714030"/>
                  <a:gd name="connsiteX34" fmla="*/ 1645376 w 4779369"/>
                  <a:gd name="connsiteY34" fmla="*/ 3640232 h 4714030"/>
                  <a:gd name="connsiteX35" fmla="*/ 1654346 w 4779369"/>
                  <a:gd name="connsiteY35" fmla="*/ 3358982 h 4714030"/>
                  <a:gd name="connsiteX36" fmla="*/ 1557620 w 4779369"/>
                  <a:gd name="connsiteY36" fmla="*/ 3167736 h 4714030"/>
                  <a:gd name="connsiteX37" fmla="*/ 1536748 w 4779369"/>
                  <a:gd name="connsiteY37" fmla="*/ 3145662 h 4714030"/>
                  <a:gd name="connsiteX38" fmla="*/ 1489568 w 4779369"/>
                  <a:gd name="connsiteY38" fmla="*/ 3145159 h 4714030"/>
                  <a:gd name="connsiteX39" fmla="*/ 610434 w 4779369"/>
                  <a:gd name="connsiteY39" fmla="*/ 2818009 h 4714030"/>
                  <a:gd name="connsiteX40" fmla="*/ 329331 w 4779369"/>
                  <a:gd name="connsiteY40" fmla="*/ 610434 h 4714030"/>
                  <a:gd name="connsiteX41" fmla="*/ 2536907 w 4779369"/>
                  <a:gd name="connsiteY41" fmla="*/ 329331 h 4714030"/>
                  <a:gd name="connsiteX42" fmla="*/ 3068123 w 4779369"/>
                  <a:gd name="connsiteY42" fmla="*/ 1080399 h 4714030"/>
                  <a:gd name="connsiteX43" fmla="*/ 3127186 w 4779369"/>
                  <a:gd name="connsiteY43" fmla="*/ 1193698 h 4714030"/>
                  <a:gd name="connsiteX44" fmla="*/ 3336570 w 4779369"/>
                  <a:gd name="connsiteY44" fmla="*/ 1239409 h 4714030"/>
                  <a:gd name="connsiteX45" fmla="*/ 3545953 w 4779369"/>
                  <a:gd name="connsiteY45" fmla="*/ 1193698 h 4714030"/>
                  <a:gd name="connsiteX46" fmla="*/ 3667106 w 4779369"/>
                  <a:gd name="connsiteY46" fmla="*/ 1060681 h 4714030"/>
                  <a:gd name="connsiteX47" fmla="*/ 4538432 w 4779369"/>
                  <a:gd name="connsiteY47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7806 w 4779369"/>
                  <a:gd name="connsiteY9" fmla="*/ 2275931 h 4714030"/>
                  <a:gd name="connsiteX10" fmla="*/ 3162873 w 4779369"/>
                  <a:gd name="connsiteY10" fmla="*/ 2503824 h 4714030"/>
                  <a:gd name="connsiteX11" fmla="*/ 3356427 w 4779369"/>
                  <a:gd name="connsiteY11" fmla="*/ 2595846 h 4714030"/>
                  <a:gd name="connsiteX12" fmla="*/ 3454240 w 4779369"/>
                  <a:gd name="connsiteY12" fmla="*/ 2587267 h 4714030"/>
                  <a:gd name="connsiteX13" fmla="*/ 4029121 w 4779369"/>
                  <a:gd name="connsiteY13" fmla="*/ 2685987 h 4714030"/>
                  <a:gd name="connsiteX14" fmla="*/ 4140072 w 4779369"/>
                  <a:gd name="connsiteY14" fmla="*/ 3557314 h 4714030"/>
                  <a:gd name="connsiteX15" fmla="*/ 3268745 w 4779369"/>
                  <a:gd name="connsiteY15" fmla="*/ 3668264 h 4714030"/>
                  <a:gd name="connsiteX16" fmla="*/ 3029106 w 4779369"/>
                  <a:gd name="connsiteY16" fmla="*/ 3136468 h 4714030"/>
                  <a:gd name="connsiteX17" fmla="*/ 3024015 w 4779369"/>
                  <a:gd name="connsiteY17" fmla="*/ 3025265 h 4714030"/>
                  <a:gd name="connsiteX18" fmla="*/ 2886424 w 4779369"/>
                  <a:gd name="connsiteY18" fmla="*/ 2860950 h 4714030"/>
                  <a:gd name="connsiteX19" fmla="*/ 2624436 w 4779369"/>
                  <a:gd name="connsiteY19" fmla="*/ 2758262 h 4714030"/>
                  <a:gd name="connsiteX20" fmla="*/ 2598603 w 4779369"/>
                  <a:gd name="connsiteY20" fmla="*/ 2768115 h 4714030"/>
                  <a:gd name="connsiteX21" fmla="*/ 2138389 w 4779369"/>
                  <a:gd name="connsiteY21" fmla="*/ 3042691 h 4714030"/>
                  <a:gd name="connsiteX22" fmla="*/ 2080005 w 4779369"/>
                  <a:gd name="connsiteY22" fmla="*/ 3062295 h 4714030"/>
                  <a:gd name="connsiteX23" fmla="*/ 2075740 w 4779369"/>
                  <a:gd name="connsiteY23" fmla="*/ 3101544 h 4714030"/>
                  <a:gd name="connsiteX24" fmla="*/ 2091557 w 4779369"/>
                  <a:gd name="connsiteY24" fmla="*/ 3245802 h 4714030"/>
                  <a:gd name="connsiteX25" fmla="*/ 2235869 w 4779369"/>
                  <a:gd name="connsiteY25" fmla="*/ 3487372 h 4714030"/>
                  <a:gd name="connsiteX26" fmla="*/ 2246040 w 4779369"/>
                  <a:gd name="connsiteY26" fmla="*/ 3495068 h 4714030"/>
                  <a:gd name="connsiteX27" fmla="*/ 2353186 w 4779369"/>
                  <a:gd name="connsiteY27" fmla="*/ 3535124 h 4714030"/>
                  <a:gd name="connsiteX28" fmla="*/ 2459892 w 4779369"/>
                  <a:gd name="connsiteY28" fmla="*/ 3601767 h 4714030"/>
                  <a:gd name="connsiteX29" fmla="*/ 2570842 w 4779369"/>
                  <a:gd name="connsiteY29" fmla="*/ 4473093 h 4714030"/>
                  <a:gd name="connsiteX30" fmla="*/ 1699516 w 4779369"/>
                  <a:gd name="connsiteY30" fmla="*/ 4584044 h 4714030"/>
                  <a:gd name="connsiteX31" fmla="*/ 1588565 w 4779369"/>
                  <a:gd name="connsiteY31" fmla="*/ 3712718 h 4714030"/>
                  <a:gd name="connsiteX32" fmla="*/ 1634920 w 4779369"/>
                  <a:gd name="connsiteY32" fmla="*/ 3663870 h 4714030"/>
                  <a:gd name="connsiteX33" fmla="*/ 1645376 w 4779369"/>
                  <a:gd name="connsiteY33" fmla="*/ 3640232 h 4714030"/>
                  <a:gd name="connsiteX34" fmla="*/ 1654346 w 4779369"/>
                  <a:gd name="connsiteY34" fmla="*/ 3358982 h 4714030"/>
                  <a:gd name="connsiteX35" fmla="*/ 1557620 w 4779369"/>
                  <a:gd name="connsiteY35" fmla="*/ 3167736 h 4714030"/>
                  <a:gd name="connsiteX36" fmla="*/ 1536748 w 4779369"/>
                  <a:gd name="connsiteY36" fmla="*/ 3145662 h 4714030"/>
                  <a:gd name="connsiteX37" fmla="*/ 1489568 w 4779369"/>
                  <a:gd name="connsiteY37" fmla="*/ 3145159 h 4714030"/>
                  <a:gd name="connsiteX38" fmla="*/ 610434 w 4779369"/>
                  <a:gd name="connsiteY38" fmla="*/ 2818009 h 4714030"/>
                  <a:gd name="connsiteX39" fmla="*/ 329331 w 4779369"/>
                  <a:gd name="connsiteY39" fmla="*/ 610434 h 4714030"/>
                  <a:gd name="connsiteX40" fmla="*/ 2536907 w 4779369"/>
                  <a:gd name="connsiteY40" fmla="*/ 329331 h 4714030"/>
                  <a:gd name="connsiteX41" fmla="*/ 3068123 w 4779369"/>
                  <a:gd name="connsiteY41" fmla="*/ 1080399 h 4714030"/>
                  <a:gd name="connsiteX42" fmla="*/ 3127186 w 4779369"/>
                  <a:gd name="connsiteY42" fmla="*/ 1193698 h 4714030"/>
                  <a:gd name="connsiteX43" fmla="*/ 3336570 w 4779369"/>
                  <a:gd name="connsiteY43" fmla="*/ 1239409 h 4714030"/>
                  <a:gd name="connsiteX44" fmla="*/ 3545953 w 4779369"/>
                  <a:gd name="connsiteY44" fmla="*/ 1193698 h 4714030"/>
                  <a:gd name="connsiteX45" fmla="*/ 3667106 w 4779369"/>
                  <a:gd name="connsiteY45" fmla="*/ 1060681 h 4714030"/>
                  <a:gd name="connsiteX46" fmla="*/ 4538432 w 4779369"/>
                  <a:gd name="connsiteY46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7806 w 4779369"/>
                  <a:gd name="connsiteY9" fmla="*/ 2275931 h 4714030"/>
                  <a:gd name="connsiteX10" fmla="*/ 3162873 w 4779369"/>
                  <a:gd name="connsiteY10" fmla="*/ 2503824 h 4714030"/>
                  <a:gd name="connsiteX11" fmla="*/ 3356427 w 4779369"/>
                  <a:gd name="connsiteY11" fmla="*/ 2595846 h 4714030"/>
                  <a:gd name="connsiteX12" fmla="*/ 3454240 w 4779369"/>
                  <a:gd name="connsiteY12" fmla="*/ 2587267 h 4714030"/>
                  <a:gd name="connsiteX13" fmla="*/ 4029121 w 4779369"/>
                  <a:gd name="connsiteY13" fmla="*/ 2685987 h 4714030"/>
                  <a:gd name="connsiteX14" fmla="*/ 4140072 w 4779369"/>
                  <a:gd name="connsiteY14" fmla="*/ 3557314 h 4714030"/>
                  <a:gd name="connsiteX15" fmla="*/ 3268745 w 4779369"/>
                  <a:gd name="connsiteY15" fmla="*/ 3668264 h 4714030"/>
                  <a:gd name="connsiteX16" fmla="*/ 3029106 w 4779369"/>
                  <a:gd name="connsiteY16" fmla="*/ 3136468 h 4714030"/>
                  <a:gd name="connsiteX17" fmla="*/ 3024015 w 4779369"/>
                  <a:gd name="connsiteY17" fmla="*/ 3025265 h 4714030"/>
                  <a:gd name="connsiteX18" fmla="*/ 2886424 w 4779369"/>
                  <a:gd name="connsiteY18" fmla="*/ 2860950 h 4714030"/>
                  <a:gd name="connsiteX19" fmla="*/ 2598603 w 4779369"/>
                  <a:gd name="connsiteY19" fmla="*/ 2768115 h 4714030"/>
                  <a:gd name="connsiteX20" fmla="*/ 2138389 w 4779369"/>
                  <a:gd name="connsiteY20" fmla="*/ 3042691 h 4714030"/>
                  <a:gd name="connsiteX21" fmla="*/ 2080005 w 4779369"/>
                  <a:gd name="connsiteY21" fmla="*/ 3062295 h 4714030"/>
                  <a:gd name="connsiteX22" fmla="*/ 2075740 w 4779369"/>
                  <a:gd name="connsiteY22" fmla="*/ 3101544 h 4714030"/>
                  <a:gd name="connsiteX23" fmla="*/ 2091557 w 4779369"/>
                  <a:gd name="connsiteY23" fmla="*/ 3245802 h 4714030"/>
                  <a:gd name="connsiteX24" fmla="*/ 2235869 w 4779369"/>
                  <a:gd name="connsiteY24" fmla="*/ 3487372 h 4714030"/>
                  <a:gd name="connsiteX25" fmla="*/ 2246040 w 4779369"/>
                  <a:gd name="connsiteY25" fmla="*/ 3495068 h 4714030"/>
                  <a:gd name="connsiteX26" fmla="*/ 2353186 w 4779369"/>
                  <a:gd name="connsiteY26" fmla="*/ 3535124 h 4714030"/>
                  <a:gd name="connsiteX27" fmla="*/ 2459892 w 4779369"/>
                  <a:gd name="connsiteY27" fmla="*/ 3601767 h 4714030"/>
                  <a:gd name="connsiteX28" fmla="*/ 2570842 w 4779369"/>
                  <a:gd name="connsiteY28" fmla="*/ 4473093 h 4714030"/>
                  <a:gd name="connsiteX29" fmla="*/ 1699516 w 4779369"/>
                  <a:gd name="connsiteY29" fmla="*/ 4584044 h 4714030"/>
                  <a:gd name="connsiteX30" fmla="*/ 1588565 w 4779369"/>
                  <a:gd name="connsiteY30" fmla="*/ 3712718 h 4714030"/>
                  <a:gd name="connsiteX31" fmla="*/ 1634920 w 4779369"/>
                  <a:gd name="connsiteY31" fmla="*/ 3663870 h 4714030"/>
                  <a:gd name="connsiteX32" fmla="*/ 1645376 w 4779369"/>
                  <a:gd name="connsiteY32" fmla="*/ 3640232 h 4714030"/>
                  <a:gd name="connsiteX33" fmla="*/ 1654346 w 4779369"/>
                  <a:gd name="connsiteY33" fmla="*/ 3358982 h 4714030"/>
                  <a:gd name="connsiteX34" fmla="*/ 1557620 w 4779369"/>
                  <a:gd name="connsiteY34" fmla="*/ 3167736 h 4714030"/>
                  <a:gd name="connsiteX35" fmla="*/ 1536748 w 4779369"/>
                  <a:gd name="connsiteY35" fmla="*/ 3145662 h 4714030"/>
                  <a:gd name="connsiteX36" fmla="*/ 1489568 w 4779369"/>
                  <a:gd name="connsiteY36" fmla="*/ 3145159 h 4714030"/>
                  <a:gd name="connsiteX37" fmla="*/ 610434 w 4779369"/>
                  <a:gd name="connsiteY37" fmla="*/ 2818009 h 4714030"/>
                  <a:gd name="connsiteX38" fmla="*/ 329331 w 4779369"/>
                  <a:gd name="connsiteY38" fmla="*/ 610434 h 4714030"/>
                  <a:gd name="connsiteX39" fmla="*/ 2536907 w 4779369"/>
                  <a:gd name="connsiteY39" fmla="*/ 329331 h 4714030"/>
                  <a:gd name="connsiteX40" fmla="*/ 3068123 w 4779369"/>
                  <a:gd name="connsiteY40" fmla="*/ 1080399 h 4714030"/>
                  <a:gd name="connsiteX41" fmla="*/ 3127186 w 4779369"/>
                  <a:gd name="connsiteY41" fmla="*/ 1193698 h 4714030"/>
                  <a:gd name="connsiteX42" fmla="*/ 3336570 w 4779369"/>
                  <a:gd name="connsiteY42" fmla="*/ 1239409 h 4714030"/>
                  <a:gd name="connsiteX43" fmla="*/ 3545953 w 4779369"/>
                  <a:gd name="connsiteY43" fmla="*/ 1193698 h 4714030"/>
                  <a:gd name="connsiteX44" fmla="*/ 3667106 w 4779369"/>
                  <a:gd name="connsiteY44" fmla="*/ 1060681 h 4714030"/>
                  <a:gd name="connsiteX45" fmla="*/ 4538432 w 4779369"/>
                  <a:gd name="connsiteY45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7806 w 4779369"/>
                  <a:gd name="connsiteY9" fmla="*/ 2275931 h 4714030"/>
                  <a:gd name="connsiteX10" fmla="*/ 3162873 w 4779369"/>
                  <a:gd name="connsiteY10" fmla="*/ 2503824 h 4714030"/>
                  <a:gd name="connsiteX11" fmla="*/ 3356427 w 4779369"/>
                  <a:gd name="connsiteY11" fmla="*/ 2595846 h 4714030"/>
                  <a:gd name="connsiteX12" fmla="*/ 3454240 w 4779369"/>
                  <a:gd name="connsiteY12" fmla="*/ 2587267 h 4714030"/>
                  <a:gd name="connsiteX13" fmla="*/ 4029121 w 4779369"/>
                  <a:gd name="connsiteY13" fmla="*/ 2685987 h 4714030"/>
                  <a:gd name="connsiteX14" fmla="*/ 4140072 w 4779369"/>
                  <a:gd name="connsiteY14" fmla="*/ 3557314 h 4714030"/>
                  <a:gd name="connsiteX15" fmla="*/ 3268745 w 4779369"/>
                  <a:gd name="connsiteY15" fmla="*/ 3668264 h 4714030"/>
                  <a:gd name="connsiteX16" fmla="*/ 3029106 w 4779369"/>
                  <a:gd name="connsiteY16" fmla="*/ 3136468 h 4714030"/>
                  <a:gd name="connsiteX17" fmla="*/ 3024015 w 4779369"/>
                  <a:gd name="connsiteY17" fmla="*/ 3025265 h 4714030"/>
                  <a:gd name="connsiteX18" fmla="*/ 2886424 w 4779369"/>
                  <a:gd name="connsiteY18" fmla="*/ 2860950 h 4714030"/>
                  <a:gd name="connsiteX19" fmla="*/ 2598603 w 4779369"/>
                  <a:gd name="connsiteY19" fmla="*/ 2768115 h 4714030"/>
                  <a:gd name="connsiteX20" fmla="*/ 2138389 w 4779369"/>
                  <a:gd name="connsiteY20" fmla="*/ 3042691 h 4714030"/>
                  <a:gd name="connsiteX21" fmla="*/ 2075740 w 4779369"/>
                  <a:gd name="connsiteY21" fmla="*/ 3101544 h 4714030"/>
                  <a:gd name="connsiteX22" fmla="*/ 2091557 w 4779369"/>
                  <a:gd name="connsiteY22" fmla="*/ 3245802 h 4714030"/>
                  <a:gd name="connsiteX23" fmla="*/ 2235869 w 4779369"/>
                  <a:gd name="connsiteY23" fmla="*/ 3487372 h 4714030"/>
                  <a:gd name="connsiteX24" fmla="*/ 2246040 w 4779369"/>
                  <a:gd name="connsiteY24" fmla="*/ 3495068 h 4714030"/>
                  <a:gd name="connsiteX25" fmla="*/ 2353186 w 4779369"/>
                  <a:gd name="connsiteY25" fmla="*/ 3535124 h 4714030"/>
                  <a:gd name="connsiteX26" fmla="*/ 2459892 w 4779369"/>
                  <a:gd name="connsiteY26" fmla="*/ 3601767 h 4714030"/>
                  <a:gd name="connsiteX27" fmla="*/ 2570842 w 4779369"/>
                  <a:gd name="connsiteY27" fmla="*/ 4473093 h 4714030"/>
                  <a:gd name="connsiteX28" fmla="*/ 1699516 w 4779369"/>
                  <a:gd name="connsiteY28" fmla="*/ 4584044 h 4714030"/>
                  <a:gd name="connsiteX29" fmla="*/ 1588565 w 4779369"/>
                  <a:gd name="connsiteY29" fmla="*/ 3712718 h 4714030"/>
                  <a:gd name="connsiteX30" fmla="*/ 1634920 w 4779369"/>
                  <a:gd name="connsiteY30" fmla="*/ 3663870 h 4714030"/>
                  <a:gd name="connsiteX31" fmla="*/ 1645376 w 4779369"/>
                  <a:gd name="connsiteY31" fmla="*/ 3640232 h 4714030"/>
                  <a:gd name="connsiteX32" fmla="*/ 1654346 w 4779369"/>
                  <a:gd name="connsiteY32" fmla="*/ 3358982 h 4714030"/>
                  <a:gd name="connsiteX33" fmla="*/ 1557620 w 4779369"/>
                  <a:gd name="connsiteY33" fmla="*/ 3167736 h 4714030"/>
                  <a:gd name="connsiteX34" fmla="*/ 1536748 w 4779369"/>
                  <a:gd name="connsiteY34" fmla="*/ 3145662 h 4714030"/>
                  <a:gd name="connsiteX35" fmla="*/ 1489568 w 4779369"/>
                  <a:gd name="connsiteY35" fmla="*/ 3145159 h 4714030"/>
                  <a:gd name="connsiteX36" fmla="*/ 610434 w 4779369"/>
                  <a:gd name="connsiteY36" fmla="*/ 2818009 h 4714030"/>
                  <a:gd name="connsiteX37" fmla="*/ 329331 w 4779369"/>
                  <a:gd name="connsiteY37" fmla="*/ 610434 h 4714030"/>
                  <a:gd name="connsiteX38" fmla="*/ 2536907 w 4779369"/>
                  <a:gd name="connsiteY38" fmla="*/ 329331 h 4714030"/>
                  <a:gd name="connsiteX39" fmla="*/ 3068123 w 4779369"/>
                  <a:gd name="connsiteY39" fmla="*/ 1080399 h 4714030"/>
                  <a:gd name="connsiteX40" fmla="*/ 3127186 w 4779369"/>
                  <a:gd name="connsiteY40" fmla="*/ 1193698 h 4714030"/>
                  <a:gd name="connsiteX41" fmla="*/ 3336570 w 4779369"/>
                  <a:gd name="connsiteY41" fmla="*/ 1239409 h 4714030"/>
                  <a:gd name="connsiteX42" fmla="*/ 3545953 w 4779369"/>
                  <a:gd name="connsiteY42" fmla="*/ 1193698 h 4714030"/>
                  <a:gd name="connsiteX43" fmla="*/ 3667106 w 4779369"/>
                  <a:gd name="connsiteY43" fmla="*/ 1060681 h 4714030"/>
                  <a:gd name="connsiteX44" fmla="*/ 4538432 w 4779369"/>
                  <a:gd name="connsiteY44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7806 w 4779369"/>
                  <a:gd name="connsiteY9" fmla="*/ 2275931 h 4714030"/>
                  <a:gd name="connsiteX10" fmla="*/ 3162873 w 4779369"/>
                  <a:gd name="connsiteY10" fmla="*/ 2503824 h 4714030"/>
                  <a:gd name="connsiteX11" fmla="*/ 3356427 w 4779369"/>
                  <a:gd name="connsiteY11" fmla="*/ 2595846 h 4714030"/>
                  <a:gd name="connsiteX12" fmla="*/ 3454240 w 4779369"/>
                  <a:gd name="connsiteY12" fmla="*/ 2587267 h 4714030"/>
                  <a:gd name="connsiteX13" fmla="*/ 4029121 w 4779369"/>
                  <a:gd name="connsiteY13" fmla="*/ 2685987 h 4714030"/>
                  <a:gd name="connsiteX14" fmla="*/ 4140072 w 4779369"/>
                  <a:gd name="connsiteY14" fmla="*/ 3557314 h 4714030"/>
                  <a:gd name="connsiteX15" fmla="*/ 3268745 w 4779369"/>
                  <a:gd name="connsiteY15" fmla="*/ 3668264 h 4714030"/>
                  <a:gd name="connsiteX16" fmla="*/ 3029106 w 4779369"/>
                  <a:gd name="connsiteY16" fmla="*/ 3136468 h 4714030"/>
                  <a:gd name="connsiteX17" fmla="*/ 3024015 w 4779369"/>
                  <a:gd name="connsiteY17" fmla="*/ 3025265 h 4714030"/>
                  <a:gd name="connsiteX18" fmla="*/ 2886424 w 4779369"/>
                  <a:gd name="connsiteY18" fmla="*/ 2860950 h 4714030"/>
                  <a:gd name="connsiteX19" fmla="*/ 2598603 w 4779369"/>
                  <a:gd name="connsiteY19" fmla="*/ 2768115 h 4714030"/>
                  <a:gd name="connsiteX20" fmla="*/ 2138389 w 4779369"/>
                  <a:gd name="connsiteY20" fmla="*/ 3042691 h 4714030"/>
                  <a:gd name="connsiteX21" fmla="*/ 2075740 w 4779369"/>
                  <a:gd name="connsiteY21" fmla="*/ 3101544 h 4714030"/>
                  <a:gd name="connsiteX22" fmla="*/ 2091557 w 4779369"/>
                  <a:gd name="connsiteY22" fmla="*/ 3245802 h 4714030"/>
                  <a:gd name="connsiteX23" fmla="*/ 2235869 w 4779369"/>
                  <a:gd name="connsiteY23" fmla="*/ 3487372 h 4714030"/>
                  <a:gd name="connsiteX24" fmla="*/ 2246040 w 4779369"/>
                  <a:gd name="connsiteY24" fmla="*/ 3495068 h 4714030"/>
                  <a:gd name="connsiteX25" fmla="*/ 2353186 w 4779369"/>
                  <a:gd name="connsiteY25" fmla="*/ 3535124 h 4714030"/>
                  <a:gd name="connsiteX26" fmla="*/ 2459892 w 4779369"/>
                  <a:gd name="connsiteY26" fmla="*/ 3601767 h 4714030"/>
                  <a:gd name="connsiteX27" fmla="*/ 2570842 w 4779369"/>
                  <a:gd name="connsiteY27" fmla="*/ 4473093 h 4714030"/>
                  <a:gd name="connsiteX28" fmla="*/ 1699516 w 4779369"/>
                  <a:gd name="connsiteY28" fmla="*/ 4584044 h 4714030"/>
                  <a:gd name="connsiteX29" fmla="*/ 1588565 w 4779369"/>
                  <a:gd name="connsiteY29" fmla="*/ 3712718 h 4714030"/>
                  <a:gd name="connsiteX30" fmla="*/ 1634920 w 4779369"/>
                  <a:gd name="connsiteY30" fmla="*/ 3663870 h 4714030"/>
                  <a:gd name="connsiteX31" fmla="*/ 1645376 w 4779369"/>
                  <a:gd name="connsiteY31" fmla="*/ 3640232 h 4714030"/>
                  <a:gd name="connsiteX32" fmla="*/ 1654346 w 4779369"/>
                  <a:gd name="connsiteY32" fmla="*/ 3358982 h 4714030"/>
                  <a:gd name="connsiteX33" fmla="*/ 1557620 w 4779369"/>
                  <a:gd name="connsiteY33" fmla="*/ 3167736 h 4714030"/>
                  <a:gd name="connsiteX34" fmla="*/ 1489568 w 4779369"/>
                  <a:gd name="connsiteY34" fmla="*/ 3145159 h 4714030"/>
                  <a:gd name="connsiteX35" fmla="*/ 610434 w 4779369"/>
                  <a:gd name="connsiteY35" fmla="*/ 2818009 h 4714030"/>
                  <a:gd name="connsiteX36" fmla="*/ 329331 w 4779369"/>
                  <a:gd name="connsiteY36" fmla="*/ 610434 h 4714030"/>
                  <a:gd name="connsiteX37" fmla="*/ 2536907 w 4779369"/>
                  <a:gd name="connsiteY37" fmla="*/ 329331 h 4714030"/>
                  <a:gd name="connsiteX38" fmla="*/ 3068123 w 4779369"/>
                  <a:gd name="connsiteY38" fmla="*/ 1080399 h 4714030"/>
                  <a:gd name="connsiteX39" fmla="*/ 3127186 w 4779369"/>
                  <a:gd name="connsiteY39" fmla="*/ 1193698 h 4714030"/>
                  <a:gd name="connsiteX40" fmla="*/ 3336570 w 4779369"/>
                  <a:gd name="connsiteY40" fmla="*/ 1239409 h 4714030"/>
                  <a:gd name="connsiteX41" fmla="*/ 3545953 w 4779369"/>
                  <a:gd name="connsiteY41" fmla="*/ 1193698 h 4714030"/>
                  <a:gd name="connsiteX42" fmla="*/ 3667106 w 4779369"/>
                  <a:gd name="connsiteY42" fmla="*/ 1060681 h 4714030"/>
                  <a:gd name="connsiteX43" fmla="*/ 4538432 w 4779369"/>
                  <a:gd name="connsiteY43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7806 w 4779369"/>
                  <a:gd name="connsiteY9" fmla="*/ 2275931 h 4714030"/>
                  <a:gd name="connsiteX10" fmla="*/ 3162873 w 4779369"/>
                  <a:gd name="connsiteY10" fmla="*/ 2503824 h 4714030"/>
                  <a:gd name="connsiteX11" fmla="*/ 3356427 w 4779369"/>
                  <a:gd name="connsiteY11" fmla="*/ 2595846 h 4714030"/>
                  <a:gd name="connsiteX12" fmla="*/ 3454240 w 4779369"/>
                  <a:gd name="connsiteY12" fmla="*/ 2587267 h 4714030"/>
                  <a:gd name="connsiteX13" fmla="*/ 4029121 w 4779369"/>
                  <a:gd name="connsiteY13" fmla="*/ 2685987 h 4714030"/>
                  <a:gd name="connsiteX14" fmla="*/ 4140072 w 4779369"/>
                  <a:gd name="connsiteY14" fmla="*/ 3557314 h 4714030"/>
                  <a:gd name="connsiteX15" fmla="*/ 3268745 w 4779369"/>
                  <a:gd name="connsiteY15" fmla="*/ 3668264 h 4714030"/>
                  <a:gd name="connsiteX16" fmla="*/ 3029106 w 4779369"/>
                  <a:gd name="connsiteY16" fmla="*/ 3136468 h 4714030"/>
                  <a:gd name="connsiteX17" fmla="*/ 3024015 w 4779369"/>
                  <a:gd name="connsiteY17" fmla="*/ 3025265 h 4714030"/>
                  <a:gd name="connsiteX18" fmla="*/ 2886424 w 4779369"/>
                  <a:gd name="connsiteY18" fmla="*/ 2860950 h 4714030"/>
                  <a:gd name="connsiteX19" fmla="*/ 2598603 w 4779369"/>
                  <a:gd name="connsiteY19" fmla="*/ 2768115 h 4714030"/>
                  <a:gd name="connsiteX20" fmla="*/ 2138389 w 4779369"/>
                  <a:gd name="connsiteY20" fmla="*/ 3042691 h 4714030"/>
                  <a:gd name="connsiteX21" fmla="*/ 2075740 w 4779369"/>
                  <a:gd name="connsiteY21" fmla="*/ 3101544 h 4714030"/>
                  <a:gd name="connsiteX22" fmla="*/ 2091557 w 4779369"/>
                  <a:gd name="connsiteY22" fmla="*/ 3245802 h 4714030"/>
                  <a:gd name="connsiteX23" fmla="*/ 2235869 w 4779369"/>
                  <a:gd name="connsiteY23" fmla="*/ 3487372 h 4714030"/>
                  <a:gd name="connsiteX24" fmla="*/ 2246040 w 4779369"/>
                  <a:gd name="connsiteY24" fmla="*/ 3495068 h 4714030"/>
                  <a:gd name="connsiteX25" fmla="*/ 2353186 w 4779369"/>
                  <a:gd name="connsiteY25" fmla="*/ 3535124 h 4714030"/>
                  <a:gd name="connsiteX26" fmla="*/ 2459892 w 4779369"/>
                  <a:gd name="connsiteY26" fmla="*/ 3601767 h 4714030"/>
                  <a:gd name="connsiteX27" fmla="*/ 2570842 w 4779369"/>
                  <a:gd name="connsiteY27" fmla="*/ 4473093 h 4714030"/>
                  <a:gd name="connsiteX28" fmla="*/ 1699516 w 4779369"/>
                  <a:gd name="connsiteY28" fmla="*/ 4584044 h 4714030"/>
                  <a:gd name="connsiteX29" fmla="*/ 1588565 w 4779369"/>
                  <a:gd name="connsiteY29" fmla="*/ 3712718 h 4714030"/>
                  <a:gd name="connsiteX30" fmla="*/ 1645376 w 4779369"/>
                  <a:gd name="connsiteY30" fmla="*/ 3640232 h 4714030"/>
                  <a:gd name="connsiteX31" fmla="*/ 1654346 w 4779369"/>
                  <a:gd name="connsiteY31" fmla="*/ 3358982 h 4714030"/>
                  <a:gd name="connsiteX32" fmla="*/ 1557620 w 4779369"/>
                  <a:gd name="connsiteY32" fmla="*/ 3167736 h 4714030"/>
                  <a:gd name="connsiteX33" fmla="*/ 1489568 w 4779369"/>
                  <a:gd name="connsiteY33" fmla="*/ 3145159 h 4714030"/>
                  <a:gd name="connsiteX34" fmla="*/ 610434 w 4779369"/>
                  <a:gd name="connsiteY34" fmla="*/ 2818009 h 4714030"/>
                  <a:gd name="connsiteX35" fmla="*/ 329331 w 4779369"/>
                  <a:gd name="connsiteY35" fmla="*/ 610434 h 4714030"/>
                  <a:gd name="connsiteX36" fmla="*/ 2536907 w 4779369"/>
                  <a:gd name="connsiteY36" fmla="*/ 329331 h 4714030"/>
                  <a:gd name="connsiteX37" fmla="*/ 3068123 w 4779369"/>
                  <a:gd name="connsiteY37" fmla="*/ 1080399 h 4714030"/>
                  <a:gd name="connsiteX38" fmla="*/ 3127186 w 4779369"/>
                  <a:gd name="connsiteY38" fmla="*/ 1193698 h 4714030"/>
                  <a:gd name="connsiteX39" fmla="*/ 3336570 w 4779369"/>
                  <a:gd name="connsiteY39" fmla="*/ 1239409 h 4714030"/>
                  <a:gd name="connsiteX40" fmla="*/ 3545953 w 4779369"/>
                  <a:gd name="connsiteY40" fmla="*/ 1193698 h 4714030"/>
                  <a:gd name="connsiteX41" fmla="*/ 3667106 w 4779369"/>
                  <a:gd name="connsiteY41" fmla="*/ 1060681 h 4714030"/>
                  <a:gd name="connsiteX42" fmla="*/ 4538432 w 4779369"/>
                  <a:gd name="connsiteY42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7806 w 4779369"/>
                  <a:gd name="connsiteY9" fmla="*/ 2275931 h 4714030"/>
                  <a:gd name="connsiteX10" fmla="*/ 3162873 w 4779369"/>
                  <a:gd name="connsiteY10" fmla="*/ 2503824 h 4714030"/>
                  <a:gd name="connsiteX11" fmla="*/ 3356427 w 4779369"/>
                  <a:gd name="connsiteY11" fmla="*/ 2595846 h 4714030"/>
                  <a:gd name="connsiteX12" fmla="*/ 3454240 w 4779369"/>
                  <a:gd name="connsiteY12" fmla="*/ 2587267 h 4714030"/>
                  <a:gd name="connsiteX13" fmla="*/ 4029121 w 4779369"/>
                  <a:gd name="connsiteY13" fmla="*/ 2685987 h 4714030"/>
                  <a:gd name="connsiteX14" fmla="*/ 4140072 w 4779369"/>
                  <a:gd name="connsiteY14" fmla="*/ 3557314 h 4714030"/>
                  <a:gd name="connsiteX15" fmla="*/ 3268745 w 4779369"/>
                  <a:gd name="connsiteY15" fmla="*/ 3668264 h 4714030"/>
                  <a:gd name="connsiteX16" fmla="*/ 3029106 w 4779369"/>
                  <a:gd name="connsiteY16" fmla="*/ 3136468 h 4714030"/>
                  <a:gd name="connsiteX17" fmla="*/ 3024015 w 4779369"/>
                  <a:gd name="connsiteY17" fmla="*/ 3025265 h 4714030"/>
                  <a:gd name="connsiteX18" fmla="*/ 2886424 w 4779369"/>
                  <a:gd name="connsiteY18" fmla="*/ 2860950 h 4714030"/>
                  <a:gd name="connsiteX19" fmla="*/ 2598603 w 4779369"/>
                  <a:gd name="connsiteY19" fmla="*/ 2768115 h 4714030"/>
                  <a:gd name="connsiteX20" fmla="*/ 2138389 w 4779369"/>
                  <a:gd name="connsiteY20" fmla="*/ 3042691 h 4714030"/>
                  <a:gd name="connsiteX21" fmla="*/ 2075740 w 4779369"/>
                  <a:gd name="connsiteY21" fmla="*/ 3101544 h 4714030"/>
                  <a:gd name="connsiteX22" fmla="*/ 2091557 w 4779369"/>
                  <a:gd name="connsiteY22" fmla="*/ 3245802 h 4714030"/>
                  <a:gd name="connsiteX23" fmla="*/ 2235869 w 4779369"/>
                  <a:gd name="connsiteY23" fmla="*/ 3487372 h 4714030"/>
                  <a:gd name="connsiteX24" fmla="*/ 2353186 w 4779369"/>
                  <a:gd name="connsiteY24" fmla="*/ 3535124 h 4714030"/>
                  <a:gd name="connsiteX25" fmla="*/ 2459892 w 4779369"/>
                  <a:gd name="connsiteY25" fmla="*/ 3601767 h 4714030"/>
                  <a:gd name="connsiteX26" fmla="*/ 2570842 w 4779369"/>
                  <a:gd name="connsiteY26" fmla="*/ 4473093 h 4714030"/>
                  <a:gd name="connsiteX27" fmla="*/ 1699516 w 4779369"/>
                  <a:gd name="connsiteY27" fmla="*/ 4584044 h 4714030"/>
                  <a:gd name="connsiteX28" fmla="*/ 1588565 w 4779369"/>
                  <a:gd name="connsiteY28" fmla="*/ 3712718 h 4714030"/>
                  <a:gd name="connsiteX29" fmla="*/ 1645376 w 4779369"/>
                  <a:gd name="connsiteY29" fmla="*/ 3640232 h 4714030"/>
                  <a:gd name="connsiteX30" fmla="*/ 1654346 w 4779369"/>
                  <a:gd name="connsiteY30" fmla="*/ 3358982 h 4714030"/>
                  <a:gd name="connsiteX31" fmla="*/ 1557620 w 4779369"/>
                  <a:gd name="connsiteY31" fmla="*/ 3167736 h 4714030"/>
                  <a:gd name="connsiteX32" fmla="*/ 1489568 w 4779369"/>
                  <a:gd name="connsiteY32" fmla="*/ 3145159 h 4714030"/>
                  <a:gd name="connsiteX33" fmla="*/ 610434 w 4779369"/>
                  <a:gd name="connsiteY33" fmla="*/ 2818009 h 4714030"/>
                  <a:gd name="connsiteX34" fmla="*/ 329331 w 4779369"/>
                  <a:gd name="connsiteY34" fmla="*/ 610434 h 4714030"/>
                  <a:gd name="connsiteX35" fmla="*/ 2536907 w 4779369"/>
                  <a:gd name="connsiteY35" fmla="*/ 329331 h 4714030"/>
                  <a:gd name="connsiteX36" fmla="*/ 3068123 w 4779369"/>
                  <a:gd name="connsiteY36" fmla="*/ 1080399 h 4714030"/>
                  <a:gd name="connsiteX37" fmla="*/ 3127186 w 4779369"/>
                  <a:gd name="connsiteY37" fmla="*/ 1193698 h 4714030"/>
                  <a:gd name="connsiteX38" fmla="*/ 3336570 w 4779369"/>
                  <a:gd name="connsiteY38" fmla="*/ 1239409 h 4714030"/>
                  <a:gd name="connsiteX39" fmla="*/ 3545953 w 4779369"/>
                  <a:gd name="connsiteY39" fmla="*/ 1193698 h 4714030"/>
                  <a:gd name="connsiteX40" fmla="*/ 3667106 w 4779369"/>
                  <a:gd name="connsiteY40" fmla="*/ 1060681 h 4714030"/>
                  <a:gd name="connsiteX41" fmla="*/ 4538432 w 4779369"/>
                  <a:gd name="connsiteY41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7806 w 4779369"/>
                  <a:gd name="connsiteY9" fmla="*/ 2275931 h 4714030"/>
                  <a:gd name="connsiteX10" fmla="*/ 3162873 w 4779369"/>
                  <a:gd name="connsiteY10" fmla="*/ 2503824 h 4714030"/>
                  <a:gd name="connsiteX11" fmla="*/ 3356427 w 4779369"/>
                  <a:gd name="connsiteY11" fmla="*/ 2595846 h 4714030"/>
                  <a:gd name="connsiteX12" fmla="*/ 3454240 w 4779369"/>
                  <a:gd name="connsiteY12" fmla="*/ 2587267 h 4714030"/>
                  <a:gd name="connsiteX13" fmla="*/ 4029121 w 4779369"/>
                  <a:gd name="connsiteY13" fmla="*/ 2685987 h 4714030"/>
                  <a:gd name="connsiteX14" fmla="*/ 4140072 w 4779369"/>
                  <a:gd name="connsiteY14" fmla="*/ 3557314 h 4714030"/>
                  <a:gd name="connsiteX15" fmla="*/ 3268745 w 4779369"/>
                  <a:gd name="connsiteY15" fmla="*/ 3668264 h 4714030"/>
                  <a:gd name="connsiteX16" fmla="*/ 3029106 w 4779369"/>
                  <a:gd name="connsiteY16" fmla="*/ 3136468 h 4714030"/>
                  <a:gd name="connsiteX17" fmla="*/ 3024015 w 4779369"/>
                  <a:gd name="connsiteY17" fmla="*/ 3025265 h 4714030"/>
                  <a:gd name="connsiteX18" fmla="*/ 2886424 w 4779369"/>
                  <a:gd name="connsiteY18" fmla="*/ 2860950 h 4714030"/>
                  <a:gd name="connsiteX19" fmla="*/ 2598603 w 4779369"/>
                  <a:gd name="connsiteY19" fmla="*/ 2768115 h 4714030"/>
                  <a:gd name="connsiteX20" fmla="*/ 2138389 w 4779369"/>
                  <a:gd name="connsiteY20" fmla="*/ 3042691 h 4714030"/>
                  <a:gd name="connsiteX21" fmla="*/ 2091557 w 4779369"/>
                  <a:gd name="connsiteY21" fmla="*/ 3245802 h 4714030"/>
                  <a:gd name="connsiteX22" fmla="*/ 2235869 w 4779369"/>
                  <a:gd name="connsiteY22" fmla="*/ 3487372 h 4714030"/>
                  <a:gd name="connsiteX23" fmla="*/ 2353186 w 4779369"/>
                  <a:gd name="connsiteY23" fmla="*/ 3535124 h 4714030"/>
                  <a:gd name="connsiteX24" fmla="*/ 2459892 w 4779369"/>
                  <a:gd name="connsiteY24" fmla="*/ 3601767 h 4714030"/>
                  <a:gd name="connsiteX25" fmla="*/ 2570842 w 4779369"/>
                  <a:gd name="connsiteY25" fmla="*/ 4473093 h 4714030"/>
                  <a:gd name="connsiteX26" fmla="*/ 1699516 w 4779369"/>
                  <a:gd name="connsiteY26" fmla="*/ 4584044 h 4714030"/>
                  <a:gd name="connsiteX27" fmla="*/ 1588565 w 4779369"/>
                  <a:gd name="connsiteY27" fmla="*/ 3712718 h 4714030"/>
                  <a:gd name="connsiteX28" fmla="*/ 1645376 w 4779369"/>
                  <a:gd name="connsiteY28" fmla="*/ 3640232 h 4714030"/>
                  <a:gd name="connsiteX29" fmla="*/ 1654346 w 4779369"/>
                  <a:gd name="connsiteY29" fmla="*/ 3358982 h 4714030"/>
                  <a:gd name="connsiteX30" fmla="*/ 1557620 w 4779369"/>
                  <a:gd name="connsiteY30" fmla="*/ 3167736 h 4714030"/>
                  <a:gd name="connsiteX31" fmla="*/ 1489568 w 4779369"/>
                  <a:gd name="connsiteY31" fmla="*/ 3145159 h 4714030"/>
                  <a:gd name="connsiteX32" fmla="*/ 610434 w 4779369"/>
                  <a:gd name="connsiteY32" fmla="*/ 2818009 h 4714030"/>
                  <a:gd name="connsiteX33" fmla="*/ 329331 w 4779369"/>
                  <a:gd name="connsiteY33" fmla="*/ 610434 h 4714030"/>
                  <a:gd name="connsiteX34" fmla="*/ 2536907 w 4779369"/>
                  <a:gd name="connsiteY34" fmla="*/ 329331 h 4714030"/>
                  <a:gd name="connsiteX35" fmla="*/ 3068123 w 4779369"/>
                  <a:gd name="connsiteY35" fmla="*/ 1080399 h 4714030"/>
                  <a:gd name="connsiteX36" fmla="*/ 3127186 w 4779369"/>
                  <a:gd name="connsiteY36" fmla="*/ 1193698 h 4714030"/>
                  <a:gd name="connsiteX37" fmla="*/ 3336570 w 4779369"/>
                  <a:gd name="connsiteY37" fmla="*/ 1239409 h 4714030"/>
                  <a:gd name="connsiteX38" fmla="*/ 3545953 w 4779369"/>
                  <a:gd name="connsiteY38" fmla="*/ 1193698 h 4714030"/>
                  <a:gd name="connsiteX39" fmla="*/ 3667106 w 4779369"/>
                  <a:gd name="connsiteY39" fmla="*/ 1060681 h 4714030"/>
                  <a:gd name="connsiteX40" fmla="*/ 4538432 w 4779369"/>
                  <a:gd name="connsiteY40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7806 w 4779369"/>
                  <a:gd name="connsiteY9" fmla="*/ 2275931 h 4714030"/>
                  <a:gd name="connsiteX10" fmla="*/ 3162873 w 4779369"/>
                  <a:gd name="connsiteY10" fmla="*/ 2503824 h 4714030"/>
                  <a:gd name="connsiteX11" fmla="*/ 3356427 w 4779369"/>
                  <a:gd name="connsiteY11" fmla="*/ 2595846 h 4714030"/>
                  <a:gd name="connsiteX12" fmla="*/ 3454240 w 4779369"/>
                  <a:gd name="connsiteY12" fmla="*/ 2587267 h 4714030"/>
                  <a:gd name="connsiteX13" fmla="*/ 4029121 w 4779369"/>
                  <a:gd name="connsiteY13" fmla="*/ 2685987 h 4714030"/>
                  <a:gd name="connsiteX14" fmla="*/ 4140072 w 4779369"/>
                  <a:gd name="connsiteY14" fmla="*/ 3557314 h 4714030"/>
                  <a:gd name="connsiteX15" fmla="*/ 3268745 w 4779369"/>
                  <a:gd name="connsiteY15" fmla="*/ 3668264 h 4714030"/>
                  <a:gd name="connsiteX16" fmla="*/ 3029106 w 4779369"/>
                  <a:gd name="connsiteY16" fmla="*/ 3136468 h 4714030"/>
                  <a:gd name="connsiteX17" fmla="*/ 3024015 w 4779369"/>
                  <a:gd name="connsiteY17" fmla="*/ 3025265 h 4714030"/>
                  <a:gd name="connsiteX18" fmla="*/ 2886424 w 4779369"/>
                  <a:gd name="connsiteY18" fmla="*/ 2860950 h 4714030"/>
                  <a:gd name="connsiteX19" fmla="*/ 2598603 w 4779369"/>
                  <a:gd name="connsiteY19" fmla="*/ 2768115 h 4714030"/>
                  <a:gd name="connsiteX20" fmla="*/ 2138389 w 4779369"/>
                  <a:gd name="connsiteY20" fmla="*/ 3042691 h 4714030"/>
                  <a:gd name="connsiteX21" fmla="*/ 2091557 w 4779369"/>
                  <a:gd name="connsiteY21" fmla="*/ 3245802 h 4714030"/>
                  <a:gd name="connsiteX22" fmla="*/ 2235869 w 4779369"/>
                  <a:gd name="connsiteY22" fmla="*/ 3487372 h 4714030"/>
                  <a:gd name="connsiteX23" fmla="*/ 2353186 w 4779369"/>
                  <a:gd name="connsiteY23" fmla="*/ 3535124 h 4714030"/>
                  <a:gd name="connsiteX24" fmla="*/ 2459892 w 4779369"/>
                  <a:gd name="connsiteY24" fmla="*/ 3601767 h 4714030"/>
                  <a:gd name="connsiteX25" fmla="*/ 2570842 w 4779369"/>
                  <a:gd name="connsiteY25" fmla="*/ 4473093 h 4714030"/>
                  <a:gd name="connsiteX26" fmla="*/ 1699516 w 4779369"/>
                  <a:gd name="connsiteY26" fmla="*/ 4584044 h 4714030"/>
                  <a:gd name="connsiteX27" fmla="*/ 1588565 w 4779369"/>
                  <a:gd name="connsiteY27" fmla="*/ 3712718 h 4714030"/>
                  <a:gd name="connsiteX28" fmla="*/ 1645376 w 4779369"/>
                  <a:gd name="connsiteY28" fmla="*/ 3640232 h 4714030"/>
                  <a:gd name="connsiteX29" fmla="*/ 1654346 w 4779369"/>
                  <a:gd name="connsiteY29" fmla="*/ 3358982 h 4714030"/>
                  <a:gd name="connsiteX30" fmla="*/ 1557620 w 4779369"/>
                  <a:gd name="connsiteY30" fmla="*/ 3167736 h 4714030"/>
                  <a:gd name="connsiteX31" fmla="*/ 1489568 w 4779369"/>
                  <a:gd name="connsiteY31" fmla="*/ 3145159 h 4714030"/>
                  <a:gd name="connsiteX32" fmla="*/ 610434 w 4779369"/>
                  <a:gd name="connsiteY32" fmla="*/ 2818009 h 4714030"/>
                  <a:gd name="connsiteX33" fmla="*/ 329331 w 4779369"/>
                  <a:gd name="connsiteY33" fmla="*/ 610434 h 4714030"/>
                  <a:gd name="connsiteX34" fmla="*/ 2536907 w 4779369"/>
                  <a:gd name="connsiteY34" fmla="*/ 329331 h 4714030"/>
                  <a:gd name="connsiteX35" fmla="*/ 3068123 w 4779369"/>
                  <a:gd name="connsiteY35" fmla="*/ 1080399 h 4714030"/>
                  <a:gd name="connsiteX36" fmla="*/ 3127186 w 4779369"/>
                  <a:gd name="connsiteY36" fmla="*/ 1193698 h 4714030"/>
                  <a:gd name="connsiteX37" fmla="*/ 3336570 w 4779369"/>
                  <a:gd name="connsiteY37" fmla="*/ 1239409 h 4714030"/>
                  <a:gd name="connsiteX38" fmla="*/ 3545953 w 4779369"/>
                  <a:gd name="connsiteY38" fmla="*/ 1193698 h 4714030"/>
                  <a:gd name="connsiteX39" fmla="*/ 3667106 w 4779369"/>
                  <a:gd name="connsiteY39" fmla="*/ 1060681 h 4714030"/>
                  <a:gd name="connsiteX40" fmla="*/ 4538432 w 4779369"/>
                  <a:gd name="connsiteY40" fmla="*/ 949730 h 4714030"/>
                  <a:gd name="connsiteX0" fmla="*/ 4538432 w 4779369"/>
                  <a:gd name="connsiteY0" fmla="*/ 949730 h 4714030"/>
                  <a:gd name="connsiteX1" fmla="*/ 4649383 w 4779369"/>
                  <a:gd name="connsiteY1" fmla="*/ 1821057 h 4714030"/>
                  <a:gd name="connsiteX2" fmla="*/ 3778057 w 4779369"/>
                  <a:gd name="connsiteY2" fmla="*/ 1932008 h 4714030"/>
                  <a:gd name="connsiteX3" fmla="*/ 3686799 w 4779369"/>
                  <a:gd name="connsiteY3" fmla="*/ 1845408 h 4714030"/>
                  <a:gd name="connsiteX4" fmla="*/ 3606598 w 4779369"/>
                  <a:gd name="connsiteY4" fmla="*/ 1770199 h 4714030"/>
                  <a:gd name="connsiteX5" fmla="*/ 3336570 w 4779369"/>
                  <a:gd name="connsiteY5" fmla="*/ 1691032 h 4714030"/>
                  <a:gd name="connsiteX6" fmla="*/ 3192952 w 4779369"/>
                  <a:gd name="connsiteY6" fmla="*/ 1711872 h 4714030"/>
                  <a:gd name="connsiteX7" fmla="*/ 3126960 w 4779369"/>
                  <a:gd name="connsiteY7" fmla="*/ 1827523 h 4714030"/>
                  <a:gd name="connsiteX8" fmla="*/ 3048503 w 4779369"/>
                  <a:gd name="connsiteY8" fmla="*/ 2123573 h 4714030"/>
                  <a:gd name="connsiteX9" fmla="*/ 2997806 w 4779369"/>
                  <a:gd name="connsiteY9" fmla="*/ 2275931 h 4714030"/>
                  <a:gd name="connsiteX10" fmla="*/ 3162873 w 4779369"/>
                  <a:gd name="connsiteY10" fmla="*/ 2503824 h 4714030"/>
                  <a:gd name="connsiteX11" fmla="*/ 3356427 w 4779369"/>
                  <a:gd name="connsiteY11" fmla="*/ 2595846 h 4714030"/>
                  <a:gd name="connsiteX12" fmla="*/ 3454240 w 4779369"/>
                  <a:gd name="connsiteY12" fmla="*/ 2587267 h 4714030"/>
                  <a:gd name="connsiteX13" fmla="*/ 4029121 w 4779369"/>
                  <a:gd name="connsiteY13" fmla="*/ 2685987 h 4714030"/>
                  <a:gd name="connsiteX14" fmla="*/ 4140072 w 4779369"/>
                  <a:gd name="connsiteY14" fmla="*/ 3557314 h 4714030"/>
                  <a:gd name="connsiteX15" fmla="*/ 3268745 w 4779369"/>
                  <a:gd name="connsiteY15" fmla="*/ 3668264 h 4714030"/>
                  <a:gd name="connsiteX16" fmla="*/ 3029106 w 4779369"/>
                  <a:gd name="connsiteY16" fmla="*/ 3136468 h 4714030"/>
                  <a:gd name="connsiteX17" fmla="*/ 3024015 w 4779369"/>
                  <a:gd name="connsiteY17" fmla="*/ 3025265 h 4714030"/>
                  <a:gd name="connsiteX18" fmla="*/ 2886424 w 4779369"/>
                  <a:gd name="connsiteY18" fmla="*/ 2860950 h 4714030"/>
                  <a:gd name="connsiteX19" fmla="*/ 2598603 w 4779369"/>
                  <a:gd name="connsiteY19" fmla="*/ 2768115 h 4714030"/>
                  <a:gd name="connsiteX20" fmla="*/ 2138389 w 4779369"/>
                  <a:gd name="connsiteY20" fmla="*/ 3042691 h 4714030"/>
                  <a:gd name="connsiteX21" fmla="*/ 2091557 w 4779369"/>
                  <a:gd name="connsiteY21" fmla="*/ 3245802 h 4714030"/>
                  <a:gd name="connsiteX22" fmla="*/ 2235869 w 4779369"/>
                  <a:gd name="connsiteY22" fmla="*/ 3487372 h 4714030"/>
                  <a:gd name="connsiteX23" fmla="*/ 2353186 w 4779369"/>
                  <a:gd name="connsiteY23" fmla="*/ 3535124 h 4714030"/>
                  <a:gd name="connsiteX24" fmla="*/ 2459892 w 4779369"/>
                  <a:gd name="connsiteY24" fmla="*/ 3601767 h 4714030"/>
                  <a:gd name="connsiteX25" fmla="*/ 2570842 w 4779369"/>
                  <a:gd name="connsiteY25" fmla="*/ 4473093 h 4714030"/>
                  <a:gd name="connsiteX26" fmla="*/ 1699516 w 4779369"/>
                  <a:gd name="connsiteY26" fmla="*/ 4584044 h 4714030"/>
                  <a:gd name="connsiteX27" fmla="*/ 1588565 w 4779369"/>
                  <a:gd name="connsiteY27" fmla="*/ 3712718 h 4714030"/>
                  <a:gd name="connsiteX28" fmla="*/ 1645376 w 4779369"/>
                  <a:gd name="connsiteY28" fmla="*/ 3640232 h 4714030"/>
                  <a:gd name="connsiteX29" fmla="*/ 1654346 w 4779369"/>
                  <a:gd name="connsiteY29" fmla="*/ 3358982 h 4714030"/>
                  <a:gd name="connsiteX30" fmla="*/ 1557620 w 4779369"/>
                  <a:gd name="connsiteY30" fmla="*/ 3167736 h 4714030"/>
                  <a:gd name="connsiteX31" fmla="*/ 1489568 w 4779369"/>
                  <a:gd name="connsiteY31" fmla="*/ 3145159 h 4714030"/>
                  <a:gd name="connsiteX32" fmla="*/ 610434 w 4779369"/>
                  <a:gd name="connsiteY32" fmla="*/ 2818009 h 4714030"/>
                  <a:gd name="connsiteX33" fmla="*/ 329331 w 4779369"/>
                  <a:gd name="connsiteY33" fmla="*/ 610434 h 4714030"/>
                  <a:gd name="connsiteX34" fmla="*/ 2536907 w 4779369"/>
                  <a:gd name="connsiteY34" fmla="*/ 329331 h 4714030"/>
                  <a:gd name="connsiteX35" fmla="*/ 3068123 w 4779369"/>
                  <a:gd name="connsiteY35" fmla="*/ 1080399 h 4714030"/>
                  <a:gd name="connsiteX36" fmla="*/ 3127186 w 4779369"/>
                  <a:gd name="connsiteY36" fmla="*/ 1193698 h 4714030"/>
                  <a:gd name="connsiteX37" fmla="*/ 3336570 w 4779369"/>
                  <a:gd name="connsiteY37" fmla="*/ 1239409 h 4714030"/>
                  <a:gd name="connsiteX38" fmla="*/ 3545953 w 4779369"/>
                  <a:gd name="connsiteY38" fmla="*/ 1193698 h 4714030"/>
                  <a:gd name="connsiteX39" fmla="*/ 3667106 w 4779369"/>
                  <a:gd name="connsiteY39" fmla="*/ 1060681 h 4714030"/>
                  <a:gd name="connsiteX40" fmla="*/ 4538432 w 4779369"/>
                  <a:gd name="connsiteY40" fmla="*/ 949730 h 471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4779369" h="4714030">
                    <a:moveTo>
                      <a:pt x="4538432" y="949730"/>
                    </a:moveTo>
                    <a:cubicBezTo>
                      <a:pt x="4809681" y="1159702"/>
                      <a:pt x="4859355" y="1549808"/>
                      <a:pt x="4649383" y="1821057"/>
                    </a:cubicBezTo>
                    <a:cubicBezTo>
                      <a:pt x="4439411" y="2092305"/>
                      <a:pt x="4049305" y="2141980"/>
                      <a:pt x="3778057" y="1932008"/>
                    </a:cubicBezTo>
                    <a:cubicBezTo>
                      <a:pt x="3744150" y="1905761"/>
                      <a:pt x="3713707" y="1876700"/>
                      <a:pt x="3686799" y="1845408"/>
                    </a:cubicBezTo>
                    <a:lnTo>
                      <a:pt x="3606598" y="1770199"/>
                    </a:lnTo>
                    <a:cubicBezTo>
                      <a:pt x="3529516" y="1720217"/>
                      <a:pt x="3436594" y="1691032"/>
                      <a:pt x="3336570" y="1691032"/>
                    </a:cubicBezTo>
                    <a:cubicBezTo>
                      <a:pt x="3286557" y="1691032"/>
                      <a:pt x="3238321" y="1698329"/>
                      <a:pt x="3192952" y="1711872"/>
                    </a:cubicBezTo>
                    <a:lnTo>
                      <a:pt x="3126960" y="1827523"/>
                    </a:lnTo>
                    <a:cubicBezTo>
                      <a:pt x="3110678" y="1927706"/>
                      <a:pt x="3084589" y="2026882"/>
                      <a:pt x="3048503" y="2123573"/>
                    </a:cubicBezTo>
                    <a:lnTo>
                      <a:pt x="2997806" y="2275931"/>
                    </a:lnTo>
                    <a:cubicBezTo>
                      <a:pt x="3028163" y="2362638"/>
                      <a:pt x="3083778" y="2442597"/>
                      <a:pt x="3162873" y="2503824"/>
                    </a:cubicBezTo>
                    <a:cubicBezTo>
                      <a:pt x="3222195" y="2549745"/>
                      <a:pt x="3288407" y="2580238"/>
                      <a:pt x="3356427" y="2595846"/>
                    </a:cubicBezTo>
                    <a:lnTo>
                      <a:pt x="3454240" y="2587267"/>
                    </a:lnTo>
                    <a:cubicBezTo>
                      <a:pt x="3643632" y="2524946"/>
                      <a:pt x="3859590" y="2554754"/>
                      <a:pt x="4029121" y="2685987"/>
                    </a:cubicBezTo>
                    <a:cubicBezTo>
                      <a:pt x="4300370" y="2895959"/>
                      <a:pt x="4350044" y="3286065"/>
                      <a:pt x="4140072" y="3557314"/>
                    </a:cubicBezTo>
                    <a:cubicBezTo>
                      <a:pt x="3930100" y="3828562"/>
                      <a:pt x="3539994" y="3878237"/>
                      <a:pt x="3268745" y="3668264"/>
                    </a:cubicBezTo>
                    <a:cubicBezTo>
                      <a:pt x="3099214" y="3537032"/>
                      <a:pt x="3016237" y="3335435"/>
                      <a:pt x="3029106" y="3136468"/>
                    </a:cubicBezTo>
                    <a:lnTo>
                      <a:pt x="3024015" y="3025265"/>
                    </a:lnTo>
                    <a:cubicBezTo>
                      <a:pt x="2991859" y="2963328"/>
                      <a:pt x="2957326" y="2903808"/>
                      <a:pt x="2886424" y="2860950"/>
                    </a:cubicBezTo>
                    <a:cubicBezTo>
                      <a:pt x="2815522" y="2818092"/>
                      <a:pt x="2723276" y="2737825"/>
                      <a:pt x="2598603" y="2768115"/>
                    </a:cubicBezTo>
                    <a:cubicBezTo>
                      <a:pt x="2459863" y="2887416"/>
                      <a:pt x="2303815" y="2979278"/>
                      <a:pt x="2138389" y="3042691"/>
                    </a:cubicBezTo>
                    <a:cubicBezTo>
                      <a:pt x="2028027" y="3139434"/>
                      <a:pt x="2074124" y="3158542"/>
                      <a:pt x="2091557" y="3245802"/>
                    </a:cubicBezTo>
                    <a:cubicBezTo>
                      <a:pt x="2111153" y="3343888"/>
                      <a:pt x="2168165" y="3425277"/>
                      <a:pt x="2235869" y="3487372"/>
                    </a:cubicBezTo>
                    <a:lnTo>
                      <a:pt x="2353186" y="3535124"/>
                    </a:lnTo>
                    <a:cubicBezTo>
                      <a:pt x="2390222" y="3553331"/>
                      <a:pt x="2425986" y="3575521"/>
                      <a:pt x="2459892" y="3601767"/>
                    </a:cubicBezTo>
                    <a:cubicBezTo>
                      <a:pt x="2731140" y="3811739"/>
                      <a:pt x="2780815" y="4201845"/>
                      <a:pt x="2570842" y="4473093"/>
                    </a:cubicBezTo>
                    <a:cubicBezTo>
                      <a:pt x="2360870" y="4744342"/>
                      <a:pt x="1970764" y="4794016"/>
                      <a:pt x="1699516" y="4584044"/>
                    </a:cubicBezTo>
                    <a:cubicBezTo>
                      <a:pt x="1428267" y="4374072"/>
                      <a:pt x="1378593" y="3983966"/>
                      <a:pt x="1588565" y="3712718"/>
                    </a:cubicBezTo>
                    <a:lnTo>
                      <a:pt x="1645376" y="3640232"/>
                    </a:lnTo>
                    <a:cubicBezTo>
                      <a:pt x="1674446" y="3553085"/>
                      <a:pt x="1679412" y="3455814"/>
                      <a:pt x="1654346" y="3358982"/>
                    </a:cubicBezTo>
                    <a:cubicBezTo>
                      <a:pt x="1635545" y="3286357"/>
                      <a:pt x="1601854" y="3221714"/>
                      <a:pt x="1557620" y="3167736"/>
                    </a:cubicBezTo>
                    <a:lnTo>
                      <a:pt x="1489568" y="3145159"/>
                    </a:lnTo>
                    <a:cubicBezTo>
                      <a:pt x="1180724" y="3128904"/>
                      <a:pt x="873514" y="3021658"/>
                      <a:pt x="610434" y="2818009"/>
                    </a:cubicBezTo>
                    <a:cubicBezTo>
                      <a:pt x="-76796" y="2286029"/>
                      <a:pt x="-202649" y="1297663"/>
                      <a:pt x="329331" y="610434"/>
                    </a:cubicBezTo>
                    <a:cubicBezTo>
                      <a:pt x="861312" y="-76796"/>
                      <a:pt x="1849677" y="-202650"/>
                      <a:pt x="2536907" y="329331"/>
                    </a:cubicBezTo>
                    <a:cubicBezTo>
                      <a:pt x="2794618" y="528824"/>
                      <a:pt x="2973385" y="792496"/>
                      <a:pt x="3068123" y="1080399"/>
                    </a:cubicBezTo>
                    <a:lnTo>
                      <a:pt x="3127186" y="1193698"/>
                    </a:lnTo>
                    <a:cubicBezTo>
                      <a:pt x="3190528" y="1222992"/>
                      <a:pt x="3261551" y="1239409"/>
                      <a:pt x="3336570" y="1239409"/>
                    </a:cubicBezTo>
                    <a:cubicBezTo>
                      <a:pt x="3411588" y="1239409"/>
                      <a:pt x="3482611" y="1222992"/>
                      <a:pt x="3545953" y="1193698"/>
                    </a:cubicBezTo>
                    <a:lnTo>
                      <a:pt x="3667106" y="1060681"/>
                    </a:lnTo>
                    <a:cubicBezTo>
                      <a:pt x="3877078" y="789432"/>
                      <a:pt x="4267184" y="739758"/>
                      <a:pt x="4538432" y="949730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ffectLst>
                <a:innerShdw blurRad="190500" dist="50800" dir="13500000">
                  <a:prstClr val="black">
                    <a:alpha val="42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50" tIns="45726" rIns="91450" bIns="45726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5"/>
              <p:cNvSpPr/>
              <p:nvPr/>
            </p:nvSpPr>
            <p:spPr>
              <a:xfrm>
                <a:off x="1581824" y="2277481"/>
                <a:ext cx="2761602" cy="2762974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FFFFF"/>
                  </a:gs>
                  <a:gs pos="0">
                    <a:srgbClr val="B8BBBC"/>
                  </a:gs>
                </a:gsLst>
                <a:lin ang="5400000" scaled="1"/>
                <a:tileRect/>
              </a:gradFill>
              <a:ln w="444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152400" dist="38100" dir="2700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55" name="组合 22"/>
              <p:cNvGrpSpPr/>
              <p:nvPr/>
            </p:nvGrpSpPr>
            <p:grpSpPr>
              <a:xfrm>
                <a:off x="4444997" y="1511516"/>
                <a:ext cx="965618" cy="966098"/>
                <a:chOff x="4116949" y="1605269"/>
                <a:chExt cx="965576" cy="965576"/>
              </a:xfrm>
            </p:grpSpPr>
            <p:sp>
              <p:nvSpPr>
                <p:cNvPr id="64" name="椭圆 24"/>
                <p:cNvSpPr/>
                <p:nvPr/>
              </p:nvSpPr>
              <p:spPr>
                <a:xfrm>
                  <a:off x="4116949" y="1605269"/>
                  <a:ext cx="965576" cy="965576"/>
                </a:xfrm>
                <a:prstGeom prst="ellipse">
                  <a:avLst/>
                </a:prstGeom>
                <a:solidFill>
                  <a:srgbClr val="2F5597"/>
                </a:solidFill>
                <a:ln w="28575" cap="flat">
                  <a:noFill/>
                  <a:prstDash val="solid"/>
                  <a:miter lim="800000"/>
                  <a:headEnd/>
                  <a:tailEnd/>
                </a:ln>
                <a:effectLst>
                  <a:outerShdw blurRad="228600" dist="228600" dir="5400000" algn="t" rotWithShape="0">
                    <a:schemeClr val="tx1">
                      <a:lumMod val="85000"/>
                      <a:lumOff val="15000"/>
                      <a:alpha val="28000"/>
                    </a:scheme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5" name="KSO_Shape"/>
                <p:cNvSpPr/>
                <p:nvPr/>
              </p:nvSpPr>
              <p:spPr bwMode="auto">
                <a:xfrm>
                  <a:off x="4365794" y="1854116"/>
                  <a:ext cx="467886" cy="467882"/>
                </a:xfrm>
                <a:custGeom>
                  <a:avLst/>
                  <a:gdLst>
                    <a:gd name="T0" fmla="*/ 1767542 w 3927"/>
                    <a:gd name="T1" fmla="*/ 308011 h 3928"/>
                    <a:gd name="T2" fmla="*/ 1684137 w 3927"/>
                    <a:gd name="T3" fmla="*/ 390514 h 3928"/>
                    <a:gd name="T4" fmla="*/ 1406885 w 3927"/>
                    <a:gd name="T5" fmla="*/ 115046 h 3928"/>
                    <a:gd name="T6" fmla="*/ 1490290 w 3927"/>
                    <a:gd name="T7" fmla="*/ 32084 h 3928"/>
                    <a:gd name="T8" fmla="*/ 1597525 w 3927"/>
                    <a:gd name="T9" fmla="*/ 28876 h 3928"/>
                    <a:gd name="T10" fmla="*/ 1770750 w 3927"/>
                    <a:gd name="T11" fmla="*/ 200757 h 3928"/>
                    <a:gd name="T12" fmla="*/ 1767542 w 3927"/>
                    <a:gd name="T13" fmla="*/ 308011 h 3928"/>
                    <a:gd name="T14" fmla="*/ 1032021 w 3927"/>
                    <a:gd name="T15" fmla="*/ 1039078 h 3928"/>
                    <a:gd name="T16" fmla="*/ 754768 w 3927"/>
                    <a:gd name="T17" fmla="*/ 763152 h 3928"/>
                    <a:gd name="T18" fmla="*/ 1364724 w 3927"/>
                    <a:gd name="T19" fmla="*/ 156756 h 3928"/>
                    <a:gd name="T20" fmla="*/ 1641977 w 3927"/>
                    <a:gd name="T21" fmla="*/ 432682 h 3928"/>
                    <a:gd name="T22" fmla="*/ 1032021 w 3927"/>
                    <a:gd name="T23" fmla="*/ 1039078 h 3928"/>
                    <a:gd name="T24" fmla="*/ 993526 w 3927"/>
                    <a:gd name="T25" fmla="*/ 1077121 h 3928"/>
                    <a:gd name="T26" fmla="*/ 605373 w 3927"/>
                    <a:gd name="T27" fmla="*/ 1187584 h 3928"/>
                    <a:gd name="T28" fmla="*/ 716274 w 3927"/>
                    <a:gd name="T29" fmla="*/ 801653 h 3928"/>
                    <a:gd name="T30" fmla="*/ 993526 w 3927"/>
                    <a:gd name="T31" fmla="*/ 1077121 h 3928"/>
                    <a:gd name="T32" fmla="*/ 352867 w 3927"/>
                    <a:gd name="T33" fmla="*/ 226883 h 3928"/>
                    <a:gd name="T34" fmla="*/ 179641 w 3927"/>
                    <a:gd name="T35" fmla="*/ 400597 h 3928"/>
                    <a:gd name="T36" fmla="*/ 179641 w 3927"/>
                    <a:gd name="T37" fmla="*/ 1447468 h 3928"/>
                    <a:gd name="T38" fmla="*/ 352867 w 3927"/>
                    <a:gd name="T39" fmla="*/ 1620724 h 3928"/>
                    <a:gd name="T40" fmla="*/ 1400011 w 3927"/>
                    <a:gd name="T41" fmla="*/ 1620724 h 3928"/>
                    <a:gd name="T42" fmla="*/ 1573236 w 3927"/>
                    <a:gd name="T43" fmla="*/ 1447468 h 3928"/>
                    <a:gd name="T44" fmla="*/ 1573236 w 3927"/>
                    <a:gd name="T45" fmla="*/ 759485 h 3928"/>
                    <a:gd name="T46" fmla="*/ 1752419 w 3927"/>
                    <a:gd name="T47" fmla="*/ 585771 h 3928"/>
                    <a:gd name="T48" fmla="*/ 1752419 w 3927"/>
                    <a:gd name="T49" fmla="*/ 1511178 h 3928"/>
                    <a:gd name="T50" fmla="*/ 1457753 w 3927"/>
                    <a:gd name="T51" fmla="*/ 1800397 h 3928"/>
                    <a:gd name="T52" fmla="*/ 289168 w 3927"/>
                    <a:gd name="T53" fmla="*/ 1800397 h 3928"/>
                    <a:gd name="T54" fmla="*/ 0 w 3927"/>
                    <a:gd name="T55" fmla="*/ 1511178 h 3928"/>
                    <a:gd name="T56" fmla="*/ 0 w 3927"/>
                    <a:gd name="T57" fmla="*/ 354304 h 3928"/>
                    <a:gd name="T58" fmla="*/ 289168 w 3927"/>
                    <a:gd name="T59" fmla="*/ 47210 h 3928"/>
                    <a:gd name="T60" fmla="*/ 1214412 w 3927"/>
                    <a:gd name="T61" fmla="*/ 47210 h 3928"/>
                    <a:gd name="T62" fmla="*/ 1040728 w 3927"/>
                    <a:gd name="T63" fmla="*/ 226883 h 3928"/>
                    <a:gd name="T64" fmla="*/ 352867 w 3927"/>
                    <a:gd name="T65" fmla="*/ 226883 h 392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3927" h="3928">
                      <a:moveTo>
                        <a:pt x="3857" y="672"/>
                      </a:moveTo>
                      <a:cubicBezTo>
                        <a:pt x="3675" y="852"/>
                        <a:pt x="3675" y="852"/>
                        <a:pt x="3675" y="852"/>
                      </a:cubicBezTo>
                      <a:cubicBezTo>
                        <a:pt x="3070" y="251"/>
                        <a:pt x="3070" y="251"/>
                        <a:pt x="3070" y="251"/>
                      </a:cubicBezTo>
                      <a:cubicBezTo>
                        <a:pt x="3252" y="70"/>
                        <a:pt x="3252" y="70"/>
                        <a:pt x="3252" y="70"/>
                      </a:cubicBezTo>
                      <a:cubicBezTo>
                        <a:pt x="3319" y="4"/>
                        <a:pt x="3424" y="0"/>
                        <a:pt x="3486" y="63"/>
                      </a:cubicBezTo>
                      <a:cubicBezTo>
                        <a:pt x="3864" y="438"/>
                        <a:pt x="3864" y="438"/>
                        <a:pt x="3864" y="438"/>
                      </a:cubicBezTo>
                      <a:cubicBezTo>
                        <a:pt x="3927" y="501"/>
                        <a:pt x="3924" y="605"/>
                        <a:pt x="3857" y="672"/>
                      </a:cubicBezTo>
                      <a:close/>
                      <a:moveTo>
                        <a:pt x="2252" y="2267"/>
                      </a:moveTo>
                      <a:cubicBezTo>
                        <a:pt x="1647" y="1665"/>
                        <a:pt x="1647" y="1665"/>
                        <a:pt x="1647" y="1665"/>
                      </a:cubicBezTo>
                      <a:cubicBezTo>
                        <a:pt x="2978" y="342"/>
                        <a:pt x="2978" y="342"/>
                        <a:pt x="2978" y="342"/>
                      </a:cubicBezTo>
                      <a:cubicBezTo>
                        <a:pt x="3583" y="944"/>
                        <a:pt x="3583" y="944"/>
                        <a:pt x="3583" y="944"/>
                      </a:cubicBezTo>
                      <a:lnTo>
                        <a:pt x="2252" y="2267"/>
                      </a:lnTo>
                      <a:close/>
                      <a:moveTo>
                        <a:pt x="2168" y="2350"/>
                      </a:moveTo>
                      <a:cubicBezTo>
                        <a:pt x="1321" y="2591"/>
                        <a:pt x="1321" y="2591"/>
                        <a:pt x="1321" y="2591"/>
                      </a:cubicBezTo>
                      <a:cubicBezTo>
                        <a:pt x="1563" y="1749"/>
                        <a:pt x="1563" y="1749"/>
                        <a:pt x="1563" y="1749"/>
                      </a:cubicBezTo>
                      <a:lnTo>
                        <a:pt x="2168" y="2350"/>
                      </a:lnTo>
                      <a:close/>
                      <a:moveTo>
                        <a:pt x="770" y="495"/>
                      </a:moveTo>
                      <a:cubicBezTo>
                        <a:pt x="561" y="495"/>
                        <a:pt x="392" y="665"/>
                        <a:pt x="392" y="874"/>
                      </a:cubicBezTo>
                      <a:cubicBezTo>
                        <a:pt x="392" y="3158"/>
                        <a:pt x="392" y="3158"/>
                        <a:pt x="392" y="3158"/>
                      </a:cubicBezTo>
                      <a:cubicBezTo>
                        <a:pt x="392" y="3367"/>
                        <a:pt x="561" y="3536"/>
                        <a:pt x="770" y="3536"/>
                      </a:cubicBezTo>
                      <a:cubicBezTo>
                        <a:pt x="3055" y="3536"/>
                        <a:pt x="3055" y="3536"/>
                        <a:pt x="3055" y="3536"/>
                      </a:cubicBezTo>
                      <a:cubicBezTo>
                        <a:pt x="3264" y="3536"/>
                        <a:pt x="3433" y="3367"/>
                        <a:pt x="3433" y="3158"/>
                      </a:cubicBezTo>
                      <a:cubicBezTo>
                        <a:pt x="3433" y="1657"/>
                        <a:pt x="3433" y="1657"/>
                        <a:pt x="3433" y="1657"/>
                      </a:cubicBezTo>
                      <a:cubicBezTo>
                        <a:pt x="3824" y="1278"/>
                        <a:pt x="3824" y="1278"/>
                        <a:pt x="3824" y="1278"/>
                      </a:cubicBezTo>
                      <a:cubicBezTo>
                        <a:pt x="3824" y="3297"/>
                        <a:pt x="3824" y="3297"/>
                        <a:pt x="3824" y="3297"/>
                      </a:cubicBezTo>
                      <a:cubicBezTo>
                        <a:pt x="3824" y="3645"/>
                        <a:pt x="3529" y="3928"/>
                        <a:pt x="3181" y="3928"/>
                      </a:cubicBezTo>
                      <a:cubicBezTo>
                        <a:pt x="631" y="3928"/>
                        <a:pt x="631" y="3928"/>
                        <a:pt x="631" y="3928"/>
                      </a:cubicBezTo>
                      <a:cubicBezTo>
                        <a:pt x="283" y="3928"/>
                        <a:pt x="0" y="3645"/>
                        <a:pt x="0" y="3297"/>
                      </a:cubicBezTo>
                      <a:cubicBezTo>
                        <a:pt x="0" y="773"/>
                        <a:pt x="0" y="773"/>
                        <a:pt x="0" y="773"/>
                      </a:cubicBezTo>
                      <a:cubicBezTo>
                        <a:pt x="0" y="425"/>
                        <a:pt x="283" y="103"/>
                        <a:pt x="631" y="103"/>
                      </a:cubicBezTo>
                      <a:cubicBezTo>
                        <a:pt x="2650" y="103"/>
                        <a:pt x="2650" y="103"/>
                        <a:pt x="2650" y="103"/>
                      </a:cubicBezTo>
                      <a:cubicBezTo>
                        <a:pt x="2271" y="495"/>
                        <a:pt x="2271" y="495"/>
                        <a:pt x="2271" y="495"/>
                      </a:cubicBezTo>
                      <a:lnTo>
                        <a:pt x="770" y="49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 anchorCtr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7" name="组合 26"/>
              <p:cNvGrpSpPr/>
              <p:nvPr/>
            </p:nvGrpSpPr>
            <p:grpSpPr>
              <a:xfrm>
                <a:off x="5105426" y="3214039"/>
                <a:ext cx="965618" cy="966098"/>
                <a:chOff x="4777349" y="3344972"/>
                <a:chExt cx="965576" cy="965576"/>
              </a:xfrm>
            </p:grpSpPr>
            <p:sp>
              <p:nvSpPr>
                <p:cNvPr id="62" name="椭圆 27"/>
                <p:cNvSpPr/>
                <p:nvPr/>
              </p:nvSpPr>
              <p:spPr>
                <a:xfrm>
                  <a:off x="4777349" y="3344972"/>
                  <a:ext cx="965576" cy="965576"/>
                </a:xfrm>
                <a:prstGeom prst="ellipse">
                  <a:avLst/>
                </a:prstGeom>
                <a:solidFill>
                  <a:srgbClr val="2F5597"/>
                </a:solidFill>
                <a:ln w="28575" cap="flat">
                  <a:noFill/>
                  <a:prstDash val="solid"/>
                  <a:miter lim="800000"/>
                  <a:headEnd/>
                  <a:tailEnd/>
                </a:ln>
                <a:effectLst>
                  <a:outerShdw blurRad="228600" dist="228600" dir="5400000" algn="t" rotWithShape="0">
                    <a:schemeClr val="tx1">
                      <a:lumMod val="85000"/>
                      <a:lumOff val="15000"/>
                      <a:alpha val="28000"/>
                    </a:scheme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3" name="KSO_Shape"/>
                <p:cNvSpPr/>
                <p:nvPr/>
              </p:nvSpPr>
              <p:spPr bwMode="auto">
                <a:xfrm>
                  <a:off x="4974429" y="3534853"/>
                  <a:ext cx="546016" cy="509614"/>
                </a:xfrm>
                <a:custGeom>
                  <a:avLst/>
                  <a:gdLst>
                    <a:gd name="T0" fmla="*/ 1264650 w 2063750"/>
                    <a:gd name="T1" fmla="*/ 933236 h 1925638"/>
                    <a:gd name="T2" fmla="*/ 1205010 w 2063750"/>
                    <a:gd name="T3" fmla="*/ 981200 h 1925638"/>
                    <a:gd name="T4" fmla="*/ 1169637 w 2063750"/>
                    <a:gd name="T5" fmla="*/ 913641 h 1925638"/>
                    <a:gd name="T6" fmla="*/ 1863628 w 2063750"/>
                    <a:gd name="T7" fmla="*/ 619424 h 1925638"/>
                    <a:gd name="T8" fmla="*/ 1873035 w 2063750"/>
                    <a:gd name="T9" fmla="*/ 667280 h 1925638"/>
                    <a:gd name="T10" fmla="*/ 1691374 w 2063750"/>
                    <a:gd name="T11" fmla="*/ 669322 h 1925638"/>
                    <a:gd name="T12" fmla="*/ 1696077 w 2063750"/>
                    <a:gd name="T13" fmla="*/ 621175 h 1925638"/>
                    <a:gd name="T14" fmla="*/ 742063 w 2063750"/>
                    <a:gd name="T15" fmla="*/ 629637 h 1925638"/>
                    <a:gd name="T16" fmla="*/ 727975 w 2063750"/>
                    <a:gd name="T17" fmla="*/ 676034 h 1925638"/>
                    <a:gd name="T18" fmla="*/ 550987 w 2063750"/>
                    <a:gd name="T19" fmla="*/ 656483 h 1925638"/>
                    <a:gd name="T20" fmla="*/ 577990 w 2063750"/>
                    <a:gd name="T21" fmla="*/ 615922 h 1925638"/>
                    <a:gd name="T22" fmla="*/ 1273128 w 2063750"/>
                    <a:gd name="T23" fmla="*/ 560052 h 1925638"/>
                    <a:gd name="T24" fmla="*/ 1196826 w 2063750"/>
                    <a:gd name="T25" fmla="*/ 846374 h 1925638"/>
                    <a:gd name="T26" fmla="*/ 1157651 w 2063750"/>
                    <a:gd name="T27" fmla="*/ 551279 h 1925638"/>
                    <a:gd name="T28" fmla="*/ 1196634 w 2063750"/>
                    <a:gd name="T29" fmla="*/ 394965 h 1925638"/>
                    <a:gd name="T30" fmla="*/ 1004375 w 2063750"/>
                    <a:gd name="T31" fmla="*/ 453667 h 1925638"/>
                    <a:gd name="T32" fmla="*/ 916159 w 2063750"/>
                    <a:gd name="T33" fmla="*/ 617446 h 1925638"/>
                    <a:gd name="T34" fmla="*/ 942243 w 2063750"/>
                    <a:gd name="T35" fmla="*/ 775648 h 1925638"/>
                    <a:gd name="T36" fmla="*/ 1065042 w 2063750"/>
                    <a:gd name="T37" fmla="*/ 952636 h 1925638"/>
                    <a:gd name="T38" fmla="*/ 1352258 w 2063750"/>
                    <a:gd name="T39" fmla="*/ 1009577 h 1925638"/>
                    <a:gd name="T40" fmla="*/ 1456007 w 2063750"/>
                    <a:gd name="T41" fmla="*/ 831122 h 1925638"/>
                    <a:gd name="T42" fmla="*/ 1514915 w 2063750"/>
                    <a:gd name="T43" fmla="*/ 694346 h 1925638"/>
                    <a:gd name="T44" fmla="*/ 1484729 w 2063750"/>
                    <a:gd name="T45" fmla="*/ 506499 h 1925638"/>
                    <a:gd name="T46" fmla="*/ 1323829 w 2063750"/>
                    <a:gd name="T47" fmla="*/ 407879 h 1925638"/>
                    <a:gd name="T48" fmla="*/ 1277230 w 2063750"/>
                    <a:gd name="T49" fmla="*/ 330686 h 1925638"/>
                    <a:gd name="T50" fmla="*/ 1483556 w 2063750"/>
                    <a:gd name="T51" fmla="*/ 408467 h 1925638"/>
                    <a:gd name="T52" fmla="*/ 1585840 w 2063750"/>
                    <a:gd name="T53" fmla="*/ 598074 h 1925638"/>
                    <a:gd name="T54" fmla="*/ 1556532 w 2063750"/>
                    <a:gd name="T55" fmla="*/ 799717 h 1925638"/>
                    <a:gd name="T56" fmla="*/ 1444577 w 2063750"/>
                    <a:gd name="T57" fmla="*/ 953809 h 1925638"/>
                    <a:gd name="T58" fmla="*/ 1379514 w 2063750"/>
                    <a:gd name="T59" fmla="*/ 1234993 h 1925638"/>
                    <a:gd name="T60" fmla="*/ 1224769 w 2063750"/>
                    <a:gd name="T61" fmla="*/ 1299859 h 1925638"/>
                    <a:gd name="T62" fmla="*/ 973458 w 2063750"/>
                    <a:gd name="T63" fmla="*/ 1301550 h 1925638"/>
                    <a:gd name="T64" fmla="*/ 884643 w 2063750"/>
                    <a:gd name="T65" fmla="*/ 1352828 h 1925638"/>
                    <a:gd name="T66" fmla="*/ 1171315 w 2063750"/>
                    <a:gd name="T67" fmla="*/ 1381250 h 1925638"/>
                    <a:gd name="T68" fmla="*/ 1609826 w 2063750"/>
                    <a:gd name="T69" fmla="*/ 1205732 h 1925638"/>
                    <a:gd name="T70" fmla="*/ 1769285 w 2063750"/>
                    <a:gd name="T71" fmla="*/ 1202215 h 1925638"/>
                    <a:gd name="T72" fmla="*/ 1698033 w 2063750"/>
                    <a:gd name="T73" fmla="*/ 1343539 h 1925638"/>
                    <a:gd name="T74" fmla="*/ 1830840 w 2063750"/>
                    <a:gd name="T75" fmla="*/ 1309461 h 1925638"/>
                    <a:gd name="T76" fmla="*/ 1902362 w 2063750"/>
                    <a:gd name="T77" fmla="*/ 1344330 h 1925638"/>
                    <a:gd name="T78" fmla="*/ 1805632 w 2063750"/>
                    <a:gd name="T79" fmla="*/ 1426962 h 1925638"/>
                    <a:gd name="T80" fmla="*/ 1115916 w 2063750"/>
                    <a:gd name="T81" fmla="*/ 1759833 h 1925638"/>
                    <a:gd name="T82" fmla="*/ 544327 w 2063750"/>
                    <a:gd name="T83" fmla="*/ 1713829 h 1925638"/>
                    <a:gd name="T84" fmla="*/ 50124 w 2063750"/>
                    <a:gd name="T85" fmla="*/ 1388576 h 1925638"/>
                    <a:gd name="T86" fmla="*/ 277587 w 2063750"/>
                    <a:gd name="T87" fmla="*/ 1364841 h 1925638"/>
                    <a:gd name="T88" fmla="*/ 557812 w 2063750"/>
                    <a:gd name="T89" fmla="*/ 1209541 h 1925638"/>
                    <a:gd name="T90" fmla="*/ 1023426 w 2063750"/>
                    <a:gd name="T91" fmla="*/ 1057126 h 1925638"/>
                    <a:gd name="T92" fmla="*/ 919090 w 2063750"/>
                    <a:gd name="T93" fmla="*/ 864876 h 1925638"/>
                    <a:gd name="T94" fmla="*/ 854320 w 2063750"/>
                    <a:gd name="T95" fmla="*/ 707847 h 1925638"/>
                    <a:gd name="T96" fmla="*/ 887730 w 2063750"/>
                    <a:gd name="T97" fmla="*/ 478909 h 1925638"/>
                    <a:gd name="T98" fmla="*/ 1065042 w 2063750"/>
                    <a:gd name="T99" fmla="*/ 350938 h 1925638"/>
                    <a:gd name="T100" fmla="*/ 1690144 w 2063750"/>
                    <a:gd name="T101" fmla="*/ 203159 h 1925638"/>
                    <a:gd name="T102" fmla="*/ 1700127 w 2063750"/>
                    <a:gd name="T103" fmla="*/ 250943 h 1925638"/>
                    <a:gd name="T104" fmla="*/ 1558014 w 2063750"/>
                    <a:gd name="T105" fmla="*/ 348271 h 1925638"/>
                    <a:gd name="T106" fmla="*/ 1655497 w 2063750"/>
                    <a:gd name="T107" fmla="*/ 206383 h 1925638"/>
                    <a:gd name="T108" fmla="*/ 904489 w 2063750"/>
                    <a:gd name="T109" fmla="*/ 306056 h 1925638"/>
                    <a:gd name="T110" fmla="*/ 895180 w 2063750"/>
                    <a:gd name="T111" fmla="*/ 353841 h 1925638"/>
                    <a:gd name="T112" fmla="*/ 757001 w 2063750"/>
                    <a:gd name="T113" fmla="*/ 243028 h 1925638"/>
                    <a:gd name="T114" fmla="*/ 779982 w 2063750"/>
                    <a:gd name="T115" fmla="*/ 199933 h 1925638"/>
                    <a:gd name="T116" fmla="*/ 1248509 w 2063750"/>
                    <a:gd name="T117" fmla="*/ 28478 h 1925638"/>
                    <a:gd name="T118" fmla="*/ 1217149 w 2063750"/>
                    <a:gd name="T119" fmla="*/ 197882 h 1925638"/>
                    <a:gd name="T120" fmla="*/ 1185497 w 2063750"/>
                    <a:gd name="T121" fmla="*/ 28478 h 1925638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2063750" h="1925638">
                      <a:moveTo>
                        <a:pt x="1310496" y="957198"/>
                      </a:moveTo>
                      <a:lnTo>
                        <a:pt x="1315880" y="957198"/>
                      </a:lnTo>
                      <a:lnTo>
                        <a:pt x="1321581" y="957198"/>
                      </a:lnTo>
                      <a:lnTo>
                        <a:pt x="1326965" y="958465"/>
                      </a:lnTo>
                      <a:lnTo>
                        <a:pt x="1332032" y="959732"/>
                      </a:lnTo>
                      <a:lnTo>
                        <a:pt x="1337099" y="961316"/>
                      </a:lnTo>
                      <a:lnTo>
                        <a:pt x="1341850" y="963533"/>
                      </a:lnTo>
                      <a:lnTo>
                        <a:pt x="1346284" y="966383"/>
                      </a:lnTo>
                      <a:lnTo>
                        <a:pt x="1350718" y="969234"/>
                      </a:lnTo>
                      <a:lnTo>
                        <a:pt x="1354202" y="973035"/>
                      </a:lnTo>
                      <a:lnTo>
                        <a:pt x="1357685" y="976519"/>
                      </a:lnTo>
                      <a:lnTo>
                        <a:pt x="1360536" y="980637"/>
                      </a:lnTo>
                      <a:lnTo>
                        <a:pt x="1363386" y="985072"/>
                      </a:lnTo>
                      <a:lnTo>
                        <a:pt x="1365603" y="989506"/>
                      </a:lnTo>
                      <a:lnTo>
                        <a:pt x="1367503" y="994574"/>
                      </a:lnTo>
                      <a:lnTo>
                        <a:pt x="1369087" y="999959"/>
                      </a:lnTo>
                      <a:lnTo>
                        <a:pt x="1369720" y="1005344"/>
                      </a:lnTo>
                      <a:lnTo>
                        <a:pt x="1370037" y="1010728"/>
                      </a:lnTo>
                      <a:lnTo>
                        <a:pt x="1369720" y="1016113"/>
                      </a:lnTo>
                      <a:lnTo>
                        <a:pt x="1369087" y="1021181"/>
                      </a:lnTo>
                      <a:lnTo>
                        <a:pt x="1367503" y="1026566"/>
                      </a:lnTo>
                      <a:lnTo>
                        <a:pt x="1365603" y="1031634"/>
                      </a:lnTo>
                      <a:lnTo>
                        <a:pt x="1363386" y="1036385"/>
                      </a:lnTo>
                      <a:lnTo>
                        <a:pt x="1360536" y="1040503"/>
                      </a:lnTo>
                      <a:lnTo>
                        <a:pt x="1357685" y="1044620"/>
                      </a:lnTo>
                      <a:lnTo>
                        <a:pt x="1354202" y="1048738"/>
                      </a:lnTo>
                      <a:lnTo>
                        <a:pt x="1350718" y="1051906"/>
                      </a:lnTo>
                      <a:lnTo>
                        <a:pt x="1346284" y="1055073"/>
                      </a:lnTo>
                      <a:lnTo>
                        <a:pt x="1341850" y="1057290"/>
                      </a:lnTo>
                      <a:lnTo>
                        <a:pt x="1337099" y="1059507"/>
                      </a:lnTo>
                      <a:lnTo>
                        <a:pt x="1332032" y="1061408"/>
                      </a:lnTo>
                      <a:lnTo>
                        <a:pt x="1326965" y="1062675"/>
                      </a:lnTo>
                      <a:lnTo>
                        <a:pt x="1321581" y="1063308"/>
                      </a:lnTo>
                      <a:lnTo>
                        <a:pt x="1315880" y="1063625"/>
                      </a:lnTo>
                      <a:lnTo>
                        <a:pt x="1310496" y="1063308"/>
                      </a:lnTo>
                      <a:lnTo>
                        <a:pt x="1305428" y="1062675"/>
                      </a:lnTo>
                      <a:lnTo>
                        <a:pt x="1300361" y="1061408"/>
                      </a:lnTo>
                      <a:lnTo>
                        <a:pt x="1295294" y="1059507"/>
                      </a:lnTo>
                      <a:lnTo>
                        <a:pt x="1290543" y="1057290"/>
                      </a:lnTo>
                      <a:lnTo>
                        <a:pt x="1286109" y="1055073"/>
                      </a:lnTo>
                      <a:lnTo>
                        <a:pt x="1281992" y="1051906"/>
                      </a:lnTo>
                      <a:lnTo>
                        <a:pt x="1278191" y="1048738"/>
                      </a:lnTo>
                      <a:lnTo>
                        <a:pt x="1275024" y="1044620"/>
                      </a:lnTo>
                      <a:lnTo>
                        <a:pt x="1271857" y="1040503"/>
                      </a:lnTo>
                      <a:lnTo>
                        <a:pt x="1269324" y="1036385"/>
                      </a:lnTo>
                      <a:lnTo>
                        <a:pt x="1267107" y="1031634"/>
                      </a:lnTo>
                      <a:lnTo>
                        <a:pt x="1265206" y="1026566"/>
                      </a:lnTo>
                      <a:lnTo>
                        <a:pt x="1263940" y="1021181"/>
                      </a:lnTo>
                      <a:lnTo>
                        <a:pt x="1263306" y="1016113"/>
                      </a:lnTo>
                      <a:lnTo>
                        <a:pt x="1262989" y="1010728"/>
                      </a:lnTo>
                      <a:lnTo>
                        <a:pt x="1263306" y="1005344"/>
                      </a:lnTo>
                      <a:lnTo>
                        <a:pt x="1263940" y="999959"/>
                      </a:lnTo>
                      <a:lnTo>
                        <a:pt x="1265206" y="994574"/>
                      </a:lnTo>
                      <a:lnTo>
                        <a:pt x="1267107" y="989506"/>
                      </a:lnTo>
                      <a:lnTo>
                        <a:pt x="1269324" y="985072"/>
                      </a:lnTo>
                      <a:lnTo>
                        <a:pt x="1271857" y="980637"/>
                      </a:lnTo>
                      <a:lnTo>
                        <a:pt x="1275024" y="976519"/>
                      </a:lnTo>
                      <a:lnTo>
                        <a:pt x="1278191" y="973035"/>
                      </a:lnTo>
                      <a:lnTo>
                        <a:pt x="1281992" y="969234"/>
                      </a:lnTo>
                      <a:lnTo>
                        <a:pt x="1286109" y="966383"/>
                      </a:lnTo>
                      <a:lnTo>
                        <a:pt x="1290543" y="963533"/>
                      </a:lnTo>
                      <a:lnTo>
                        <a:pt x="1295294" y="961316"/>
                      </a:lnTo>
                      <a:lnTo>
                        <a:pt x="1300361" y="959732"/>
                      </a:lnTo>
                      <a:lnTo>
                        <a:pt x="1305428" y="958465"/>
                      </a:lnTo>
                      <a:lnTo>
                        <a:pt x="1310496" y="957198"/>
                      </a:lnTo>
                      <a:close/>
                      <a:moveTo>
                        <a:pt x="1856524" y="666750"/>
                      </a:moveTo>
                      <a:lnTo>
                        <a:pt x="2002690" y="666750"/>
                      </a:lnTo>
                      <a:lnTo>
                        <a:pt x="2005874" y="667066"/>
                      </a:lnTo>
                      <a:lnTo>
                        <a:pt x="2009695" y="667382"/>
                      </a:lnTo>
                      <a:lnTo>
                        <a:pt x="2012561" y="668330"/>
                      </a:lnTo>
                      <a:lnTo>
                        <a:pt x="2016064" y="669595"/>
                      </a:lnTo>
                      <a:lnTo>
                        <a:pt x="2018930" y="670859"/>
                      </a:lnTo>
                      <a:lnTo>
                        <a:pt x="2021796" y="672755"/>
                      </a:lnTo>
                      <a:lnTo>
                        <a:pt x="2024344" y="674335"/>
                      </a:lnTo>
                      <a:lnTo>
                        <a:pt x="2026891" y="676863"/>
                      </a:lnTo>
                      <a:lnTo>
                        <a:pt x="2029121" y="679076"/>
                      </a:lnTo>
                      <a:lnTo>
                        <a:pt x="2031031" y="681920"/>
                      </a:lnTo>
                      <a:lnTo>
                        <a:pt x="2032623" y="684764"/>
                      </a:lnTo>
                      <a:lnTo>
                        <a:pt x="2034216" y="687292"/>
                      </a:lnTo>
                      <a:lnTo>
                        <a:pt x="2035489" y="690769"/>
                      </a:lnTo>
                      <a:lnTo>
                        <a:pt x="2036126" y="693929"/>
                      </a:lnTo>
                      <a:lnTo>
                        <a:pt x="2036763" y="697405"/>
                      </a:lnTo>
                      <a:lnTo>
                        <a:pt x="2036763" y="700566"/>
                      </a:lnTo>
                      <a:lnTo>
                        <a:pt x="2036763" y="704358"/>
                      </a:lnTo>
                      <a:lnTo>
                        <a:pt x="2036126" y="707834"/>
                      </a:lnTo>
                      <a:lnTo>
                        <a:pt x="2035489" y="710995"/>
                      </a:lnTo>
                      <a:lnTo>
                        <a:pt x="2034216" y="714155"/>
                      </a:lnTo>
                      <a:lnTo>
                        <a:pt x="2032623" y="716999"/>
                      </a:lnTo>
                      <a:lnTo>
                        <a:pt x="2031031" y="720160"/>
                      </a:lnTo>
                      <a:lnTo>
                        <a:pt x="2029121" y="722688"/>
                      </a:lnTo>
                      <a:lnTo>
                        <a:pt x="2026891" y="724900"/>
                      </a:lnTo>
                      <a:lnTo>
                        <a:pt x="2024344" y="727112"/>
                      </a:lnTo>
                      <a:lnTo>
                        <a:pt x="2021796" y="729009"/>
                      </a:lnTo>
                      <a:lnTo>
                        <a:pt x="2018930" y="730905"/>
                      </a:lnTo>
                      <a:lnTo>
                        <a:pt x="2016064" y="732169"/>
                      </a:lnTo>
                      <a:lnTo>
                        <a:pt x="2012561" y="733433"/>
                      </a:lnTo>
                      <a:lnTo>
                        <a:pt x="2009695" y="734381"/>
                      </a:lnTo>
                      <a:lnTo>
                        <a:pt x="2005874" y="734697"/>
                      </a:lnTo>
                      <a:lnTo>
                        <a:pt x="2002690" y="735013"/>
                      </a:lnTo>
                      <a:lnTo>
                        <a:pt x="1856524" y="735013"/>
                      </a:lnTo>
                      <a:lnTo>
                        <a:pt x="1853339" y="734697"/>
                      </a:lnTo>
                      <a:lnTo>
                        <a:pt x="1849518" y="734381"/>
                      </a:lnTo>
                      <a:lnTo>
                        <a:pt x="1846652" y="733433"/>
                      </a:lnTo>
                      <a:lnTo>
                        <a:pt x="1843149" y="732169"/>
                      </a:lnTo>
                      <a:lnTo>
                        <a:pt x="1840283" y="730905"/>
                      </a:lnTo>
                      <a:lnTo>
                        <a:pt x="1837417" y="729009"/>
                      </a:lnTo>
                      <a:lnTo>
                        <a:pt x="1834870" y="727112"/>
                      </a:lnTo>
                      <a:lnTo>
                        <a:pt x="1832322" y="724900"/>
                      </a:lnTo>
                      <a:lnTo>
                        <a:pt x="1830093" y="722688"/>
                      </a:lnTo>
                      <a:lnTo>
                        <a:pt x="1828182" y="720160"/>
                      </a:lnTo>
                      <a:lnTo>
                        <a:pt x="1826590" y="716999"/>
                      </a:lnTo>
                      <a:lnTo>
                        <a:pt x="1824998" y="714155"/>
                      </a:lnTo>
                      <a:lnTo>
                        <a:pt x="1823724" y="710995"/>
                      </a:lnTo>
                      <a:lnTo>
                        <a:pt x="1823087" y="707834"/>
                      </a:lnTo>
                      <a:lnTo>
                        <a:pt x="1822450" y="704358"/>
                      </a:lnTo>
                      <a:lnTo>
                        <a:pt x="1822450" y="700566"/>
                      </a:lnTo>
                      <a:lnTo>
                        <a:pt x="1822450" y="697405"/>
                      </a:lnTo>
                      <a:lnTo>
                        <a:pt x="1823087" y="693929"/>
                      </a:lnTo>
                      <a:lnTo>
                        <a:pt x="1823724" y="690769"/>
                      </a:lnTo>
                      <a:lnTo>
                        <a:pt x="1824998" y="687292"/>
                      </a:lnTo>
                      <a:lnTo>
                        <a:pt x="1826590" y="684764"/>
                      </a:lnTo>
                      <a:lnTo>
                        <a:pt x="1828182" y="681920"/>
                      </a:lnTo>
                      <a:lnTo>
                        <a:pt x="1830093" y="679076"/>
                      </a:lnTo>
                      <a:lnTo>
                        <a:pt x="1832322" y="676863"/>
                      </a:lnTo>
                      <a:lnTo>
                        <a:pt x="1834870" y="674335"/>
                      </a:lnTo>
                      <a:lnTo>
                        <a:pt x="1837417" y="672755"/>
                      </a:lnTo>
                      <a:lnTo>
                        <a:pt x="1840283" y="670859"/>
                      </a:lnTo>
                      <a:lnTo>
                        <a:pt x="1843149" y="669595"/>
                      </a:lnTo>
                      <a:lnTo>
                        <a:pt x="1846652" y="668330"/>
                      </a:lnTo>
                      <a:lnTo>
                        <a:pt x="1849518" y="667382"/>
                      </a:lnTo>
                      <a:lnTo>
                        <a:pt x="1853339" y="667066"/>
                      </a:lnTo>
                      <a:lnTo>
                        <a:pt x="1856524" y="666750"/>
                      </a:lnTo>
                      <a:close/>
                      <a:moveTo>
                        <a:pt x="629654" y="666750"/>
                      </a:moveTo>
                      <a:lnTo>
                        <a:pt x="775285" y="666750"/>
                      </a:lnTo>
                      <a:lnTo>
                        <a:pt x="778783" y="667066"/>
                      </a:lnTo>
                      <a:lnTo>
                        <a:pt x="781962" y="667382"/>
                      </a:lnTo>
                      <a:lnTo>
                        <a:pt x="785460" y="668330"/>
                      </a:lnTo>
                      <a:lnTo>
                        <a:pt x="788640" y="669595"/>
                      </a:lnTo>
                      <a:lnTo>
                        <a:pt x="791819" y="670859"/>
                      </a:lnTo>
                      <a:lnTo>
                        <a:pt x="794363" y="672755"/>
                      </a:lnTo>
                      <a:lnTo>
                        <a:pt x="797225" y="674335"/>
                      </a:lnTo>
                      <a:lnTo>
                        <a:pt x="799451" y="676863"/>
                      </a:lnTo>
                      <a:lnTo>
                        <a:pt x="801677" y="679076"/>
                      </a:lnTo>
                      <a:lnTo>
                        <a:pt x="803902" y="681920"/>
                      </a:lnTo>
                      <a:lnTo>
                        <a:pt x="805492" y="684764"/>
                      </a:lnTo>
                      <a:lnTo>
                        <a:pt x="806764" y="687292"/>
                      </a:lnTo>
                      <a:lnTo>
                        <a:pt x="808036" y="690769"/>
                      </a:lnTo>
                      <a:lnTo>
                        <a:pt x="808990" y="693929"/>
                      </a:lnTo>
                      <a:lnTo>
                        <a:pt x="809626" y="697405"/>
                      </a:lnTo>
                      <a:lnTo>
                        <a:pt x="809626" y="700566"/>
                      </a:lnTo>
                      <a:lnTo>
                        <a:pt x="809626" y="704358"/>
                      </a:lnTo>
                      <a:lnTo>
                        <a:pt x="808990" y="707834"/>
                      </a:lnTo>
                      <a:lnTo>
                        <a:pt x="808036" y="710995"/>
                      </a:lnTo>
                      <a:lnTo>
                        <a:pt x="806764" y="714155"/>
                      </a:lnTo>
                      <a:lnTo>
                        <a:pt x="805492" y="716999"/>
                      </a:lnTo>
                      <a:lnTo>
                        <a:pt x="803902" y="720160"/>
                      </a:lnTo>
                      <a:lnTo>
                        <a:pt x="801677" y="722688"/>
                      </a:lnTo>
                      <a:lnTo>
                        <a:pt x="799451" y="724900"/>
                      </a:lnTo>
                      <a:lnTo>
                        <a:pt x="797225" y="727112"/>
                      </a:lnTo>
                      <a:lnTo>
                        <a:pt x="794363" y="729009"/>
                      </a:lnTo>
                      <a:lnTo>
                        <a:pt x="791819" y="730905"/>
                      </a:lnTo>
                      <a:lnTo>
                        <a:pt x="788640" y="732169"/>
                      </a:lnTo>
                      <a:lnTo>
                        <a:pt x="785460" y="733433"/>
                      </a:lnTo>
                      <a:lnTo>
                        <a:pt x="781962" y="734381"/>
                      </a:lnTo>
                      <a:lnTo>
                        <a:pt x="778783" y="734697"/>
                      </a:lnTo>
                      <a:lnTo>
                        <a:pt x="775285" y="735013"/>
                      </a:lnTo>
                      <a:lnTo>
                        <a:pt x="629654" y="735013"/>
                      </a:lnTo>
                      <a:lnTo>
                        <a:pt x="626156" y="734697"/>
                      </a:lnTo>
                      <a:lnTo>
                        <a:pt x="622976" y="734381"/>
                      </a:lnTo>
                      <a:lnTo>
                        <a:pt x="619479" y="733433"/>
                      </a:lnTo>
                      <a:lnTo>
                        <a:pt x="616299" y="732169"/>
                      </a:lnTo>
                      <a:lnTo>
                        <a:pt x="613119" y="730905"/>
                      </a:lnTo>
                      <a:lnTo>
                        <a:pt x="610576" y="729009"/>
                      </a:lnTo>
                      <a:lnTo>
                        <a:pt x="607714" y="727112"/>
                      </a:lnTo>
                      <a:lnTo>
                        <a:pt x="605488" y="724900"/>
                      </a:lnTo>
                      <a:lnTo>
                        <a:pt x="603262" y="722688"/>
                      </a:lnTo>
                      <a:lnTo>
                        <a:pt x="601036" y="720160"/>
                      </a:lnTo>
                      <a:lnTo>
                        <a:pt x="599447" y="716999"/>
                      </a:lnTo>
                      <a:lnTo>
                        <a:pt x="598175" y="714155"/>
                      </a:lnTo>
                      <a:lnTo>
                        <a:pt x="596903" y="710995"/>
                      </a:lnTo>
                      <a:lnTo>
                        <a:pt x="596267" y="707834"/>
                      </a:lnTo>
                      <a:lnTo>
                        <a:pt x="595313" y="704358"/>
                      </a:lnTo>
                      <a:lnTo>
                        <a:pt x="595313" y="700566"/>
                      </a:lnTo>
                      <a:lnTo>
                        <a:pt x="595313" y="697405"/>
                      </a:lnTo>
                      <a:lnTo>
                        <a:pt x="596267" y="693929"/>
                      </a:lnTo>
                      <a:lnTo>
                        <a:pt x="596903" y="690769"/>
                      </a:lnTo>
                      <a:lnTo>
                        <a:pt x="598175" y="687292"/>
                      </a:lnTo>
                      <a:lnTo>
                        <a:pt x="599447" y="684764"/>
                      </a:lnTo>
                      <a:lnTo>
                        <a:pt x="601036" y="681920"/>
                      </a:lnTo>
                      <a:lnTo>
                        <a:pt x="603262" y="679076"/>
                      </a:lnTo>
                      <a:lnTo>
                        <a:pt x="605488" y="676863"/>
                      </a:lnTo>
                      <a:lnTo>
                        <a:pt x="607714" y="674335"/>
                      </a:lnTo>
                      <a:lnTo>
                        <a:pt x="610576" y="672755"/>
                      </a:lnTo>
                      <a:lnTo>
                        <a:pt x="613119" y="670859"/>
                      </a:lnTo>
                      <a:lnTo>
                        <a:pt x="616299" y="669595"/>
                      </a:lnTo>
                      <a:lnTo>
                        <a:pt x="619479" y="668330"/>
                      </a:lnTo>
                      <a:lnTo>
                        <a:pt x="622976" y="667382"/>
                      </a:lnTo>
                      <a:lnTo>
                        <a:pt x="626156" y="667066"/>
                      </a:lnTo>
                      <a:lnTo>
                        <a:pt x="629654" y="666750"/>
                      </a:lnTo>
                      <a:close/>
                      <a:moveTo>
                        <a:pt x="1315880" y="528637"/>
                      </a:moveTo>
                      <a:lnTo>
                        <a:pt x="1321897" y="528954"/>
                      </a:lnTo>
                      <a:lnTo>
                        <a:pt x="1327598" y="529904"/>
                      </a:lnTo>
                      <a:lnTo>
                        <a:pt x="1333615" y="531805"/>
                      </a:lnTo>
                      <a:lnTo>
                        <a:pt x="1339316" y="534655"/>
                      </a:lnTo>
                      <a:lnTo>
                        <a:pt x="1345017" y="537823"/>
                      </a:lnTo>
                      <a:lnTo>
                        <a:pt x="1350084" y="541941"/>
                      </a:lnTo>
                      <a:lnTo>
                        <a:pt x="1354835" y="546375"/>
                      </a:lnTo>
                      <a:lnTo>
                        <a:pt x="1359586" y="551760"/>
                      </a:lnTo>
                      <a:lnTo>
                        <a:pt x="1364020" y="557778"/>
                      </a:lnTo>
                      <a:lnTo>
                        <a:pt x="1367503" y="564430"/>
                      </a:lnTo>
                      <a:lnTo>
                        <a:pt x="1370987" y="571398"/>
                      </a:lnTo>
                      <a:lnTo>
                        <a:pt x="1373837" y="579634"/>
                      </a:lnTo>
                      <a:lnTo>
                        <a:pt x="1375104" y="583751"/>
                      </a:lnTo>
                      <a:lnTo>
                        <a:pt x="1376371" y="588186"/>
                      </a:lnTo>
                      <a:lnTo>
                        <a:pt x="1377955" y="597055"/>
                      </a:lnTo>
                      <a:lnTo>
                        <a:pt x="1379222" y="606557"/>
                      </a:lnTo>
                      <a:lnTo>
                        <a:pt x="1379538" y="616377"/>
                      </a:lnTo>
                      <a:lnTo>
                        <a:pt x="1379222" y="627463"/>
                      </a:lnTo>
                      <a:lnTo>
                        <a:pt x="1378905" y="637915"/>
                      </a:lnTo>
                      <a:lnTo>
                        <a:pt x="1378588" y="647101"/>
                      </a:lnTo>
                      <a:lnTo>
                        <a:pt x="1377955" y="655970"/>
                      </a:lnTo>
                      <a:lnTo>
                        <a:pt x="1376054" y="673074"/>
                      </a:lnTo>
                      <a:lnTo>
                        <a:pt x="1373204" y="690179"/>
                      </a:lnTo>
                      <a:lnTo>
                        <a:pt x="1370037" y="706967"/>
                      </a:lnTo>
                      <a:lnTo>
                        <a:pt x="1366237" y="725021"/>
                      </a:lnTo>
                      <a:lnTo>
                        <a:pt x="1361803" y="745293"/>
                      </a:lnTo>
                      <a:lnTo>
                        <a:pt x="1357369" y="769366"/>
                      </a:lnTo>
                      <a:lnTo>
                        <a:pt x="1352301" y="797873"/>
                      </a:lnTo>
                      <a:lnTo>
                        <a:pt x="1346917" y="830815"/>
                      </a:lnTo>
                      <a:lnTo>
                        <a:pt x="1344384" y="849503"/>
                      </a:lnTo>
                      <a:lnTo>
                        <a:pt x="1341533" y="870092"/>
                      </a:lnTo>
                      <a:lnTo>
                        <a:pt x="1338683" y="892264"/>
                      </a:lnTo>
                      <a:lnTo>
                        <a:pt x="1335832" y="916654"/>
                      </a:lnTo>
                      <a:lnTo>
                        <a:pt x="1296561" y="916654"/>
                      </a:lnTo>
                      <a:lnTo>
                        <a:pt x="1293710" y="892264"/>
                      </a:lnTo>
                      <a:lnTo>
                        <a:pt x="1290860" y="870092"/>
                      </a:lnTo>
                      <a:lnTo>
                        <a:pt x="1288326" y="849820"/>
                      </a:lnTo>
                      <a:lnTo>
                        <a:pt x="1285792" y="831132"/>
                      </a:lnTo>
                      <a:lnTo>
                        <a:pt x="1280092" y="797873"/>
                      </a:lnTo>
                      <a:lnTo>
                        <a:pt x="1275341" y="769366"/>
                      </a:lnTo>
                      <a:lnTo>
                        <a:pt x="1270590" y="745293"/>
                      </a:lnTo>
                      <a:lnTo>
                        <a:pt x="1266473" y="725021"/>
                      </a:lnTo>
                      <a:lnTo>
                        <a:pt x="1262356" y="706967"/>
                      </a:lnTo>
                      <a:lnTo>
                        <a:pt x="1258872" y="690179"/>
                      </a:lnTo>
                      <a:lnTo>
                        <a:pt x="1256339" y="673074"/>
                      </a:lnTo>
                      <a:lnTo>
                        <a:pt x="1254438" y="655970"/>
                      </a:lnTo>
                      <a:lnTo>
                        <a:pt x="1253805" y="647101"/>
                      </a:lnTo>
                      <a:lnTo>
                        <a:pt x="1252855" y="637915"/>
                      </a:lnTo>
                      <a:lnTo>
                        <a:pt x="1252538" y="627463"/>
                      </a:lnTo>
                      <a:lnTo>
                        <a:pt x="1252538" y="616377"/>
                      </a:lnTo>
                      <a:lnTo>
                        <a:pt x="1252855" y="606557"/>
                      </a:lnTo>
                      <a:lnTo>
                        <a:pt x="1254122" y="597055"/>
                      </a:lnTo>
                      <a:lnTo>
                        <a:pt x="1255705" y="588186"/>
                      </a:lnTo>
                      <a:lnTo>
                        <a:pt x="1256972" y="583751"/>
                      </a:lnTo>
                      <a:lnTo>
                        <a:pt x="1258239" y="579634"/>
                      </a:lnTo>
                      <a:lnTo>
                        <a:pt x="1261406" y="571398"/>
                      </a:lnTo>
                      <a:lnTo>
                        <a:pt x="1264573" y="564430"/>
                      </a:lnTo>
                      <a:lnTo>
                        <a:pt x="1268374" y="557778"/>
                      </a:lnTo>
                      <a:lnTo>
                        <a:pt x="1272807" y="551760"/>
                      </a:lnTo>
                      <a:lnTo>
                        <a:pt x="1277241" y="546375"/>
                      </a:lnTo>
                      <a:lnTo>
                        <a:pt x="1281992" y="541941"/>
                      </a:lnTo>
                      <a:lnTo>
                        <a:pt x="1287376" y="537823"/>
                      </a:lnTo>
                      <a:lnTo>
                        <a:pt x="1293077" y="534655"/>
                      </a:lnTo>
                      <a:lnTo>
                        <a:pt x="1298778" y="531805"/>
                      </a:lnTo>
                      <a:lnTo>
                        <a:pt x="1304162" y="529904"/>
                      </a:lnTo>
                      <a:lnTo>
                        <a:pt x="1310179" y="528954"/>
                      </a:lnTo>
                      <a:lnTo>
                        <a:pt x="1315880" y="528637"/>
                      </a:lnTo>
                      <a:close/>
                      <a:moveTo>
                        <a:pt x="1316038" y="427125"/>
                      </a:moveTo>
                      <a:lnTo>
                        <a:pt x="1306196" y="427443"/>
                      </a:lnTo>
                      <a:lnTo>
                        <a:pt x="1296353" y="427761"/>
                      </a:lnTo>
                      <a:lnTo>
                        <a:pt x="1283971" y="428715"/>
                      </a:lnTo>
                      <a:lnTo>
                        <a:pt x="1269048" y="430622"/>
                      </a:lnTo>
                      <a:lnTo>
                        <a:pt x="1252221" y="432529"/>
                      </a:lnTo>
                      <a:lnTo>
                        <a:pt x="1233806" y="435390"/>
                      </a:lnTo>
                      <a:lnTo>
                        <a:pt x="1224281" y="437615"/>
                      </a:lnTo>
                      <a:lnTo>
                        <a:pt x="1214121" y="439523"/>
                      </a:lnTo>
                      <a:lnTo>
                        <a:pt x="1204278" y="441748"/>
                      </a:lnTo>
                      <a:lnTo>
                        <a:pt x="1193483" y="444609"/>
                      </a:lnTo>
                      <a:lnTo>
                        <a:pt x="1183323" y="447470"/>
                      </a:lnTo>
                      <a:lnTo>
                        <a:pt x="1172528" y="450967"/>
                      </a:lnTo>
                      <a:lnTo>
                        <a:pt x="1161733" y="454463"/>
                      </a:lnTo>
                      <a:lnTo>
                        <a:pt x="1150938" y="458914"/>
                      </a:lnTo>
                      <a:lnTo>
                        <a:pt x="1140143" y="463364"/>
                      </a:lnTo>
                      <a:lnTo>
                        <a:pt x="1129348" y="467814"/>
                      </a:lnTo>
                      <a:lnTo>
                        <a:pt x="1118871" y="473218"/>
                      </a:lnTo>
                      <a:lnTo>
                        <a:pt x="1108393" y="478940"/>
                      </a:lnTo>
                      <a:lnTo>
                        <a:pt x="1097916" y="484980"/>
                      </a:lnTo>
                      <a:lnTo>
                        <a:pt x="1088073" y="491338"/>
                      </a:lnTo>
                      <a:lnTo>
                        <a:pt x="1078231" y="498331"/>
                      </a:lnTo>
                      <a:lnTo>
                        <a:pt x="1069023" y="505960"/>
                      </a:lnTo>
                      <a:lnTo>
                        <a:pt x="1059498" y="514225"/>
                      </a:lnTo>
                      <a:lnTo>
                        <a:pt x="1050926" y="522808"/>
                      </a:lnTo>
                      <a:lnTo>
                        <a:pt x="1043623" y="530755"/>
                      </a:lnTo>
                      <a:lnTo>
                        <a:pt x="1036638" y="539656"/>
                      </a:lnTo>
                      <a:lnTo>
                        <a:pt x="1029971" y="548557"/>
                      </a:lnTo>
                      <a:lnTo>
                        <a:pt x="1023938" y="557775"/>
                      </a:lnTo>
                      <a:lnTo>
                        <a:pt x="1018541" y="567312"/>
                      </a:lnTo>
                      <a:lnTo>
                        <a:pt x="1013461" y="577166"/>
                      </a:lnTo>
                      <a:lnTo>
                        <a:pt x="1009333" y="587656"/>
                      </a:lnTo>
                      <a:lnTo>
                        <a:pt x="1005206" y="598464"/>
                      </a:lnTo>
                      <a:lnTo>
                        <a:pt x="1001713" y="608954"/>
                      </a:lnTo>
                      <a:lnTo>
                        <a:pt x="998856" y="620398"/>
                      </a:lnTo>
                      <a:lnTo>
                        <a:pt x="996633" y="632160"/>
                      </a:lnTo>
                      <a:lnTo>
                        <a:pt x="994728" y="643922"/>
                      </a:lnTo>
                      <a:lnTo>
                        <a:pt x="993458" y="656319"/>
                      </a:lnTo>
                      <a:lnTo>
                        <a:pt x="992506" y="668716"/>
                      </a:lnTo>
                      <a:lnTo>
                        <a:pt x="992506" y="681750"/>
                      </a:lnTo>
                      <a:lnTo>
                        <a:pt x="992506" y="694783"/>
                      </a:lnTo>
                      <a:lnTo>
                        <a:pt x="993141" y="707498"/>
                      </a:lnTo>
                      <a:lnTo>
                        <a:pt x="994093" y="719260"/>
                      </a:lnTo>
                      <a:lnTo>
                        <a:pt x="994728" y="730704"/>
                      </a:lnTo>
                      <a:lnTo>
                        <a:pt x="996316" y="741829"/>
                      </a:lnTo>
                      <a:lnTo>
                        <a:pt x="997586" y="752002"/>
                      </a:lnTo>
                      <a:lnTo>
                        <a:pt x="998856" y="762174"/>
                      </a:lnTo>
                      <a:lnTo>
                        <a:pt x="1000443" y="771393"/>
                      </a:lnTo>
                      <a:lnTo>
                        <a:pt x="1002031" y="780611"/>
                      </a:lnTo>
                      <a:lnTo>
                        <a:pt x="1003936" y="789194"/>
                      </a:lnTo>
                      <a:lnTo>
                        <a:pt x="1005841" y="797777"/>
                      </a:lnTo>
                      <a:lnTo>
                        <a:pt x="1008063" y="805724"/>
                      </a:lnTo>
                      <a:lnTo>
                        <a:pt x="1010603" y="813035"/>
                      </a:lnTo>
                      <a:lnTo>
                        <a:pt x="1012826" y="820347"/>
                      </a:lnTo>
                      <a:lnTo>
                        <a:pt x="1015683" y="827022"/>
                      </a:lnTo>
                      <a:lnTo>
                        <a:pt x="1018223" y="833698"/>
                      </a:lnTo>
                      <a:lnTo>
                        <a:pt x="1020763" y="840055"/>
                      </a:lnTo>
                      <a:lnTo>
                        <a:pt x="1023621" y="846095"/>
                      </a:lnTo>
                      <a:lnTo>
                        <a:pt x="1026478" y="851817"/>
                      </a:lnTo>
                      <a:lnTo>
                        <a:pt x="1032828" y="862943"/>
                      </a:lnTo>
                      <a:lnTo>
                        <a:pt x="1039496" y="872797"/>
                      </a:lnTo>
                      <a:lnTo>
                        <a:pt x="1046481" y="882652"/>
                      </a:lnTo>
                      <a:lnTo>
                        <a:pt x="1053466" y="891552"/>
                      </a:lnTo>
                      <a:lnTo>
                        <a:pt x="1061086" y="900135"/>
                      </a:lnTo>
                      <a:lnTo>
                        <a:pt x="1076643" y="917301"/>
                      </a:lnTo>
                      <a:lnTo>
                        <a:pt x="1091883" y="934467"/>
                      </a:lnTo>
                      <a:lnTo>
                        <a:pt x="1099821" y="943367"/>
                      </a:lnTo>
                      <a:lnTo>
                        <a:pt x="1107441" y="952904"/>
                      </a:lnTo>
                      <a:lnTo>
                        <a:pt x="1115061" y="962758"/>
                      </a:lnTo>
                      <a:lnTo>
                        <a:pt x="1122681" y="973566"/>
                      </a:lnTo>
                      <a:lnTo>
                        <a:pt x="1129983" y="985010"/>
                      </a:lnTo>
                      <a:lnTo>
                        <a:pt x="1136968" y="996772"/>
                      </a:lnTo>
                      <a:lnTo>
                        <a:pt x="1143953" y="1009805"/>
                      </a:lnTo>
                      <a:lnTo>
                        <a:pt x="1150938" y="1024427"/>
                      </a:lnTo>
                      <a:lnTo>
                        <a:pt x="1153796" y="1031739"/>
                      </a:lnTo>
                      <a:lnTo>
                        <a:pt x="1157288" y="1039686"/>
                      </a:lnTo>
                      <a:lnTo>
                        <a:pt x="1160146" y="1047633"/>
                      </a:lnTo>
                      <a:lnTo>
                        <a:pt x="1162686" y="1056216"/>
                      </a:lnTo>
                      <a:lnTo>
                        <a:pt x="1165543" y="1064799"/>
                      </a:lnTo>
                      <a:lnTo>
                        <a:pt x="1168083" y="1074017"/>
                      </a:lnTo>
                      <a:lnTo>
                        <a:pt x="1170941" y="1083554"/>
                      </a:lnTo>
                      <a:lnTo>
                        <a:pt x="1173163" y="1093408"/>
                      </a:lnTo>
                      <a:lnTo>
                        <a:pt x="1175386" y="1103580"/>
                      </a:lnTo>
                      <a:lnTo>
                        <a:pt x="1177608" y="1114388"/>
                      </a:lnTo>
                      <a:lnTo>
                        <a:pt x="1179513" y="1125196"/>
                      </a:lnTo>
                      <a:lnTo>
                        <a:pt x="1181418" y="1136958"/>
                      </a:lnTo>
                      <a:lnTo>
                        <a:pt x="1181680" y="1141412"/>
                      </a:lnTo>
                      <a:lnTo>
                        <a:pt x="1456680" y="1141412"/>
                      </a:lnTo>
                      <a:lnTo>
                        <a:pt x="1456691" y="1136958"/>
                      </a:lnTo>
                      <a:lnTo>
                        <a:pt x="1458596" y="1125196"/>
                      </a:lnTo>
                      <a:lnTo>
                        <a:pt x="1460818" y="1114388"/>
                      </a:lnTo>
                      <a:lnTo>
                        <a:pt x="1462723" y="1103580"/>
                      </a:lnTo>
                      <a:lnTo>
                        <a:pt x="1464946" y="1093408"/>
                      </a:lnTo>
                      <a:lnTo>
                        <a:pt x="1467486" y="1083554"/>
                      </a:lnTo>
                      <a:lnTo>
                        <a:pt x="1470026" y="1074017"/>
                      </a:lnTo>
                      <a:lnTo>
                        <a:pt x="1472883" y="1064799"/>
                      </a:lnTo>
                      <a:lnTo>
                        <a:pt x="1475423" y="1056216"/>
                      </a:lnTo>
                      <a:lnTo>
                        <a:pt x="1478281" y="1047633"/>
                      </a:lnTo>
                      <a:lnTo>
                        <a:pt x="1481456" y="1039686"/>
                      </a:lnTo>
                      <a:lnTo>
                        <a:pt x="1484313" y="1031739"/>
                      </a:lnTo>
                      <a:lnTo>
                        <a:pt x="1487806" y="1024427"/>
                      </a:lnTo>
                      <a:lnTo>
                        <a:pt x="1494156" y="1009805"/>
                      </a:lnTo>
                      <a:lnTo>
                        <a:pt x="1501141" y="996772"/>
                      </a:lnTo>
                      <a:lnTo>
                        <a:pt x="1508443" y="985010"/>
                      </a:lnTo>
                      <a:lnTo>
                        <a:pt x="1515746" y="973566"/>
                      </a:lnTo>
                      <a:lnTo>
                        <a:pt x="1523048" y="962758"/>
                      </a:lnTo>
                      <a:lnTo>
                        <a:pt x="1530986" y="952904"/>
                      </a:lnTo>
                      <a:lnTo>
                        <a:pt x="1538606" y="943367"/>
                      </a:lnTo>
                      <a:lnTo>
                        <a:pt x="1546543" y="934467"/>
                      </a:lnTo>
                      <a:lnTo>
                        <a:pt x="1561466" y="917301"/>
                      </a:lnTo>
                      <a:lnTo>
                        <a:pt x="1577341" y="900135"/>
                      </a:lnTo>
                      <a:lnTo>
                        <a:pt x="1584643" y="891552"/>
                      </a:lnTo>
                      <a:lnTo>
                        <a:pt x="1591946" y="882652"/>
                      </a:lnTo>
                      <a:lnTo>
                        <a:pt x="1598613" y="872797"/>
                      </a:lnTo>
                      <a:lnTo>
                        <a:pt x="1605281" y="862943"/>
                      </a:lnTo>
                      <a:lnTo>
                        <a:pt x="1611631" y="851817"/>
                      </a:lnTo>
                      <a:lnTo>
                        <a:pt x="1614806" y="846095"/>
                      </a:lnTo>
                      <a:lnTo>
                        <a:pt x="1617346" y="840055"/>
                      </a:lnTo>
                      <a:lnTo>
                        <a:pt x="1620203" y="833698"/>
                      </a:lnTo>
                      <a:lnTo>
                        <a:pt x="1623061" y="827022"/>
                      </a:lnTo>
                      <a:lnTo>
                        <a:pt x="1625283" y="820347"/>
                      </a:lnTo>
                      <a:lnTo>
                        <a:pt x="1628141" y="813035"/>
                      </a:lnTo>
                      <a:lnTo>
                        <a:pt x="1630046" y="805724"/>
                      </a:lnTo>
                      <a:lnTo>
                        <a:pt x="1632268" y="797777"/>
                      </a:lnTo>
                      <a:lnTo>
                        <a:pt x="1634491" y="789194"/>
                      </a:lnTo>
                      <a:lnTo>
                        <a:pt x="1636396" y="780611"/>
                      </a:lnTo>
                      <a:lnTo>
                        <a:pt x="1637983" y="771393"/>
                      </a:lnTo>
                      <a:lnTo>
                        <a:pt x="1639571" y="762174"/>
                      </a:lnTo>
                      <a:lnTo>
                        <a:pt x="1641158" y="752002"/>
                      </a:lnTo>
                      <a:lnTo>
                        <a:pt x="1642428" y="741829"/>
                      </a:lnTo>
                      <a:lnTo>
                        <a:pt x="1643381" y="730704"/>
                      </a:lnTo>
                      <a:lnTo>
                        <a:pt x="1644333" y="719260"/>
                      </a:lnTo>
                      <a:lnTo>
                        <a:pt x="1644968" y="707498"/>
                      </a:lnTo>
                      <a:lnTo>
                        <a:pt x="1645603" y="694783"/>
                      </a:lnTo>
                      <a:lnTo>
                        <a:pt x="1645921" y="681750"/>
                      </a:lnTo>
                      <a:lnTo>
                        <a:pt x="1645603" y="668716"/>
                      </a:lnTo>
                      <a:lnTo>
                        <a:pt x="1644968" y="656319"/>
                      </a:lnTo>
                      <a:lnTo>
                        <a:pt x="1643698" y="643922"/>
                      </a:lnTo>
                      <a:lnTo>
                        <a:pt x="1641793" y="632160"/>
                      </a:lnTo>
                      <a:lnTo>
                        <a:pt x="1639253" y="620398"/>
                      </a:lnTo>
                      <a:lnTo>
                        <a:pt x="1636396" y="608954"/>
                      </a:lnTo>
                      <a:lnTo>
                        <a:pt x="1632903" y="598464"/>
                      </a:lnTo>
                      <a:lnTo>
                        <a:pt x="1629411" y="587656"/>
                      </a:lnTo>
                      <a:lnTo>
                        <a:pt x="1624648" y="577166"/>
                      </a:lnTo>
                      <a:lnTo>
                        <a:pt x="1619568" y="567312"/>
                      </a:lnTo>
                      <a:lnTo>
                        <a:pt x="1614488" y="557775"/>
                      </a:lnTo>
                      <a:lnTo>
                        <a:pt x="1608456" y="548557"/>
                      </a:lnTo>
                      <a:lnTo>
                        <a:pt x="1602106" y="539656"/>
                      </a:lnTo>
                      <a:lnTo>
                        <a:pt x="1595121" y="530755"/>
                      </a:lnTo>
                      <a:lnTo>
                        <a:pt x="1587183" y="522808"/>
                      </a:lnTo>
                      <a:lnTo>
                        <a:pt x="1578611" y="514225"/>
                      </a:lnTo>
                      <a:lnTo>
                        <a:pt x="1569721" y="505960"/>
                      </a:lnTo>
                      <a:lnTo>
                        <a:pt x="1559878" y="498331"/>
                      </a:lnTo>
                      <a:lnTo>
                        <a:pt x="1550353" y="491338"/>
                      </a:lnTo>
                      <a:lnTo>
                        <a:pt x="1540193" y="484980"/>
                      </a:lnTo>
                      <a:lnTo>
                        <a:pt x="1529716" y="478622"/>
                      </a:lnTo>
                      <a:lnTo>
                        <a:pt x="1519556" y="473218"/>
                      </a:lnTo>
                      <a:lnTo>
                        <a:pt x="1508761" y="467814"/>
                      </a:lnTo>
                      <a:lnTo>
                        <a:pt x="1497966" y="463046"/>
                      </a:lnTo>
                      <a:lnTo>
                        <a:pt x="1487488" y="458596"/>
                      </a:lnTo>
                      <a:lnTo>
                        <a:pt x="1476376" y="454463"/>
                      </a:lnTo>
                      <a:lnTo>
                        <a:pt x="1465581" y="450967"/>
                      </a:lnTo>
                      <a:lnTo>
                        <a:pt x="1455103" y="447470"/>
                      </a:lnTo>
                      <a:lnTo>
                        <a:pt x="1444308" y="444609"/>
                      </a:lnTo>
                      <a:lnTo>
                        <a:pt x="1434148" y="441748"/>
                      </a:lnTo>
                      <a:lnTo>
                        <a:pt x="1423988" y="439523"/>
                      </a:lnTo>
                      <a:lnTo>
                        <a:pt x="1413828" y="437615"/>
                      </a:lnTo>
                      <a:lnTo>
                        <a:pt x="1404303" y="435390"/>
                      </a:lnTo>
                      <a:lnTo>
                        <a:pt x="1385888" y="432529"/>
                      </a:lnTo>
                      <a:lnTo>
                        <a:pt x="1369061" y="430304"/>
                      </a:lnTo>
                      <a:lnTo>
                        <a:pt x="1354456" y="428715"/>
                      </a:lnTo>
                      <a:lnTo>
                        <a:pt x="1342073" y="427761"/>
                      </a:lnTo>
                      <a:lnTo>
                        <a:pt x="1332866" y="427443"/>
                      </a:lnTo>
                      <a:lnTo>
                        <a:pt x="1323023" y="427125"/>
                      </a:lnTo>
                      <a:lnTo>
                        <a:pt x="1316038" y="427125"/>
                      </a:lnTo>
                      <a:close/>
                      <a:moveTo>
                        <a:pt x="1309371" y="354012"/>
                      </a:moveTo>
                      <a:lnTo>
                        <a:pt x="1315403" y="354012"/>
                      </a:lnTo>
                      <a:lnTo>
                        <a:pt x="1322071" y="354012"/>
                      </a:lnTo>
                      <a:lnTo>
                        <a:pt x="1328103" y="354012"/>
                      </a:lnTo>
                      <a:lnTo>
                        <a:pt x="1337628" y="354330"/>
                      </a:lnTo>
                      <a:lnTo>
                        <a:pt x="1350011" y="354966"/>
                      </a:lnTo>
                      <a:lnTo>
                        <a:pt x="1365568" y="356237"/>
                      </a:lnTo>
                      <a:lnTo>
                        <a:pt x="1383666" y="358145"/>
                      </a:lnTo>
                      <a:lnTo>
                        <a:pt x="1403351" y="361006"/>
                      </a:lnTo>
                      <a:lnTo>
                        <a:pt x="1413828" y="362913"/>
                      </a:lnTo>
                      <a:lnTo>
                        <a:pt x="1424941" y="364820"/>
                      </a:lnTo>
                      <a:lnTo>
                        <a:pt x="1436371" y="367363"/>
                      </a:lnTo>
                      <a:lnTo>
                        <a:pt x="1448118" y="369906"/>
                      </a:lnTo>
                      <a:lnTo>
                        <a:pt x="1460183" y="373085"/>
                      </a:lnTo>
                      <a:lnTo>
                        <a:pt x="1471931" y="376264"/>
                      </a:lnTo>
                      <a:lnTo>
                        <a:pt x="1484313" y="380079"/>
                      </a:lnTo>
                      <a:lnTo>
                        <a:pt x="1497013" y="383893"/>
                      </a:lnTo>
                      <a:lnTo>
                        <a:pt x="1509396" y="388661"/>
                      </a:lnTo>
                      <a:lnTo>
                        <a:pt x="1522096" y="393748"/>
                      </a:lnTo>
                      <a:lnTo>
                        <a:pt x="1534478" y="399152"/>
                      </a:lnTo>
                      <a:lnTo>
                        <a:pt x="1547178" y="405191"/>
                      </a:lnTo>
                      <a:lnTo>
                        <a:pt x="1559561" y="411549"/>
                      </a:lnTo>
                      <a:lnTo>
                        <a:pt x="1571943" y="418542"/>
                      </a:lnTo>
                      <a:lnTo>
                        <a:pt x="1584008" y="425854"/>
                      </a:lnTo>
                      <a:lnTo>
                        <a:pt x="1595756" y="433801"/>
                      </a:lnTo>
                      <a:lnTo>
                        <a:pt x="1607186" y="442384"/>
                      </a:lnTo>
                      <a:lnTo>
                        <a:pt x="1618616" y="451602"/>
                      </a:lnTo>
                      <a:lnTo>
                        <a:pt x="1629728" y="461139"/>
                      </a:lnTo>
                      <a:lnTo>
                        <a:pt x="1640206" y="471629"/>
                      </a:lnTo>
                      <a:lnTo>
                        <a:pt x="1650366" y="483073"/>
                      </a:lnTo>
                      <a:lnTo>
                        <a:pt x="1659891" y="494199"/>
                      </a:lnTo>
                      <a:lnTo>
                        <a:pt x="1668463" y="506278"/>
                      </a:lnTo>
                      <a:lnTo>
                        <a:pt x="1672591" y="512318"/>
                      </a:lnTo>
                      <a:lnTo>
                        <a:pt x="1676401" y="518676"/>
                      </a:lnTo>
                      <a:lnTo>
                        <a:pt x="1680211" y="525033"/>
                      </a:lnTo>
                      <a:lnTo>
                        <a:pt x="1683703" y="531391"/>
                      </a:lnTo>
                      <a:lnTo>
                        <a:pt x="1690371" y="544424"/>
                      </a:lnTo>
                      <a:lnTo>
                        <a:pt x="1696403" y="558093"/>
                      </a:lnTo>
                      <a:lnTo>
                        <a:pt x="1701801" y="572398"/>
                      </a:lnTo>
                      <a:lnTo>
                        <a:pt x="1706563" y="586703"/>
                      </a:lnTo>
                      <a:lnTo>
                        <a:pt x="1710056" y="601325"/>
                      </a:lnTo>
                      <a:lnTo>
                        <a:pt x="1713548" y="616266"/>
                      </a:lnTo>
                      <a:lnTo>
                        <a:pt x="1715771" y="631842"/>
                      </a:lnTo>
                      <a:lnTo>
                        <a:pt x="1717993" y="647736"/>
                      </a:lnTo>
                      <a:lnTo>
                        <a:pt x="1718946" y="663948"/>
                      </a:lnTo>
                      <a:lnTo>
                        <a:pt x="1719263" y="680478"/>
                      </a:lnTo>
                      <a:lnTo>
                        <a:pt x="1718946" y="697644"/>
                      </a:lnTo>
                      <a:lnTo>
                        <a:pt x="1718311" y="712584"/>
                      </a:lnTo>
                      <a:lnTo>
                        <a:pt x="1717041" y="727207"/>
                      </a:lnTo>
                      <a:lnTo>
                        <a:pt x="1716088" y="740876"/>
                      </a:lnTo>
                      <a:lnTo>
                        <a:pt x="1714501" y="753909"/>
                      </a:lnTo>
                      <a:lnTo>
                        <a:pt x="1712913" y="766624"/>
                      </a:lnTo>
                      <a:lnTo>
                        <a:pt x="1711326" y="778704"/>
                      </a:lnTo>
                      <a:lnTo>
                        <a:pt x="1709103" y="790148"/>
                      </a:lnTo>
                      <a:lnTo>
                        <a:pt x="1706881" y="801274"/>
                      </a:lnTo>
                      <a:lnTo>
                        <a:pt x="1704658" y="812082"/>
                      </a:lnTo>
                      <a:lnTo>
                        <a:pt x="1701801" y="821936"/>
                      </a:lnTo>
                      <a:lnTo>
                        <a:pt x="1698943" y="831790"/>
                      </a:lnTo>
                      <a:lnTo>
                        <a:pt x="1696086" y="841009"/>
                      </a:lnTo>
                      <a:lnTo>
                        <a:pt x="1692911" y="849910"/>
                      </a:lnTo>
                      <a:lnTo>
                        <a:pt x="1689736" y="858175"/>
                      </a:lnTo>
                      <a:lnTo>
                        <a:pt x="1686243" y="866122"/>
                      </a:lnTo>
                      <a:lnTo>
                        <a:pt x="1682751" y="874069"/>
                      </a:lnTo>
                      <a:lnTo>
                        <a:pt x="1679258" y="881698"/>
                      </a:lnTo>
                      <a:lnTo>
                        <a:pt x="1675448" y="888691"/>
                      </a:lnTo>
                      <a:lnTo>
                        <a:pt x="1671321" y="895367"/>
                      </a:lnTo>
                      <a:lnTo>
                        <a:pt x="1667828" y="902042"/>
                      </a:lnTo>
                      <a:lnTo>
                        <a:pt x="1659573" y="914440"/>
                      </a:lnTo>
                      <a:lnTo>
                        <a:pt x="1651001" y="925884"/>
                      </a:lnTo>
                      <a:lnTo>
                        <a:pt x="1642428" y="936692"/>
                      </a:lnTo>
                      <a:lnTo>
                        <a:pt x="1633856" y="947182"/>
                      </a:lnTo>
                      <a:lnTo>
                        <a:pt x="1624648" y="957036"/>
                      </a:lnTo>
                      <a:lnTo>
                        <a:pt x="1615758" y="966891"/>
                      </a:lnTo>
                      <a:lnTo>
                        <a:pt x="1602423" y="981831"/>
                      </a:lnTo>
                      <a:lnTo>
                        <a:pt x="1595756" y="989460"/>
                      </a:lnTo>
                      <a:lnTo>
                        <a:pt x="1589406" y="997407"/>
                      </a:lnTo>
                      <a:lnTo>
                        <a:pt x="1583056" y="1005672"/>
                      </a:lnTo>
                      <a:lnTo>
                        <a:pt x="1576706" y="1014255"/>
                      </a:lnTo>
                      <a:lnTo>
                        <a:pt x="1570991" y="1023474"/>
                      </a:lnTo>
                      <a:lnTo>
                        <a:pt x="1564958" y="1033010"/>
                      </a:lnTo>
                      <a:lnTo>
                        <a:pt x="1559561" y="1043818"/>
                      </a:lnTo>
                      <a:lnTo>
                        <a:pt x="1554163" y="1054626"/>
                      </a:lnTo>
                      <a:lnTo>
                        <a:pt x="1549083" y="1067024"/>
                      </a:lnTo>
                      <a:lnTo>
                        <a:pt x="1544638" y="1080057"/>
                      </a:lnTo>
                      <a:lnTo>
                        <a:pt x="1540193" y="1094680"/>
                      </a:lnTo>
                      <a:lnTo>
                        <a:pt x="1536383" y="1110256"/>
                      </a:lnTo>
                      <a:lnTo>
                        <a:pt x="1532891" y="1127104"/>
                      </a:lnTo>
                      <a:lnTo>
                        <a:pt x="1529716" y="1144905"/>
                      </a:lnTo>
                      <a:lnTo>
                        <a:pt x="1529716" y="1286999"/>
                      </a:lnTo>
                      <a:lnTo>
                        <a:pt x="1526858" y="1293992"/>
                      </a:lnTo>
                      <a:lnTo>
                        <a:pt x="1525906" y="1296535"/>
                      </a:lnTo>
                      <a:lnTo>
                        <a:pt x="1523366" y="1300986"/>
                      </a:lnTo>
                      <a:lnTo>
                        <a:pt x="1520508" y="1306072"/>
                      </a:lnTo>
                      <a:lnTo>
                        <a:pt x="1516063" y="1312747"/>
                      </a:lnTo>
                      <a:lnTo>
                        <a:pt x="1510348" y="1320694"/>
                      </a:lnTo>
                      <a:lnTo>
                        <a:pt x="1503046" y="1328641"/>
                      </a:lnTo>
                      <a:lnTo>
                        <a:pt x="1499236" y="1333410"/>
                      </a:lnTo>
                      <a:lnTo>
                        <a:pt x="1494473" y="1337542"/>
                      </a:lnTo>
                      <a:lnTo>
                        <a:pt x="1489393" y="1342310"/>
                      </a:lnTo>
                      <a:lnTo>
                        <a:pt x="1483996" y="1346761"/>
                      </a:lnTo>
                      <a:lnTo>
                        <a:pt x="1478281" y="1351211"/>
                      </a:lnTo>
                      <a:lnTo>
                        <a:pt x="1471931" y="1355979"/>
                      </a:lnTo>
                      <a:lnTo>
                        <a:pt x="1465263" y="1360748"/>
                      </a:lnTo>
                      <a:lnTo>
                        <a:pt x="1457961" y="1365516"/>
                      </a:lnTo>
                      <a:lnTo>
                        <a:pt x="1450341" y="1369648"/>
                      </a:lnTo>
                      <a:lnTo>
                        <a:pt x="1442086" y="1374417"/>
                      </a:lnTo>
                      <a:lnTo>
                        <a:pt x="1432878" y="1378867"/>
                      </a:lnTo>
                      <a:lnTo>
                        <a:pt x="1423671" y="1382682"/>
                      </a:lnTo>
                      <a:lnTo>
                        <a:pt x="1413511" y="1386814"/>
                      </a:lnTo>
                      <a:lnTo>
                        <a:pt x="1403351" y="1390311"/>
                      </a:lnTo>
                      <a:lnTo>
                        <a:pt x="1392238" y="1394125"/>
                      </a:lnTo>
                      <a:lnTo>
                        <a:pt x="1380173" y="1397622"/>
                      </a:lnTo>
                      <a:lnTo>
                        <a:pt x="1367791" y="1400483"/>
                      </a:lnTo>
                      <a:lnTo>
                        <a:pt x="1354773" y="1403662"/>
                      </a:lnTo>
                      <a:lnTo>
                        <a:pt x="1341121" y="1405887"/>
                      </a:lnTo>
                      <a:lnTo>
                        <a:pt x="1326833" y="1407794"/>
                      </a:lnTo>
                      <a:lnTo>
                        <a:pt x="1324611" y="1408112"/>
                      </a:lnTo>
                      <a:lnTo>
                        <a:pt x="1311276" y="1407794"/>
                      </a:lnTo>
                      <a:lnTo>
                        <a:pt x="1296988" y="1405887"/>
                      </a:lnTo>
                      <a:lnTo>
                        <a:pt x="1283336" y="1403662"/>
                      </a:lnTo>
                      <a:lnTo>
                        <a:pt x="1270318" y="1400483"/>
                      </a:lnTo>
                      <a:lnTo>
                        <a:pt x="1257936" y="1397622"/>
                      </a:lnTo>
                      <a:lnTo>
                        <a:pt x="1246188" y="1394125"/>
                      </a:lnTo>
                      <a:lnTo>
                        <a:pt x="1235076" y="1390311"/>
                      </a:lnTo>
                      <a:lnTo>
                        <a:pt x="1224598" y="1386814"/>
                      </a:lnTo>
                      <a:lnTo>
                        <a:pt x="1214438" y="1382682"/>
                      </a:lnTo>
                      <a:lnTo>
                        <a:pt x="1205231" y="1378867"/>
                      </a:lnTo>
                      <a:lnTo>
                        <a:pt x="1196658" y="1374417"/>
                      </a:lnTo>
                      <a:lnTo>
                        <a:pt x="1192940" y="1372348"/>
                      </a:lnTo>
                      <a:lnTo>
                        <a:pt x="1177471" y="1376937"/>
                      </a:lnTo>
                      <a:lnTo>
                        <a:pt x="1156831" y="1382967"/>
                      </a:lnTo>
                      <a:lnTo>
                        <a:pt x="1135872" y="1388679"/>
                      </a:lnTo>
                      <a:lnTo>
                        <a:pt x="1094591" y="1399787"/>
                      </a:lnTo>
                      <a:lnTo>
                        <a:pt x="1054580" y="1409625"/>
                      </a:lnTo>
                      <a:lnTo>
                        <a:pt x="1017744" y="1419462"/>
                      </a:lnTo>
                      <a:lnTo>
                        <a:pt x="985672" y="1428031"/>
                      </a:lnTo>
                      <a:lnTo>
                        <a:pt x="971700" y="1432157"/>
                      </a:lnTo>
                      <a:lnTo>
                        <a:pt x="959633" y="1436282"/>
                      </a:lnTo>
                      <a:lnTo>
                        <a:pt x="949471" y="1439773"/>
                      </a:lnTo>
                      <a:lnTo>
                        <a:pt x="941215" y="1443581"/>
                      </a:lnTo>
                      <a:lnTo>
                        <a:pt x="938357" y="1445168"/>
                      </a:lnTo>
                      <a:lnTo>
                        <a:pt x="935499" y="1446755"/>
                      </a:lnTo>
                      <a:lnTo>
                        <a:pt x="933594" y="1448024"/>
                      </a:lnTo>
                      <a:lnTo>
                        <a:pt x="932324" y="1449928"/>
                      </a:lnTo>
                      <a:lnTo>
                        <a:pt x="932006" y="1451198"/>
                      </a:lnTo>
                      <a:lnTo>
                        <a:pt x="932006" y="1452784"/>
                      </a:lnTo>
                      <a:lnTo>
                        <a:pt x="932641" y="1454054"/>
                      </a:lnTo>
                      <a:lnTo>
                        <a:pt x="934229" y="1455641"/>
                      </a:lnTo>
                      <a:lnTo>
                        <a:pt x="938675" y="1457862"/>
                      </a:lnTo>
                      <a:lnTo>
                        <a:pt x="944390" y="1460401"/>
                      </a:lnTo>
                      <a:lnTo>
                        <a:pt x="950741" y="1462940"/>
                      </a:lnTo>
                      <a:lnTo>
                        <a:pt x="958363" y="1465161"/>
                      </a:lnTo>
                      <a:lnTo>
                        <a:pt x="966619" y="1467065"/>
                      </a:lnTo>
                      <a:lnTo>
                        <a:pt x="976145" y="1469604"/>
                      </a:lnTo>
                      <a:lnTo>
                        <a:pt x="985672" y="1471508"/>
                      </a:lnTo>
                      <a:lnTo>
                        <a:pt x="996468" y="1473412"/>
                      </a:lnTo>
                      <a:lnTo>
                        <a:pt x="1019014" y="1477538"/>
                      </a:lnTo>
                      <a:lnTo>
                        <a:pt x="1043783" y="1481029"/>
                      </a:lnTo>
                      <a:lnTo>
                        <a:pt x="1069505" y="1484202"/>
                      </a:lnTo>
                      <a:lnTo>
                        <a:pt x="1095861" y="1486741"/>
                      </a:lnTo>
                      <a:lnTo>
                        <a:pt x="1122218" y="1489597"/>
                      </a:lnTo>
                      <a:lnTo>
                        <a:pt x="1147939" y="1491819"/>
                      </a:lnTo>
                      <a:lnTo>
                        <a:pt x="1172708" y="1493723"/>
                      </a:lnTo>
                      <a:lnTo>
                        <a:pt x="1195889" y="1495309"/>
                      </a:lnTo>
                      <a:lnTo>
                        <a:pt x="1233995" y="1497214"/>
                      </a:lnTo>
                      <a:lnTo>
                        <a:pt x="1247967" y="1497848"/>
                      </a:lnTo>
                      <a:lnTo>
                        <a:pt x="1257811" y="1497848"/>
                      </a:lnTo>
                      <a:lnTo>
                        <a:pt x="1260034" y="1497848"/>
                      </a:lnTo>
                      <a:lnTo>
                        <a:pt x="1262574" y="1497531"/>
                      </a:lnTo>
                      <a:lnTo>
                        <a:pt x="1268925" y="1495944"/>
                      </a:lnTo>
                      <a:lnTo>
                        <a:pt x="1276864" y="1493723"/>
                      </a:lnTo>
                      <a:lnTo>
                        <a:pt x="1286391" y="1490549"/>
                      </a:lnTo>
                      <a:lnTo>
                        <a:pt x="1297187" y="1486106"/>
                      </a:lnTo>
                      <a:lnTo>
                        <a:pt x="1309254" y="1481663"/>
                      </a:lnTo>
                      <a:lnTo>
                        <a:pt x="1337516" y="1470239"/>
                      </a:lnTo>
                      <a:lnTo>
                        <a:pt x="1369588" y="1456593"/>
                      </a:lnTo>
                      <a:lnTo>
                        <a:pt x="1404836" y="1440725"/>
                      </a:lnTo>
                      <a:lnTo>
                        <a:pt x="1483271" y="1406768"/>
                      </a:lnTo>
                      <a:lnTo>
                        <a:pt x="1524870" y="1388679"/>
                      </a:lnTo>
                      <a:lnTo>
                        <a:pt x="1566786" y="1370908"/>
                      </a:lnTo>
                      <a:lnTo>
                        <a:pt x="1608703" y="1354088"/>
                      </a:lnTo>
                      <a:lnTo>
                        <a:pt x="1629343" y="1346154"/>
                      </a:lnTo>
                      <a:lnTo>
                        <a:pt x="1649666" y="1337903"/>
                      </a:lnTo>
                      <a:lnTo>
                        <a:pt x="1669672" y="1330604"/>
                      </a:lnTo>
                      <a:lnTo>
                        <a:pt x="1689043" y="1323622"/>
                      </a:lnTo>
                      <a:lnTo>
                        <a:pt x="1708095" y="1317275"/>
                      </a:lnTo>
                      <a:lnTo>
                        <a:pt x="1726513" y="1311246"/>
                      </a:lnTo>
                      <a:lnTo>
                        <a:pt x="1743978" y="1305851"/>
                      </a:lnTo>
                      <a:lnTo>
                        <a:pt x="1760491" y="1301725"/>
                      </a:lnTo>
                      <a:lnTo>
                        <a:pt x="1776368" y="1297599"/>
                      </a:lnTo>
                      <a:lnTo>
                        <a:pt x="1790976" y="1294743"/>
                      </a:lnTo>
                      <a:lnTo>
                        <a:pt x="1804630" y="1292204"/>
                      </a:lnTo>
                      <a:lnTo>
                        <a:pt x="1817650" y="1290618"/>
                      </a:lnTo>
                      <a:lnTo>
                        <a:pt x="1829717" y="1289031"/>
                      </a:lnTo>
                      <a:lnTo>
                        <a:pt x="1840831" y="1288396"/>
                      </a:lnTo>
                      <a:lnTo>
                        <a:pt x="1851310" y="1287762"/>
                      </a:lnTo>
                      <a:lnTo>
                        <a:pt x="1860836" y="1287127"/>
                      </a:lnTo>
                      <a:lnTo>
                        <a:pt x="1869728" y="1287762"/>
                      </a:lnTo>
                      <a:lnTo>
                        <a:pt x="1877984" y="1288396"/>
                      </a:lnTo>
                      <a:lnTo>
                        <a:pt x="1885605" y="1289348"/>
                      </a:lnTo>
                      <a:lnTo>
                        <a:pt x="1892274" y="1290618"/>
                      </a:lnTo>
                      <a:lnTo>
                        <a:pt x="1898307" y="1292204"/>
                      </a:lnTo>
                      <a:lnTo>
                        <a:pt x="1904023" y="1294426"/>
                      </a:lnTo>
                      <a:lnTo>
                        <a:pt x="1908469" y="1296647"/>
                      </a:lnTo>
                      <a:lnTo>
                        <a:pt x="1912914" y="1298869"/>
                      </a:lnTo>
                      <a:lnTo>
                        <a:pt x="1916725" y="1302042"/>
                      </a:lnTo>
                      <a:lnTo>
                        <a:pt x="1919901" y="1304899"/>
                      </a:lnTo>
                      <a:lnTo>
                        <a:pt x="1922441" y="1308389"/>
                      </a:lnTo>
                      <a:lnTo>
                        <a:pt x="1924664" y="1311880"/>
                      </a:lnTo>
                      <a:lnTo>
                        <a:pt x="1926252" y="1315688"/>
                      </a:lnTo>
                      <a:lnTo>
                        <a:pt x="1927522" y="1319497"/>
                      </a:lnTo>
                      <a:lnTo>
                        <a:pt x="1928157" y="1323622"/>
                      </a:lnTo>
                      <a:lnTo>
                        <a:pt x="1928474" y="1328065"/>
                      </a:lnTo>
                      <a:lnTo>
                        <a:pt x="1928474" y="1332825"/>
                      </a:lnTo>
                      <a:lnTo>
                        <a:pt x="1928157" y="1336951"/>
                      </a:lnTo>
                      <a:lnTo>
                        <a:pt x="1927522" y="1342029"/>
                      </a:lnTo>
                      <a:lnTo>
                        <a:pt x="1926252" y="1346789"/>
                      </a:lnTo>
                      <a:lnTo>
                        <a:pt x="1924981" y="1351549"/>
                      </a:lnTo>
                      <a:lnTo>
                        <a:pt x="1923711" y="1356627"/>
                      </a:lnTo>
                      <a:lnTo>
                        <a:pt x="1921488" y="1361704"/>
                      </a:lnTo>
                      <a:lnTo>
                        <a:pt x="1919583" y="1366782"/>
                      </a:lnTo>
                      <a:lnTo>
                        <a:pt x="1917728" y="1370490"/>
                      </a:lnTo>
                      <a:lnTo>
                        <a:pt x="1673225" y="1539875"/>
                      </a:lnTo>
                      <a:lnTo>
                        <a:pt x="1839536" y="1455101"/>
                      </a:lnTo>
                      <a:lnTo>
                        <a:pt x="1835829" y="1457509"/>
                      </a:lnTo>
                      <a:lnTo>
                        <a:pt x="1835750" y="1457545"/>
                      </a:lnTo>
                      <a:lnTo>
                        <a:pt x="1831940" y="1459449"/>
                      </a:lnTo>
                      <a:lnTo>
                        <a:pt x="1834797" y="1458179"/>
                      </a:lnTo>
                      <a:lnTo>
                        <a:pt x="1835829" y="1457509"/>
                      </a:lnTo>
                      <a:lnTo>
                        <a:pt x="1846229" y="1452784"/>
                      </a:lnTo>
                      <a:lnTo>
                        <a:pt x="1861789" y="1446437"/>
                      </a:lnTo>
                      <a:lnTo>
                        <a:pt x="1871633" y="1442629"/>
                      </a:lnTo>
                      <a:lnTo>
                        <a:pt x="1882112" y="1438821"/>
                      </a:lnTo>
                      <a:lnTo>
                        <a:pt x="1893226" y="1435013"/>
                      </a:lnTo>
                      <a:lnTo>
                        <a:pt x="1905293" y="1431204"/>
                      </a:lnTo>
                      <a:lnTo>
                        <a:pt x="1917995" y="1427714"/>
                      </a:lnTo>
                      <a:lnTo>
                        <a:pt x="1930697" y="1424857"/>
                      </a:lnTo>
                      <a:lnTo>
                        <a:pt x="1944034" y="1422001"/>
                      </a:lnTo>
                      <a:lnTo>
                        <a:pt x="1957054" y="1420097"/>
                      </a:lnTo>
                      <a:lnTo>
                        <a:pt x="1970391" y="1418828"/>
                      </a:lnTo>
                      <a:lnTo>
                        <a:pt x="1977059" y="1418510"/>
                      </a:lnTo>
                      <a:lnTo>
                        <a:pt x="1983410" y="1418193"/>
                      </a:lnTo>
                      <a:lnTo>
                        <a:pt x="1989761" y="1418510"/>
                      </a:lnTo>
                      <a:lnTo>
                        <a:pt x="1995795" y="1418828"/>
                      </a:lnTo>
                      <a:lnTo>
                        <a:pt x="2001828" y="1419780"/>
                      </a:lnTo>
                      <a:lnTo>
                        <a:pt x="2007862" y="1420732"/>
                      </a:lnTo>
                      <a:lnTo>
                        <a:pt x="2013577" y="1421684"/>
                      </a:lnTo>
                      <a:lnTo>
                        <a:pt x="2018658" y="1423588"/>
                      </a:lnTo>
                      <a:lnTo>
                        <a:pt x="2023739" y="1425175"/>
                      </a:lnTo>
                      <a:lnTo>
                        <a:pt x="2028820" y="1427079"/>
                      </a:lnTo>
                      <a:lnTo>
                        <a:pt x="2033265" y="1429618"/>
                      </a:lnTo>
                      <a:lnTo>
                        <a:pt x="2037394" y="1431839"/>
                      </a:lnTo>
                      <a:lnTo>
                        <a:pt x="2041839" y="1434378"/>
                      </a:lnTo>
                      <a:lnTo>
                        <a:pt x="2045650" y="1437234"/>
                      </a:lnTo>
                      <a:lnTo>
                        <a:pt x="2048825" y="1439773"/>
                      </a:lnTo>
                      <a:lnTo>
                        <a:pt x="2052001" y="1442946"/>
                      </a:lnTo>
                      <a:lnTo>
                        <a:pt x="2054859" y="1445803"/>
                      </a:lnTo>
                      <a:lnTo>
                        <a:pt x="2057082" y="1449294"/>
                      </a:lnTo>
                      <a:lnTo>
                        <a:pt x="2059305" y="1452467"/>
                      </a:lnTo>
                      <a:lnTo>
                        <a:pt x="2060892" y="1455958"/>
                      </a:lnTo>
                      <a:lnTo>
                        <a:pt x="2062162" y="1459131"/>
                      </a:lnTo>
                      <a:lnTo>
                        <a:pt x="2063115" y="1462622"/>
                      </a:lnTo>
                      <a:lnTo>
                        <a:pt x="2063433" y="1465796"/>
                      </a:lnTo>
                      <a:lnTo>
                        <a:pt x="2063750" y="1469287"/>
                      </a:lnTo>
                      <a:lnTo>
                        <a:pt x="2063433" y="1472778"/>
                      </a:lnTo>
                      <a:lnTo>
                        <a:pt x="2062480" y="1476268"/>
                      </a:lnTo>
                      <a:lnTo>
                        <a:pt x="2061210" y="1479442"/>
                      </a:lnTo>
                      <a:lnTo>
                        <a:pt x="2059622" y="1482933"/>
                      </a:lnTo>
                      <a:lnTo>
                        <a:pt x="2057082" y="1485789"/>
                      </a:lnTo>
                      <a:lnTo>
                        <a:pt x="2054541" y="1489280"/>
                      </a:lnTo>
                      <a:lnTo>
                        <a:pt x="2051048" y="1492136"/>
                      </a:lnTo>
                      <a:lnTo>
                        <a:pt x="2047555" y="1495309"/>
                      </a:lnTo>
                      <a:lnTo>
                        <a:pt x="2043110" y="1497848"/>
                      </a:lnTo>
                      <a:lnTo>
                        <a:pt x="2038029" y="1500704"/>
                      </a:lnTo>
                      <a:lnTo>
                        <a:pt x="2017071" y="1511494"/>
                      </a:lnTo>
                      <a:lnTo>
                        <a:pt x="1995795" y="1522919"/>
                      </a:lnTo>
                      <a:lnTo>
                        <a:pt x="1975154" y="1534344"/>
                      </a:lnTo>
                      <a:lnTo>
                        <a:pt x="1956101" y="1545451"/>
                      </a:lnTo>
                      <a:lnTo>
                        <a:pt x="1926252" y="1562271"/>
                      </a:lnTo>
                      <a:lnTo>
                        <a:pt x="1914502" y="1569252"/>
                      </a:lnTo>
                      <a:lnTo>
                        <a:pt x="1983410" y="1527997"/>
                      </a:lnTo>
                      <a:lnTo>
                        <a:pt x="1511215" y="1778704"/>
                      </a:lnTo>
                      <a:lnTo>
                        <a:pt x="1498196" y="1785369"/>
                      </a:lnTo>
                      <a:lnTo>
                        <a:pt x="1482953" y="1792985"/>
                      </a:lnTo>
                      <a:lnTo>
                        <a:pt x="1462948" y="1802823"/>
                      </a:lnTo>
                      <a:lnTo>
                        <a:pt x="1438814" y="1814248"/>
                      </a:lnTo>
                      <a:lnTo>
                        <a:pt x="1410870" y="1827259"/>
                      </a:lnTo>
                      <a:lnTo>
                        <a:pt x="1380385" y="1841223"/>
                      </a:lnTo>
                      <a:lnTo>
                        <a:pt x="1347678" y="1855186"/>
                      </a:lnTo>
                      <a:lnTo>
                        <a:pt x="1313382" y="1869150"/>
                      </a:lnTo>
                      <a:lnTo>
                        <a:pt x="1295917" y="1876131"/>
                      </a:lnTo>
                      <a:lnTo>
                        <a:pt x="1278769" y="1882796"/>
                      </a:lnTo>
                      <a:lnTo>
                        <a:pt x="1260987" y="1889143"/>
                      </a:lnTo>
                      <a:lnTo>
                        <a:pt x="1243204" y="1895172"/>
                      </a:lnTo>
                      <a:lnTo>
                        <a:pt x="1225739" y="1900885"/>
                      </a:lnTo>
                      <a:lnTo>
                        <a:pt x="1208909" y="1905962"/>
                      </a:lnTo>
                      <a:lnTo>
                        <a:pt x="1191761" y="1910723"/>
                      </a:lnTo>
                      <a:lnTo>
                        <a:pt x="1175248" y="1914848"/>
                      </a:lnTo>
                      <a:lnTo>
                        <a:pt x="1159371" y="1918656"/>
                      </a:lnTo>
                      <a:lnTo>
                        <a:pt x="1144129" y="1921513"/>
                      </a:lnTo>
                      <a:lnTo>
                        <a:pt x="1129204" y="1923417"/>
                      </a:lnTo>
                      <a:lnTo>
                        <a:pt x="1115232" y="1925004"/>
                      </a:lnTo>
                      <a:lnTo>
                        <a:pt x="1108563" y="1925321"/>
                      </a:lnTo>
                      <a:lnTo>
                        <a:pt x="1102212" y="1925638"/>
                      </a:lnTo>
                      <a:lnTo>
                        <a:pt x="1095861" y="1925638"/>
                      </a:lnTo>
                      <a:lnTo>
                        <a:pt x="1089828" y="1925321"/>
                      </a:lnTo>
                      <a:lnTo>
                        <a:pt x="1076808" y="1924051"/>
                      </a:lnTo>
                      <a:lnTo>
                        <a:pt x="1061884" y="1922465"/>
                      </a:lnTo>
                      <a:lnTo>
                        <a:pt x="1025683" y="1918656"/>
                      </a:lnTo>
                      <a:lnTo>
                        <a:pt x="983131" y="1912944"/>
                      </a:lnTo>
                      <a:lnTo>
                        <a:pt x="934546" y="1906280"/>
                      </a:lnTo>
                      <a:lnTo>
                        <a:pt x="824992" y="1890412"/>
                      </a:lnTo>
                      <a:lnTo>
                        <a:pt x="707181" y="1872958"/>
                      </a:lnTo>
                      <a:lnTo>
                        <a:pt x="589688" y="1856138"/>
                      </a:lnTo>
                      <a:lnTo>
                        <a:pt x="534117" y="1848522"/>
                      </a:lnTo>
                      <a:lnTo>
                        <a:pt x="482357" y="1841540"/>
                      </a:lnTo>
                      <a:lnTo>
                        <a:pt x="435677" y="1835828"/>
                      </a:lnTo>
                      <a:lnTo>
                        <a:pt x="394713" y="1831385"/>
                      </a:lnTo>
                      <a:lnTo>
                        <a:pt x="376613" y="1829798"/>
                      </a:lnTo>
                      <a:lnTo>
                        <a:pt x="361053" y="1828529"/>
                      </a:lnTo>
                      <a:lnTo>
                        <a:pt x="347399" y="1827577"/>
                      </a:lnTo>
                      <a:lnTo>
                        <a:pt x="335967" y="1827259"/>
                      </a:lnTo>
                      <a:lnTo>
                        <a:pt x="314056" y="1827577"/>
                      </a:lnTo>
                      <a:lnTo>
                        <a:pt x="289922" y="1827894"/>
                      </a:lnTo>
                      <a:lnTo>
                        <a:pt x="237209" y="1829481"/>
                      </a:lnTo>
                      <a:lnTo>
                        <a:pt x="181321" y="1831385"/>
                      </a:lnTo>
                      <a:lnTo>
                        <a:pt x="126702" y="1833606"/>
                      </a:lnTo>
                      <a:lnTo>
                        <a:pt x="37153" y="1837732"/>
                      </a:lnTo>
                      <a:lnTo>
                        <a:pt x="0" y="1839636"/>
                      </a:lnTo>
                      <a:lnTo>
                        <a:pt x="19053" y="1500704"/>
                      </a:lnTo>
                      <a:lnTo>
                        <a:pt x="28580" y="1501657"/>
                      </a:lnTo>
                      <a:lnTo>
                        <a:pt x="54301" y="1503878"/>
                      </a:lnTo>
                      <a:lnTo>
                        <a:pt x="72084" y="1505147"/>
                      </a:lnTo>
                      <a:lnTo>
                        <a:pt x="92089" y="1506099"/>
                      </a:lnTo>
                      <a:lnTo>
                        <a:pt x="114318" y="1507369"/>
                      </a:lnTo>
                      <a:lnTo>
                        <a:pt x="137499" y="1507686"/>
                      </a:lnTo>
                      <a:lnTo>
                        <a:pt x="161632" y="1507369"/>
                      </a:lnTo>
                      <a:lnTo>
                        <a:pt x="173699" y="1506734"/>
                      </a:lnTo>
                      <a:lnTo>
                        <a:pt x="186084" y="1505782"/>
                      </a:lnTo>
                      <a:lnTo>
                        <a:pt x="198151" y="1504830"/>
                      </a:lnTo>
                      <a:lnTo>
                        <a:pt x="210217" y="1503878"/>
                      </a:lnTo>
                      <a:lnTo>
                        <a:pt x="221649" y="1502291"/>
                      </a:lnTo>
                      <a:lnTo>
                        <a:pt x="233399" y="1500704"/>
                      </a:lnTo>
                      <a:lnTo>
                        <a:pt x="244513" y="1498483"/>
                      </a:lnTo>
                      <a:lnTo>
                        <a:pt x="255627" y="1496262"/>
                      </a:lnTo>
                      <a:lnTo>
                        <a:pt x="265471" y="1493088"/>
                      </a:lnTo>
                      <a:lnTo>
                        <a:pt x="275315" y="1490232"/>
                      </a:lnTo>
                      <a:lnTo>
                        <a:pt x="284524" y="1486424"/>
                      </a:lnTo>
                      <a:lnTo>
                        <a:pt x="292780" y="1482615"/>
                      </a:lnTo>
                      <a:lnTo>
                        <a:pt x="300719" y="1478172"/>
                      </a:lnTo>
                      <a:lnTo>
                        <a:pt x="304212" y="1475634"/>
                      </a:lnTo>
                      <a:lnTo>
                        <a:pt x="307705" y="1473095"/>
                      </a:lnTo>
                      <a:lnTo>
                        <a:pt x="321677" y="1462622"/>
                      </a:lnTo>
                      <a:lnTo>
                        <a:pt x="337872" y="1450880"/>
                      </a:lnTo>
                      <a:lnTo>
                        <a:pt x="355972" y="1438821"/>
                      </a:lnTo>
                      <a:lnTo>
                        <a:pt x="375978" y="1426127"/>
                      </a:lnTo>
                      <a:lnTo>
                        <a:pt x="396936" y="1413433"/>
                      </a:lnTo>
                      <a:lnTo>
                        <a:pt x="418847" y="1400421"/>
                      </a:lnTo>
                      <a:lnTo>
                        <a:pt x="441075" y="1387727"/>
                      </a:lnTo>
                      <a:lnTo>
                        <a:pt x="463621" y="1375351"/>
                      </a:lnTo>
                      <a:lnTo>
                        <a:pt x="485850" y="1363291"/>
                      </a:lnTo>
                      <a:lnTo>
                        <a:pt x="508078" y="1352184"/>
                      </a:lnTo>
                      <a:lnTo>
                        <a:pt x="529037" y="1341711"/>
                      </a:lnTo>
                      <a:lnTo>
                        <a:pt x="549042" y="1332191"/>
                      </a:lnTo>
                      <a:lnTo>
                        <a:pt x="567142" y="1323940"/>
                      </a:lnTo>
                      <a:lnTo>
                        <a:pt x="583972" y="1317275"/>
                      </a:lnTo>
                      <a:lnTo>
                        <a:pt x="597945" y="1311880"/>
                      </a:lnTo>
                      <a:lnTo>
                        <a:pt x="604296" y="1309976"/>
                      </a:lnTo>
                      <a:lnTo>
                        <a:pt x="609694" y="1308389"/>
                      </a:lnTo>
                      <a:lnTo>
                        <a:pt x="616680" y="1307120"/>
                      </a:lnTo>
                      <a:lnTo>
                        <a:pt x="626524" y="1304899"/>
                      </a:lnTo>
                      <a:lnTo>
                        <a:pt x="655103" y="1299821"/>
                      </a:lnTo>
                      <a:lnTo>
                        <a:pt x="693844" y="1293474"/>
                      </a:lnTo>
                      <a:lnTo>
                        <a:pt x="740842" y="1286492"/>
                      </a:lnTo>
                      <a:lnTo>
                        <a:pt x="794507" y="1279193"/>
                      </a:lnTo>
                      <a:lnTo>
                        <a:pt x="853254" y="1271894"/>
                      </a:lnTo>
                      <a:lnTo>
                        <a:pt x="884056" y="1268403"/>
                      </a:lnTo>
                      <a:lnTo>
                        <a:pt x="915176" y="1264912"/>
                      </a:lnTo>
                      <a:lnTo>
                        <a:pt x="946931" y="1261421"/>
                      </a:lnTo>
                      <a:lnTo>
                        <a:pt x="979003" y="1258565"/>
                      </a:lnTo>
                      <a:lnTo>
                        <a:pt x="1010758" y="1256026"/>
                      </a:lnTo>
                      <a:lnTo>
                        <a:pt x="1042195" y="1253488"/>
                      </a:lnTo>
                      <a:lnTo>
                        <a:pt x="1073633" y="1251583"/>
                      </a:lnTo>
                      <a:lnTo>
                        <a:pt x="1103800" y="1249997"/>
                      </a:lnTo>
                      <a:lnTo>
                        <a:pt x="1108711" y="1249733"/>
                      </a:lnTo>
                      <a:lnTo>
                        <a:pt x="1108711" y="1144905"/>
                      </a:lnTo>
                      <a:lnTo>
                        <a:pt x="1105218" y="1127104"/>
                      </a:lnTo>
                      <a:lnTo>
                        <a:pt x="1102043" y="1110256"/>
                      </a:lnTo>
                      <a:lnTo>
                        <a:pt x="1097916" y="1094680"/>
                      </a:lnTo>
                      <a:lnTo>
                        <a:pt x="1093788" y="1080057"/>
                      </a:lnTo>
                      <a:lnTo>
                        <a:pt x="1089026" y="1067024"/>
                      </a:lnTo>
                      <a:lnTo>
                        <a:pt x="1083946" y="1054626"/>
                      </a:lnTo>
                      <a:lnTo>
                        <a:pt x="1078866" y="1043818"/>
                      </a:lnTo>
                      <a:lnTo>
                        <a:pt x="1073468" y="1033010"/>
                      </a:lnTo>
                      <a:lnTo>
                        <a:pt x="1067753" y="1023474"/>
                      </a:lnTo>
                      <a:lnTo>
                        <a:pt x="1061721" y="1014255"/>
                      </a:lnTo>
                      <a:lnTo>
                        <a:pt x="1055371" y="1005672"/>
                      </a:lnTo>
                      <a:lnTo>
                        <a:pt x="1049021" y="997407"/>
                      </a:lnTo>
                      <a:lnTo>
                        <a:pt x="1042671" y="989460"/>
                      </a:lnTo>
                      <a:lnTo>
                        <a:pt x="1036003" y="981831"/>
                      </a:lnTo>
                      <a:lnTo>
                        <a:pt x="1022668" y="966891"/>
                      </a:lnTo>
                      <a:lnTo>
                        <a:pt x="1013461" y="957036"/>
                      </a:lnTo>
                      <a:lnTo>
                        <a:pt x="1004888" y="947182"/>
                      </a:lnTo>
                      <a:lnTo>
                        <a:pt x="995681" y="936692"/>
                      </a:lnTo>
                      <a:lnTo>
                        <a:pt x="987108" y="925884"/>
                      </a:lnTo>
                      <a:lnTo>
                        <a:pt x="978853" y="914440"/>
                      </a:lnTo>
                      <a:lnTo>
                        <a:pt x="970916" y="902042"/>
                      </a:lnTo>
                      <a:lnTo>
                        <a:pt x="966788" y="895367"/>
                      </a:lnTo>
                      <a:lnTo>
                        <a:pt x="962978" y="888691"/>
                      </a:lnTo>
                      <a:lnTo>
                        <a:pt x="959168" y="881698"/>
                      </a:lnTo>
                      <a:lnTo>
                        <a:pt x="955676" y="874069"/>
                      </a:lnTo>
                      <a:lnTo>
                        <a:pt x="952183" y="866122"/>
                      </a:lnTo>
                      <a:lnTo>
                        <a:pt x="948691" y="858175"/>
                      </a:lnTo>
                      <a:lnTo>
                        <a:pt x="945516" y="849910"/>
                      </a:lnTo>
                      <a:lnTo>
                        <a:pt x="942341" y="841009"/>
                      </a:lnTo>
                      <a:lnTo>
                        <a:pt x="939483" y="831790"/>
                      </a:lnTo>
                      <a:lnTo>
                        <a:pt x="936626" y="821936"/>
                      </a:lnTo>
                      <a:lnTo>
                        <a:pt x="934086" y="812082"/>
                      </a:lnTo>
                      <a:lnTo>
                        <a:pt x="931863" y="801274"/>
                      </a:lnTo>
                      <a:lnTo>
                        <a:pt x="929323" y="790148"/>
                      </a:lnTo>
                      <a:lnTo>
                        <a:pt x="927418" y="778704"/>
                      </a:lnTo>
                      <a:lnTo>
                        <a:pt x="925513" y="766624"/>
                      </a:lnTo>
                      <a:lnTo>
                        <a:pt x="923608" y="753909"/>
                      </a:lnTo>
                      <a:lnTo>
                        <a:pt x="922338" y="740876"/>
                      </a:lnTo>
                      <a:lnTo>
                        <a:pt x="921068" y="727207"/>
                      </a:lnTo>
                      <a:lnTo>
                        <a:pt x="920433" y="712584"/>
                      </a:lnTo>
                      <a:lnTo>
                        <a:pt x="919481" y="697644"/>
                      </a:lnTo>
                      <a:lnTo>
                        <a:pt x="919163" y="680478"/>
                      </a:lnTo>
                      <a:lnTo>
                        <a:pt x="919481" y="663948"/>
                      </a:lnTo>
                      <a:lnTo>
                        <a:pt x="920751" y="647736"/>
                      </a:lnTo>
                      <a:lnTo>
                        <a:pt x="922338" y="631842"/>
                      </a:lnTo>
                      <a:lnTo>
                        <a:pt x="924561" y="616266"/>
                      </a:lnTo>
                      <a:lnTo>
                        <a:pt x="928053" y="601325"/>
                      </a:lnTo>
                      <a:lnTo>
                        <a:pt x="932181" y="586703"/>
                      </a:lnTo>
                      <a:lnTo>
                        <a:pt x="936308" y="572398"/>
                      </a:lnTo>
                      <a:lnTo>
                        <a:pt x="941706" y="558093"/>
                      </a:lnTo>
                      <a:lnTo>
                        <a:pt x="947738" y="544424"/>
                      </a:lnTo>
                      <a:lnTo>
                        <a:pt x="954406" y="531391"/>
                      </a:lnTo>
                      <a:lnTo>
                        <a:pt x="958216" y="525033"/>
                      </a:lnTo>
                      <a:lnTo>
                        <a:pt x="961708" y="518676"/>
                      </a:lnTo>
                      <a:lnTo>
                        <a:pt x="965836" y="512318"/>
                      </a:lnTo>
                      <a:lnTo>
                        <a:pt x="969646" y="506278"/>
                      </a:lnTo>
                      <a:lnTo>
                        <a:pt x="978853" y="494199"/>
                      </a:lnTo>
                      <a:lnTo>
                        <a:pt x="988061" y="483073"/>
                      </a:lnTo>
                      <a:lnTo>
                        <a:pt x="998221" y="471629"/>
                      </a:lnTo>
                      <a:lnTo>
                        <a:pt x="1008698" y="461139"/>
                      </a:lnTo>
                      <a:lnTo>
                        <a:pt x="1019811" y="451602"/>
                      </a:lnTo>
                      <a:lnTo>
                        <a:pt x="1030923" y="442384"/>
                      </a:lnTo>
                      <a:lnTo>
                        <a:pt x="1042671" y="433801"/>
                      </a:lnTo>
                      <a:lnTo>
                        <a:pt x="1054736" y="425854"/>
                      </a:lnTo>
                      <a:lnTo>
                        <a:pt x="1066483" y="418542"/>
                      </a:lnTo>
                      <a:lnTo>
                        <a:pt x="1078866" y="411549"/>
                      </a:lnTo>
                      <a:lnTo>
                        <a:pt x="1091248" y="405191"/>
                      </a:lnTo>
                      <a:lnTo>
                        <a:pt x="1103631" y="399152"/>
                      </a:lnTo>
                      <a:lnTo>
                        <a:pt x="1116331" y="393748"/>
                      </a:lnTo>
                      <a:lnTo>
                        <a:pt x="1128713" y="388661"/>
                      </a:lnTo>
                      <a:lnTo>
                        <a:pt x="1141413" y="383893"/>
                      </a:lnTo>
                      <a:lnTo>
                        <a:pt x="1153796" y="380079"/>
                      </a:lnTo>
                      <a:lnTo>
                        <a:pt x="1166178" y="376264"/>
                      </a:lnTo>
                      <a:lnTo>
                        <a:pt x="1178243" y="373085"/>
                      </a:lnTo>
                      <a:lnTo>
                        <a:pt x="1190308" y="369906"/>
                      </a:lnTo>
                      <a:lnTo>
                        <a:pt x="1201738" y="367363"/>
                      </a:lnTo>
                      <a:lnTo>
                        <a:pt x="1213168" y="364820"/>
                      </a:lnTo>
                      <a:lnTo>
                        <a:pt x="1224281" y="362595"/>
                      </a:lnTo>
                      <a:lnTo>
                        <a:pt x="1235076" y="361006"/>
                      </a:lnTo>
                      <a:lnTo>
                        <a:pt x="1254761" y="358145"/>
                      </a:lnTo>
                      <a:lnTo>
                        <a:pt x="1272223" y="356237"/>
                      </a:lnTo>
                      <a:lnTo>
                        <a:pt x="1287781" y="354966"/>
                      </a:lnTo>
                      <a:lnTo>
                        <a:pt x="1300163" y="354330"/>
                      </a:lnTo>
                      <a:lnTo>
                        <a:pt x="1309371" y="354012"/>
                      </a:lnTo>
                      <a:close/>
                      <a:moveTo>
                        <a:pt x="1815403" y="215900"/>
                      </a:moveTo>
                      <a:lnTo>
                        <a:pt x="1818266" y="216218"/>
                      </a:lnTo>
                      <a:lnTo>
                        <a:pt x="1821764" y="216535"/>
                      </a:lnTo>
                      <a:lnTo>
                        <a:pt x="1824945" y="217170"/>
                      </a:lnTo>
                      <a:lnTo>
                        <a:pt x="1828126" y="218758"/>
                      </a:lnTo>
                      <a:lnTo>
                        <a:pt x="1830989" y="220028"/>
                      </a:lnTo>
                      <a:lnTo>
                        <a:pt x="1834170" y="221615"/>
                      </a:lnTo>
                      <a:lnTo>
                        <a:pt x="1836715" y="223520"/>
                      </a:lnTo>
                      <a:lnTo>
                        <a:pt x="1839577" y="226060"/>
                      </a:lnTo>
                      <a:lnTo>
                        <a:pt x="1841804" y="228600"/>
                      </a:lnTo>
                      <a:lnTo>
                        <a:pt x="1843713" y="231458"/>
                      </a:lnTo>
                      <a:lnTo>
                        <a:pt x="1845621" y="234315"/>
                      </a:lnTo>
                      <a:lnTo>
                        <a:pt x="1847212" y="237490"/>
                      </a:lnTo>
                      <a:lnTo>
                        <a:pt x="1848166" y="240348"/>
                      </a:lnTo>
                      <a:lnTo>
                        <a:pt x="1848802" y="243523"/>
                      </a:lnTo>
                      <a:lnTo>
                        <a:pt x="1849438" y="247015"/>
                      </a:lnTo>
                      <a:lnTo>
                        <a:pt x="1849438" y="250508"/>
                      </a:lnTo>
                      <a:lnTo>
                        <a:pt x="1849438" y="253365"/>
                      </a:lnTo>
                      <a:lnTo>
                        <a:pt x="1848802" y="256858"/>
                      </a:lnTo>
                      <a:lnTo>
                        <a:pt x="1848166" y="260033"/>
                      </a:lnTo>
                      <a:lnTo>
                        <a:pt x="1847212" y="263208"/>
                      </a:lnTo>
                      <a:lnTo>
                        <a:pt x="1845621" y="266065"/>
                      </a:lnTo>
                      <a:lnTo>
                        <a:pt x="1843713" y="268923"/>
                      </a:lnTo>
                      <a:lnTo>
                        <a:pt x="1841804" y="271780"/>
                      </a:lnTo>
                      <a:lnTo>
                        <a:pt x="1839577" y="274320"/>
                      </a:lnTo>
                      <a:lnTo>
                        <a:pt x="1736517" y="377190"/>
                      </a:lnTo>
                      <a:lnTo>
                        <a:pt x="1733654" y="379730"/>
                      </a:lnTo>
                      <a:lnTo>
                        <a:pt x="1731109" y="381635"/>
                      </a:lnTo>
                      <a:lnTo>
                        <a:pt x="1727928" y="383223"/>
                      </a:lnTo>
                      <a:lnTo>
                        <a:pt x="1725065" y="384810"/>
                      </a:lnTo>
                      <a:lnTo>
                        <a:pt x="1721885" y="386080"/>
                      </a:lnTo>
                      <a:lnTo>
                        <a:pt x="1718704" y="386715"/>
                      </a:lnTo>
                      <a:lnTo>
                        <a:pt x="1715205" y="387350"/>
                      </a:lnTo>
                      <a:lnTo>
                        <a:pt x="1712342" y="387350"/>
                      </a:lnTo>
                      <a:lnTo>
                        <a:pt x="1708843" y="387350"/>
                      </a:lnTo>
                      <a:lnTo>
                        <a:pt x="1705662" y="386715"/>
                      </a:lnTo>
                      <a:lnTo>
                        <a:pt x="1702163" y="386080"/>
                      </a:lnTo>
                      <a:lnTo>
                        <a:pt x="1699300" y="384810"/>
                      </a:lnTo>
                      <a:lnTo>
                        <a:pt x="1696119" y="383223"/>
                      </a:lnTo>
                      <a:lnTo>
                        <a:pt x="1693257" y="381635"/>
                      </a:lnTo>
                      <a:lnTo>
                        <a:pt x="1690394" y="379730"/>
                      </a:lnTo>
                      <a:lnTo>
                        <a:pt x="1687849" y="377190"/>
                      </a:lnTo>
                      <a:lnTo>
                        <a:pt x="1685622" y="374650"/>
                      </a:lnTo>
                      <a:lnTo>
                        <a:pt x="1683396" y="371793"/>
                      </a:lnTo>
                      <a:lnTo>
                        <a:pt x="1681805" y="368935"/>
                      </a:lnTo>
                      <a:lnTo>
                        <a:pt x="1680533" y="365760"/>
                      </a:lnTo>
                      <a:lnTo>
                        <a:pt x="1679261" y="362903"/>
                      </a:lnTo>
                      <a:lnTo>
                        <a:pt x="1678624" y="359410"/>
                      </a:lnTo>
                      <a:lnTo>
                        <a:pt x="1678306" y="356235"/>
                      </a:lnTo>
                      <a:lnTo>
                        <a:pt x="1677988" y="353378"/>
                      </a:lnTo>
                      <a:lnTo>
                        <a:pt x="1678306" y="349885"/>
                      </a:lnTo>
                      <a:lnTo>
                        <a:pt x="1678624" y="346393"/>
                      </a:lnTo>
                      <a:lnTo>
                        <a:pt x="1679261" y="343218"/>
                      </a:lnTo>
                      <a:lnTo>
                        <a:pt x="1680533" y="340043"/>
                      </a:lnTo>
                      <a:lnTo>
                        <a:pt x="1681805" y="337185"/>
                      </a:lnTo>
                      <a:lnTo>
                        <a:pt x="1683396" y="334328"/>
                      </a:lnTo>
                      <a:lnTo>
                        <a:pt x="1685622" y="331470"/>
                      </a:lnTo>
                      <a:lnTo>
                        <a:pt x="1687849" y="328930"/>
                      </a:lnTo>
                      <a:lnTo>
                        <a:pt x="1790910" y="226060"/>
                      </a:lnTo>
                      <a:lnTo>
                        <a:pt x="1793455" y="223520"/>
                      </a:lnTo>
                      <a:lnTo>
                        <a:pt x="1796317" y="221615"/>
                      </a:lnTo>
                      <a:lnTo>
                        <a:pt x="1799180" y="220028"/>
                      </a:lnTo>
                      <a:lnTo>
                        <a:pt x="1802361" y="218758"/>
                      </a:lnTo>
                      <a:lnTo>
                        <a:pt x="1805224" y="217170"/>
                      </a:lnTo>
                      <a:lnTo>
                        <a:pt x="1808723" y="216535"/>
                      </a:lnTo>
                      <a:lnTo>
                        <a:pt x="1811904" y="216218"/>
                      </a:lnTo>
                      <a:lnTo>
                        <a:pt x="1815403" y="215900"/>
                      </a:lnTo>
                      <a:close/>
                      <a:moveTo>
                        <a:pt x="851599" y="215900"/>
                      </a:moveTo>
                      <a:lnTo>
                        <a:pt x="855065" y="216218"/>
                      </a:lnTo>
                      <a:lnTo>
                        <a:pt x="857902" y="216535"/>
                      </a:lnTo>
                      <a:lnTo>
                        <a:pt x="861368" y="217170"/>
                      </a:lnTo>
                      <a:lnTo>
                        <a:pt x="864205" y="218758"/>
                      </a:lnTo>
                      <a:lnTo>
                        <a:pt x="867356" y="220028"/>
                      </a:lnTo>
                      <a:lnTo>
                        <a:pt x="870192" y="221615"/>
                      </a:lnTo>
                      <a:lnTo>
                        <a:pt x="872713" y="223520"/>
                      </a:lnTo>
                      <a:lnTo>
                        <a:pt x="875550" y="226060"/>
                      </a:lnTo>
                      <a:lnTo>
                        <a:pt x="977657" y="328930"/>
                      </a:lnTo>
                      <a:lnTo>
                        <a:pt x="979863" y="331470"/>
                      </a:lnTo>
                      <a:lnTo>
                        <a:pt x="981754" y="334328"/>
                      </a:lnTo>
                      <a:lnTo>
                        <a:pt x="983960" y="337185"/>
                      </a:lnTo>
                      <a:lnTo>
                        <a:pt x="985220" y="340043"/>
                      </a:lnTo>
                      <a:lnTo>
                        <a:pt x="986166" y="343218"/>
                      </a:lnTo>
                      <a:lnTo>
                        <a:pt x="986796" y="346393"/>
                      </a:lnTo>
                      <a:lnTo>
                        <a:pt x="987426" y="349885"/>
                      </a:lnTo>
                      <a:lnTo>
                        <a:pt x="987426" y="353378"/>
                      </a:lnTo>
                      <a:lnTo>
                        <a:pt x="987426" y="356235"/>
                      </a:lnTo>
                      <a:lnTo>
                        <a:pt x="986796" y="359410"/>
                      </a:lnTo>
                      <a:lnTo>
                        <a:pt x="986166" y="362903"/>
                      </a:lnTo>
                      <a:lnTo>
                        <a:pt x="985220" y="365760"/>
                      </a:lnTo>
                      <a:lnTo>
                        <a:pt x="983960" y="368935"/>
                      </a:lnTo>
                      <a:lnTo>
                        <a:pt x="981754" y="371793"/>
                      </a:lnTo>
                      <a:lnTo>
                        <a:pt x="979863" y="374650"/>
                      </a:lnTo>
                      <a:lnTo>
                        <a:pt x="977657" y="377190"/>
                      </a:lnTo>
                      <a:lnTo>
                        <a:pt x="975135" y="379730"/>
                      </a:lnTo>
                      <a:lnTo>
                        <a:pt x="972299" y="381635"/>
                      </a:lnTo>
                      <a:lnTo>
                        <a:pt x="969778" y="383223"/>
                      </a:lnTo>
                      <a:lnTo>
                        <a:pt x="966627" y="384810"/>
                      </a:lnTo>
                      <a:lnTo>
                        <a:pt x="963475" y="386080"/>
                      </a:lnTo>
                      <a:lnTo>
                        <a:pt x="960324" y="386715"/>
                      </a:lnTo>
                      <a:lnTo>
                        <a:pt x="957172" y="387350"/>
                      </a:lnTo>
                      <a:lnTo>
                        <a:pt x="953706" y="387350"/>
                      </a:lnTo>
                      <a:lnTo>
                        <a:pt x="950554" y="387350"/>
                      </a:lnTo>
                      <a:lnTo>
                        <a:pt x="947088" y="386715"/>
                      </a:lnTo>
                      <a:lnTo>
                        <a:pt x="944251" y="386080"/>
                      </a:lnTo>
                      <a:lnTo>
                        <a:pt x="940785" y="384810"/>
                      </a:lnTo>
                      <a:lnTo>
                        <a:pt x="937948" y="383223"/>
                      </a:lnTo>
                      <a:lnTo>
                        <a:pt x="935112" y="381635"/>
                      </a:lnTo>
                      <a:lnTo>
                        <a:pt x="932276" y="379730"/>
                      </a:lnTo>
                      <a:lnTo>
                        <a:pt x="929440" y="377190"/>
                      </a:lnTo>
                      <a:lnTo>
                        <a:pt x="827333" y="274320"/>
                      </a:lnTo>
                      <a:lnTo>
                        <a:pt x="825127" y="271780"/>
                      </a:lnTo>
                      <a:lnTo>
                        <a:pt x="823236" y="268923"/>
                      </a:lnTo>
                      <a:lnTo>
                        <a:pt x="821345" y="266065"/>
                      </a:lnTo>
                      <a:lnTo>
                        <a:pt x="820084" y="263208"/>
                      </a:lnTo>
                      <a:lnTo>
                        <a:pt x="819139" y="260033"/>
                      </a:lnTo>
                      <a:lnTo>
                        <a:pt x="818193" y="256858"/>
                      </a:lnTo>
                      <a:lnTo>
                        <a:pt x="817878" y="253365"/>
                      </a:lnTo>
                      <a:lnTo>
                        <a:pt x="817563" y="250508"/>
                      </a:lnTo>
                      <a:lnTo>
                        <a:pt x="817878" y="247015"/>
                      </a:lnTo>
                      <a:lnTo>
                        <a:pt x="818193" y="243523"/>
                      </a:lnTo>
                      <a:lnTo>
                        <a:pt x="819139" y="240348"/>
                      </a:lnTo>
                      <a:lnTo>
                        <a:pt x="820084" y="237490"/>
                      </a:lnTo>
                      <a:lnTo>
                        <a:pt x="821345" y="234315"/>
                      </a:lnTo>
                      <a:lnTo>
                        <a:pt x="823236" y="231458"/>
                      </a:lnTo>
                      <a:lnTo>
                        <a:pt x="825127" y="228600"/>
                      </a:lnTo>
                      <a:lnTo>
                        <a:pt x="827333" y="226060"/>
                      </a:lnTo>
                      <a:lnTo>
                        <a:pt x="830169" y="223520"/>
                      </a:lnTo>
                      <a:lnTo>
                        <a:pt x="832690" y="221615"/>
                      </a:lnTo>
                      <a:lnTo>
                        <a:pt x="835842" y="220028"/>
                      </a:lnTo>
                      <a:lnTo>
                        <a:pt x="838678" y="218758"/>
                      </a:lnTo>
                      <a:lnTo>
                        <a:pt x="842144" y="217170"/>
                      </a:lnTo>
                      <a:lnTo>
                        <a:pt x="844981" y="216535"/>
                      </a:lnTo>
                      <a:lnTo>
                        <a:pt x="848447" y="216218"/>
                      </a:lnTo>
                      <a:lnTo>
                        <a:pt x="851599" y="215900"/>
                      </a:lnTo>
                      <a:close/>
                      <a:moveTo>
                        <a:pt x="1318578" y="0"/>
                      </a:moveTo>
                      <a:lnTo>
                        <a:pt x="1321753" y="318"/>
                      </a:lnTo>
                      <a:lnTo>
                        <a:pt x="1325563" y="636"/>
                      </a:lnTo>
                      <a:lnTo>
                        <a:pt x="1328421" y="1590"/>
                      </a:lnTo>
                      <a:lnTo>
                        <a:pt x="1331913" y="2544"/>
                      </a:lnTo>
                      <a:lnTo>
                        <a:pt x="1334771" y="4133"/>
                      </a:lnTo>
                      <a:lnTo>
                        <a:pt x="1337629" y="6041"/>
                      </a:lnTo>
                      <a:lnTo>
                        <a:pt x="1340169" y="7949"/>
                      </a:lnTo>
                      <a:lnTo>
                        <a:pt x="1342391" y="9857"/>
                      </a:lnTo>
                      <a:lnTo>
                        <a:pt x="1344931" y="12719"/>
                      </a:lnTo>
                      <a:lnTo>
                        <a:pt x="1346836" y="15262"/>
                      </a:lnTo>
                      <a:lnTo>
                        <a:pt x="1348424" y="18124"/>
                      </a:lnTo>
                      <a:lnTo>
                        <a:pt x="1350011" y="20986"/>
                      </a:lnTo>
                      <a:lnTo>
                        <a:pt x="1351281" y="23848"/>
                      </a:lnTo>
                      <a:lnTo>
                        <a:pt x="1351916" y="27345"/>
                      </a:lnTo>
                      <a:lnTo>
                        <a:pt x="1352551" y="30843"/>
                      </a:lnTo>
                      <a:lnTo>
                        <a:pt x="1352551" y="34341"/>
                      </a:lnTo>
                      <a:lnTo>
                        <a:pt x="1352551" y="180290"/>
                      </a:lnTo>
                      <a:lnTo>
                        <a:pt x="1352551" y="183469"/>
                      </a:lnTo>
                      <a:lnTo>
                        <a:pt x="1351916" y="186967"/>
                      </a:lnTo>
                      <a:lnTo>
                        <a:pt x="1351281" y="190147"/>
                      </a:lnTo>
                      <a:lnTo>
                        <a:pt x="1350011" y="193327"/>
                      </a:lnTo>
                      <a:lnTo>
                        <a:pt x="1348424" y="196188"/>
                      </a:lnTo>
                      <a:lnTo>
                        <a:pt x="1346836" y="199368"/>
                      </a:lnTo>
                      <a:lnTo>
                        <a:pt x="1344931" y="201912"/>
                      </a:lnTo>
                      <a:lnTo>
                        <a:pt x="1342391" y="204138"/>
                      </a:lnTo>
                      <a:lnTo>
                        <a:pt x="1340169" y="206681"/>
                      </a:lnTo>
                      <a:lnTo>
                        <a:pt x="1337629" y="208271"/>
                      </a:lnTo>
                      <a:lnTo>
                        <a:pt x="1334771" y="210179"/>
                      </a:lnTo>
                      <a:lnTo>
                        <a:pt x="1331913" y="211769"/>
                      </a:lnTo>
                      <a:lnTo>
                        <a:pt x="1328421" y="212723"/>
                      </a:lnTo>
                      <a:lnTo>
                        <a:pt x="1325563" y="213677"/>
                      </a:lnTo>
                      <a:lnTo>
                        <a:pt x="1321753" y="213995"/>
                      </a:lnTo>
                      <a:lnTo>
                        <a:pt x="1318578" y="214313"/>
                      </a:lnTo>
                      <a:lnTo>
                        <a:pt x="1315086" y="213995"/>
                      </a:lnTo>
                      <a:lnTo>
                        <a:pt x="1311593" y="213677"/>
                      </a:lnTo>
                      <a:lnTo>
                        <a:pt x="1308418" y="212723"/>
                      </a:lnTo>
                      <a:lnTo>
                        <a:pt x="1305243" y="211769"/>
                      </a:lnTo>
                      <a:lnTo>
                        <a:pt x="1302068" y="210179"/>
                      </a:lnTo>
                      <a:lnTo>
                        <a:pt x="1299528" y="208271"/>
                      </a:lnTo>
                      <a:lnTo>
                        <a:pt x="1296671" y="206681"/>
                      </a:lnTo>
                      <a:lnTo>
                        <a:pt x="1294448" y="204138"/>
                      </a:lnTo>
                      <a:lnTo>
                        <a:pt x="1292226" y="201912"/>
                      </a:lnTo>
                      <a:lnTo>
                        <a:pt x="1290003" y="199368"/>
                      </a:lnTo>
                      <a:lnTo>
                        <a:pt x="1288416" y="196188"/>
                      </a:lnTo>
                      <a:lnTo>
                        <a:pt x="1287146" y="193327"/>
                      </a:lnTo>
                      <a:lnTo>
                        <a:pt x="1285876" y="190147"/>
                      </a:lnTo>
                      <a:lnTo>
                        <a:pt x="1285241" y="186967"/>
                      </a:lnTo>
                      <a:lnTo>
                        <a:pt x="1284288" y="183469"/>
                      </a:lnTo>
                      <a:lnTo>
                        <a:pt x="1284288" y="180290"/>
                      </a:lnTo>
                      <a:lnTo>
                        <a:pt x="1284288" y="34341"/>
                      </a:lnTo>
                      <a:lnTo>
                        <a:pt x="1284288" y="30843"/>
                      </a:lnTo>
                      <a:lnTo>
                        <a:pt x="1285241" y="27345"/>
                      </a:lnTo>
                      <a:lnTo>
                        <a:pt x="1285876" y="23848"/>
                      </a:lnTo>
                      <a:lnTo>
                        <a:pt x="1287146" y="20986"/>
                      </a:lnTo>
                      <a:lnTo>
                        <a:pt x="1288416" y="18124"/>
                      </a:lnTo>
                      <a:lnTo>
                        <a:pt x="1290003" y="15262"/>
                      </a:lnTo>
                      <a:lnTo>
                        <a:pt x="1292226" y="12719"/>
                      </a:lnTo>
                      <a:lnTo>
                        <a:pt x="1294448" y="9857"/>
                      </a:lnTo>
                      <a:lnTo>
                        <a:pt x="1296671" y="7949"/>
                      </a:lnTo>
                      <a:lnTo>
                        <a:pt x="1299528" y="6041"/>
                      </a:lnTo>
                      <a:lnTo>
                        <a:pt x="1302068" y="4133"/>
                      </a:lnTo>
                      <a:lnTo>
                        <a:pt x="1305243" y="2544"/>
                      </a:lnTo>
                      <a:lnTo>
                        <a:pt x="1308418" y="1590"/>
                      </a:lnTo>
                      <a:lnTo>
                        <a:pt x="1311593" y="636"/>
                      </a:lnTo>
                      <a:lnTo>
                        <a:pt x="1315086" y="318"/>
                      </a:lnTo>
                      <a:lnTo>
                        <a:pt x="1318578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>
                  <a:scene3d>
                    <a:camera prst="orthographicFront"/>
                    <a:lightRig rig="threePt" dir="t"/>
                  </a:scene3d>
                  <a:sp3d>
                    <a:contourClr>
                      <a:srgbClr val="FFFFFF"/>
                    </a:contourClr>
                  </a:sp3d>
                </a:bodyPr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58" name="组合 29"/>
              <p:cNvGrpSpPr/>
              <p:nvPr/>
            </p:nvGrpSpPr>
            <p:grpSpPr>
              <a:xfrm>
                <a:off x="4425946" y="4887971"/>
                <a:ext cx="965618" cy="966098"/>
                <a:chOff x="4097899" y="4979900"/>
                <a:chExt cx="965576" cy="965576"/>
              </a:xfrm>
            </p:grpSpPr>
            <p:sp>
              <p:nvSpPr>
                <p:cNvPr id="59" name="椭圆 30"/>
                <p:cNvSpPr/>
                <p:nvPr/>
              </p:nvSpPr>
              <p:spPr>
                <a:xfrm>
                  <a:off x="4097899" y="4979900"/>
                  <a:ext cx="965576" cy="965576"/>
                </a:xfrm>
                <a:prstGeom prst="ellipse">
                  <a:avLst/>
                </a:prstGeom>
                <a:solidFill>
                  <a:srgbClr val="2F5597"/>
                </a:solidFill>
                <a:ln w="28575" cap="flat">
                  <a:noFill/>
                  <a:prstDash val="solid"/>
                  <a:miter lim="800000"/>
                  <a:headEnd/>
                  <a:tailEnd/>
                </a:ln>
                <a:effectLst>
                  <a:outerShdw blurRad="228600" dist="228600" dir="5400000" algn="t" rotWithShape="0">
                    <a:schemeClr val="tx1">
                      <a:lumMod val="85000"/>
                      <a:lumOff val="15000"/>
                      <a:alpha val="28000"/>
                    </a:scheme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1" name="KSO_Shape"/>
                <p:cNvSpPr/>
                <p:nvPr/>
              </p:nvSpPr>
              <p:spPr bwMode="auto">
                <a:xfrm>
                  <a:off x="4349773" y="5169775"/>
                  <a:ext cx="461828" cy="585826"/>
                </a:xfrm>
                <a:custGeom>
                  <a:avLst/>
                  <a:gdLst>
                    <a:gd name="T0" fmla="*/ 259322 w 2665412"/>
                    <a:gd name="T1" fmla="*/ 2895285 h 3382963"/>
                    <a:gd name="T2" fmla="*/ 511017 w 2665412"/>
                    <a:gd name="T3" fmla="*/ 3155147 h 3382963"/>
                    <a:gd name="T4" fmla="*/ 770965 w 2665412"/>
                    <a:gd name="T5" fmla="*/ 2903852 h 3382963"/>
                    <a:gd name="T6" fmla="*/ 519587 w 2665412"/>
                    <a:gd name="T7" fmla="*/ 2643989 h 3382963"/>
                    <a:gd name="T8" fmla="*/ 875071 w 2665412"/>
                    <a:gd name="T9" fmla="*/ 2732514 h 3382963"/>
                    <a:gd name="T10" fmla="*/ 732560 w 2665412"/>
                    <a:gd name="T11" fmla="*/ 3231615 h 3382963"/>
                    <a:gd name="T12" fmla="*/ 265987 w 2665412"/>
                    <a:gd name="T13" fmla="*/ 3315697 h 3382963"/>
                    <a:gd name="T14" fmla="*/ 147598 w 2665412"/>
                    <a:gd name="T15" fmla="*/ 2750917 h 3382963"/>
                    <a:gd name="T16" fmla="*/ 1831415 w 2665412"/>
                    <a:gd name="T17" fmla="*/ 2257426 h 3382963"/>
                    <a:gd name="T18" fmla="*/ 1993961 w 2665412"/>
                    <a:gd name="T19" fmla="*/ 2438401 h 3382963"/>
                    <a:gd name="T20" fmla="*/ 1847258 w 2665412"/>
                    <a:gd name="T21" fmla="*/ 2409508 h 3382963"/>
                    <a:gd name="T22" fmla="*/ 1685662 w 2665412"/>
                    <a:gd name="T23" fmla="*/ 2468563 h 3382963"/>
                    <a:gd name="T24" fmla="*/ 1995229 w 2665412"/>
                    <a:gd name="T25" fmla="*/ 2640966 h 3382963"/>
                    <a:gd name="T26" fmla="*/ 1952137 w 2665412"/>
                    <a:gd name="T27" fmla="*/ 2838768 h 3382963"/>
                    <a:gd name="T28" fmla="*/ 1735409 w 2665412"/>
                    <a:gd name="T29" fmla="*/ 2918143 h 3382963"/>
                    <a:gd name="T30" fmla="*/ 1580784 w 2665412"/>
                    <a:gd name="T31" fmla="*/ 2728596 h 3382963"/>
                    <a:gd name="T32" fmla="*/ 1742380 w 2665412"/>
                    <a:gd name="T33" fmla="*/ 2773998 h 3382963"/>
                    <a:gd name="T34" fmla="*/ 1881478 w 2665412"/>
                    <a:gd name="T35" fmla="*/ 2691766 h 3382963"/>
                    <a:gd name="T36" fmla="*/ 1563357 w 2665412"/>
                    <a:gd name="T37" fmla="*/ 2467293 h 3382963"/>
                    <a:gd name="T38" fmla="*/ 1692634 w 2665412"/>
                    <a:gd name="T39" fmla="*/ 2322831 h 3382963"/>
                    <a:gd name="T40" fmla="*/ 1625723 w 2665412"/>
                    <a:gd name="T41" fmla="*/ 2198771 h 3382963"/>
                    <a:gd name="T42" fmla="*/ 1410098 w 2665412"/>
                    <a:gd name="T43" fmla="*/ 2430592 h 3382963"/>
                    <a:gd name="T44" fmla="*/ 1421847 w 2665412"/>
                    <a:gd name="T45" fmla="*/ 2757048 h 3382963"/>
                    <a:gd name="T46" fmla="*/ 1653351 w 2665412"/>
                    <a:gd name="T47" fmla="*/ 2972991 h 3382963"/>
                    <a:gd name="T48" fmla="*/ 1980125 w 2665412"/>
                    <a:gd name="T49" fmla="*/ 2960924 h 3382963"/>
                    <a:gd name="T50" fmla="*/ 2195433 w 2665412"/>
                    <a:gd name="T51" fmla="*/ 2729420 h 3382963"/>
                    <a:gd name="T52" fmla="*/ 2184001 w 2665412"/>
                    <a:gd name="T53" fmla="*/ 2402964 h 3382963"/>
                    <a:gd name="T54" fmla="*/ 1952179 w 2665412"/>
                    <a:gd name="T55" fmla="*/ 2187021 h 3382963"/>
                    <a:gd name="T56" fmla="*/ 2156055 w 2665412"/>
                    <a:gd name="T57" fmla="*/ 2032367 h 3382963"/>
                    <a:gd name="T58" fmla="*/ 2395816 w 2665412"/>
                    <a:gd name="T59" fmla="*/ 2850094 h 3382963"/>
                    <a:gd name="T60" fmla="*/ 1619054 w 2665412"/>
                    <a:gd name="T61" fmla="*/ 3205130 h 3382963"/>
                    <a:gd name="T62" fmla="*/ 1161763 w 2665412"/>
                    <a:gd name="T63" fmla="*/ 2697981 h 3382963"/>
                    <a:gd name="T64" fmla="*/ 1590474 w 2665412"/>
                    <a:gd name="T65" fmla="*/ 1963774 h 3382963"/>
                    <a:gd name="T66" fmla="*/ 247746 w 2665412"/>
                    <a:gd name="T67" fmla="*/ 2374875 h 3382963"/>
                    <a:gd name="T68" fmla="*/ 90506 w 2665412"/>
                    <a:gd name="T69" fmla="*/ 2382501 h 3382963"/>
                    <a:gd name="T70" fmla="*/ 82882 w 2665412"/>
                    <a:gd name="T71" fmla="*/ 2224911 h 3382963"/>
                    <a:gd name="T72" fmla="*/ 1925231 w 2665412"/>
                    <a:gd name="T73" fmla="*/ 1275421 h 3382963"/>
                    <a:gd name="T74" fmla="*/ 2142932 w 2665412"/>
                    <a:gd name="T75" fmla="*/ 1565745 h 3382963"/>
                    <a:gd name="T76" fmla="*/ 2433411 w 2665412"/>
                    <a:gd name="T77" fmla="*/ 1348081 h 3382963"/>
                    <a:gd name="T78" fmla="*/ 2215710 w 2665412"/>
                    <a:gd name="T79" fmla="*/ 1057758 h 3382963"/>
                    <a:gd name="T80" fmla="*/ 2557039 w 2665412"/>
                    <a:gd name="T81" fmla="*/ 1184676 h 3382963"/>
                    <a:gd name="T82" fmla="*/ 2359043 w 2665412"/>
                    <a:gd name="T83" fmla="*/ 1666644 h 3382963"/>
                    <a:gd name="T84" fmla="*/ 1943029 w 2665412"/>
                    <a:gd name="T85" fmla="*/ 1631742 h 3382963"/>
                    <a:gd name="T86" fmla="*/ 1831795 w 2665412"/>
                    <a:gd name="T87" fmla="*/ 1117727 h 3382963"/>
                    <a:gd name="T88" fmla="*/ 1543971 w 2665412"/>
                    <a:gd name="T89" fmla="*/ 596250 h 3382963"/>
                    <a:gd name="T90" fmla="*/ 1297460 w 2665412"/>
                    <a:gd name="T91" fmla="*/ 948099 h 3382963"/>
                    <a:gd name="T92" fmla="*/ 1031888 w 2665412"/>
                    <a:gd name="T93" fmla="*/ 755548 h 3382963"/>
                    <a:gd name="T94" fmla="*/ 814631 w 2665412"/>
                    <a:gd name="T95" fmla="*/ 602286 h 3382963"/>
                    <a:gd name="T96" fmla="*/ 863801 w 2665412"/>
                    <a:gd name="T97" fmla="*/ 640380 h 3382963"/>
                    <a:gd name="T98" fmla="*/ 958650 w 2665412"/>
                    <a:gd name="T99" fmla="*/ 731486 h 3382963"/>
                    <a:gd name="T100" fmla="*/ 915825 w 2665412"/>
                    <a:gd name="T101" fmla="*/ 1047026 h 3382963"/>
                    <a:gd name="T102" fmla="*/ 1093788 w 2665412"/>
                    <a:gd name="T103" fmla="*/ 1742545 h 3382963"/>
                    <a:gd name="T104" fmla="*/ 941203 w 2665412"/>
                    <a:gd name="T105" fmla="*/ 2331086 h 3382963"/>
                    <a:gd name="T106" fmla="*/ 804162 w 2665412"/>
                    <a:gd name="T107" fmla="*/ 2246646 h 3382963"/>
                    <a:gd name="T108" fmla="*/ 518978 w 2665412"/>
                    <a:gd name="T109" fmla="*/ 1458116 h 3382963"/>
                    <a:gd name="T110" fmla="*/ 425714 w 2665412"/>
                    <a:gd name="T111" fmla="*/ 1302568 h 3382963"/>
                    <a:gd name="T112" fmla="*/ 154488 w 2665412"/>
                    <a:gd name="T113" fmla="*/ 951475 h 3382963"/>
                    <a:gd name="T114" fmla="*/ 4758 w 2665412"/>
                    <a:gd name="T115" fmla="*/ 912429 h 3382963"/>
                    <a:gd name="T116" fmla="*/ 912333 w 2665412"/>
                    <a:gd name="T117" fmla="*/ 0 h 3382963"/>
                    <a:gd name="T118" fmla="*/ 1112519 w 2665412"/>
                    <a:gd name="T119" fmla="*/ 199433 h 3382963"/>
                    <a:gd name="T120" fmla="*/ 953005 w 2665412"/>
                    <a:gd name="T121" fmla="*/ 526732 h 3382963"/>
                    <a:gd name="T122" fmla="*/ 719772 w 2665412"/>
                    <a:gd name="T123" fmla="*/ 209293 h 33829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2665412" h="3382963">
                      <a:moveTo>
                        <a:pt x="506574" y="2643989"/>
                      </a:moveTo>
                      <a:lnTo>
                        <a:pt x="493243" y="2644624"/>
                      </a:lnTo>
                      <a:lnTo>
                        <a:pt x="480230" y="2646210"/>
                      </a:lnTo>
                      <a:lnTo>
                        <a:pt x="467217" y="2648431"/>
                      </a:lnTo>
                      <a:lnTo>
                        <a:pt x="454521" y="2650970"/>
                      </a:lnTo>
                      <a:lnTo>
                        <a:pt x="442460" y="2654460"/>
                      </a:lnTo>
                      <a:lnTo>
                        <a:pt x="430399" y="2658585"/>
                      </a:lnTo>
                      <a:lnTo>
                        <a:pt x="418655" y="2663027"/>
                      </a:lnTo>
                      <a:lnTo>
                        <a:pt x="407229" y="2667786"/>
                      </a:lnTo>
                      <a:lnTo>
                        <a:pt x="396120" y="2673180"/>
                      </a:lnTo>
                      <a:lnTo>
                        <a:pt x="385328" y="2679526"/>
                      </a:lnTo>
                      <a:lnTo>
                        <a:pt x="374854" y="2685872"/>
                      </a:lnTo>
                      <a:lnTo>
                        <a:pt x="364380" y="2692852"/>
                      </a:lnTo>
                      <a:lnTo>
                        <a:pt x="354858" y="2700784"/>
                      </a:lnTo>
                      <a:lnTo>
                        <a:pt x="345336" y="2708717"/>
                      </a:lnTo>
                      <a:lnTo>
                        <a:pt x="336449" y="2717284"/>
                      </a:lnTo>
                      <a:lnTo>
                        <a:pt x="327562" y="2725533"/>
                      </a:lnTo>
                      <a:lnTo>
                        <a:pt x="319310" y="2735052"/>
                      </a:lnTo>
                      <a:lnTo>
                        <a:pt x="312010" y="2744571"/>
                      </a:lnTo>
                      <a:lnTo>
                        <a:pt x="304710" y="2754724"/>
                      </a:lnTo>
                      <a:lnTo>
                        <a:pt x="298044" y="2764878"/>
                      </a:lnTo>
                      <a:lnTo>
                        <a:pt x="291696" y="2775348"/>
                      </a:lnTo>
                      <a:lnTo>
                        <a:pt x="285983" y="2786136"/>
                      </a:lnTo>
                      <a:lnTo>
                        <a:pt x="280905" y="2797241"/>
                      </a:lnTo>
                      <a:lnTo>
                        <a:pt x="276144" y="2808981"/>
                      </a:lnTo>
                      <a:lnTo>
                        <a:pt x="272018" y="2820721"/>
                      </a:lnTo>
                      <a:lnTo>
                        <a:pt x="268209" y="2832461"/>
                      </a:lnTo>
                      <a:lnTo>
                        <a:pt x="265353" y="2844835"/>
                      </a:lnTo>
                      <a:lnTo>
                        <a:pt x="263131" y="2857210"/>
                      </a:lnTo>
                      <a:lnTo>
                        <a:pt x="261226" y="2869584"/>
                      </a:lnTo>
                      <a:lnTo>
                        <a:pt x="259957" y="2882276"/>
                      </a:lnTo>
                      <a:lnTo>
                        <a:pt x="259322" y="2895285"/>
                      </a:lnTo>
                      <a:lnTo>
                        <a:pt x="259639" y="2908294"/>
                      </a:lnTo>
                      <a:lnTo>
                        <a:pt x="260274" y="2921620"/>
                      </a:lnTo>
                      <a:lnTo>
                        <a:pt x="261861" y="2934629"/>
                      </a:lnTo>
                      <a:lnTo>
                        <a:pt x="264083" y="2947638"/>
                      </a:lnTo>
                      <a:lnTo>
                        <a:pt x="266622" y="2960330"/>
                      </a:lnTo>
                      <a:lnTo>
                        <a:pt x="270113" y="2972704"/>
                      </a:lnTo>
                      <a:lnTo>
                        <a:pt x="273922" y="2984444"/>
                      </a:lnTo>
                      <a:lnTo>
                        <a:pt x="278366" y="2996501"/>
                      </a:lnTo>
                      <a:lnTo>
                        <a:pt x="283444" y="3007924"/>
                      </a:lnTo>
                      <a:lnTo>
                        <a:pt x="288840" y="3019029"/>
                      </a:lnTo>
                      <a:lnTo>
                        <a:pt x="294870" y="3029817"/>
                      </a:lnTo>
                      <a:lnTo>
                        <a:pt x="301536" y="3040605"/>
                      </a:lnTo>
                      <a:lnTo>
                        <a:pt x="308836" y="3050441"/>
                      </a:lnTo>
                      <a:lnTo>
                        <a:pt x="316136" y="3060277"/>
                      </a:lnTo>
                      <a:lnTo>
                        <a:pt x="323753" y="3069478"/>
                      </a:lnTo>
                      <a:lnTo>
                        <a:pt x="332323" y="3078680"/>
                      </a:lnTo>
                      <a:lnTo>
                        <a:pt x="341210" y="3087247"/>
                      </a:lnTo>
                      <a:lnTo>
                        <a:pt x="350732" y="3095496"/>
                      </a:lnTo>
                      <a:lnTo>
                        <a:pt x="360254" y="3103429"/>
                      </a:lnTo>
                      <a:lnTo>
                        <a:pt x="370411" y="3110409"/>
                      </a:lnTo>
                      <a:lnTo>
                        <a:pt x="380250" y="3117072"/>
                      </a:lnTo>
                      <a:lnTo>
                        <a:pt x="391041" y="3123418"/>
                      </a:lnTo>
                      <a:lnTo>
                        <a:pt x="401833" y="3128812"/>
                      </a:lnTo>
                      <a:lnTo>
                        <a:pt x="412942" y="3134206"/>
                      </a:lnTo>
                      <a:lnTo>
                        <a:pt x="424685" y="3138965"/>
                      </a:lnTo>
                      <a:lnTo>
                        <a:pt x="436429" y="3143090"/>
                      </a:lnTo>
                      <a:lnTo>
                        <a:pt x="448173" y="3146580"/>
                      </a:lnTo>
                      <a:lnTo>
                        <a:pt x="460551" y="3149753"/>
                      </a:lnTo>
                      <a:lnTo>
                        <a:pt x="472930" y="3151974"/>
                      </a:lnTo>
                      <a:lnTo>
                        <a:pt x="485626" y="3153878"/>
                      </a:lnTo>
                      <a:lnTo>
                        <a:pt x="498004" y="3154830"/>
                      </a:lnTo>
                      <a:lnTo>
                        <a:pt x="511017" y="3155147"/>
                      </a:lnTo>
                      <a:lnTo>
                        <a:pt x="524030" y="3155147"/>
                      </a:lnTo>
                      <a:lnTo>
                        <a:pt x="537044" y="3154513"/>
                      </a:lnTo>
                      <a:lnTo>
                        <a:pt x="550374" y="3152926"/>
                      </a:lnTo>
                      <a:lnTo>
                        <a:pt x="563070" y="3150705"/>
                      </a:lnTo>
                      <a:lnTo>
                        <a:pt x="575766" y="3148167"/>
                      </a:lnTo>
                      <a:lnTo>
                        <a:pt x="588462" y="3144994"/>
                      </a:lnTo>
                      <a:lnTo>
                        <a:pt x="600206" y="3141186"/>
                      </a:lnTo>
                      <a:lnTo>
                        <a:pt x="612267" y="3136744"/>
                      </a:lnTo>
                      <a:lnTo>
                        <a:pt x="623693" y="3131668"/>
                      </a:lnTo>
                      <a:lnTo>
                        <a:pt x="634802" y="3125956"/>
                      </a:lnTo>
                      <a:lnTo>
                        <a:pt x="645593" y="3119928"/>
                      </a:lnTo>
                      <a:lnTo>
                        <a:pt x="656067" y="3113265"/>
                      </a:lnTo>
                      <a:lnTo>
                        <a:pt x="665907" y="3106284"/>
                      </a:lnTo>
                      <a:lnTo>
                        <a:pt x="676063" y="3098986"/>
                      </a:lnTo>
                      <a:lnTo>
                        <a:pt x="685268" y="3090737"/>
                      </a:lnTo>
                      <a:lnTo>
                        <a:pt x="694155" y="3082487"/>
                      </a:lnTo>
                      <a:lnTo>
                        <a:pt x="702725" y="3073603"/>
                      </a:lnTo>
                      <a:lnTo>
                        <a:pt x="710977" y="3064402"/>
                      </a:lnTo>
                      <a:lnTo>
                        <a:pt x="718594" y="3054566"/>
                      </a:lnTo>
                      <a:lnTo>
                        <a:pt x="725894" y="3045047"/>
                      </a:lnTo>
                      <a:lnTo>
                        <a:pt x="732560" y="3034576"/>
                      </a:lnTo>
                      <a:lnTo>
                        <a:pt x="738908" y="3023788"/>
                      </a:lnTo>
                      <a:lnTo>
                        <a:pt x="744621" y="3013000"/>
                      </a:lnTo>
                      <a:lnTo>
                        <a:pt x="750017" y="3001895"/>
                      </a:lnTo>
                      <a:lnTo>
                        <a:pt x="754460" y="2990472"/>
                      </a:lnTo>
                      <a:lnTo>
                        <a:pt x="758586" y="2979050"/>
                      </a:lnTo>
                      <a:lnTo>
                        <a:pt x="762078" y="2966676"/>
                      </a:lnTo>
                      <a:lnTo>
                        <a:pt x="765252" y="2954618"/>
                      </a:lnTo>
                      <a:lnTo>
                        <a:pt x="767473" y="2942244"/>
                      </a:lnTo>
                      <a:lnTo>
                        <a:pt x="769378" y="2929870"/>
                      </a:lnTo>
                      <a:lnTo>
                        <a:pt x="770330" y="2916861"/>
                      </a:lnTo>
                      <a:lnTo>
                        <a:pt x="770965" y="2903852"/>
                      </a:lnTo>
                      <a:lnTo>
                        <a:pt x="770647" y="2890843"/>
                      </a:lnTo>
                      <a:lnTo>
                        <a:pt x="770013" y="2877834"/>
                      </a:lnTo>
                      <a:lnTo>
                        <a:pt x="768426" y="2864507"/>
                      </a:lnTo>
                      <a:lnTo>
                        <a:pt x="766521" y="2851816"/>
                      </a:lnTo>
                      <a:lnTo>
                        <a:pt x="763982" y="2839441"/>
                      </a:lnTo>
                      <a:lnTo>
                        <a:pt x="760808" y="2827067"/>
                      </a:lnTo>
                      <a:lnTo>
                        <a:pt x="756682" y="2814692"/>
                      </a:lnTo>
                      <a:lnTo>
                        <a:pt x="752238" y="2802953"/>
                      </a:lnTo>
                      <a:lnTo>
                        <a:pt x="747160" y="2791530"/>
                      </a:lnTo>
                      <a:lnTo>
                        <a:pt x="741764" y="2780108"/>
                      </a:lnTo>
                      <a:lnTo>
                        <a:pt x="735416" y="2769637"/>
                      </a:lnTo>
                      <a:lnTo>
                        <a:pt x="729068" y="2759166"/>
                      </a:lnTo>
                      <a:lnTo>
                        <a:pt x="722086" y="2749013"/>
                      </a:lnTo>
                      <a:lnTo>
                        <a:pt x="714468" y="2739177"/>
                      </a:lnTo>
                      <a:lnTo>
                        <a:pt x="706533" y="2729658"/>
                      </a:lnTo>
                      <a:lnTo>
                        <a:pt x="697964" y="2720774"/>
                      </a:lnTo>
                      <a:lnTo>
                        <a:pt x="689394" y="2712207"/>
                      </a:lnTo>
                      <a:lnTo>
                        <a:pt x="680189" y="2704275"/>
                      </a:lnTo>
                      <a:lnTo>
                        <a:pt x="670350" y="2696342"/>
                      </a:lnTo>
                      <a:lnTo>
                        <a:pt x="660511" y="2689362"/>
                      </a:lnTo>
                      <a:lnTo>
                        <a:pt x="650037" y="2682382"/>
                      </a:lnTo>
                      <a:lnTo>
                        <a:pt x="639563" y="2676353"/>
                      </a:lnTo>
                      <a:lnTo>
                        <a:pt x="628771" y="2670324"/>
                      </a:lnTo>
                      <a:lnTo>
                        <a:pt x="617662" y="2665248"/>
                      </a:lnTo>
                      <a:lnTo>
                        <a:pt x="606236" y="2660171"/>
                      </a:lnTo>
                      <a:lnTo>
                        <a:pt x="594175" y="2656364"/>
                      </a:lnTo>
                      <a:lnTo>
                        <a:pt x="582431" y="2652873"/>
                      </a:lnTo>
                      <a:lnTo>
                        <a:pt x="570053" y="2650018"/>
                      </a:lnTo>
                      <a:lnTo>
                        <a:pt x="557992" y="2647479"/>
                      </a:lnTo>
                      <a:lnTo>
                        <a:pt x="545296" y="2645576"/>
                      </a:lnTo>
                      <a:lnTo>
                        <a:pt x="532600" y="2644306"/>
                      </a:lnTo>
                      <a:lnTo>
                        <a:pt x="519587" y="2643989"/>
                      </a:lnTo>
                      <a:lnTo>
                        <a:pt x="506574" y="2643989"/>
                      </a:lnTo>
                      <a:close/>
                      <a:moveTo>
                        <a:pt x="552279" y="2413000"/>
                      </a:moveTo>
                      <a:lnTo>
                        <a:pt x="560214" y="2505650"/>
                      </a:lnTo>
                      <a:lnTo>
                        <a:pt x="569736" y="2506602"/>
                      </a:lnTo>
                      <a:lnTo>
                        <a:pt x="578940" y="2508188"/>
                      </a:lnTo>
                      <a:lnTo>
                        <a:pt x="588779" y="2510092"/>
                      </a:lnTo>
                      <a:lnTo>
                        <a:pt x="597984" y="2511678"/>
                      </a:lnTo>
                      <a:lnTo>
                        <a:pt x="607506" y="2513582"/>
                      </a:lnTo>
                      <a:lnTo>
                        <a:pt x="617028" y="2516120"/>
                      </a:lnTo>
                      <a:lnTo>
                        <a:pt x="626232" y="2518976"/>
                      </a:lnTo>
                      <a:lnTo>
                        <a:pt x="635119" y="2521514"/>
                      </a:lnTo>
                      <a:lnTo>
                        <a:pt x="644006" y="2524370"/>
                      </a:lnTo>
                      <a:lnTo>
                        <a:pt x="653211" y="2527860"/>
                      </a:lnTo>
                      <a:lnTo>
                        <a:pt x="661780" y="2531033"/>
                      </a:lnTo>
                      <a:lnTo>
                        <a:pt x="670668" y="2534841"/>
                      </a:lnTo>
                      <a:lnTo>
                        <a:pt x="679237" y="2538648"/>
                      </a:lnTo>
                      <a:lnTo>
                        <a:pt x="687807" y="2542773"/>
                      </a:lnTo>
                      <a:lnTo>
                        <a:pt x="696377" y="2547215"/>
                      </a:lnTo>
                      <a:lnTo>
                        <a:pt x="704629" y="2551657"/>
                      </a:lnTo>
                      <a:lnTo>
                        <a:pt x="764299" y="2480266"/>
                      </a:lnTo>
                      <a:lnTo>
                        <a:pt x="884275" y="2581165"/>
                      </a:lnTo>
                      <a:lnTo>
                        <a:pt x="824922" y="2651921"/>
                      </a:lnTo>
                      <a:lnTo>
                        <a:pt x="830953" y="2659219"/>
                      </a:lnTo>
                      <a:lnTo>
                        <a:pt x="836348" y="2666517"/>
                      </a:lnTo>
                      <a:lnTo>
                        <a:pt x="842062" y="2674449"/>
                      </a:lnTo>
                      <a:lnTo>
                        <a:pt x="847140" y="2682382"/>
                      </a:lnTo>
                      <a:lnTo>
                        <a:pt x="852536" y="2690314"/>
                      </a:lnTo>
                      <a:lnTo>
                        <a:pt x="857297" y="2698563"/>
                      </a:lnTo>
                      <a:lnTo>
                        <a:pt x="862057" y="2706813"/>
                      </a:lnTo>
                      <a:lnTo>
                        <a:pt x="866501" y="2715380"/>
                      </a:lnTo>
                      <a:lnTo>
                        <a:pt x="870945" y="2723947"/>
                      </a:lnTo>
                      <a:lnTo>
                        <a:pt x="875071" y="2732514"/>
                      </a:lnTo>
                      <a:lnTo>
                        <a:pt x="879197" y="2741398"/>
                      </a:lnTo>
                      <a:lnTo>
                        <a:pt x="883006" y="2750282"/>
                      </a:lnTo>
                      <a:lnTo>
                        <a:pt x="886497" y="2759166"/>
                      </a:lnTo>
                      <a:lnTo>
                        <a:pt x="889671" y="2768050"/>
                      </a:lnTo>
                      <a:lnTo>
                        <a:pt x="892845" y="2777252"/>
                      </a:lnTo>
                      <a:lnTo>
                        <a:pt x="896019" y="2786453"/>
                      </a:lnTo>
                      <a:lnTo>
                        <a:pt x="986794" y="2779156"/>
                      </a:lnTo>
                      <a:lnTo>
                        <a:pt x="1000125" y="2934629"/>
                      </a:lnTo>
                      <a:lnTo>
                        <a:pt x="909667" y="2942879"/>
                      </a:lnTo>
                      <a:lnTo>
                        <a:pt x="908397" y="2952397"/>
                      </a:lnTo>
                      <a:lnTo>
                        <a:pt x="907128" y="2962233"/>
                      </a:lnTo>
                      <a:lnTo>
                        <a:pt x="905541" y="2971752"/>
                      </a:lnTo>
                      <a:lnTo>
                        <a:pt x="903636" y="2981588"/>
                      </a:lnTo>
                      <a:lnTo>
                        <a:pt x="901415" y="2990790"/>
                      </a:lnTo>
                      <a:lnTo>
                        <a:pt x="899193" y="3000309"/>
                      </a:lnTo>
                      <a:lnTo>
                        <a:pt x="896654" y="3009827"/>
                      </a:lnTo>
                      <a:lnTo>
                        <a:pt x="893797" y="3019029"/>
                      </a:lnTo>
                      <a:lnTo>
                        <a:pt x="890623" y="3027913"/>
                      </a:lnTo>
                      <a:lnTo>
                        <a:pt x="887449" y="3036797"/>
                      </a:lnTo>
                      <a:lnTo>
                        <a:pt x="883958" y="3045999"/>
                      </a:lnTo>
                      <a:lnTo>
                        <a:pt x="880149" y="3054566"/>
                      </a:lnTo>
                      <a:lnTo>
                        <a:pt x="876658" y="3063450"/>
                      </a:lnTo>
                      <a:lnTo>
                        <a:pt x="872532" y="3072017"/>
                      </a:lnTo>
                      <a:lnTo>
                        <a:pt x="868088" y="3080584"/>
                      </a:lnTo>
                      <a:lnTo>
                        <a:pt x="863644" y="3089150"/>
                      </a:lnTo>
                      <a:lnTo>
                        <a:pt x="933154" y="3147532"/>
                      </a:lnTo>
                      <a:lnTo>
                        <a:pt x="831905" y="3267151"/>
                      </a:lnTo>
                      <a:lnTo>
                        <a:pt x="763347" y="3209404"/>
                      </a:lnTo>
                      <a:lnTo>
                        <a:pt x="755730" y="3215433"/>
                      </a:lnTo>
                      <a:lnTo>
                        <a:pt x="748112" y="3221144"/>
                      </a:lnTo>
                      <a:lnTo>
                        <a:pt x="740177" y="3226538"/>
                      </a:lnTo>
                      <a:lnTo>
                        <a:pt x="732560" y="3231615"/>
                      </a:lnTo>
                      <a:lnTo>
                        <a:pt x="724307" y="3237009"/>
                      </a:lnTo>
                      <a:lnTo>
                        <a:pt x="716055" y="3242085"/>
                      </a:lnTo>
                      <a:lnTo>
                        <a:pt x="707485" y="3246527"/>
                      </a:lnTo>
                      <a:lnTo>
                        <a:pt x="698916" y="3251287"/>
                      </a:lnTo>
                      <a:lnTo>
                        <a:pt x="690346" y="3256046"/>
                      </a:lnTo>
                      <a:lnTo>
                        <a:pt x="681459" y="3259854"/>
                      </a:lnTo>
                      <a:lnTo>
                        <a:pt x="672572" y="3263979"/>
                      </a:lnTo>
                      <a:lnTo>
                        <a:pt x="663685" y="3267786"/>
                      </a:lnTo>
                      <a:lnTo>
                        <a:pt x="654480" y="3271276"/>
                      </a:lnTo>
                      <a:lnTo>
                        <a:pt x="645593" y="3274449"/>
                      </a:lnTo>
                      <a:lnTo>
                        <a:pt x="635754" y="3277305"/>
                      </a:lnTo>
                      <a:lnTo>
                        <a:pt x="626549" y="3280478"/>
                      </a:lnTo>
                      <a:lnTo>
                        <a:pt x="634484" y="3369637"/>
                      </a:lnTo>
                      <a:lnTo>
                        <a:pt x="478008" y="3382963"/>
                      </a:lnTo>
                      <a:lnTo>
                        <a:pt x="470390" y="3293804"/>
                      </a:lnTo>
                      <a:lnTo>
                        <a:pt x="460551" y="3292535"/>
                      </a:lnTo>
                      <a:lnTo>
                        <a:pt x="451029" y="3291266"/>
                      </a:lnTo>
                      <a:lnTo>
                        <a:pt x="441190" y="3289362"/>
                      </a:lnTo>
                      <a:lnTo>
                        <a:pt x="431668" y="3287458"/>
                      </a:lnTo>
                      <a:lnTo>
                        <a:pt x="421829" y="3285237"/>
                      </a:lnTo>
                      <a:lnTo>
                        <a:pt x="412624" y="3283016"/>
                      </a:lnTo>
                      <a:lnTo>
                        <a:pt x="403420" y="3280478"/>
                      </a:lnTo>
                      <a:lnTo>
                        <a:pt x="394215" y="3277305"/>
                      </a:lnTo>
                      <a:lnTo>
                        <a:pt x="384693" y="3274449"/>
                      </a:lnTo>
                      <a:lnTo>
                        <a:pt x="375806" y="3271276"/>
                      </a:lnTo>
                      <a:lnTo>
                        <a:pt x="366919" y="3267786"/>
                      </a:lnTo>
                      <a:lnTo>
                        <a:pt x="358032" y="3263979"/>
                      </a:lnTo>
                      <a:lnTo>
                        <a:pt x="349145" y="3259854"/>
                      </a:lnTo>
                      <a:lnTo>
                        <a:pt x="340575" y="3256046"/>
                      </a:lnTo>
                      <a:lnTo>
                        <a:pt x="332006" y="3251921"/>
                      </a:lnTo>
                      <a:lnTo>
                        <a:pt x="323436" y="3246845"/>
                      </a:lnTo>
                      <a:lnTo>
                        <a:pt x="265987" y="3315697"/>
                      </a:lnTo>
                      <a:lnTo>
                        <a:pt x="146012" y="3214798"/>
                      </a:lnTo>
                      <a:lnTo>
                        <a:pt x="204412" y="3145628"/>
                      </a:lnTo>
                      <a:lnTo>
                        <a:pt x="198382" y="3138331"/>
                      </a:lnTo>
                      <a:lnTo>
                        <a:pt x="192669" y="3130398"/>
                      </a:lnTo>
                      <a:lnTo>
                        <a:pt x="187273" y="3122466"/>
                      </a:lnTo>
                      <a:lnTo>
                        <a:pt x="181877" y="3114851"/>
                      </a:lnTo>
                      <a:lnTo>
                        <a:pt x="176799" y="3106602"/>
                      </a:lnTo>
                      <a:lnTo>
                        <a:pt x="172038" y="3098352"/>
                      </a:lnTo>
                      <a:lnTo>
                        <a:pt x="167277" y="3089785"/>
                      </a:lnTo>
                      <a:lnTo>
                        <a:pt x="162834" y="3081853"/>
                      </a:lnTo>
                      <a:lnTo>
                        <a:pt x="158390" y="3072969"/>
                      </a:lnTo>
                      <a:lnTo>
                        <a:pt x="154264" y="3064402"/>
                      </a:lnTo>
                      <a:lnTo>
                        <a:pt x="150455" y="3055517"/>
                      </a:lnTo>
                      <a:lnTo>
                        <a:pt x="146646" y="3046633"/>
                      </a:lnTo>
                      <a:lnTo>
                        <a:pt x="143155" y="3037114"/>
                      </a:lnTo>
                      <a:lnTo>
                        <a:pt x="139664" y="3028230"/>
                      </a:lnTo>
                      <a:lnTo>
                        <a:pt x="136807" y="3018711"/>
                      </a:lnTo>
                      <a:lnTo>
                        <a:pt x="133633" y="3009193"/>
                      </a:lnTo>
                      <a:lnTo>
                        <a:pt x="43175" y="3017125"/>
                      </a:lnTo>
                      <a:lnTo>
                        <a:pt x="30162" y="2861334"/>
                      </a:lnTo>
                      <a:lnTo>
                        <a:pt x="121255" y="2853402"/>
                      </a:lnTo>
                      <a:lnTo>
                        <a:pt x="122207" y="2843249"/>
                      </a:lnTo>
                      <a:lnTo>
                        <a:pt x="123794" y="2833730"/>
                      </a:lnTo>
                      <a:lnTo>
                        <a:pt x="125698" y="2824529"/>
                      </a:lnTo>
                      <a:lnTo>
                        <a:pt x="127285" y="2814692"/>
                      </a:lnTo>
                      <a:lnTo>
                        <a:pt x="129824" y="2805491"/>
                      </a:lnTo>
                      <a:lnTo>
                        <a:pt x="132046" y="2796290"/>
                      </a:lnTo>
                      <a:lnTo>
                        <a:pt x="134903" y="2787088"/>
                      </a:lnTo>
                      <a:lnTo>
                        <a:pt x="137442" y="2777569"/>
                      </a:lnTo>
                      <a:lnTo>
                        <a:pt x="140298" y="2768685"/>
                      </a:lnTo>
                      <a:lnTo>
                        <a:pt x="143790" y="2759801"/>
                      </a:lnTo>
                      <a:lnTo>
                        <a:pt x="147598" y="2750917"/>
                      </a:lnTo>
                      <a:lnTo>
                        <a:pt x="151090" y="2742032"/>
                      </a:lnTo>
                      <a:lnTo>
                        <a:pt x="154899" y="2733466"/>
                      </a:lnTo>
                      <a:lnTo>
                        <a:pt x="159025" y="2724899"/>
                      </a:lnTo>
                      <a:lnTo>
                        <a:pt x="167912" y="2707765"/>
                      </a:lnTo>
                      <a:lnTo>
                        <a:pt x="97450" y="2648749"/>
                      </a:lnTo>
                      <a:lnTo>
                        <a:pt x="198382" y="2528812"/>
                      </a:lnTo>
                      <a:lnTo>
                        <a:pt x="269161" y="2588780"/>
                      </a:lnTo>
                      <a:lnTo>
                        <a:pt x="284079" y="2577675"/>
                      </a:lnTo>
                      <a:lnTo>
                        <a:pt x="299631" y="2566887"/>
                      </a:lnTo>
                      <a:lnTo>
                        <a:pt x="307884" y="2561493"/>
                      </a:lnTo>
                      <a:lnTo>
                        <a:pt x="315819" y="2556734"/>
                      </a:lnTo>
                      <a:lnTo>
                        <a:pt x="324388" y="2552292"/>
                      </a:lnTo>
                      <a:lnTo>
                        <a:pt x="332323" y="2547532"/>
                      </a:lnTo>
                      <a:lnTo>
                        <a:pt x="340893" y="2543407"/>
                      </a:lnTo>
                      <a:lnTo>
                        <a:pt x="349463" y="2539283"/>
                      </a:lnTo>
                      <a:lnTo>
                        <a:pt x="358350" y="2535158"/>
                      </a:lnTo>
                      <a:lnTo>
                        <a:pt x="367237" y="2531350"/>
                      </a:lnTo>
                      <a:lnTo>
                        <a:pt x="376124" y="2528177"/>
                      </a:lnTo>
                      <a:lnTo>
                        <a:pt x="385646" y="2524687"/>
                      </a:lnTo>
                      <a:lnTo>
                        <a:pt x="394533" y="2521832"/>
                      </a:lnTo>
                      <a:lnTo>
                        <a:pt x="403737" y="2518976"/>
                      </a:lnTo>
                      <a:lnTo>
                        <a:pt x="396120" y="2426327"/>
                      </a:lnTo>
                      <a:lnTo>
                        <a:pt x="552279" y="2413000"/>
                      </a:lnTo>
                      <a:close/>
                      <a:moveTo>
                        <a:pt x="1753153" y="2246313"/>
                      </a:moveTo>
                      <a:lnTo>
                        <a:pt x="1813988" y="2246313"/>
                      </a:lnTo>
                      <a:lnTo>
                        <a:pt x="1817474" y="2246631"/>
                      </a:lnTo>
                      <a:lnTo>
                        <a:pt x="1820959" y="2247583"/>
                      </a:lnTo>
                      <a:lnTo>
                        <a:pt x="1823811" y="2248536"/>
                      </a:lnTo>
                      <a:lnTo>
                        <a:pt x="1826346" y="2250441"/>
                      </a:lnTo>
                      <a:lnTo>
                        <a:pt x="1828564" y="2252346"/>
                      </a:lnTo>
                      <a:lnTo>
                        <a:pt x="1830148" y="2254886"/>
                      </a:lnTo>
                      <a:lnTo>
                        <a:pt x="1831415" y="2257426"/>
                      </a:lnTo>
                      <a:lnTo>
                        <a:pt x="1831732" y="2259966"/>
                      </a:lnTo>
                      <a:lnTo>
                        <a:pt x="1831732" y="2310766"/>
                      </a:lnTo>
                      <a:lnTo>
                        <a:pt x="1842188" y="2312036"/>
                      </a:lnTo>
                      <a:lnTo>
                        <a:pt x="1852011" y="2313623"/>
                      </a:lnTo>
                      <a:lnTo>
                        <a:pt x="1862467" y="2315528"/>
                      </a:lnTo>
                      <a:lnTo>
                        <a:pt x="1871973" y="2317751"/>
                      </a:lnTo>
                      <a:lnTo>
                        <a:pt x="1880528" y="2319973"/>
                      </a:lnTo>
                      <a:lnTo>
                        <a:pt x="1889400" y="2322513"/>
                      </a:lnTo>
                      <a:lnTo>
                        <a:pt x="1897955" y="2325371"/>
                      </a:lnTo>
                      <a:lnTo>
                        <a:pt x="1907460" y="2328863"/>
                      </a:lnTo>
                      <a:lnTo>
                        <a:pt x="1916332" y="2332673"/>
                      </a:lnTo>
                      <a:lnTo>
                        <a:pt x="1925204" y="2336801"/>
                      </a:lnTo>
                      <a:lnTo>
                        <a:pt x="1934393" y="2341246"/>
                      </a:lnTo>
                      <a:lnTo>
                        <a:pt x="1942948" y="2345691"/>
                      </a:lnTo>
                      <a:lnTo>
                        <a:pt x="1951503" y="2350771"/>
                      </a:lnTo>
                      <a:lnTo>
                        <a:pt x="1960058" y="2355851"/>
                      </a:lnTo>
                      <a:lnTo>
                        <a:pt x="1967662" y="2361566"/>
                      </a:lnTo>
                      <a:lnTo>
                        <a:pt x="1975267" y="2367281"/>
                      </a:lnTo>
                      <a:lnTo>
                        <a:pt x="1982238" y="2372996"/>
                      </a:lnTo>
                      <a:lnTo>
                        <a:pt x="1988575" y="2379346"/>
                      </a:lnTo>
                      <a:lnTo>
                        <a:pt x="1994278" y="2385378"/>
                      </a:lnTo>
                      <a:lnTo>
                        <a:pt x="1999665" y="2392046"/>
                      </a:lnTo>
                      <a:lnTo>
                        <a:pt x="2002199" y="2396491"/>
                      </a:lnTo>
                      <a:lnTo>
                        <a:pt x="2004100" y="2401253"/>
                      </a:lnTo>
                      <a:lnTo>
                        <a:pt x="2005051" y="2406016"/>
                      </a:lnTo>
                      <a:lnTo>
                        <a:pt x="2005685" y="2411413"/>
                      </a:lnTo>
                      <a:lnTo>
                        <a:pt x="2005051" y="2416493"/>
                      </a:lnTo>
                      <a:lnTo>
                        <a:pt x="2003784" y="2421891"/>
                      </a:lnTo>
                      <a:lnTo>
                        <a:pt x="2001566" y="2427288"/>
                      </a:lnTo>
                      <a:lnTo>
                        <a:pt x="1998397" y="2432368"/>
                      </a:lnTo>
                      <a:lnTo>
                        <a:pt x="1996179" y="2435543"/>
                      </a:lnTo>
                      <a:lnTo>
                        <a:pt x="1993961" y="2438401"/>
                      </a:lnTo>
                      <a:lnTo>
                        <a:pt x="1991426" y="2441576"/>
                      </a:lnTo>
                      <a:lnTo>
                        <a:pt x="1988575" y="2444433"/>
                      </a:lnTo>
                      <a:lnTo>
                        <a:pt x="1985406" y="2447291"/>
                      </a:lnTo>
                      <a:lnTo>
                        <a:pt x="1982238" y="2449831"/>
                      </a:lnTo>
                      <a:lnTo>
                        <a:pt x="1978435" y="2452688"/>
                      </a:lnTo>
                      <a:lnTo>
                        <a:pt x="1974633" y="2454911"/>
                      </a:lnTo>
                      <a:lnTo>
                        <a:pt x="1971148" y="2457133"/>
                      </a:lnTo>
                      <a:lnTo>
                        <a:pt x="1967029" y="2459038"/>
                      </a:lnTo>
                      <a:lnTo>
                        <a:pt x="1962910" y="2460626"/>
                      </a:lnTo>
                      <a:lnTo>
                        <a:pt x="1958790" y="2462213"/>
                      </a:lnTo>
                      <a:lnTo>
                        <a:pt x="1954671" y="2463483"/>
                      </a:lnTo>
                      <a:lnTo>
                        <a:pt x="1950235" y="2464118"/>
                      </a:lnTo>
                      <a:lnTo>
                        <a:pt x="1945799" y="2464753"/>
                      </a:lnTo>
                      <a:lnTo>
                        <a:pt x="1941364" y="2464753"/>
                      </a:lnTo>
                      <a:lnTo>
                        <a:pt x="1936294" y="2464753"/>
                      </a:lnTo>
                      <a:lnTo>
                        <a:pt x="1931541" y="2464118"/>
                      </a:lnTo>
                      <a:lnTo>
                        <a:pt x="1926471" y="2462531"/>
                      </a:lnTo>
                      <a:lnTo>
                        <a:pt x="1922035" y="2460626"/>
                      </a:lnTo>
                      <a:lnTo>
                        <a:pt x="1917916" y="2458403"/>
                      </a:lnTo>
                      <a:lnTo>
                        <a:pt x="1914431" y="2455546"/>
                      </a:lnTo>
                      <a:lnTo>
                        <a:pt x="1910946" y="2452688"/>
                      </a:lnTo>
                      <a:lnTo>
                        <a:pt x="1908094" y="2448878"/>
                      </a:lnTo>
                      <a:lnTo>
                        <a:pt x="1904925" y="2445068"/>
                      </a:lnTo>
                      <a:lnTo>
                        <a:pt x="1903341" y="2443798"/>
                      </a:lnTo>
                      <a:lnTo>
                        <a:pt x="1897004" y="2438401"/>
                      </a:lnTo>
                      <a:lnTo>
                        <a:pt x="1890667" y="2433638"/>
                      </a:lnTo>
                      <a:lnTo>
                        <a:pt x="1883696" y="2429193"/>
                      </a:lnTo>
                      <a:lnTo>
                        <a:pt x="1876092" y="2424431"/>
                      </a:lnTo>
                      <a:lnTo>
                        <a:pt x="1868804" y="2419986"/>
                      </a:lnTo>
                      <a:lnTo>
                        <a:pt x="1861200" y="2415858"/>
                      </a:lnTo>
                      <a:lnTo>
                        <a:pt x="1853912" y="2412366"/>
                      </a:lnTo>
                      <a:lnTo>
                        <a:pt x="1847258" y="2409508"/>
                      </a:lnTo>
                      <a:lnTo>
                        <a:pt x="1840921" y="2407286"/>
                      </a:lnTo>
                      <a:lnTo>
                        <a:pt x="1834267" y="2405381"/>
                      </a:lnTo>
                      <a:lnTo>
                        <a:pt x="1827296" y="2403793"/>
                      </a:lnTo>
                      <a:lnTo>
                        <a:pt x="1820642" y="2402523"/>
                      </a:lnTo>
                      <a:lnTo>
                        <a:pt x="1813355" y="2401253"/>
                      </a:lnTo>
                      <a:lnTo>
                        <a:pt x="1806384" y="2400301"/>
                      </a:lnTo>
                      <a:lnTo>
                        <a:pt x="1799730" y="2399666"/>
                      </a:lnTo>
                      <a:lnTo>
                        <a:pt x="1792759" y="2399348"/>
                      </a:lnTo>
                      <a:lnTo>
                        <a:pt x="1786105" y="2399031"/>
                      </a:lnTo>
                      <a:lnTo>
                        <a:pt x="1776917" y="2399348"/>
                      </a:lnTo>
                      <a:lnTo>
                        <a:pt x="1767094" y="2400301"/>
                      </a:lnTo>
                      <a:lnTo>
                        <a:pt x="1756321" y="2401571"/>
                      </a:lnTo>
                      <a:lnTo>
                        <a:pt x="1745548" y="2404428"/>
                      </a:lnTo>
                      <a:lnTo>
                        <a:pt x="1740162" y="2405698"/>
                      </a:lnTo>
                      <a:lnTo>
                        <a:pt x="1734458" y="2407603"/>
                      </a:lnTo>
                      <a:lnTo>
                        <a:pt x="1729072" y="2409826"/>
                      </a:lnTo>
                      <a:lnTo>
                        <a:pt x="1723368" y="2412048"/>
                      </a:lnTo>
                      <a:lnTo>
                        <a:pt x="1717982" y="2414906"/>
                      </a:lnTo>
                      <a:lnTo>
                        <a:pt x="1712279" y="2418081"/>
                      </a:lnTo>
                      <a:lnTo>
                        <a:pt x="1706575" y="2421256"/>
                      </a:lnTo>
                      <a:lnTo>
                        <a:pt x="1701506" y="2425383"/>
                      </a:lnTo>
                      <a:lnTo>
                        <a:pt x="1698337" y="2427923"/>
                      </a:lnTo>
                      <a:lnTo>
                        <a:pt x="1695168" y="2431416"/>
                      </a:lnTo>
                      <a:lnTo>
                        <a:pt x="1692634" y="2434908"/>
                      </a:lnTo>
                      <a:lnTo>
                        <a:pt x="1690415" y="2438401"/>
                      </a:lnTo>
                      <a:lnTo>
                        <a:pt x="1688514" y="2442211"/>
                      </a:lnTo>
                      <a:lnTo>
                        <a:pt x="1686930" y="2446338"/>
                      </a:lnTo>
                      <a:lnTo>
                        <a:pt x="1686296" y="2450783"/>
                      </a:lnTo>
                      <a:lnTo>
                        <a:pt x="1685662" y="2455228"/>
                      </a:lnTo>
                      <a:lnTo>
                        <a:pt x="1685346" y="2459673"/>
                      </a:lnTo>
                      <a:lnTo>
                        <a:pt x="1685346" y="2464118"/>
                      </a:lnTo>
                      <a:lnTo>
                        <a:pt x="1685662" y="2468563"/>
                      </a:lnTo>
                      <a:lnTo>
                        <a:pt x="1686296" y="2473008"/>
                      </a:lnTo>
                      <a:lnTo>
                        <a:pt x="1687880" y="2477136"/>
                      </a:lnTo>
                      <a:lnTo>
                        <a:pt x="1689148" y="2481581"/>
                      </a:lnTo>
                      <a:lnTo>
                        <a:pt x="1691366" y="2485708"/>
                      </a:lnTo>
                      <a:lnTo>
                        <a:pt x="1693584" y="2489518"/>
                      </a:lnTo>
                      <a:lnTo>
                        <a:pt x="1698654" y="2495233"/>
                      </a:lnTo>
                      <a:lnTo>
                        <a:pt x="1703723" y="2500631"/>
                      </a:lnTo>
                      <a:lnTo>
                        <a:pt x="1709427" y="2505076"/>
                      </a:lnTo>
                      <a:lnTo>
                        <a:pt x="1715130" y="2508568"/>
                      </a:lnTo>
                      <a:lnTo>
                        <a:pt x="1721784" y="2512378"/>
                      </a:lnTo>
                      <a:lnTo>
                        <a:pt x="1729389" y="2515871"/>
                      </a:lnTo>
                      <a:lnTo>
                        <a:pt x="1745865" y="2522538"/>
                      </a:lnTo>
                      <a:lnTo>
                        <a:pt x="1750618" y="2524443"/>
                      </a:lnTo>
                      <a:lnTo>
                        <a:pt x="1778501" y="2534603"/>
                      </a:lnTo>
                      <a:lnTo>
                        <a:pt x="1797829" y="2542223"/>
                      </a:lnTo>
                      <a:lnTo>
                        <a:pt x="1816523" y="2549208"/>
                      </a:lnTo>
                      <a:lnTo>
                        <a:pt x="1827613" y="2553336"/>
                      </a:lnTo>
                      <a:lnTo>
                        <a:pt x="1854546" y="2562861"/>
                      </a:lnTo>
                      <a:lnTo>
                        <a:pt x="1868804" y="2568258"/>
                      </a:lnTo>
                      <a:lnTo>
                        <a:pt x="1882746" y="2573656"/>
                      </a:lnTo>
                      <a:lnTo>
                        <a:pt x="1897004" y="2579688"/>
                      </a:lnTo>
                      <a:lnTo>
                        <a:pt x="1911262" y="2585721"/>
                      </a:lnTo>
                      <a:lnTo>
                        <a:pt x="1925204" y="2592388"/>
                      </a:lnTo>
                      <a:lnTo>
                        <a:pt x="1938512" y="2599373"/>
                      </a:lnTo>
                      <a:lnTo>
                        <a:pt x="1951503" y="2606676"/>
                      </a:lnTo>
                      <a:lnTo>
                        <a:pt x="1964177" y="2614613"/>
                      </a:lnTo>
                      <a:lnTo>
                        <a:pt x="1969563" y="2618741"/>
                      </a:lnTo>
                      <a:lnTo>
                        <a:pt x="1975584" y="2622868"/>
                      </a:lnTo>
                      <a:lnTo>
                        <a:pt x="1980653" y="2627313"/>
                      </a:lnTo>
                      <a:lnTo>
                        <a:pt x="1986040" y="2631758"/>
                      </a:lnTo>
                      <a:lnTo>
                        <a:pt x="1990793" y="2636203"/>
                      </a:lnTo>
                      <a:lnTo>
                        <a:pt x="1995229" y="2640966"/>
                      </a:lnTo>
                      <a:lnTo>
                        <a:pt x="1999665" y="2645728"/>
                      </a:lnTo>
                      <a:lnTo>
                        <a:pt x="2003467" y="2651126"/>
                      </a:lnTo>
                      <a:lnTo>
                        <a:pt x="2006952" y="2656206"/>
                      </a:lnTo>
                      <a:lnTo>
                        <a:pt x="2010438" y="2661286"/>
                      </a:lnTo>
                      <a:lnTo>
                        <a:pt x="2012972" y="2667001"/>
                      </a:lnTo>
                      <a:lnTo>
                        <a:pt x="2015507" y="2672398"/>
                      </a:lnTo>
                      <a:lnTo>
                        <a:pt x="2017408" y="2677796"/>
                      </a:lnTo>
                      <a:lnTo>
                        <a:pt x="2019309" y="2682876"/>
                      </a:lnTo>
                      <a:lnTo>
                        <a:pt x="2020260" y="2688273"/>
                      </a:lnTo>
                      <a:lnTo>
                        <a:pt x="2021844" y="2693671"/>
                      </a:lnTo>
                      <a:lnTo>
                        <a:pt x="2022478" y="2699068"/>
                      </a:lnTo>
                      <a:lnTo>
                        <a:pt x="2023429" y="2704148"/>
                      </a:lnTo>
                      <a:lnTo>
                        <a:pt x="2023745" y="2709546"/>
                      </a:lnTo>
                      <a:lnTo>
                        <a:pt x="2024062" y="2714943"/>
                      </a:lnTo>
                      <a:lnTo>
                        <a:pt x="2024062" y="2720023"/>
                      </a:lnTo>
                      <a:lnTo>
                        <a:pt x="2024062" y="2725738"/>
                      </a:lnTo>
                      <a:lnTo>
                        <a:pt x="2023429" y="2730818"/>
                      </a:lnTo>
                      <a:lnTo>
                        <a:pt x="2022478" y="2736216"/>
                      </a:lnTo>
                      <a:lnTo>
                        <a:pt x="2021844" y="2741296"/>
                      </a:lnTo>
                      <a:lnTo>
                        <a:pt x="2020894" y="2746376"/>
                      </a:lnTo>
                      <a:lnTo>
                        <a:pt x="2019309" y="2751773"/>
                      </a:lnTo>
                      <a:lnTo>
                        <a:pt x="2017725" y="2756853"/>
                      </a:lnTo>
                      <a:lnTo>
                        <a:pt x="2014240" y="2767331"/>
                      </a:lnTo>
                      <a:lnTo>
                        <a:pt x="2009170" y="2777173"/>
                      </a:lnTo>
                      <a:lnTo>
                        <a:pt x="2004100" y="2787016"/>
                      </a:lnTo>
                      <a:lnTo>
                        <a:pt x="1997763" y="2796223"/>
                      </a:lnTo>
                      <a:lnTo>
                        <a:pt x="1990476" y="2805431"/>
                      </a:lnTo>
                      <a:lnTo>
                        <a:pt x="1982554" y="2814003"/>
                      </a:lnTo>
                      <a:lnTo>
                        <a:pt x="1973683" y="2822576"/>
                      </a:lnTo>
                      <a:lnTo>
                        <a:pt x="1964177" y="2830513"/>
                      </a:lnTo>
                      <a:lnTo>
                        <a:pt x="1958474" y="2834641"/>
                      </a:lnTo>
                      <a:lnTo>
                        <a:pt x="1952137" y="2838768"/>
                      </a:lnTo>
                      <a:lnTo>
                        <a:pt x="1945799" y="2842261"/>
                      </a:lnTo>
                      <a:lnTo>
                        <a:pt x="1938829" y="2845753"/>
                      </a:lnTo>
                      <a:lnTo>
                        <a:pt x="1931541" y="2848928"/>
                      </a:lnTo>
                      <a:lnTo>
                        <a:pt x="1923937" y="2852421"/>
                      </a:lnTo>
                      <a:lnTo>
                        <a:pt x="1915698" y="2854961"/>
                      </a:lnTo>
                      <a:lnTo>
                        <a:pt x="1907777" y="2857818"/>
                      </a:lnTo>
                      <a:lnTo>
                        <a:pt x="1899222" y="2860041"/>
                      </a:lnTo>
                      <a:lnTo>
                        <a:pt x="1890350" y="2862263"/>
                      </a:lnTo>
                      <a:lnTo>
                        <a:pt x="1880845" y="2864486"/>
                      </a:lnTo>
                      <a:lnTo>
                        <a:pt x="1871656" y="2866391"/>
                      </a:lnTo>
                      <a:lnTo>
                        <a:pt x="1862150" y="2867978"/>
                      </a:lnTo>
                      <a:lnTo>
                        <a:pt x="1852011" y="2869566"/>
                      </a:lnTo>
                      <a:lnTo>
                        <a:pt x="1842188" y="2870201"/>
                      </a:lnTo>
                      <a:lnTo>
                        <a:pt x="1831732" y="2871471"/>
                      </a:lnTo>
                      <a:lnTo>
                        <a:pt x="1831732" y="2918143"/>
                      </a:lnTo>
                      <a:lnTo>
                        <a:pt x="1831415" y="2921001"/>
                      </a:lnTo>
                      <a:lnTo>
                        <a:pt x="1830148" y="2923858"/>
                      </a:lnTo>
                      <a:lnTo>
                        <a:pt x="1828564" y="2926081"/>
                      </a:lnTo>
                      <a:lnTo>
                        <a:pt x="1826346" y="2928303"/>
                      </a:lnTo>
                      <a:lnTo>
                        <a:pt x="1823811" y="2929573"/>
                      </a:lnTo>
                      <a:lnTo>
                        <a:pt x="1820959" y="2931161"/>
                      </a:lnTo>
                      <a:lnTo>
                        <a:pt x="1817474" y="2931796"/>
                      </a:lnTo>
                      <a:lnTo>
                        <a:pt x="1813988" y="2932113"/>
                      </a:lnTo>
                      <a:lnTo>
                        <a:pt x="1753153" y="2932113"/>
                      </a:lnTo>
                      <a:lnTo>
                        <a:pt x="1749350" y="2931796"/>
                      </a:lnTo>
                      <a:lnTo>
                        <a:pt x="1745865" y="2931161"/>
                      </a:lnTo>
                      <a:lnTo>
                        <a:pt x="1743013" y="2929573"/>
                      </a:lnTo>
                      <a:lnTo>
                        <a:pt x="1740478" y="2928303"/>
                      </a:lnTo>
                      <a:lnTo>
                        <a:pt x="1738261" y="2926081"/>
                      </a:lnTo>
                      <a:lnTo>
                        <a:pt x="1736676" y="2923858"/>
                      </a:lnTo>
                      <a:lnTo>
                        <a:pt x="1735726" y="2921001"/>
                      </a:lnTo>
                      <a:lnTo>
                        <a:pt x="1735409" y="2918143"/>
                      </a:lnTo>
                      <a:lnTo>
                        <a:pt x="1735409" y="2867661"/>
                      </a:lnTo>
                      <a:lnTo>
                        <a:pt x="1722418" y="2865438"/>
                      </a:lnTo>
                      <a:lnTo>
                        <a:pt x="1708793" y="2863216"/>
                      </a:lnTo>
                      <a:lnTo>
                        <a:pt x="1696436" y="2860041"/>
                      </a:lnTo>
                      <a:lnTo>
                        <a:pt x="1683444" y="2857183"/>
                      </a:lnTo>
                      <a:lnTo>
                        <a:pt x="1670770" y="2853373"/>
                      </a:lnTo>
                      <a:lnTo>
                        <a:pt x="1658413" y="2849246"/>
                      </a:lnTo>
                      <a:lnTo>
                        <a:pt x="1646689" y="2844801"/>
                      </a:lnTo>
                      <a:lnTo>
                        <a:pt x="1635283" y="2840038"/>
                      </a:lnTo>
                      <a:lnTo>
                        <a:pt x="1624193" y="2834958"/>
                      </a:lnTo>
                      <a:lnTo>
                        <a:pt x="1613420" y="2829243"/>
                      </a:lnTo>
                      <a:lnTo>
                        <a:pt x="1603280" y="2823528"/>
                      </a:lnTo>
                      <a:lnTo>
                        <a:pt x="1594092" y="2816543"/>
                      </a:lnTo>
                      <a:lnTo>
                        <a:pt x="1585220" y="2809876"/>
                      </a:lnTo>
                      <a:lnTo>
                        <a:pt x="1576982" y="2802573"/>
                      </a:lnTo>
                      <a:lnTo>
                        <a:pt x="1569377" y="2794636"/>
                      </a:lnTo>
                      <a:lnTo>
                        <a:pt x="1566209" y="2790826"/>
                      </a:lnTo>
                      <a:lnTo>
                        <a:pt x="1563357" y="2786698"/>
                      </a:lnTo>
                      <a:lnTo>
                        <a:pt x="1560188" y="2782253"/>
                      </a:lnTo>
                      <a:lnTo>
                        <a:pt x="1558287" y="2777173"/>
                      </a:lnTo>
                      <a:lnTo>
                        <a:pt x="1557337" y="2772411"/>
                      </a:lnTo>
                      <a:lnTo>
                        <a:pt x="1557337" y="2767331"/>
                      </a:lnTo>
                      <a:lnTo>
                        <a:pt x="1557654" y="2761933"/>
                      </a:lnTo>
                      <a:lnTo>
                        <a:pt x="1559238" y="2756853"/>
                      </a:lnTo>
                      <a:lnTo>
                        <a:pt x="1561456" y="2751456"/>
                      </a:lnTo>
                      <a:lnTo>
                        <a:pt x="1564308" y="2746058"/>
                      </a:lnTo>
                      <a:lnTo>
                        <a:pt x="1566209" y="2743201"/>
                      </a:lnTo>
                      <a:lnTo>
                        <a:pt x="1568743" y="2740026"/>
                      </a:lnTo>
                      <a:lnTo>
                        <a:pt x="1571278" y="2737168"/>
                      </a:lnTo>
                      <a:lnTo>
                        <a:pt x="1574447" y="2734311"/>
                      </a:lnTo>
                      <a:lnTo>
                        <a:pt x="1577299" y="2731136"/>
                      </a:lnTo>
                      <a:lnTo>
                        <a:pt x="1580784" y="2728596"/>
                      </a:lnTo>
                      <a:lnTo>
                        <a:pt x="1583952" y="2726056"/>
                      </a:lnTo>
                      <a:lnTo>
                        <a:pt x="1587755" y="2723833"/>
                      </a:lnTo>
                      <a:lnTo>
                        <a:pt x="1591874" y="2721611"/>
                      </a:lnTo>
                      <a:lnTo>
                        <a:pt x="1595359" y="2719706"/>
                      </a:lnTo>
                      <a:lnTo>
                        <a:pt x="1599478" y="2717801"/>
                      </a:lnTo>
                      <a:lnTo>
                        <a:pt x="1603914" y="2716531"/>
                      </a:lnTo>
                      <a:lnTo>
                        <a:pt x="1608033" y="2715261"/>
                      </a:lnTo>
                      <a:lnTo>
                        <a:pt x="1612469" y="2714626"/>
                      </a:lnTo>
                      <a:lnTo>
                        <a:pt x="1616905" y="2713673"/>
                      </a:lnTo>
                      <a:lnTo>
                        <a:pt x="1621341" y="2713673"/>
                      </a:lnTo>
                      <a:lnTo>
                        <a:pt x="1626411" y="2713673"/>
                      </a:lnTo>
                      <a:lnTo>
                        <a:pt x="1631480" y="2714943"/>
                      </a:lnTo>
                      <a:lnTo>
                        <a:pt x="1635916" y="2715896"/>
                      </a:lnTo>
                      <a:lnTo>
                        <a:pt x="1640352" y="2717801"/>
                      </a:lnTo>
                      <a:lnTo>
                        <a:pt x="1644471" y="2720023"/>
                      </a:lnTo>
                      <a:lnTo>
                        <a:pt x="1648274" y="2723198"/>
                      </a:lnTo>
                      <a:lnTo>
                        <a:pt x="1651759" y="2726056"/>
                      </a:lnTo>
                      <a:lnTo>
                        <a:pt x="1654928" y="2729866"/>
                      </a:lnTo>
                      <a:lnTo>
                        <a:pt x="1657462" y="2733041"/>
                      </a:lnTo>
                      <a:lnTo>
                        <a:pt x="1658096" y="2733993"/>
                      </a:lnTo>
                      <a:lnTo>
                        <a:pt x="1659364" y="2734946"/>
                      </a:lnTo>
                      <a:lnTo>
                        <a:pt x="1665701" y="2740026"/>
                      </a:lnTo>
                      <a:lnTo>
                        <a:pt x="1671721" y="2744471"/>
                      </a:lnTo>
                      <a:lnTo>
                        <a:pt x="1678692" y="2748598"/>
                      </a:lnTo>
                      <a:lnTo>
                        <a:pt x="1685662" y="2752726"/>
                      </a:lnTo>
                      <a:lnTo>
                        <a:pt x="1692634" y="2756853"/>
                      </a:lnTo>
                      <a:lnTo>
                        <a:pt x="1699921" y="2760346"/>
                      </a:lnTo>
                      <a:lnTo>
                        <a:pt x="1707526" y="2763521"/>
                      </a:lnTo>
                      <a:lnTo>
                        <a:pt x="1714497" y="2766061"/>
                      </a:lnTo>
                      <a:lnTo>
                        <a:pt x="1720834" y="2768283"/>
                      </a:lnTo>
                      <a:lnTo>
                        <a:pt x="1731607" y="2771458"/>
                      </a:lnTo>
                      <a:lnTo>
                        <a:pt x="1742380" y="2773998"/>
                      </a:lnTo>
                      <a:lnTo>
                        <a:pt x="1753153" y="2776221"/>
                      </a:lnTo>
                      <a:lnTo>
                        <a:pt x="1764242" y="2778126"/>
                      </a:lnTo>
                      <a:lnTo>
                        <a:pt x="1775016" y="2779396"/>
                      </a:lnTo>
                      <a:lnTo>
                        <a:pt x="1785789" y="2780666"/>
                      </a:lnTo>
                      <a:lnTo>
                        <a:pt x="1795928" y="2780983"/>
                      </a:lnTo>
                      <a:lnTo>
                        <a:pt x="1806067" y="2781301"/>
                      </a:lnTo>
                      <a:lnTo>
                        <a:pt x="1817157" y="2780983"/>
                      </a:lnTo>
                      <a:lnTo>
                        <a:pt x="1827613" y="2780348"/>
                      </a:lnTo>
                      <a:lnTo>
                        <a:pt x="1837119" y="2778761"/>
                      </a:lnTo>
                      <a:lnTo>
                        <a:pt x="1845991" y="2776856"/>
                      </a:lnTo>
                      <a:lnTo>
                        <a:pt x="1854546" y="2774633"/>
                      </a:lnTo>
                      <a:lnTo>
                        <a:pt x="1862467" y="2771776"/>
                      </a:lnTo>
                      <a:lnTo>
                        <a:pt x="1869121" y="2768283"/>
                      </a:lnTo>
                      <a:lnTo>
                        <a:pt x="1875458" y="2764791"/>
                      </a:lnTo>
                      <a:lnTo>
                        <a:pt x="1879260" y="2761616"/>
                      </a:lnTo>
                      <a:lnTo>
                        <a:pt x="1882429" y="2758441"/>
                      </a:lnTo>
                      <a:lnTo>
                        <a:pt x="1885280" y="2754948"/>
                      </a:lnTo>
                      <a:lnTo>
                        <a:pt x="1888132" y="2751456"/>
                      </a:lnTo>
                      <a:lnTo>
                        <a:pt x="1890350" y="2747646"/>
                      </a:lnTo>
                      <a:lnTo>
                        <a:pt x="1892251" y="2743518"/>
                      </a:lnTo>
                      <a:lnTo>
                        <a:pt x="1893519" y="2739391"/>
                      </a:lnTo>
                      <a:lnTo>
                        <a:pt x="1894786" y="2734946"/>
                      </a:lnTo>
                      <a:lnTo>
                        <a:pt x="1895420" y="2730818"/>
                      </a:lnTo>
                      <a:lnTo>
                        <a:pt x="1895737" y="2726373"/>
                      </a:lnTo>
                      <a:lnTo>
                        <a:pt x="1895420" y="2721928"/>
                      </a:lnTo>
                      <a:lnTo>
                        <a:pt x="1895103" y="2717483"/>
                      </a:lnTo>
                      <a:lnTo>
                        <a:pt x="1893836" y="2713038"/>
                      </a:lnTo>
                      <a:lnTo>
                        <a:pt x="1892885" y="2708911"/>
                      </a:lnTo>
                      <a:lnTo>
                        <a:pt x="1890984" y="2704783"/>
                      </a:lnTo>
                      <a:lnTo>
                        <a:pt x="1888766" y="2700656"/>
                      </a:lnTo>
                      <a:lnTo>
                        <a:pt x="1885280" y="2696211"/>
                      </a:lnTo>
                      <a:lnTo>
                        <a:pt x="1881478" y="2691766"/>
                      </a:lnTo>
                      <a:lnTo>
                        <a:pt x="1876092" y="2687321"/>
                      </a:lnTo>
                      <a:lnTo>
                        <a:pt x="1870705" y="2682876"/>
                      </a:lnTo>
                      <a:lnTo>
                        <a:pt x="1864368" y="2678748"/>
                      </a:lnTo>
                      <a:lnTo>
                        <a:pt x="1857714" y="2674621"/>
                      </a:lnTo>
                      <a:lnTo>
                        <a:pt x="1850110" y="2671128"/>
                      </a:lnTo>
                      <a:lnTo>
                        <a:pt x="1842188" y="2667318"/>
                      </a:lnTo>
                      <a:lnTo>
                        <a:pt x="1817474" y="2657158"/>
                      </a:lnTo>
                      <a:lnTo>
                        <a:pt x="1720517" y="2617471"/>
                      </a:lnTo>
                      <a:lnTo>
                        <a:pt x="1673305" y="2597786"/>
                      </a:lnTo>
                      <a:lnTo>
                        <a:pt x="1644471" y="2585086"/>
                      </a:lnTo>
                      <a:lnTo>
                        <a:pt x="1639085" y="2582546"/>
                      </a:lnTo>
                      <a:lnTo>
                        <a:pt x="1634015" y="2580006"/>
                      </a:lnTo>
                      <a:lnTo>
                        <a:pt x="1624827" y="2574608"/>
                      </a:lnTo>
                      <a:lnTo>
                        <a:pt x="1615638" y="2567623"/>
                      </a:lnTo>
                      <a:lnTo>
                        <a:pt x="1607083" y="2560638"/>
                      </a:lnTo>
                      <a:lnTo>
                        <a:pt x="1598845" y="2552383"/>
                      </a:lnTo>
                      <a:lnTo>
                        <a:pt x="1591874" y="2544446"/>
                      </a:lnTo>
                      <a:lnTo>
                        <a:pt x="1588072" y="2540001"/>
                      </a:lnTo>
                      <a:lnTo>
                        <a:pt x="1585220" y="2534921"/>
                      </a:lnTo>
                      <a:lnTo>
                        <a:pt x="1581734" y="2530476"/>
                      </a:lnTo>
                      <a:lnTo>
                        <a:pt x="1579200" y="2525713"/>
                      </a:lnTo>
                      <a:lnTo>
                        <a:pt x="1576348" y="2520633"/>
                      </a:lnTo>
                      <a:lnTo>
                        <a:pt x="1574130" y="2515236"/>
                      </a:lnTo>
                      <a:lnTo>
                        <a:pt x="1571912" y="2510156"/>
                      </a:lnTo>
                      <a:lnTo>
                        <a:pt x="1570011" y="2505076"/>
                      </a:lnTo>
                      <a:lnTo>
                        <a:pt x="1568110" y="2499678"/>
                      </a:lnTo>
                      <a:lnTo>
                        <a:pt x="1566525" y="2494598"/>
                      </a:lnTo>
                      <a:lnTo>
                        <a:pt x="1565575" y="2488883"/>
                      </a:lnTo>
                      <a:lnTo>
                        <a:pt x="1564624" y="2483803"/>
                      </a:lnTo>
                      <a:lnTo>
                        <a:pt x="1563991" y="2478088"/>
                      </a:lnTo>
                      <a:lnTo>
                        <a:pt x="1563674" y="2473008"/>
                      </a:lnTo>
                      <a:lnTo>
                        <a:pt x="1563357" y="2467293"/>
                      </a:lnTo>
                      <a:lnTo>
                        <a:pt x="1563674" y="2461896"/>
                      </a:lnTo>
                      <a:lnTo>
                        <a:pt x="1563991" y="2456816"/>
                      </a:lnTo>
                      <a:lnTo>
                        <a:pt x="1564308" y="2451101"/>
                      </a:lnTo>
                      <a:lnTo>
                        <a:pt x="1565575" y="2446021"/>
                      </a:lnTo>
                      <a:lnTo>
                        <a:pt x="1566525" y="2440306"/>
                      </a:lnTo>
                      <a:lnTo>
                        <a:pt x="1567793" y="2435226"/>
                      </a:lnTo>
                      <a:lnTo>
                        <a:pt x="1569060" y="2429828"/>
                      </a:lnTo>
                      <a:lnTo>
                        <a:pt x="1570961" y="2424748"/>
                      </a:lnTo>
                      <a:lnTo>
                        <a:pt x="1573179" y="2419668"/>
                      </a:lnTo>
                      <a:lnTo>
                        <a:pt x="1575397" y="2414271"/>
                      </a:lnTo>
                      <a:lnTo>
                        <a:pt x="1577932" y="2409191"/>
                      </a:lnTo>
                      <a:lnTo>
                        <a:pt x="1580784" y="2404428"/>
                      </a:lnTo>
                      <a:lnTo>
                        <a:pt x="1583636" y="2399031"/>
                      </a:lnTo>
                      <a:lnTo>
                        <a:pt x="1586804" y="2394268"/>
                      </a:lnTo>
                      <a:lnTo>
                        <a:pt x="1590290" y="2389506"/>
                      </a:lnTo>
                      <a:lnTo>
                        <a:pt x="1594092" y="2385061"/>
                      </a:lnTo>
                      <a:lnTo>
                        <a:pt x="1598211" y="2379981"/>
                      </a:lnTo>
                      <a:lnTo>
                        <a:pt x="1602013" y="2375536"/>
                      </a:lnTo>
                      <a:lnTo>
                        <a:pt x="1606766" y="2371091"/>
                      </a:lnTo>
                      <a:lnTo>
                        <a:pt x="1611202" y="2367281"/>
                      </a:lnTo>
                      <a:lnTo>
                        <a:pt x="1615955" y="2363153"/>
                      </a:lnTo>
                      <a:lnTo>
                        <a:pt x="1621658" y="2358073"/>
                      </a:lnTo>
                      <a:lnTo>
                        <a:pt x="1627678" y="2353628"/>
                      </a:lnTo>
                      <a:lnTo>
                        <a:pt x="1634015" y="2349818"/>
                      </a:lnTo>
                      <a:lnTo>
                        <a:pt x="1640669" y="2345691"/>
                      </a:lnTo>
                      <a:lnTo>
                        <a:pt x="1647323" y="2341881"/>
                      </a:lnTo>
                      <a:lnTo>
                        <a:pt x="1654294" y="2338071"/>
                      </a:lnTo>
                      <a:lnTo>
                        <a:pt x="1661898" y="2334896"/>
                      </a:lnTo>
                      <a:lnTo>
                        <a:pt x="1669186" y="2331403"/>
                      </a:lnTo>
                      <a:lnTo>
                        <a:pt x="1676790" y="2328546"/>
                      </a:lnTo>
                      <a:lnTo>
                        <a:pt x="1684395" y="2325371"/>
                      </a:lnTo>
                      <a:lnTo>
                        <a:pt x="1692634" y="2322831"/>
                      </a:lnTo>
                      <a:lnTo>
                        <a:pt x="1700872" y="2320608"/>
                      </a:lnTo>
                      <a:lnTo>
                        <a:pt x="1709427" y="2318386"/>
                      </a:lnTo>
                      <a:lnTo>
                        <a:pt x="1717982" y="2316163"/>
                      </a:lnTo>
                      <a:lnTo>
                        <a:pt x="1726220" y="2314893"/>
                      </a:lnTo>
                      <a:lnTo>
                        <a:pt x="1735409" y="2312988"/>
                      </a:lnTo>
                      <a:lnTo>
                        <a:pt x="1735409" y="2259966"/>
                      </a:lnTo>
                      <a:lnTo>
                        <a:pt x="1735726" y="2257426"/>
                      </a:lnTo>
                      <a:lnTo>
                        <a:pt x="1736676" y="2254886"/>
                      </a:lnTo>
                      <a:lnTo>
                        <a:pt x="1738261" y="2252346"/>
                      </a:lnTo>
                      <a:lnTo>
                        <a:pt x="1740478" y="2250441"/>
                      </a:lnTo>
                      <a:lnTo>
                        <a:pt x="1743013" y="2248536"/>
                      </a:lnTo>
                      <a:lnTo>
                        <a:pt x="1745865" y="2247583"/>
                      </a:lnTo>
                      <a:lnTo>
                        <a:pt x="1749350" y="2246631"/>
                      </a:lnTo>
                      <a:lnTo>
                        <a:pt x="1753153" y="2246313"/>
                      </a:lnTo>
                      <a:close/>
                      <a:moveTo>
                        <a:pt x="1796891" y="2159710"/>
                      </a:moveTo>
                      <a:lnTo>
                        <a:pt x="1786093" y="2160028"/>
                      </a:lnTo>
                      <a:lnTo>
                        <a:pt x="1775296" y="2160663"/>
                      </a:lnTo>
                      <a:lnTo>
                        <a:pt x="1764817" y="2161298"/>
                      </a:lnTo>
                      <a:lnTo>
                        <a:pt x="1754337" y="2162251"/>
                      </a:lnTo>
                      <a:lnTo>
                        <a:pt x="1743540" y="2163839"/>
                      </a:lnTo>
                      <a:lnTo>
                        <a:pt x="1733695" y="2165427"/>
                      </a:lnTo>
                      <a:lnTo>
                        <a:pt x="1723216" y="2167332"/>
                      </a:lnTo>
                      <a:lnTo>
                        <a:pt x="1712736" y="2169555"/>
                      </a:lnTo>
                      <a:lnTo>
                        <a:pt x="1702892" y="2171778"/>
                      </a:lnTo>
                      <a:lnTo>
                        <a:pt x="1692730" y="2174318"/>
                      </a:lnTo>
                      <a:lnTo>
                        <a:pt x="1683202" y="2177177"/>
                      </a:lnTo>
                      <a:lnTo>
                        <a:pt x="1673040" y="2180352"/>
                      </a:lnTo>
                      <a:lnTo>
                        <a:pt x="1663513" y="2183528"/>
                      </a:lnTo>
                      <a:lnTo>
                        <a:pt x="1653669" y="2187021"/>
                      </a:lnTo>
                      <a:lnTo>
                        <a:pt x="1644460" y="2190514"/>
                      </a:lnTo>
                      <a:lnTo>
                        <a:pt x="1635250" y="2194643"/>
                      </a:lnTo>
                      <a:lnTo>
                        <a:pt x="1625723" y="2198771"/>
                      </a:lnTo>
                      <a:lnTo>
                        <a:pt x="1616514" y="2203217"/>
                      </a:lnTo>
                      <a:lnTo>
                        <a:pt x="1607622" y="2207663"/>
                      </a:lnTo>
                      <a:lnTo>
                        <a:pt x="1598730" y="2213061"/>
                      </a:lnTo>
                      <a:lnTo>
                        <a:pt x="1589839" y="2217825"/>
                      </a:lnTo>
                      <a:lnTo>
                        <a:pt x="1581264" y="2222906"/>
                      </a:lnTo>
                      <a:lnTo>
                        <a:pt x="1572690" y="2228622"/>
                      </a:lnTo>
                      <a:lnTo>
                        <a:pt x="1564116" y="2234020"/>
                      </a:lnTo>
                      <a:lnTo>
                        <a:pt x="1555859" y="2240054"/>
                      </a:lnTo>
                      <a:lnTo>
                        <a:pt x="1547920" y="2246088"/>
                      </a:lnTo>
                      <a:lnTo>
                        <a:pt x="1539981" y="2252439"/>
                      </a:lnTo>
                      <a:lnTo>
                        <a:pt x="1532042" y="2258473"/>
                      </a:lnTo>
                      <a:lnTo>
                        <a:pt x="1524420" y="2265459"/>
                      </a:lnTo>
                      <a:lnTo>
                        <a:pt x="1517117" y="2272128"/>
                      </a:lnTo>
                      <a:lnTo>
                        <a:pt x="1509495" y="2279114"/>
                      </a:lnTo>
                      <a:lnTo>
                        <a:pt x="1502509" y="2286101"/>
                      </a:lnTo>
                      <a:lnTo>
                        <a:pt x="1495522" y="2293405"/>
                      </a:lnTo>
                      <a:lnTo>
                        <a:pt x="1488853" y="2301026"/>
                      </a:lnTo>
                      <a:lnTo>
                        <a:pt x="1482185" y="2308648"/>
                      </a:lnTo>
                      <a:lnTo>
                        <a:pt x="1475833" y="2316269"/>
                      </a:lnTo>
                      <a:lnTo>
                        <a:pt x="1469482" y="2324526"/>
                      </a:lnTo>
                      <a:lnTo>
                        <a:pt x="1463131" y="2332465"/>
                      </a:lnTo>
                      <a:lnTo>
                        <a:pt x="1457415" y="2340722"/>
                      </a:lnTo>
                      <a:lnTo>
                        <a:pt x="1451698" y="2348978"/>
                      </a:lnTo>
                      <a:lnTo>
                        <a:pt x="1446300" y="2357553"/>
                      </a:lnTo>
                      <a:lnTo>
                        <a:pt x="1440901" y="2366444"/>
                      </a:lnTo>
                      <a:lnTo>
                        <a:pt x="1435820" y="2375019"/>
                      </a:lnTo>
                      <a:lnTo>
                        <a:pt x="1431057" y="2383910"/>
                      </a:lnTo>
                      <a:lnTo>
                        <a:pt x="1426293" y="2393120"/>
                      </a:lnTo>
                      <a:lnTo>
                        <a:pt x="1421847" y="2402012"/>
                      </a:lnTo>
                      <a:lnTo>
                        <a:pt x="1417719" y="2411221"/>
                      </a:lnTo>
                      <a:lnTo>
                        <a:pt x="1413591" y="2421065"/>
                      </a:lnTo>
                      <a:lnTo>
                        <a:pt x="1410098" y="2430592"/>
                      </a:lnTo>
                      <a:lnTo>
                        <a:pt x="1406287" y="2440437"/>
                      </a:lnTo>
                      <a:lnTo>
                        <a:pt x="1403111" y="2449964"/>
                      </a:lnTo>
                      <a:lnTo>
                        <a:pt x="1399936" y="2460126"/>
                      </a:lnTo>
                      <a:lnTo>
                        <a:pt x="1397395" y="2469653"/>
                      </a:lnTo>
                      <a:lnTo>
                        <a:pt x="1394855" y="2480132"/>
                      </a:lnTo>
                      <a:lnTo>
                        <a:pt x="1391996" y="2490294"/>
                      </a:lnTo>
                      <a:lnTo>
                        <a:pt x="1390091" y="2500456"/>
                      </a:lnTo>
                      <a:lnTo>
                        <a:pt x="1388503" y="2510936"/>
                      </a:lnTo>
                      <a:lnTo>
                        <a:pt x="1386598" y="2521416"/>
                      </a:lnTo>
                      <a:lnTo>
                        <a:pt x="1385328" y="2532213"/>
                      </a:lnTo>
                      <a:lnTo>
                        <a:pt x="1384375" y="2542692"/>
                      </a:lnTo>
                      <a:lnTo>
                        <a:pt x="1383422" y="2553172"/>
                      </a:lnTo>
                      <a:lnTo>
                        <a:pt x="1382787" y="2564604"/>
                      </a:lnTo>
                      <a:lnTo>
                        <a:pt x="1382787" y="2575401"/>
                      </a:lnTo>
                      <a:lnTo>
                        <a:pt x="1382787" y="2585881"/>
                      </a:lnTo>
                      <a:lnTo>
                        <a:pt x="1382787" y="2596678"/>
                      </a:lnTo>
                      <a:lnTo>
                        <a:pt x="1383422" y="2607475"/>
                      </a:lnTo>
                      <a:lnTo>
                        <a:pt x="1384375" y="2617955"/>
                      </a:lnTo>
                      <a:lnTo>
                        <a:pt x="1385328" y="2628434"/>
                      </a:lnTo>
                      <a:lnTo>
                        <a:pt x="1386598" y="2638914"/>
                      </a:lnTo>
                      <a:lnTo>
                        <a:pt x="1388503" y="2649076"/>
                      </a:lnTo>
                      <a:lnTo>
                        <a:pt x="1390091" y="2659556"/>
                      </a:lnTo>
                      <a:lnTo>
                        <a:pt x="1391996" y="2669718"/>
                      </a:lnTo>
                      <a:lnTo>
                        <a:pt x="1394855" y="2680197"/>
                      </a:lnTo>
                      <a:lnTo>
                        <a:pt x="1397077" y="2690042"/>
                      </a:lnTo>
                      <a:lnTo>
                        <a:pt x="1399936" y="2699886"/>
                      </a:lnTo>
                      <a:lnTo>
                        <a:pt x="1402794" y="2709731"/>
                      </a:lnTo>
                      <a:lnTo>
                        <a:pt x="1406287" y="2719575"/>
                      </a:lnTo>
                      <a:lnTo>
                        <a:pt x="1409462" y="2729102"/>
                      </a:lnTo>
                      <a:lnTo>
                        <a:pt x="1413591" y="2738312"/>
                      </a:lnTo>
                      <a:lnTo>
                        <a:pt x="1417402" y="2748156"/>
                      </a:lnTo>
                      <a:lnTo>
                        <a:pt x="1421847" y="2757048"/>
                      </a:lnTo>
                      <a:lnTo>
                        <a:pt x="1425976" y="2766257"/>
                      </a:lnTo>
                      <a:lnTo>
                        <a:pt x="1430739" y="2775149"/>
                      </a:lnTo>
                      <a:lnTo>
                        <a:pt x="1435503" y="2784041"/>
                      </a:lnTo>
                      <a:lnTo>
                        <a:pt x="1440266" y="2792932"/>
                      </a:lnTo>
                      <a:lnTo>
                        <a:pt x="1445982" y="2801507"/>
                      </a:lnTo>
                      <a:lnTo>
                        <a:pt x="1451063" y="2810081"/>
                      </a:lnTo>
                      <a:lnTo>
                        <a:pt x="1456779" y="2818655"/>
                      </a:lnTo>
                      <a:lnTo>
                        <a:pt x="1462813" y="2826912"/>
                      </a:lnTo>
                      <a:lnTo>
                        <a:pt x="1468529" y="2834851"/>
                      </a:lnTo>
                      <a:lnTo>
                        <a:pt x="1474881" y="2842790"/>
                      </a:lnTo>
                      <a:lnTo>
                        <a:pt x="1481549" y="2850729"/>
                      </a:lnTo>
                      <a:lnTo>
                        <a:pt x="1487901" y="2858351"/>
                      </a:lnTo>
                      <a:lnTo>
                        <a:pt x="1494887" y="2865972"/>
                      </a:lnTo>
                      <a:lnTo>
                        <a:pt x="1501873" y="2873276"/>
                      </a:lnTo>
                      <a:lnTo>
                        <a:pt x="1509177" y="2880262"/>
                      </a:lnTo>
                      <a:lnTo>
                        <a:pt x="1516164" y="2887249"/>
                      </a:lnTo>
                      <a:lnTo>
                        <a:pt x="1524103" y="2894235"/>
                      </a:lnTo>
                      <a:lnTo>
                        <a:pt x="1531407" y="2900904"/>
                      </a:lnTo>
                      <a:lnTo>
                        <a:pt x="1539346" y="2907255"/>
                      </a:lnTo>
                      <a:lnTo>
                        <a:pt x="1546968" y="2913289"/>
                      </a:lnTo>
                      <a:lnTo>
                        <a:pt x="1555224" y="2919323"/>
                      </a:lnTo>
                      <a:lnTo>
                        <a:pt x="1563481" y="2925356"/>
                      </a:lnTo>
                      <a:lnTo>
                        <a:pt x="1572055" y="2930755"/>
                      </a:lnTo>
                      <a:lnTo>
                        <a:pt x="1580629" y="2936471"/>
                      </a:lnTo>
                      <a:lnTo>
                        <a:pt x="1589203" y="2941552"/>
                      </a:lnTo>
                      <a:lnTo>
                        <a:pt x="1598095" y="2946951"/>
                      </a:lnTo>
                      <a:lnTo>
                        <a:pt x="1606987" y="2951714"/>
                      </a:lnTo>
                      <a:lnTo>
                        <a:pt x="1615879" y="2956478"/>
                      </a:lnTo>
                      <a:lnTo>
                        <a:pt x="1625088" y="2960606"/>
                      </a:lnTo>
                      <a:lnTo>
                        <a:pt x="1634298" y="2965052"/>
                      </a:lnTo>
                      <a:lnTo>
                        <a:pt x="1643824" y="2969180"/>
                      </a:lnTo>
                      <a:lnTo>
                        <a:pt x="1653351" y="2972991"/>
                      </a:lnTo>
                      <a:lnTo>
                        <a:pt x="1662878" y="2976167"/>
                      </a:lnTo>
                      <a:lnTo>
                        <a:pt x="1672723" y="2979660"/>
                      </a:lnTo>
                      <a:lnTo>
                        <a:pt x="1682567" y="2982518"/>
                      </a:lnTo>
                      <a:lnTo>
                        <a:pt x="1692730" y="2985376"/>
                      </a:lnTo>
                      <a:lnTo>
                        <a:pt x="1702892" y="2988234"/>
                      </a:lnTo>
                      <a:lnTo>
                        <a:pt x="1713054" y="2990457"/>
                      </a:lnTo>
                      <a:lnTo>
                        <a:pt x="1723216" y="2992680"/>
                      </a:lnTo>
                      <a:lnTo>
                        <a:pt x="1733695" y="2994585"/>
                      </a:lnTo>
                      <a:lnTo>
                        <a:pt x="1744493" y="2995856"/>
                      </a:lnTo>
                      <a:lnTo>
                        <a:pt x="1754655" y="2997443"/>
                      </a:lnTo>
                      <a:lnTo>
                        <a:pt x="1765452" y="2998396"/>
                      </a:lnTo>
                      <a:lnTo>
                        <a:pt x="1776249" y="2999349"/>
                      </a:lnTo>
                      <a:lnTo>
                        <a:pt x="1787046" y="2999666"/>
                      </a:lnTo>
                      <a:lnTo>
                        <a:pt x="1797843" y="2999984"/>
                      </a:lnTo>
                      <a:lnTo>
                        <a:pt x="1808958" y="2999984"/>
                      </a:lnTo>
                      <a:lnTo>
                        <a:pt x="1819438" y="2999666"/>
                      </a:lnTo>
                      <a:lnTo>
                        <a:pt x="1830235" y="2999349"/>
                      </a:lnTo>
                      <a:lnTo>
                        <a:pt x="1841032" y="2998396"/>
                      </a:lnTo>
                      <a:lnTo>
                        <a:pt x="1851512" y="2997443"/>
                      </a:lnTo>
                      <a:lnTo>
                        <a:pt x="1861674" y="2995856"/>
                      </a:lnTo>
                      <a:lnTo>
                        <a:pt x="1872153" y="2994585"/>
                      </a:lnTo>
                      <a:lnTo>
                        <a:pt x="1882633" y="2992680"/>
                      </a:lnTo>
                      <a:lnTo>
                        <a:pt x="1892795" y="2990457"/>
                      </a:lnTo>
                      <a:lnTo>
                        <a:pt x="1902639" y="2988234"/>
                      </a:lnTo>
                      <a:lnTo>
                        <a:pt x="1912801" y="2985376"/>
                      </a:lnTo>
                      <a:lnTo>
                        <a:pt x="1922646" y="2982836"/>
                      </a:lnTo>
                      <a:lnTo>
                        <a:pt x="1932490" y="2979660"/>
                      </a:lnTo>
                      <a:lnTo>
                        <a:pt x="1942017" y="2976484"/>
                      </a:lnTo>
                      <a:lnTo>
                        <a:pt x="1951862" y="2972991"/>
                      </a:lnTo>
                      <a:lnTo>
                        <a:pt x="1961389" y="2969180"/>
                      </a:lnTo>
                      <a:lnTo>
                        <a:pt x="1970598" y="2965052"/>
                      </a:lnTo>
                      <a:lnTo>
                        <a:pt x="1980125" y="2960924"/>
                      </a:lnTo>
                      <a:lnTo>
                        <a:pt x="1989334" y="2956478"/>
                      </a:lnTo>
                      <a:lnTo>
                        <a:pt x="1998226" y="2952032"/>
                      </a:lnTo>
                      <a:lnTo>
                        <a:pt x="2007118" y="2947268"/>
                      </a:lnTo>
                      <a:lnTo>
                        <a:pt x="2016010" y="2942187"/>
                      </a:lnTo>
                      <a:lnTo>
                        <a:pt x="2024584" y="2936789"/>
                      </a:lnTo>
                      <a:lnTo>
                        <a:pt x="2033158" y="2931390"/>
                      </a:lnTo>
                      <a:lnTo>
                        <a:pt x="2041415" y="2925674"/>
                      </a:lnTo>
                      <a:lnTo>
                        <a:pt x="2049354" y="2919640"/>
                      </a:lnTo>
                      <a:lnTo>
                        <a:pt x="2057610" y="2913924"/>
                      </a:lnTo>
                      <a:lnTo>
                        <a:pt x="2065867" y="2907573"/>
                      </a:lnTo>
                      <a:lnTo>
                        <a:pt x="2073489" y="2901222"/>
                      </a:lnTo>
                      <a:lnTo>
                        <a:pt x="2081110" y="2894553"/>
                      </a:lnTo>
                      <a:lnTo>
                        <a:pt x="2088414" y="2887884"/>
                      </a:lnTo>
                      <a:lnTo>
                        <a:pt x="2096036" y="2880580"/>
                      </a:lnTo>
                      <a:lnTo>
                        <a:pt x="2103022" y="2873594"/>
                      </a:lnTo>
                      <a:lnTo>
                        <a:pt x="2110008" y="2866290"/>
                      </a:lnTo>
                      <a:lnTo>
                        <a:pt x="2116677" y="2858668"/>
                      </a:lnTo>
                      <a:lnTo>
                        <a:pt x="2123346" y="2851364"/>
                      </a:lnTo>
                      <a:lnTo>
                        <a:pt x="2130015" y="2843425"/>
                      </a:lnTo>
                      <a:lnTo>
                        <a:pt x="2136049" y="2835804"/>
                      </a:lnTo>
                      <a:lnTo>
                        <a:pt x="2142400" y="2827547"/>
                      </a:lnTo>
                      <a:lnTo>
                        <a:pt x="2148434" y="2819290"/>
                      </a:lnTo>
                      <a:lnTo>
                        <a:pt x="2153832" y="2810716"/>
                      </a:lnTo>
                      <a:lnTo>
                        <a:pt x="2159548" y="2802459"/>
                      </a:lnTo>
                      <a:lnTo>
                        <a:pt x="2164629" y="2793885"/>
                      </a:lnTo>
                      <a:lnTo>
                        <a:pt x="2169393" y="2784993"/>
                      </a:lnTo>
                      <a:lnTo>
                        <a:pt x="2174474" y="2775784"/>
                      </a:lnTo>
                      <a:lnTo>
                        <a:pt x="2179237" y="2766892"/>
                      </a:lnTo>
                      <a:lnTo>
                        <a:pt x="2183683" y="2757683"/>
                      </a:lnTo>
                      <a:lnTo>
                        <a:pt x="2187811" y="2748474"/>
                      </a:lnTo>
                      <a:lnTo>
                        <a:pt x="2191622" y="2739264"/>
                      </a:lnTo>
                      <a:lnTo>
                        <a:pt x="2195433" y="2729420"/>
                      </a:lnTo>
                      <a:lnTo>
                        <a:pt x="2199244" y="2719893"/>
                      </a:lnTo>
                      <a:lnTo>
                        <a:pt x="2202102" y="2710048"/>
                      </a:lnTo>
                      <a:lnTo>
                        <a:pt x="2205595" y="2700204"/>
                      </a:lnTo>
                      <a:lnTo>
                        <a:pt x="2208136" y="2690042"/>
                      </a:lnTo>
                      <a:lnTo>
                        <a:pt x="2210676" y="2680197"/>
                      </a:lnTo>
                      <a:lnTo>
                        <a:pt x="2213217" y="2669718"/>
                      </a:lnTo>
                      <a:lnTo>
                        <a:pt x="2215122" y="2659556"/>
                      </a:lnTo>
                      <a:lnTo>
                        <a:pt x="2217027" y="2649076"/>
                      </a:lnTo>
                      <a:lnTo>
                        <a:pt x="2218615" y="2638279"/>
                      </a:lnTo>
                      <a:lnTo>
                        <a:pt x="2219885" y="2628117"/>
                      </a:lnTo>
                      <a:lnTo>
                        <a:pt x="2221156" y="2617320"/>
                      </a:lnTo>
                      <a:lnTo>
                        <a:pt x="2221791" y="2606523"/>
                      </a:lnTo>
                      <a:lnTo>
                        <a:pt x="2222743" y="2595725"/>
                      </a:lnTo>
                      <a:lnTo>
                        <a:pt x="2222743" y="2584611"/>
                      </a:lnTo>
                      <a:lnTo>
                        <a:pt x="2222743" y="2573814"/>
                      </a:lnTo>
                      <a:lnTo>
                        <a:pt x="2222743" y="2563016"/>
                      </a:lnTo>
                      <a:lnTo>
                        <a:pt x="2221791" y="2552537"/>
                      </a:lnTo>
                      <a:lnTo>
                        <a:pt x="2221156" y="2541740"/>
                      </a:lnTo>
                      <a:lnTo>
                        <a:pt x="2219885" y="2531260"/>
                      </a:lnTo>
                      <a:lnTo>
                        <a:pt x="2218933" y="2521098"/>
                      </a:lnTo>
                      <a:lnTo>
                        <a:pt x="2217027" y="2510618"/>
                      </a:lnTo>
                      <a:lnTo>
                        <a:pt x="2215122" y="2500139"/>
                      </a:lnTo>
                      <a:lnTo>
                        <a:pt x="2213217" y="2490294"/>
                      </a:lnTo>
                      <a:lnTo>
                        <a:pt x="2210994" y="2479815"/>
                      </a:lnTo>
                      <a:lnTo>
                        <a:pt x="2208453" y="2469970"/>
                      </a:lnTo>
                      <a:lnTo>
                        <a:pt x="2205595" y="2460126"/>
                      </a:lnTo>
                      <a:lnTo>
                        <a:pt x="2202419" y="2449964"/>
                      </a:lnTo>
                      <a:lnTo>
                        <a:pt x="2199244" y="2440437"/>
                      </a:lnTo>
                      <a:lnTo>
                        <a:pt x="2195751" y="2430910"/>
                      </a:lnTo>
                      <a:lnTo>
                        <a:pt x="2192257" y="2421383"/>
                      </a:lnTo>
                      <a:lnTo>
                        <a:pt x="2188129" y="2412174"/>
                      </a:lnTo>
                      <a:lnTo>
                        <a:pt x="2184001" y="2402964"/>
                      </a:lnTo>
                      <a:lnTo>
                        <a:pt x="2179555" y="2393437"/>
                      </a:lnTo>
                      <a:lnTo>
                        <a:pt x="2174791" y="2384546"/>
                      </a:lnTo>
                      <a:lnTo>
                        <a:pt x="2169710" y="2375654"/>
                      </a:lnTo>
                      <a:lnTo>
                        <a:pt x="2164947" y="2366762"/>
                      </a:lnTo>
                      <a:lnTo>
                        <a:pt x="2159866" y="2358188"/>
                      </a:lnTo>
                      <a:lnTo>
                        <a:pt x="2154150" y="2349614"/>
                      </a:lnTo>
                      <a:lnTo>
                        <a:pt x="2148751" y="2341357"/>
                      </a:lnTo>
                      <a:lnTo>
                        <a:pt x="2142717" y="2333418"/>
                      </a:lnTo>
                      <a:lnTo>
                        <a:pt x="2136684" y="2325161"/>
                      </a:lnTo>
                      <a:lnTo>
                        <a:pt x="2130332" y="2316905"/>
                      </a:lnTo>
                      <a:lnTo>
                        <a:pt x="2124299" y="2309283"/>
                      </a:lnTo>
                      <a:lnTo>
                        <a:pt x="2117312" y="2301661"/>
                      </a:lnTo>
                      <a:lnTo>
                        <a:pt x="2110643" y="2294357"/>
                      </a:lnTo>
                      <a:lnTo>
                        <a:pt x="2103657" y="2286736"/>
                      </a:lnTo>
                      <a:lnTo>
                        <a:pt x="2096671" y="2279750"/>
                      </a:lnTo>
                      <a:lnTo>
                        <a:pt x="2089367" y="2272763"/>
                      </a:lnTo>
                      <a:lnTo>
                        <a:pt x="2081745" y="2265777"/>
                      </a:lnTo>
                      <a:lnTo>
                        <a:pt x="2074124" y="2259425"/>
                      </a:lnTo>
                      <a:lnTo>
                        <a:pt x="2066185" y="2252757"/>
                      </a:lnTo>
                      <a:lnTo>
                        <a:pt x="2058245" y="2246405"/>
                      </a:lnTo>
                      <a:lnTo>
                        <a:pt x="2050306" y="2240372"/>
                      </a:lnTo>
                      <a:lnTo>
                        <a:pt x="2042050" y="2234338"/>
                      </a:lnTo>
                      <a:lnTo>
                        <a:pt x="2033793" y="2228939"/>
                      </a:lnTo>
                      <a:lnTo>
                        <a:pt x="2025219" y="2223223"/>
                      </a:lnTo>
                      <a:lnTo>
                        <a:pt x="2016327" y="2218142"/>
                      </a:lnTo>
                      <a:lnTo>
                        <a:pt x="2007753" y="2213061"/>
                      </a:lnTo>
                      <a:lnTo>
                        <a:pt x="1998861" y="2207980"/>
                      </a:lnTo>
                      <a:lnTo>
                        <a:pt x="1989652" y="2203534"/>
                      </a:lnTo>
                      <a:lnTo>
                        <a:pt x="1980760" y="2199088"/>
                      </a:lnTo>
                      <a:lnTo>
                        <a:pt x="1971551" y="2194643"/>
                      </a:lnTo>
                      <a:lnTo>
                        <a:pt x="1961706" y="2190832"/>
                      </a:lnTo>
                      <a:lnTo>
                        <a:pt x="1952179" y="2187021"/>
                      </a:lnTo>
                      <a:lnTo>
                        <a:pt x="1942335" y="2183528"/>
                      </a:lnTo>
                      <a:lnTo>
                        <a:pt x="1932808" y="2180352"/>
                      </a:lnTo>
                      <a:lnTo>
                        <a:pt x="1922963" y="2177177"/>
                      </a:lnTo>
                      <a:lnTo>
                        <a:pt x="1913119" y="2174318"/>
                      </a:lnTo>
                      <a:lnTo>
                        <a:pt x="1902639" y="2171778"/>
                      </a:lnTo>
                      <a:lnTo>
                        <a:pt x="1892795" y="2169555"/>
                      </a:lnTo>
                      <a:lnTo>
                        <a:pt x="1882315" y="2167332"/>
                      </a:lnTo>
                      <a:lnTo>
                        <a:pt x="1871836" y="2165427"/>
                      </a:lnTo>
                      <a:lnTo>
                        <a:pt x="1861356" y="2163839"/>
                      </a:lnTo>
                      <a:lnTo>
                        <a:pt x="1850559" y="2162251"/>
                      </a:lnTo>
                      <a:lnTo>
                        <a:pt x="1840397" y="2161298"/>
                      </a:lnTo>
                      <a:lnTo>
                        <a:pt x="1829600" y="2160663"/>
                      </a:lnTo>
                      <a:lnTo>
                        <a:pt x="1818167" y="2160028"/>
                      </a:lnTo>
                      <a:lnTo>
                        <a:pt x="1807688" y="2159710"/>
                      </a:lnTo>
                      <a:lnTo>
                        <a:pt x="1796891" y="2159710"/>
                      </a:lnTo>
                      <a:close/>
                      <a:moveTo>
                        <a:pt x="1703527" y="1784350"/>
                      </a:moveTo>
                      <a:lnTo>
                        <a:pt x="1960753" y="1793877"/>
                      </a:lnTo>
                      <a:lnTo>
                        <a:pt x="1955037" y="1945990"/>
                      </a:lnTo>
                      <a:lnTo>
                        <a:pt x="1970280" y="1950118"/>
                      </a:lnTo>
                      <a:lnTo>
                        <a:pt x="1985841" y="1954247"/>
                      </a:lnTo>
                      <a:lnTo>
                        <a:pt x="2000766" y="1959010"/>
                      </a:lnTo>
                      <a:lnTo>
                        <a:pt x="2016010" y="1963774"/>
                      </a:lnTo>
                      <a:lnTo>
                        <a:pt x="2030935" y="1969172"/>
                      </a:lnTo>
                      <a:lnTo>
                        <a:pt x="2045225" y="1975206"/>
                      </a:lnTo>
                      <a:lnTo>
                        <a:pt x="2059833" y="1980922"/>
                      </a:lnTo>
                      <a:lnTo>
                        <a:pt x="2074441" y="1987273"/>
                      </a:lnTo>
                      <a:lnTo>
                        <a:pt x="2088414" y="1993942"/>
                      </a:lnTo>
                      <a:lnTo>
                        <a:pt x="2102069" y="2001246"/>
                      </a:lnTo>
                      <a:lnTo>
                        <a:pt x="2116042" y="2008550"/>
                      </a:lnTo>
                      <a:lnTo>
                        <a:pt x="2129697" y="2016172"/>
                      </a:lnTo>
                      <a:lnTo>
                        <a:pt x="2143035" y="2024111"/>
                      </a:lnTo>
                      <a:lnTo>
                        <a:pt x="2156055" y="2032367"/>
                      </a:lnTo>
                      <a:lnTo>
                        <a:pt x="2169075" y="2041259"/>
                      </a:lnTo>
                      <a:lnTo>
                        <a:pt x="2181778" y="2050151"/>
                      </a:lnTo>
                      <a:lnTo>
                        <a:pt x="2293243" y="1945990"/>
                      </a:lnTo>
                      <a:lnTo>
                        <a:pt x="2468220" y="2134941"/>
                      </a:lnTo>
                      <a:lnTo>
                        <a:pt x="2357390" y="2237831"/>
                      </a:lnTo>
                      <a:lnTo>
                        <a:pt x="2365330" y="2251169"/>
                      </a:lnTo>
                      <a:lnTo>
                        <a:pt x="2373269" y="2264507"/>
                      </a:lnTo>
                      <a:lnTo>
                        <a:pt x="2380573" y="2278162"/>
                      </a:lnTo>
                      <a:lnTo>
                        <a:pt x="2387559" y="2292135"/>
                      </a:lnTo>
                      <a:lnTo>
                        <a:pt x="2394228" y="2306107"/>
                      </a:lnTo>
                      <a:lnTo>
                        <a:pt x="2400897" y="2320715"/>
                      </a:lnTo>
                      <a:lnTo>
                        <a:pt x="2406930" y="2335323"/>
                      </a:lnTo>
                      <a:lnTo>
                        <a:pt x="2412647" y="2349614"/>
                      </a:lnTo>
                      <a:lnTo>
                        <a:pt x="2418045" y="2364539"/>
                      </a:lnTo>
                      <a:lnTo>
                        <a:pt x="2423444" y="2379465"/>
                      </a:lnTo>
                      <a:lnTo>
                        <a:pt x="2427890" y="2394708"/>
                      </a:lnTo>
                      <a:lnTo>
                        <a:pt x="2432335" y="2409951"/>
                      </a:lnTo>
                      <a:lnTo>
                        <a:pt x="2435829" y="2425194"/>
                      </a:lnTo>
                      <a:lnTo>
                        <a:pt x="2439639" y="2440754"/>
                      </a:lnTo>
                      <a:lnTo>
                        <a:pt x="2443133" y="2456315"/>
                      </a:lnTo>
                      <a:lnTo>
                        <a:pt x="2445673" y="2472193"/>
                      </a:lnTo>
                      <a:lnTo>
                        <a:pt x="2595563" y="2477909"/>
                      </a:lnTo>
                      <a:lnTo>
                        <a:pt x="2586354" y="2735136"/>
                      </a:lnTo>
                      <a:lnTo>
                        <a:pt x="2437099" y="2729420"/>
                      </a:lnTo>
                      <a:lnTo>
                        <a:pt x="2432971" y="2744980"/>
                      </a:lnTo>
                      <a:lnTo>
                        <a:pt x="2428842" y="2760541"/>
                      </a:lnTo>
                      <a:lnTo>
                        <a:pt x="2424079" y="2776419"/>
                      </a:lnTo>
                      <a:lnTo>
                        <a:pt x="2419315" y="2791027"/>
                      </a:lnTo>
                      <a:lnTo>
                        <a:pt x="2413599" y="2806270"/>
                      </a:lnTo>
                      <a:lnTo>
                        <a:pt x="2408201" y="2821196"/>
                      </a:lnTo>
                      <a:lnTo>
                        <a:pt x="2402167" y="2835804"/>
                      </a:lnTo>
                      <a:lnTo>
                        <a:pt x="2395816" y="2850094"/>
                      </a:lnTo>
                      <a:lnTo>
                        <a:pt x="2388829" y="2864702"/>
                      </a:lnTo>
                      <a:lnTo>
                        <a:pt x="2381525" y="2878992"/>
                      </a:lnTo>
                      <a:lnTo>
                        <a:pt x="2374221" y="2892647"/>
                      </a:lnTo>
                      <a:lnTo>
                        <a:pt x="2366917" y="2906303"/>
                      </a:lnTo>
                      <a:lnTo>
                        <a:pt x="2358661" y="2919640"/>
                      </a:lnTo>
                      <a:lnTo>
                        <a:pt x="2350404" y="2932978"/>
                      </a:lnTo>
                      <a:lnTo>
                        <a:pt x="2341512" y="2945998"/>
                      </a:lnTo>
                      <a:lnTo>
                        <a:pt x="2332620" y="2958701"/>
                      </a:lnTo>
                      <a:lnTo>
                        <a:pt x="2433606" y="3067625"/>
                      </a:lnTo>
                      <a:lnTo>
                        <a:pt x="2245290" y="3242603"/>
                      </a:lnTo>
                      <a:lnTo>
                        <a:pt x="2144940" y="3134949"/>
                      </a:lnTo>
                      <a:lnTo>
                        <a:pt x="2131285" y="3143205"/>
                      </a:lnTo>
                      <a:lnTo>
                        <a:pt x="2117947" y="3150509"/>
                      </a:lnTo>
                      <a:lnTo>
                        <a:pt x="2103657" y="3157813"/>
                      </a:lnTo>
                      <a:lnTo>
                        <a:pt x="2089684" y="3165117"/>
                      </a:lnTo>
                      <a:lnTo>
                        <a:pt x="2075394" y="3172103"/>
                      </a:lnTo>
                      <a:lnTo>
                        <a:pt x="2061104" y="3178455"/>
                      </a:lnTo>
                      <a:lnTo>
                        <a:pt x="2046496" y="3184488"/>
                      </a:lnTo>
                      <a:lnTo>
                        <a:pt x="2031570" y="3190205"/>
                      </a:lnTo>
                      <a:lnTo>
                        <a:pt x="2016645" y="3195603"/>
                      </a:lnTo>
                      <a:lnTo>
                        <a:pt x="2001402" y="3200684"/>
                      </a:lnTo>
                      <a:lnTo>
                        <a:pt x="1986159" y="3205448"/>
                      </a:lnTo>
                      <a:lnTo>
                        <a:pt x="1970598" y="3209576"/>
                      </a:lnTo>
                      <a:lnTo>
                        <a:pt x="1955037" y="3213704"/>
                      </a:lnTo>
                      <a:lnTo>
                        <a:pt x="1939477" y="3217515"/>
                      </a:lnTo>
                      <a:lnTo>
                        <a:pt x="1923916" y="3220373"/>
                      </a:lnTo>
                      <a:lnTo>
                        <a:pt x="1908038" y="3223231"/>
                      </a:lnTo>
                      <a:lnTo>
                        <a:pt x="1902322" y="3370263"/>
                      </a:lnTo>
                      <a:lnTo>
                        <a:pt x="1645095" y="3360736"/>
                      </a:lnTo>
                      <a:lnTo>
                        <a:pt x="1650493" y="3213704"/>
                      </a:lnTo>
                      <a:lnTo>
                        <a:pt x="1634615" y="3209576"/>
                      </a:lnTo>
                      <a:lnTo>
                        <a:pt x="1619054" y="3205130"/>
                      </a:lnTo>
                      <a:lnTo>
                        <a:pt x="1603494" y="3200684"/>
                      </a:lnTo>
                      <a:lnTo>
                        <a:pt x="1588251" y="3195603"/>
                      </a:lnTo>
                      <a:lnTo>
                        <a:pt x="1573325" y="3189887"/>
                      </a:lnTo>
                      <a:lnTo>
                        <a:pt x="1558717" y="3184488"/>
                      </a:lnTo>
                      <a:lnTo>
                        <a:pt x="1543792" y="3178137"/>
                      </a:lnTo>
                      <a:lnTo>
                        <a:pt x="1529184" y="3171786"/>
                      </a:lnTo>
                      <a:lnTo>
                        <a:pt x="1515211" y="3164482"/>
                      </a:lnTo>
                      <a:lnTo>
                        <a:pt x="1500921" y="3157496"/>
                      </a:lnTo>
                      <a:lnTo>
                        <a:pt x="1486948" y="3150192"/>
                      </a:lnTo>
                      <a:lnTo>
                        <a:pt x="1472975" y="3142252"/>
                      </a:lnTo>
                      <a:lnTo>
                        <a:pt x="1459637" y="3134313"/>
                      </a:lnTo>
                      <a:lnTo>
                        <a:pt x="1446300" y="3125739"/>
                      </a:lnTo>
                      <a:lnTo>
                        <a:pt x="1433280" y="3117165"/>
                      </a:lnTo>
                      <a:lnTo>
                        <a:pt x="1420577" y="3107638"/>
                      </a:lnTo>
                      <a:lnTo>
                        <a:pt x="1312606" y="3207988"/>
                      </a:lnTo>
                      <a:lnTo>
                        <a:pt x="1137310" y="3019673"/>
                      </a:lnTo>
                      <a:lnTo>
                        <a:pt x="1245917" y="2918688"/>
                      </a:lnTo>
                      <a:lnTo>
                        <a:pt x="1238296" y="2905350"/>
                      </a:lnTo>
                      <a:lnTo>
                        <a:pt x="1230357" y="2891377"/>
                      </a:lnTo>
                      <a:lnTo>
                        <a:pt x="1223053" y="2877722"/>
                      </a:lnTo>
                      <a:lnTo>
                        <a:pt x="1216066" y="2863749"/>
                      </a:lnTo>
                      <a:lnTo>
                        <a:pt x="1209397" y="2849459"/>
                      </a:lnTo>
                      <a:lnTo>
                        <a:pt x="1203046" y="2834851"/>
                      </a:lnTo>
                      <a:lnTo>
                        <a:pt x="1197012" y="2820560"/>
                      </a:lnTo>
                      <a:lnTo>
                        <a:pt x="1191296" y="2805635"/>
                      </a:lnTo>
                      <a:lnTo>
                        <a:pt x="1186215" y="2790710"/>
                      </a:lnTo>
                      <a:lnTo>
                        <a:pt x="1181134" y="2775466"/>
                      </a:lnTo>
                      <a:lnTo>
                        <a:pt x="1176688" y="2760223"/>
                      </a:lnTo>
                      <a:lnTo>
                        <a:pt x="1172560" y="2744980"/>
                      </a:lnTo>
                      <a:lnTo>
                        <a:pt x="1168432" y="2729420"/>
                      </a:lnTo>
                      <a:lnTo>
                        <a:pt x="1164938" y="2713859"/>
                      </a:lnTo>
                      <a:lnTo>
                        <a:pt x="1161763" y="2697981"/>
                      </a:lnTo>
                      <a:lnTo>
                        <a:pt x="1159222" y="2682420"/>
                      </a:lnTo>
                      <a:lnTo>
                        <a:pt x="1009650" y="2676704"/>
                      </a:lnTo>
                      <a:lnTo>
                        <a:pt x="1019494" y="2419478"/>
                      </a:lnTo>
                      <a:lnTo>
                        <a:pt x="1169384" y="2425194"/>
                      </a:lnTo>
                      <a:lnTo>
                        <a:pt x="1173513" y="2409633"/>
                      </a:lnTo>
                      <a:lnTo>
                        <a:pt x="1177641" y="2393755"/>
                      </a:lnTo>
                      <a:lnTo>
                        <a:pt x="1182404" y="2378512"/>
                      </a:lnTo>
                      <a:lnTo>
                        <a:pt x="1187803" y="2363904"/>
                      </a:lnTo>
                      <a:lnTo>
                        <a:pt x="1193202" y="2348978"/>
                      </a:lnTo>
                      <a:lnTo>
                        <a:pt x="1198918" y="2334053"/>
                      </a:lnTo>
                      <a:lnTo>
                        <a:pt x="1205269" y="2319445"/>
                      </a:lnTo>
                      <a:lnTo>
                        <a:pt x="1211620" y="2305155"/>
                      </a:lnTo>
                      <a:lnTo>
                        <a:pt x="1218607" y="2290864"/>
                      </a:lnTo>
                      <a:lnTo>
                        <a:pt x="1225593" y="2277209"/>
                      </a:lnTo>
                      <a:lnTo>
                        <a:pt x="1233215" y="2263554"/>
                      </a:lnTo>
                      <a:lnTo>
                        <a:pt x="1240836" y="2249581"/>
                      </a:lnTo>
                      <a:lnTo>
                        <a:pt x="1248775" y="2236243"/>
                      </a:lnTo>
                      <a:lnTo>
                        <a:pt x="1257349" y="2223223"/>
                      </a:lnTo>
                      <a:lnTo>
                        <a:pt x="1265606" y="2210203"/>
                      </a:lnTo>
                      <a:lnTo>
                        <a:pt x="1274815" y="2197818"/>
                      </a:lnTo>
                      <a:lnTo>
                        <a:pt x="1171607" y="2086988"/>
                      </a:lnTo>
                      <a:lnTo>
                        <a:pt x="1360558" y="1912011"/>
                      </a:lnTo>
                      <a:lnTo>
                        <a:pt x="1464083" y="2023476"/>
                      </a:lnTo>
                      <a:lnTo>
                        <a:pt x="1477421" y="2015537"/>
                      </a:lnTo>
                      <a:lnTo>
                        <a:pt x="1491076" y="2007915"/>
                      </a:lnTo>
                      <a:lnTo>
                        <a:pt x="1504732" y="2000611"/>
                      </a:lnTo>
                      <a:lnTo>
                        <a:pt x="1518387" y="1993625"/>
                      </a:lnTo>
                      <a:lnTo>
                        <a:pt x="1532677" y="1986956"/>
                      </a:lnTo>
                      <a:lnTo>
                        <a:pt x="1546650" y="1980605"/>
                      </a:lnTo>
                      <a:lnTo>
                        <a:pt x="1561258" y="1974571"/>
                      </a:lnTo>
                      <a:lnTo>
                        <a:pt x="1575548" y="1969172"/>
                      </a:lnTo>
                      <a:lnTo>
                        <a:pt x="1590474" y="1963774"/>
                      </a:lnTo>
                      <a:lnTo>
                        <a:pt x="1605399" y="1958693"/>
                      </a:lnTo>
                      <a:lnTo>
                        <a:pt x="1620325" y="1954247"/>
                      </a:lnTo>
                      <a:lnTo>
                        <a:pt x="1635568" y="1950118"/>
                      </a:lnTo>
                      <a:lnTo>
                        <a:pt x="1650811" y="1945990"/>
                      </a:lnTo>
                      <a:lnTo>
                        <a:pt x="1666371" y="1942815"/>
                      </a:lnTo>
                      <a:lnTo>
                        <a:pt x="1681932" y="1939321"/>
                      </a:lnTo>
                      <a:lnTo>
                        <a:pt x="1697493" y="1936781"/>
                      </a:lnTo>
                      <a:lnTo>
                        <a:pt x="1703527" y="1784350"/>
                      </a:lnTo>
                      <a:close/>
                      <a:moveTo>
                        <a:pt x="499967" y="1495425"/>
                      </a:moveTo>
                      <a:lnTo>
                        <a:pt x="512673" y="1507816"/>
                      </a:lnTo>
                      <a:lnTo>
                        <a:pt x="526015" y="1520207"/>
                      </a:lnTo>
                      <a:lnTo>
                        <a:pt x="540309" y="1532916"/>
                      </a:lnTo>
                      <a:lnTo>
                        <a:pt x="555557" y="1545307"/>
                      </a:lnTo>
                      <a:lnTo>
                        <a:pt x="571122" y="1557381"/>
                      </a:lnTo>
                      <a:lnTo>
                        <a:pt x="587958" y="1569136"/>
                      </a:lnTo>
                      <a:lnTo>
                        <a:pt x="596217" y="1574220"/>
                      </a:lnTo>
                      <a:lnTo>
                        <a:pt x="604794" y="1579939"/>
                      </a:lnTo>
                      <a:lnTo>
                        <a:pt x="613371" y="1584705"/>
                      </a:lnTo>
                      <a:lnTo>
                        <a:pt x="622265" y="1589788"/>
                      </a:lnTo>
                      <a:lnTo>
                        <a:pt x="639736" y="1608851"/>
                      </a:lnTo>
                      <a:lnTo>
                        <a:pt x="657525" y="1628868"/>
                      </a:lnTo>
                      <a:lnTo>
                        <a:pt x="692150" y="1668583"/>
                      </a:lnTo>
                      <a:lnTo>
                        <a:pt x="641960" y="1916723"/>
                      </a:lnTo>
                      <a:lnTo>
                        <a:pt x="640054" y="1924030"/>
                      </a:lnTo>
                      <a:lnTo>
                        <a:pt x="637830" y="1931338"/>
                      </a:lnTo>
                      <a:lnTo>
                        <a:pt x="635289" y="1938328"/>
                      </a:lnTo>
                      <a:lnTo>
                        <a:pt x="631795" y="1945000"/>
                      </a:lnTo>
                      <a:lnTo>
                        <a:pt x="628618" y="1951672"/>
                      </a:lnTo>
                      <a:lnTo>
                        <a:pt x="624489" y="1958026"/>
                      </a:lnTo>
                      <a:lnTo>
                        <a:pt x="620041" y="1963745"/>
                      </a:lnTo>
                      <a:lnTo>
                        <a:pt x="615277" y="1969464"/>
                      </a:lnTo>
                      <a:lnTo>
                        <a:pt x="247746" y="2374875"/>
                      </a:lnTo>
                      <a:lnTo>
                        <a:pt x="244252" y="2379323"/>
                      </a:lnTo>
                      <a:lnTo>
                        <a:pt x="240122" y="2382818"/>
                      </a:lnTo>
                      <a:lnTo>
                        <a:pt x="235675" y="2386631"/>
                      </a:lnTo>
                      <a:lnTo>
                        <a:pt x="231228" y="2390126"/>
                      </a:lnTo>
                      <a:lnTo>
                        <a:pt x="226781" y="2393303"/>
                      </a:lnTo>
                      <a:lnTo>
                        <a:pt x="222334" y="2395845"/>
                      </a:lnTo>
                      <a:lnTo>
                        <a:pt x="217251" y="2399022"/>
                      </a:lnTo>
                      <a:lnTo>
                        <a:pt x="212486" y="2401246"/>
                      </a:lnTo>
                      <a:lnTo>
                        <a:pt x="207404" y="2403470"/>
                      </a:lnTo>
                      <a:lnTo>
                        <a:pt x="202639" y="2405377"/>
                      </a:lnTo>
                      <a:lnTo>
                        <a:pt x="197239" y="2406965"/>
                      </a:lnTo>
                      <a:lnTo>
                        <a:pt x="192156" y="2408236"/>
                      </a:lnTo>
                      <a:lnTo>
                        <a:pt x="187074" y="2409189"/>
                      </a:lnTo>
                      <a:lnTo>
                        <a:pt x="181673" y="2410460"/>
                      </a:lnTo>
                      <a:lnTo>
                        <a:pt x="176273" y="2411095"/>
                      </a:lnTo>
                      <a:lnTo>
                        <a:pt x="170873" y="2411413"/>
                      </a:lnTo>
                      <a:lnTo>
                        <a:pt x="165473" y="2411413"/>
                      </a:lnTo>
                      <a:lnTo>
                        <a:pt x="160073" y="2411413"/>
                      </a:lnTo>
                      <a:lnTo>
                        <a:pt x="154990" y="2411095"/>
                      </a:lnTo>
                      <a:lnTo>
                        <a:pt x="149272" y="2410460"/>
                      </a:lnTo>
                      <a:lnTo>
                        <a:pt x="144190" y="2409825"/>
                      </a:lnTo>
                      <a:lnTo>
                        <a:pt x="139107" y="2408554"/>
                      </a:lnTo>
                      <a:lnTo>
                        <a:pt x="133707" y="2406965"/>
                      </a:lnTo>
                      <a:lnTo>
                        <a:pt x="128625" y="2405377"/>
                      </a:lnTo>
                      <a:lnTo>
                        <a:pt x="123224" y="2403470"/>
                      </a:lnTo>
                      <a:lnTo>
                        <a:pt x="118459" y="2401246"/>
                      </a:lnTo>
                      <a:lnTo>
                        <a:pt x="113377" y="2399022"/>
                      </a:lnTo>
                      <a:lnTo>
                        <a:pt x="108612" y="2395845"/>
                      </a:lnTo>
                      <a:lnTo>
                        <a:pt x="104165" y="2392985"/>
                      </a:lnTo>
                      <a:lnTo>
                        <a:pt x="99082" y="2390126"/>
                      </a:lnTo>
                      <a:lnTo>
                        <a:pt x="94635" y="2386313"/>
                      </a:lnTo>
                      <a:lnTo>
                        <a:pt x="90506" y="2382501"/>
                      </a:lnTo>
                      <a:lnTo>
                        <a:pt x="86058" y="2378688"/>
                      </a:lnTo>
                      <a:lnTo>
                        <a:pt x="82564" y="2374875"/>
                      </a:lnTo>
                      <a:lnTo>
                        <a:pt x="78752" y="2370427"/>
                      </a:lnTo>
                      <a:lnTo>
                        <a:pt x="75258" y="2365661"/>
                      </a:lnTo>
                      <a:lnTo>
                        <a:pt x="72081" y="2361213"/>
                      </a:lnTo>
                      <a:lnTo>
                        <a:pt x="69222" y="2356448"/>
                      </a:lnTo>
                      <a:lnTo>
                        <a:pt x="66364" y="2351999"/>
                      </a:lnTo>
                      <a:lnTo>
                        <a:pt x="64140" y="2346916"/>
                      </a:lnTo>
                      <a:lnTo>
                        <a:pt x="61916" y="2342150"/>
                      </a:lnTo>
                      <a:lnTo>
                        <a:pt x="60328" y="2336749"/>
                      </a:lnTo>
                      <a:lnTo>
                        <a:pt x="58422" y="2331983"/>
                      </a:lnTo>
                      <a:lnTo>
                        <a:pt x="57151" y="2326900"/>
                      </a:lnTo>
                      <a:lnTo>
                        <a:pt x="55563" y="2321498"/>
                      </a:lnTo>
                      <a:lnTo>
                        <a:pt x="54928" y="2316097"/>
                      </a:lnTo>
                      <a:lnTo>
                        <a:pt x="54293" y="2310696"/>
                      </a:lnTo>
                      <a:lnTo>
                        <a:pt x="53975" y="2305612"/>
                      </a:lnTo>
                      <a:lnTo>
                        <a:pt x="53975" y="2299893"/>
                      </a:lnTo>
                      <a:lnTo>
                        <a:pt x="53975" y="2294810"/>
                      </a:lnTo>
                      <a:lnTo>
                        <a:pt x="54293" y="2289726"/>
                      </a:lnTo>
                      <a:lnTo>
                        <a:pt x="54928" y="2284007"/>
                      </a:lnTo>
                      <a:lnTo>
                        <a:pt x="55563" y="2278924"/>
                      </a:lnTo>
                      <a:lnTo>
                        <a:pt x="56834" y="2273523"/>
                      </a:lnTo>
                      <a:lnTo>
                        <a:pt x="58422" y="2268439"/>
                      </a:lnTo>
                      <a:lnTo>
                        <a:pt x="60328" y="2263355"/>
                      </a:lnTo>
                      <a:lnTo>
                        <a:pt x="61916" y="2257954"/>
                      </a:lnTo>
                      <a:lnTo>
                        <a:pt x="64140" y="2253188"/>
                      </a:lnTo>
                      <a:lnTo>
                        <a:pt x="66364" y="2248105"/>
                      </a:lnTo>
                      <a:lnTo>
                        <a:pt x="69222" y="2243021"/>
                      </a:lnTo>
                      <a:lnTo>
                        <a:pt x="72081" y="2238573"/>
                      </a:lnTo>
                      <a:lnTo>
                        <a:pt x="75258" y="2233807"/>
                      </a:lnTo>
                      <a:lnTo>
                        <a:pt x="78752" y="2229359"/>
                      </a:lnTo>
                      <a:lnTo>
                        <a:pt x="82882" y="2224911"/>
                      </a:lnTo>
                      <a:lnTo>
                        <a:pt x="429129" y="1842376"/>
                      </a:lnTo>
                      <a:lnTo>
                        <a:pt x="499967" y="1495425"/>
                      </a:lnTo>
                      <a:close/>
                      <a:moveTo>
                        <a:pt x="2178844" y="1055220"/>
                      </a:moveTo>
                      <a:lnTo>
                        <a:pt x="2166450" y="1055537"/>
                      </a:lnTo>
                      <a:lnTo>
                        <a:pt x="2154055" y="1056172"/>
                      </a:lnTo>
                      <a:lnTo>
                        <a:pt x="2141978" y="1058076"/>
                      </a:lnTo>
                      <a:lnTo>
                        <a:pt x="2129584" y="1059979"/>
                      </a:lnTo>
                      <a:lnTo>
                        <a:pt x="2117507" y="1062518"/>
                      </a:lnTo>
                      <a:lnTo>
                        <a:pt x="2105430" y="1066008"/>
                      </a:lnTo>
                      <a:lnTo>
                        <a:pt x="2093671" y="1070133"/>
                      </a:lnTo>
                      <a:lnTo>
                        <a:pt x="2081594" y="1074575"/>
                      </a:lnTo>
                      <a:lnTo>
                        <a:pt x="2070153" y="1079334"/>
                      </a:lnTo>
                      <a:lnTo>
                        <a:pt x="2058712" y="1085363"/>
                      </a:lnTo>
                      <a:lnTo>
                        <a:pt x="2047588" y="1091709"/>
                      </a:lnTo>
                      <a:lnTo>
                        <a:pt x="2036783" y="1098372"/>
                      </a:lnTo>
                      <a:lnTo>
                        <a:pt x="2025977" y="1105987"/>
                      </a:lnTo>
                      <a:lnTo>
                        <a:pt x="2015490" y="1114236"/>
                      </a:lnTo>
                      <a:lnTo>
                        <a:pt x="2005320" y="1122803"/>
                      </a:lnTo>
                      <a:lnTo>
                        <a:pt x="1996103" y="1132005"/>
                      </a:lnTo>
                      <a:lnTo>
                        <a:pt x="1987204" y="1141206"/>
                      </a:lnTo>
                      <a:lnTo>
                        <a:pt x="1978941" y="1151042"/>
                      </a:lnTo>
                      <a:lnTo>
                        <a:pt x="1971314" y="1161513"/>
                      </a:lnTo>
                      <a:lnTo>
                        <a:pt x="1964322" y="1171666"/>
                      </a:lnTo>
                      <a:lnTo>
                        <a:pt x="1957330" y="1182454"/>
                      </a:lnTo>
                      <a:lnTo>
                        <a:pt x="1951610" y="1193242"/>
                      </a:lnTo>
                      <a:lnTo>
                        <a:pt x="1945889" y="1204348"/>
                      </a:lnTo>
                      <a:lnTo>
                        <a:pt x="1941122" y="1216088"/>
                      </a:lnTo>
                      <a:lnTo>
                        <a:pt x="1936673" y="1227510"/>
                      </a:lnTo>
                      <a:lnTo>
                        <a:pt x="1932859" y="1239250"/>
                      </a:lnTo>
                      <a:lnTo>
                        <a:pt x="1929999" y="1251307"/>
                      </a:lnTo>
                      <a:lnTo>
                        <a:pt x="1927456" y="1263047"/>
                      </a:lnTo>
                      <a:lnTo>
                        <a:pt x="1925231" y="1275421"/>
                      </a:lnTo>
                      <a:lnTo>
                        <a:pt x="1923642" y="1287796"/>
                      </a:lnTo>
                      <a:lnTo>
                        <a:pt x="1923007" y="1299853"/>
                      </a:lnTo>
                      <a:lnTo>
                        <a:pt x="1922371" y="1312545"/>
                      </a:lnTo>
                      <a:lnTo>
                        <a:pt x="1923007" y="1324919"/>
                      </a:lnTo>
                      <a:lnTo>
                        <a:pt x="1923642" y="1336976"/>
                      </a:lnTo>
                      <a:lnTo>
                        <a:pt x="1925231" y="1349351"/>
                      </a:lnTo>
                      <a:lnTo>
                        <a:pt x="1927456" y="1361408"/>
                      </a:lnTo>
                      <a:lnTo>
                        <a:pt x="1929999" y="1373465"/>
                      </a:lnTo>
                      <a:lnTo>
                        <a:pt x="1933177" y="1385522"/>
                      </a:lnTo>
                      <a:lnTo>
                        <a:pt x="1936990" y="1397579"/>
                      </a:lnTo>
                      <a:lnTo>
                        <a:pt x="1941440" y="1409002"/>
                      </a:lnTo>
                      <a:lnTo>
                        <a:pt x="1946843" y="1420424"/>
                      </a:lnTo>
                      <a:lnTo>
                        <a:pt x="1952563" y="1432164"/>
                      </a:lnTo>
                      <a:lnTo>
                        <a:pt x="1958919" y="1443269"/>
                      </a:lnTo>
                      <a:lnTo>
                        <a:pt x="1965593" y="1454375"/>
                      </a:lnTo>
                      <a:lnTo>
                        <a:pt x="1973539" y="1465163"/>
                      </a:lnTo>
                      <a:lnTo>
                        <a:pt x="1981802" y="1475633"/>
                      </a:lnTo>
                      <a:lnTo>
                        <a:pt x="1990065" y="1485152"/>
                      </a:lnTo>
                      <a:lnTo>
                        <a:pt x="1999281" y="1494671"/>
                      </a:lnTo>
                      <a:lnTo>
                        <a:pt x="2008816" y="1503872"/>
                      </a:lnTo>
                      <a:lnTo>
                        <a:pt x="2018350" y="1511805"/>
                      </a:lnTo>
                      <a:lnTo>
                        <a:pt x="2028838" y="1519737"/>
                      </a:lnTo>
                      <a:lnTo>
                        <a:pt x="2039325" y="1526717"/>
                      </a:lnTo>
                      <a:lnTo>
                        <a:pt x="2049813" y="1533381"/>
                      </a:lnTo>
                      <a:lnTo>
                        <a:pt x="2060937" y="1539409"/>
                      </a:lnTo>
                      <a:lnTo>
                        <a:pt x="2072060" y="1544803"/>
                      </a:lnTo>
                      <a:lnTo>
                        <a:pt x="2083501" y="1549880"/>
                      </a:lnTo>
                      <a:lnTo>
                        <a:pt x="2094942" y="1554005"/>
                      </a:lnTo>
                      <a:lnTo>
                        <a:pt x="2107019" y="1557812"/>
                      </a:lnTo>
                      <a:lnTo>
                        <a:pt x="2118778" y="1560985"/>
                      </a:lnTo>
                      <a:lnTo>
                        <a:pt x="2130855" y="1563523"/>
                      </a:lnTo>
                      <a:lnTo>
                        <a:pt x="2142932" y="1565745"/>
                      </a:lnTo>
                      <a:lnTo>
                        <a:pt x="2155326" y="1567331"/>
                      </a:lnTo>
                      <a:lnTo>
                        <a:pt x="2167721" y="1567966"/>
                      </a:lnTo>
                      <a:lnTo>
                        <a:pt x="2179798" y="1568283"/>
                      </a:lnTo>
                      <a:lnTo>
                        <a:pt x="2192510" y="1567966"/>
                      </a:lnTo>
                      <a:lnTo>
                        <a:pt x="2204905" y="1567014"/>
                      </a:lnTo>
                      <a:lnTo>
                        <a:pt x="2216982" y="1565427"/>
                      </a:lnTo>
                      <a:lnTo>
                        <a:pt x="2229058" y="1563206"/>
                      </a:lnTo>
                      <a:lnTo>
                        <a:pt x="2241135" y="1560668"/>
                      </a:lnTo>
                      <a:lnTo>
                        <a:pt x="2253212" y="1557178"/>
                      </a:lnTo>
                      <a:lnTo>
                        <a:pt x="2264971" y="1553370"/>
                      </a:lnTo>
                      <a:lnTo>
                        <a:pt x="2277048" y="1548928"/>
                      </a:lnTo>
                      <a:lnTo>
                        <a:pt x="2288489" y="1543851"/>
                      </a:lnTo>
                      <a:lnTo>
                        <a:pt x="2299930" y="1538140"/>
                      </a:lnTo>
                      <a:lnTo>
                        <a:pt x="2311053" y="1532111"/>
                      </a:lnTo>
                      <a:lnTo>
                        <a:pt x="2321859" y="1524814"/>
                      </a:lnTo>
                      <a:lnTo>
                        <a:pt x="2332665" y="1517516"/>
                      </a:lnTo>
                      <a:lnTo>
                        <a:pt x="2343152" y="1509266"/>
                      </a:lnTo>
                      <a:lnTo>
                        <a:pt x="2353322" y="1500382"/>
                      </a:lnTo>
                      <a:lnTo>
                        <a:pt x="2362539" y="1491498"/>
                      </a:lnTo>
                      <a:lnTo>
                        <a:pt x="2371437" y="1482296"/>
                      </a:lnTo>
                      <a:lnTo>
                        <a:pt x="2379701" y="1472143"/>
                      </a:lnTo>
                      <a:lnTo>
                        <a:pt x="2387328" y="1462307"/>
                      </a:lnTo>
                      <a:lnTo>
                        <a:pt x="2394955" y="1451836"/>
                      </a:lnTo>
                      <a:lnTo>
                        <a:pt x="2400994" y="1441048"/>
                      </a:lnTo>
                      <a:lnTo>
                        <a:pt x="2407350" y="1430260"/>
                      </a:lnTo>
                      <a:lnTo>
                        <a:pt x="2412753" y="1419155"/>
                      </a:lnTo>
                      <a:lnTo>
                        <a:pt x="2417520" y="1407415"/>
                      </a:lnTo>
                      <a:lnTo>
                        <a:pt x="2421969" y="1395993"/>
                      </a:lnTo>
                      <a:lnTo>
                        <a:pt x="2425783" y="1384253"/>
                      </a:lnTo>
                      <a:lnTo>
                        <a:pt x="2428961" y="1372196"/>
                      </a:lnTo>
                      <a:lnTo>
                        <a:pt x="2431504" y="1360139"/>
                      </a:lnTo>
                      <a:lnTo>
                        <a:pt x="2433411" y="1348081"/>
                      </a:lnTo>
                      <a:lnTo>
                        <a:pt x="2435000" y="1336024"/>
                      </a:lnTo>
                      <a:lnTo>
                        <a:pt x="2435635" y="1323333"/>
                      </a:lnTo>
                      <a:lnTo>
                        <a:pt x="2435953" y="1310958"/>
                      </a:lnTo>
                      <a:lnTo>
                        <a:pt x="2435635" y="1298901"/>
                      </a:lnTo>
                      <a:lnTo>
                        <a:pt x="2435000" y="1286527"/>
                      </a:lnTo>
                      <a:lnTo>
                        <a:pt x="2433411" y="1274152"/>
                      </a:lnTo>
                      <a:lnTo>
                        <a:pt x="2431186" y="1262095"/>
                      </a:lnTo>
                      <a:lnTo>
                        <a:pt x="2428643" y="1250038"/>
                      </a:lnTo>
                      <a:lnTo>
                        <a:pt x="2425465" y="1237981"/>
                      </a:lnTo>
                      <a:lnTo>
                        <a:pt x="2421652" y="1225924"/>
                      </a:lnTo>
                      <a:lnTo>
                        <a:pt x="2416884" y="1214501"/>
                      </a:lnTo>
                      <a:lnTo>
                        <a:pt x="2411799" y="1203079"/>
                      </a:lnTo>
                      <a:lnTo>
                        <a:pt x="2406079" y="1191339"/>
                      </a:lnTo>
                      <a:lnTo>
                        <a:pt x="2399723" y="1180233"/>
                      </a:lnTo>
                      <a:lnTo>
                        <a:pt x="2393049" y="1169128"/>
                      </a:lnTo>
                      <a:lnTo>
                        <a:pt x="2385103" y="1158657"/>
                      </a:lnTo>
                      <a:lnTo>
                        <a:pt x="2376840" y="1148187"/>
                      </a:lnTo>
                      <a:lnTo>
                        <a:pt x="2368259" y="1138351"/>
                      </a:lnTo>
                      <a:lnTo>
                        <a:pt x="2359043" y="1128832"/>
                      </a:lnTo>
                      <a:lnTo>
                        <a:pt x="2349826" y="1120265"/>
                      </a:lnTo>
                      <a:lnTo>
                        <a:pt x="2340292" y="1111698"/>
                      </a:lnTo>
                      <a:lnTo>
                        <a:pt x="2329804" y="1103766"/>
                      </a:lnTo>
                      <a:lnTo>
                        <a:pt x="2319317" y="1096785"/>
                      </a:lnTo>
                      <a:lnTo>
                        <a:pt x="2308829" y="1090122"/>
                      </a:lnTo>
                      <a:lnTo>
                        <a:pt x="2297705" y="1084094"/>
                      </a:lnTo>
                      <a:lnTo>
                        <a:pt x="2286582" y="1078700"/>
                      </a:lnTo>
                      <a:lnTo>
                        <a:pt x="2275141" y="1073623"/>
                      </a:lnTo>
                      <a:lnTo>
                        <a:pt x="2263700" y="1069181"/>
                      </a:lnTo>
                      <a:lnTo>
                        <a:pt x="2251623" y="1065691"/>
                      </a:lnTo>
                      <a:lnTo>
                        <a:pt x="2239864" y="1062518"/>
                      </a:lnTo>
                      <a:lnTo>
                        <a:pt x="2227787" y="1059979"/>
                      </a:lnTo>
                      <a:lnTo>
                        <a:pt x="2215710" y="1057758"/>
                      </a:lnTo>
                      <a:lnTo>
                        <a:pt x="2203316" y="1056172"/>
                      </a:lnTo>
                      <a:lnTo>
                        <a:pt x="2190921" y="1055537"/>
                      </a:lnTo>
                      <a:lnTo>
                        <a:pt x="2178844" y="1055220"/>
                      </a:lnTo>
                      <a:close/>
                      <a:moveTo>
                        <a:pt x="2144839" y="823913"/>
                      </a:moveTo>
                      <a:lnTo>
                        <a:pt x="2301519" y="838826"/>
                      </a:lnTo>
                      <a:lnTo>
                        <a:pt x="2292938" y="930841"/>
                      </a:lnTo>
                      <a:lnTo>
                        <a:pt x="2302155" y="933379"/>
                      </a:lnTo>
                      <a:lnTo>
                        <a:pt x="2311053" y="936235"/>
                      </a:lnTo>
                      <a:lnTo>
                        <a:pt x="2319952" y="939725"/>
                      </a:lnTo>
                      <a:lnTo>
                        <a:pt x="2328851" y="943215"/>
                      </a:lnTo>
                      <a:lnTo>
                        <a:pt x="2338067" y="946706"/>
                      </a:lnTo>
                      <a:lnTo>
                        <a:pt x="2346330" y="950513"/>
                      </a:lnTo>
                      <a:lnTo>
                        <a:pt x="2354911" y="954638"/>
                      </a:lnTo>
                      <a:lnTo>
                        <a:pt x="2363492" y="959080"/>
                      </a:lnTo>
                      <a:lnTo>
                        <a:pt x="2372073" y="963522"/>
                      </a:lnTo>
                      <a:lnTo>
                        <a:pt x="2380654" y="968282"/>
                      </a:lnTo>
                      <a:lnTo>
                        <a:pt x="2388917" y="973358"/>
                      </a:lnTo>
                      <a:lnTo>
                        <a:pt x="2397180" y="978752"/>
                      </a:lnTo>
                      <a:lnTo>
                        <a:pt x="2405125" y="983829"/>
                      </a:lnTo>
                      <a:lnTo>
                        <a:pt x="2413071" y="989540"/>
                      </a:lnTo>
                      <a:lnTo>
                        <a:pt x="2420698" y="995569"/>
                      </a:lnTo>
                      <a:lnTo>
                        <a:pt x="2428643" y="1001280"/>
                      </a:lnTo>
                      <a:lnTo>
                        <a:pt x="2499197" y="943215"/>
                      </a:lnTo>
                      <a:lnTo>
                        <a:pt x="2599625" y="1063787"/>
                      </a:lnTo>
                      <a:lnTo>
                        <a:pt x="2529389" y="1122169"/>
                      </a:lnTo>
                      <a:lnTo>
                        <a:pt x="2533839" y="1130736"/>
                      </a:lnTo>
                      <a:lnTo>
                        <a:pt x="2538288" y="1139620"/>
                      </a:lnTo>
                      <a:lnTo>
                        <a:pt x="2542420" y="1148504"/>
                      </a:lnTo>
                      <a:lnTo>
                        <a:pt x="2546551" y="1157388"/>
                      </a:lnTo>
                      <a:lnTo>
                        <a:pt x="2550365" y="1166590"/>
                      </a:lnTo>
                      <a:lnTo>
                        <a:pt x="2553543" y="1175474"/>
                      </a:lnTo>
                      <a:lnTo>
                        <a:pt x="2557039" y="1184676"/>
                      </a:lnTo>
                      <a:lnTo>
                        <a:pt x="2559899" y="1193560"/>
                      </a:lnTo>
                      <a:lnTo>
                        <a:pt x="2562442" y="1203079"/>
                      </a:lnTo>
                      <a:lnTo>
                        <a:pt x="2564984" y="1212280"/>
                      </a:lnTo>
                      <a:lnTo>
                        <a:pt x="2567527" y="1221799"/>
                      </a:lnTo>
                      <a:lnTo>
                        <a:pt x="2569116" y="1231318"/>
                      </a:lnTo>
                      <a:lnTo>
                        <a:pt x="2571022" y="1240519"/>
                      </a:lnTo>
                      <a:lnTo>
                        <a:pt x="2572612" y="1249721"/>
                      </a:lnTo>
                      <a:lnTo>
                        <a:pt x="2574201" y="1259557"/>
                      </a:lnTo>
                      <a:lnTo>
                        <a:pt x="2575154" y="1269075"/>
                      </a:lnTo>
                      <a:lnTo>
                        <a:pt x="2665412" y="1277325"/>
                      </a:lnTo>
                      <a:lnTo>
                        <a:pt x="2650793" y="1433433"/>
                      </a:lnTo>
                      <a:lnTo>
                        <a:pt x="2561170" y="1425501"/>
                      </a:lnTo>
                      <a:lnTo>
                        <a:pt x="2558310" y="1434385"/>
                      </a:lnTo>
                      <a:lnTo>
                        <a:pt x="2555132" y="1443587"/>
                      </a:lnTo>
                      <a:lnTo>
                        <a:pt x="2552272" y="1452471"/>
                      </a:lnTo>
                      <a:lnTo>
                        <a:pt x="2548458" y="1461355"/>
                      </a:lnTo>
                      <a:lnTo>
                        <a:pt x="2544644" y="1470239"/>
                      </a:lnTo>
                      <a:lnTo>
                        <a:pt x="2540513" y="1479124"/>
                      </a:lnTo>
                      <a:lnTo>
                        <a:pt x="2536381" y="1488008"/>
                      </a:lnTo>
                      <a:lnTo>
                        <a:pt x="2531932" y="1496575"/>
                      </a:lnTo>
                      <a:lnTo>
                        <a:pt x="2527482" y="1505142"/>
                      </a:lnTo>
                      <a:lnTo>
                        <a:pt x="2522715" y="1513708"/>
                      </a:lnTo>
                      <a:lnTo>
                        <a:pt x="2517630" y="1521958"/>
                      </a:lnTo>
                      <a:lnTo>
                        <a:pt x="2512228" y="1530208"/>
                      </a:lnTo>
                      <a:lnTo>
                        <a:pt x="2506825" y="1538140"/>
                      </a:lnTo>
                      <a:lnTo>
                        <a:pt x="2501104" y="1546390"/>
                      </a:lnTo>
                      <a:lnTo>
                        <a:pt x="2495384" y="1554322"/>
                      </a:lnTo>
                      <a:lnTo>
                        <a:pt x="2489027" y="1561937"/>
                      </a:lnTo>
                      <a:lnTo>
                        <a:pt x="2546233" y="1631107"/>
                      </a:lnTo>
                      <a:lnTo>
                        <a:pt x="2425465" y="1731372"/>
                      </a:lnTo>
                      <a:lnTo>
                        <a:pt x="2367624" y="1662202"/>
                      </a:lnTo>
                      <a:lnTo>
                        <a:pt x="2359043" y="1666644"/>
                      </a:lnTo>
                      <a:lnTo>
                        <a:pt x="2350144" y="1671086"/>
                      </a:lnTo>
                      <a:lnTo>
                        <a:pt x="2341245" y="1675211"/>
                      </a:lnTo>
                      <a:lnTo>
                        <a:pt x="2332029" y="1679018"/>
                      </a:lnTo>
                      <a:lnTo>
                        <a:pt x="2323130" y="1682826"/>
                      </a:lnTo>
                      <a:lnTo>
                        <a:pt x="2313596" y="1685999"/>
                      </a:lnTo>
                      <a:lnTo>
                        <a:pt x="2304697" y="1689489"/>
                      </a:lnTo>
                      <a:lnTo>
                        <a:pt x="2295481" y="1692344"/>
                      </a:lnTo>
                      <a:lnTo>
                        <a:pt x="2286264" y="1694883"/>
                      </a:lnTo>
                      <a:lnTo>
                        <a:pt x="2277048" y="1697421"/>
                      </a:lnTo>
                      <a:lnTo>
                        <a:pt x="2267196" y="1699642"/>
                      </a:lnTo>
                      <a:lnTo>
                        <a:pt x="2257979" y="1701546"/>
                      </a:lnTo>
                      <a:lnTo>
                        <a:pt x="2248763" y="1703450"/>
                      </a:lnTo>
                      <a:lnTo>
                        <a:pt x="2238910" y="1705036"/>
                      </a:lnTo>
                      <a:lnTo>
                        <a:pt x="2229376" y="1706623"/>
                      </a:lnTo>
                      <a:lnTo>
                        <a:pt x="2220160" y="1707575"/>
                      </a:lnTo>
                      <a:lnTo>
                        <a:pt x="2211579" y="1797051"/>
                      </a:lnTo>
                      <a:lnTo>
                        <a:pt x="2054898" y="1782138"/>
                      </a:lnTo>
                      <a:lnTo>
                        <a:pt x="2063161" y="1692027"/>
                      </a:lnTo>
                      <a:lnTo>
                        <a:pt x="2054263" y="1689172"/>
                      </a:lnTo>
                      <a:lnTo>
                        <a:pt x="2045364" y="1685999"/>
                      </a:lnTo>
                      <a:lnTo>
                        <a:pt x="2035830" y="1682826"/>
                      </a:lnTo>
                      <a:lnTo>
                        <a:pt x="2027249" y="1679335"/>
                      </a:lnTo>
                      <a:lnTo>
                        <a:pt x="2018350" y="1675528"/>
                      </a:lnTo>
                      <a:lnTo>
                        <a:pt x="2009451" y="1671720"/>
                      </a:lnTo>
                      <a:lnTo>
                        <a:pt x="2000870" y="1667596"/>
                      </a:lnTo>
                      <a:lnTo>
                        <a:pt x="1992289" y="1663154"/>
                      </a:lnTo>
                      <a:lnTo>
                        <a:pt x="1984026" y="1658077"/>
                      </a:lnTo>
                      <a:lnTo>
                        <a:pt x="1975445" y="1653317"/>
                      </a:lnTo>
                      <a:lnTo>
                        <a:pt x="1967182" y="1648241"/>
                      </a:lnTo>
                      <a:lnTo>
                        <a:pt x="1958919" y="1642847"/>
                      </a:lnTo>
                      <a:lnTo>
                        <a:pt x="1950656" y="1637453"/>
                      </a:lnTo>
                      <a:lnTo>
                        <a:pt x="1943029" y="1631742"/>
                      </a:lnTo>
                      <a:lnTo>
                        <a:pt x="1935084" y="1626030"/>
                      </a:lnTo>
                      <a:lnTo>
                        <a:pt x="1927456" y="1620002"/>
                      </a:lnTo>
                      <a:lnTo>
                        <a:pt x="1857220" y="1678384"/>
                      </a:lnTo>
                      <a:lnTo>
                        <a:pt x="1756792" y="1556860"/>
                      </a:lnTo>
                      <a:lnTo>
                        <a:pt x="1827346" y="1498478"/>
                      </a:lnTo>
                      <a:lnTo>
                        <a:pt x="1822896" y="1489594"/>
                      </a:lnTo>
                      <a:lnTo>
                        <a:pt x="1818765" y="1481027"/>
                      </a:lnTo>
                      <a:lnTo>
                        <a:pt x="1814633" y="1472143"/>
                      </a:lnTo>
                      <a:lnTo>
                        <a:pt x="1810820" y="1463259"/>
                      </a:lnTo>
                      <a:lnTo>
                        <a:pt x="1807324" y="1454057"/>
                      </a:lnTo>
                      <a:lnTo>
                        <a:pt x="1803828" y="1445173"/>
                      </a:lnTo>
                      <a:lnTo>
                        <a:pt x="1800968" y="1436289"/>
                      </a:lnTo>
                      <a:lnTo>
                        <a:pt x="1797789" y="1426770"/>
                      </a:lnTo>
                      <a:lnTo>
                        <a:pt x="1795247" y="1417569"/>
                      </a:lnTo>
                      <a:lnTo>
                        <a:pt x="1792704" y="1408367"/>
                      </a:lnTo>
                      <a:lnTo>
                        <a:pt x="1790480" y="1399166"/>
                      </a:lnTo>
                      <a:lnTo>
                        <a:pt x="1788573" y="1389647"/>
                      </a:lnTo>
                      <a:lnTo>
                        <a:pt x="1786666" y="1380445"/>
                      </a:lnTo>
                      <a:lnTo>
                        <a:pt x="1785395" y="1371244"/>
                      </a:lnTo>
                      <a:lnTo>
                        <a:pt x="1783170" y="1352206"/>
                      </a:lnTo>
                      <a:lnTo>
                        <a:pt x="1690687" y="1343639"/>
                      </a:lnTo>
                      <a:lnTo>
                        <a:pt x="1705624" y="1186897"/>
                      </a:lnTo>
                      <a:lnTo>
                        <a:pt x="1798425" y="1195781"/>
                      </a:lnTo>
                      <a:lnTo>
                        <a:pt x="1801285" y="1186897"/>
                      </a:lnTo>
                      <a:lnTo>
                        <a:pt x="1804146" y="1178012"/>
                      </a:lnTo>
                      <a:lnTo>
                        <a:pt x="1807642" y="1169128"/>
                      </a:lnTo>
                      <a:lnTo>
                        <a:pt x="1810820" y="1160244"/>
                      </a:lnTo>
                      <a:lnTo>
                        <a:pt x="1814633" y="1151677"/>
                      </a:lnTo>
                      <a:lnTo>
                        <a:pt x="1818765" y="1142793"/>
                      </a:lnTo>
                      <a:lnTo>
                        <a:pt x="1822896" y="1134226"/>
                      </a:lnTo>
                      <a:lnTo>
                        <a:pt x="1827346" y="1125659"/>
                      </a:lnTo>
                      <a:lnTo>
                        <a:pt x="1831795" y="1117727"/>
                      </a:lnTo>
                      <a:lnTo>
                        <a:pt x="1836562" y="1109160"/>
                      </a:lnTo>
                      <a:lnTo>
                        <a:pt x="1841329" y="1100910"/>
                      </a:lnTo>
                      <a:lnTo>
                        <a:pt x="1846732" y="1092661"/>
                      </a:lnTo>
                      <a:lnTo>
                        <a:pt x="1852135" y="1085045"/>
                      </a:lnTo>
                      <a:lnTo>
                        <a:pt x="1857856" y="1077113"/>
                      </a:lnTo>
                      <a:lnTo>
                        <a:pt x="1863894" y="1069181"/>
                      </a:lnTo>
                      <a:lnTo>
                        <a:pt x="1869615" y="1061566"/>
                      </a:lnTo>
                      <a:lnTo>
                        <a:pt x="1810184" y="989858"/>
                      </a:lnTo>
                      <a:lnTo>
                        <a:pt x="1931588" y="889593"/>
                      </a:lnTo>
                      <a:lnTo>
                        <a:pt x="1990700" y="961301"/>
                      </a:lnTo>
                      <a:lnTo>
                        <a:pt x="1999599" y="956859"/>
                      </a:lnTo>
                      <a:lnTo>
                        <a:pt x="2008180" y="952734"/>
                      </a:lnTo>
                      <a:lnTo>
                        <a:pt x="2017079" y="948609"/>
                      </a:lnTo>
                      <a:lnTo>
                        <a:pt x="2025977" y="944485"/>
                      </a:lnTo>
                      <a:lnTo>
                        <a:pt x="2034876" y="941312"/>
                      </a:lnTo>
                      <a:lnTo>
                        <a:pt x="2043775" y="937504"/>
                      </a:lnTo>
                      <a:lnTo>
                        <a:pt x="2052673" y="934649"/>
                      </a:lnTo>
                      <a:lnTo>
                        <a:pt x="2061890" y="931476"/>
                      </a:lnTo>
                      <a:lnTo>
                        <a:pt x="2071424" y="928937"/>
                      </a:lnTo>
                      <a:lnTo>
                        <a:pt x="2080641" y="926399"/>
                      </a:lnTo>
                      <a:lnTo>
                        <a:pt x="2089539" y="924178"/>
                      </a:lnTo>
                      <a:lnTo>
                        <a:pt x="2099074" y="922274"/>
                      </a:lnTo>
                      <a:lnTo>
                        <a:pt x="2108608" y="920370"/>
                      </a:lnTo>
                      <a:lnTo>
                        <a:pt x="2117825" y="918784"/>
                      </a:lnTo>
                      <a:lnTo>
                        <a:pt x="2127041" y="917515"/>
                      </a:lnTo>
                      <a:lnTo>
                        <a:pt x="2136258" y="916246"/>
                      </a:lnTo>
                      <a:lnTo>
                        <a:pt x="2144839" y="823913"/>
                      </a:lnTo>
                      <a:close/>
                      <a:moveTo>
                        <a:pt x="1509345" y="590550"/>
                      </a:moveTo>
                      <a:lnTo>
                        <a:pt x="1518239" y="590550"/>
                      </a:lnTo>
                      <a:lnTo>
                        <a:pt x="1526817" y="591817"/>
                      </a:lnTo>
                      <a:lnTo>
                        <a:pt x="1535394" y="593400"/>
                      </a:lnTo>
                      <a:lnTo>
                        <a:pt x="1543971" y="596250"/>
                      </a:lnTo>
                      <a:lnTo>
                        <a:pt x="1551912" y="599417"/>
                      </a:lnTo>
                      <a:lnTo>
                        <a:pt x="1559854" y="603534"/>
                      </a:lnTo>
                      <a:lnTo>
                        <a:pt x="1566843" y="608601"/>
                      </a:lnTo>
                      <a:lnTo>
                        <a:pt x="1570655" y="611452"/>
                      </a:lnTo>
                      <a:lnTo>
                        <a:pt x="1574149" y="614302"/>
                      </a:lnTo>
                      <a:lnTo>
                        <a:pt x="1577326" y="617469"/>
                      </a:lnTo>
                      <a:lnTo>
                        <a:pt x="1580185" y="620953"/>
                      </a:lnTo>
                      <a:lnTo>
                        <a:pt x="1583362" y="624753"/>
                      </a:lnTo>
                      <a:lnTo>
                        <a:pt x="1586221" y="628237"/>
                      </a:lnTo>
                      <a:lnTo>
                        <a:pt x="1588762" y="632037"/>
                      </a:lnTo>
                      <a:lnTo>
                        <a:pt x="1591621" y="636154"/>
                      </a:lnTo>
                      <a:lnTo>
                        <a:pt x="1593845" y="640271"/>
                      </a:lnTo>
                      <a:lnTo>
                        <a:pt x="1595433" y="644388"/>
                      </a:lnTo>
                      <a:lnTo>
                        <a:pt x="1597339" y="648505"/>
                      </a:lnTo>
                      <a:lnTo>
                        <a:pt x="1598927" y="652305"/>
                      </a:lnTo>
                      <a:lnTo>
                        <a:pt x="1601151" y="660856"/>
                      </a:lnTo>
                      <a:lnTo>
                        <a:pt x="1603057" y="669724"/>
                      </a:lnTo>
                      <a:lnTo>
                        <a:pt x="1603375" y="678274"/>
                      </a:lnTo>
                      <a:lnTo>
                        <a:pt x="1603375" y="687142"/>
                      </a:lnTo>
                      <a:lnTo>
                        <a:pt x="1602104" y="696326"/>
                      </a:lnTo>
                      <a:lnTo>
                        <a:pt x="1600516" y="704560"/>
                      </a:lnTo>
                      <a:lnTo>
                        <a:pt x="1597657" y="712794"/>
                      </a:lnTo>
                      <a:lnTo>
                        <a:pt x="1594480" y="721028"/>
                      </a:lnTo>
                      <a:lnTo>
                        <a:pt x="1590350" y="728629"/>
                      </a:lnTo>
                      <a:lnTo>
                        <a:pt x="1585268" y="736229"/>
                      </a:lnTo>
                      <a:lnTo>
                        <a:pt x="1582409" y="739396"/>
                      </a:lnTo>
                      <a:lnTo>
                        <a:pt x="1579550" y="742880"/>
                      </a:lnTo>
                      <a:lnTo>
                        <a:pt x="1576373" y="746047"/>
                      </a:lnTo>
                      <a:lnTo>
                        <a:pt x="1572879" y="749531"/>
                      </a:lnTo>
                      <a:lnTo>
                        <a:pt x="1569384" y="752381"/>
                      </a:lnTo>
                      <a:lnTo>
                        <a:pt x="1565572" y="755231"/>
                      </a:lnTo>
                      <a:lnTo>
                        <a:pt x="1297460" y="948099"/>
                      </a:lnTo>
                      <a:lnTo>
                        <a:pt x="1293012" y="951266"/>
                      </a:lnTo>
                      <a:lnTo>
                        <a:pt x="1288247" y="953799"/>
                      </a:lnTo>
                      <a:lnTo>
                        <a:pt x="1283164" y="956333"/>
                      </a:lnTo>
                      <a:lnTo>
                        <a:pt x="1278399" y="958550"/>
                      </a:lnTo>
                      <a:lnTo>
                        <a:pt x="1273634" y="960450"/>
                      </a:lnTo>
                      <a:lnTo>
                        <a:pt x="1268869" y="962033"/>
                      </a:lnTo>
                      <a:lnTo>
                        <a:pt x="1263469" y="962983"/>
                      </a:lnTo>
                      <a:lnTo>
                        <a:pt x="1258386" y="964250"/>
                      </a:lnTo>
                      <a:lnTo>
                        <a:pt x="1253304" y="964884"/>
                      </a:lnTo>
                      <a:lnTo>
                        <a:pt x="1247903" y="965200"/>
                      </a:lnTo>
                      <a:lnTo>
                        <a:pt x="1242820" y="965200"/>
                      </a:lnTo>
                      <a:lnTo>
                        <a:pt x="1237102" y="964884"/>
                      </a:lnTo>
                      <a:lnTo>
                        <a:pt x="1232020" y="964567"/>
                      </a:lnTo>
                      <a:lnTo>
                        <a:pt x="1226937" y="963617"/>
                      </a:lnTo>
                      <a:lnTo>
                        <a:pt x="1221537" y="962667"/>
                      </a:lnTo>
                      <a:lnTo>
                        <a:pt x="1216454" y="961083"/>
                      </a:lnTo>
                      <a:lnTo>
                        <a:pt x="1006475" y="894894"/>
                      </a:lnTo>
                      <a:lnTo>
                        <a:pt x="1009652" y="885393"/>
                      </a:lnTo>
                      <a:lnTo>
                        <a:pt x="1013464" y="875259"/>
                      </a:lnTo>
                      <a:lnTo>
                        <a:pt x="1017911" y="862591"/>
                      </a:lnTo>
                      <a:lnTo>
                        <a:pt x="1022676" y="847706"/>
                      </a:lnTo>
                      <a:lnTo>
                        <a:pt x="1027123" y="832188"/>
                      </a:lnTo>
                      <a:lnTo>
                        <a:pt x="1029029" y="824271"/>
                      </a:lnTo>
                      <a:lnTo>
                        <a:pt x="1030935" y="816353"/>
                      </a:lnTo>
                      <a:lnTo>
                        <a:pt x="1031888" y="808753"/>
                      </a:lnTo>
                      <a:lnTo>
                        <a:pt x="1033159" y="801469"/>
                      </a:lnTo>
                      <a:lnTo>
                        <a:pt x="1033794" y="793868"/>
                      </a:lnTo>
                      <a:lnTo>
                        <a:pt x="1033794" y="786584"/>
                      </a:lnTo>
                      <a:lnTo>
                        <a:pt x="1033794" y="778666"/>
                      </a:lnTo>
                      <a:lnTo>
                        <a:pt x="1033477" y="770749"/>
                      </a:lnTo>
                      <a:lnTo>
                        <a:pt x="1032841" y="762832"/>
                      </a:lnTo>
                      <a:lnTo>
                        <a:pt x="1031888" y="755548"/>
                      </a:lnTo>
                      <a:lnTo>
                        <a:pt x="1029665" y="740980"/>
                      </a:lnTo>
                      <a:lnTo>
                        <a:pt x="1027441" y="727995"/>
                      </a:lnTo>
                      <a:lnTo>
                        <a:pt x="1025217" y="718178"/>
                      </a:lnTo>
                      <a:lnTo>
                        <a:pt x="1022994" y="708994"/>
                      </a:lnTo>
                      <a:lnTo>
                        <a:pt x="1227572" y="773599"/>
                      </a:lnTo>
                      <a:lnTo>
                        <a:pt x="1458835" y="607651"/>
                      </a:lnTo>
                      <a:lnTo>
                        <a:pt x="1462965" y="605118"/>
                      </a:lnTo>
                      <a:lnTo>
                        <a:pt x="1467095" y="602268"/>
                      </a:lnTo>
                      <a:lnTo>
                        <a:pt x="1470589" y="600051"/>
                      </a:lnTo>
                      <a:lnTo>
                        <a:pt x="1474719" y="598467"/>
                      </a:lnTo>
                      <a:lnTo>
                        <a:pt x="1479166" y="596567"/>
                      </a:lnTo>
                      <a:lnTo>
                        <a:pt x="1483296" y="594984"/>
                      </a:lnTo>
                      <a:lnTo>
                        <a:pt x="1491873" y="592767"/>
                      </a:lnTo>
                      <a:lnTo>
                        <a:pt x="1500768" y="591183"/>
                      </a:lnTo>
                      <a:lnTo>
                        <a:pt x="1509345" y="590550"/>
                      </a:lnTo>
                      <a:close/>
                      <a:moveTo>
                        <a:pt x="690596" y="539750"/>
                      </a:moveTo>
                      <a:lnTo>
                        <a:pt x="691548" y="539750"/>
                      </a:lnTo>
                      <a:lnTo>
                        <a:pt x="693769" y="540067"/>
                      </a:lnTo>
                      <a:lnTo>
                        <a:pt x="702016" y="540702"/>
                      </a:lnTo>
                      <a:lnTo>
                        <a:pt x="727394" y="541020"/>
                      </a:lnTo>
                      <a:lnTo>
                        <a:pt x="757531" y="541655"/>
                      </a:lnTo>
                      <a:lnTo>
                        <a:pt x="770854" y="541972"/>
                      </a:lnTo>
                      <a:lnTo>
                        <a:pt x="781640" y="543242"/>
                      </a:lnTo>
                      <a:lnTo>
                        <a:pt x="781957" y="543242"/>
                      </a:lnTo>
                      <a:lnTo>
                        <a:pt x="785763" y="546734"/>
                      </a:lnTo>
                      <a:lnTo>
                        <a:pt x="789887" y="552130"/>
                      </a:lnTo>
                      <a:lnTo>
                        <a:pt x="794646" y="558479"/>
                      </a:lnTo>
                      <a:lnTo>
                        <a:pt x="799404" y="566415"/>
                      </a:lnTo>
                      <a:lnTo>
                        <a:pt x="804797" y="576573"/>
                      </a:lnTo>
                      <a:lnTo>
                        <a:pt x="809872" y="588001"/>
                      </a:lnTo>
                      <a:lnTo>
                        <a:pt x="812093" y="594668"/>
                      </a:lnTo>
                      <a:lnTo>
                        <a:pt x="814631" y="602286"/>
                      </a:lnTo>
                      <a:lnTo>
                        <a:pt x="817169" y="609905"/>
                      </a:lnTo>
                      <a:lnTo>
                        <a:pt x="820024" y="618476"/>
                      </a:lnTo>
                      <a:lnTo>
                        <a:pt x="822244" y="627364"/>
                      </a:lnTo>
                      <a:lnTo>
                        <a:pt x="824465" y="637205"/>
                      </a:lnTo>
                      <a:lnTo>
                        <a:pt x="826685" y="647681"/>
                      </a:lnTo>
                      <a:lnTo>
                        <a:pt x="828906" y="658791"/>
                      </a:lnTo>
                      <a:lnTo>
                        <a:pt x="830809" y="670537"/>
                      </a:lnTo>
                      <a:lnTo>
                        <a:pt x="832395" y="683235"/>
                      </a:lnTo>
                      <a:lnTo>
                        <a:pt x="834299" y="696567"/>
                      </a:lnTo>
                      <a:lnTo>
                        <a:pt x="835885" y="710535"/>
                      </a:lnTo>
                      <a:lnTo>
                        <a:pt x="836836" y="725454"/>
                      </a:lnTo>
                      <a:lnTo>
                        <a:pt x="838105" y="741644"/>
                      </a:lnTo>
                      <a:lnTo>
                        <a:pt x="839057" y="757834"/>
                      </a:lnTo>
                      <a:lnTo>
                        <a:pt x="840009" y="775611"/>
                      </a:lnTo>
                      <a:lnTo>
                        <a:pt x="840326" y="794022"/>
                      </a:lnTo>
                      <a:lnTo>
                        <a:pt x="840643" y="813069"/>
                      </a:lnTo>
                      <a:lnTo>
                        <a:pt x="840326" y="833703"/>
                      </a:lnTo>
                      <a:lnTo>
                        <a:pt x="840326" y="854972"/>
                      </a:lnTo>
                      <a:lnTo>
                        <a:pt x="844767" y="839735"/>
                      </a:lnTo>
                      <a:lnTo>
                        <a:pt x="849208" y="824497"/>
                      </a:lnTo>
                      <a:lnTo>
                        <a:pt x="857456" y="794975"/>
                      </a:lnTo>
                      <a:lnTo>
                        <a:pt x="864435" y="767992"/>
                      </a:lnTo>
                      <a:lnTo>
                        <a:pt x="870145" y="742914"/>
                      </a:lnTo>
                      <a:lnTo>
                        <a:pt x="878710" y="705456"/>
                      </a:lnTo>
                      <a:lnTo>
                        <a:pt x="881248" y="694028"/>
                      </a:lnTo>
                      <a:lnTo>
                        <a:pt x="882517" y="688314"/>
                      </a:lnTo>
                      <a:lnTo>
                        <a:pt x="878076" y="679425"/>
                      </a:lnTo>
                      <a:lnTo>
                        <a:pt x="874586" y="670854"/>
                      </a:lnTo>
                      <a:lnTo>
                        <a:pt x="871097" y="663236"/>
                      </a:lnTo>
                      <a:lnTo>
                        <a:pt x="868559" y="655617"/>
                      </a:lnTo>
                      <a:lnTo>
                        <a:pt x="864752" y="644506"/>
                      </a:lnTo>
                      <a:lnTo>
                        <a:pt x="863801" y="640380"/>
                      </a:lnTo>
                      <a:lnTo>
                        <a:pt x="867290" y="637205"/>
                      </a:lnTo>
                      <a:lnTo>
                        <a:pt x="876489" y="629269"/>
                      </a:lnTo>
                      <a:lnTo>
                        <a:pt x="881882" y="624507"/>
                      </a:lnTo>
                      <a:lnTo>
                        <a:pt x="888227" y="619746"/>
                      </a:lnTo>
                      <a:lnTo>
                        <a:pt x="894571" y="615619"/>
                      </a:lnTo>
                      <a:lnTo>
                        <a:pt x="900598" y="611810"/>
                      </a:lnTo>
                      <a:lnTo>
                        <a:pt x="921535" y="619746"/>
                      </a:lnTo>
                      <a:lnTo>
                        <a:pt x="939300" y="659426"/>
                      </a:lnTo>
                      <a:lnTo>
                        <a:pt x="934224" y="671172"/>
                      </a:lnTo>
                      <a:lnTo>
                        <a:pt x="928514" y="683235"/>
                      </a:lnTo>
                      <a:lnTo>
                        <a:pt x="922487" y="695932"/>
                      </a:lnTo>
                      <a:lnTo>
                        <a:pt x="923439" y="707043"/>
                      </a:lnTo>
                      <a:lnTo>
                        <a:pt x="924073" y="720693"/>
                      </a:lnTo>
                      <a:lnTo>
                        <a:pt x="924708" y="736248"/>
                      </a:lnTo>
                      <a:lnTo>
                        <a:pt x="924073" y="753390"/>
                      </a:lnTo>
                      <a:lnTo>
                        <a:pt x="923439" y="790213"/>
                      </a:lnTo>
                      <a:lnTo>
                        <a:pt x="921852" y="827354"/>
                      </a:lnTo>
                      <a:lnTo>
                        <a:pt x="920266" y="862273"/>
                      </a:lnTo>
                      <a:lnTo>
                        <a:pt x="918680" y="891161"/>
                      </a:lnTo>
                      <a:lnTo>
                        <a:pt x="916777" y="918461"/>
                      </a:lnTo>
                      <a:lnTo>
                        <a:pt x="918680" y="913382"/>
                      </a:lnTo>
                      <a:lnTo>
                        <a:pt x="923756" y="899097"/>
                      </a:lnTo>
                      <a:lnTo>
                        <a:pt x="927245" y="888621"/>
                      </a:lnTo>
                      <a:lnTo>
                        <a:pt x="931369" y="876241"/>
                      </a:lnTo>
                      <a:lnTo>
                        <a:pt x="935493" y="862273"/>
                      </a:lnTo>
                      <a:lnTo>
                        <a:pt x="939934" y="846401"/>
                      </a:lnTo>
                      <a:lnTo>
                        <a:pt x="943741" y="828307"/>
                      </a:lnTo>
                      <a:lnTo>
                        <a:pt x="947865" y="809260"/>
                      </a:lnTo>
                      <a:lnTo>
                        <a:pt x="951672" y="788626"/>
                      </a:lnTo>
                      <a:lnTo>
                        <a:pt x="955161" y="766722"/>
                      </a:lnTo>
                      <a:lnTo>
                        <a:pt x="957699" y="743866"/>
                      </a:lnTo>
                      <a:lnTo>
                        <a:pt x="958650" y="731486"/>
                      </a:lnTo>
                      <a:lnTo>
                        <a:pt x="959919" y="719106"/>
                      </a:lnTo>
                      <a:lnTo>
                        <a:pt x="960554" y="707043"/>
                      </a:lnTo>
                      <a:lnTo>
                        <a:pt x="960871" y="694345"/>
                      </a:lnTo>
                      <a:lnTo>
                        <a:pt x="961188" y="681330"/>
                      </a:lnTo>
                      <a:lnTo>
                        <a:pt x="961188" y="668315"/>
                      </a:lnTo>
                      <a:lnTo>
                        <a:pt x="969119" y="649268"/>
                      </a:lnTo>
                      <a:lnTo>
                        <a:pt x="970705" y="651173"/>
                      </a:lnTo>
                      <a:lnTo>
                        <a:pt x="973877" y="656887"/>
                      </a:lnTo>
                      <a:lnTo>
                        <a:pt x="976098" y="661331"/>
                      </a:lnTo>
                      <a:lnTo>
                        <a:pt x="978636" y="666727"/>
                      </a:lnTo>
                      <a:lnTo>
                        <a:pt x="981808" y="673076"/>
                      </a:lnTo>
                      <a:lnTo>
                        <a:pt x="984663" y="681012"/>
                      </a:lnTo>
                      <a:lnTo>
                        <a:pt x="988152" y="690218"/>
                      </a:lnTo>
                      <a:lnTo>
                        <a:pt x="991007" y="700377"/>
                      </a:lnTo>
                      <a:lnTo>
                        <a:pt x="993862" y="712122"/>
                      </a:lnTo>
                      <a:lnTo>
                        <a:pt x="997035" y="724820"/>
                      </a:lnTo>
                      <a:lnTo>
                        <a:pt x="999572" y="739422"/>
                      </a:lnTo>
                      <a:lnTo>
                        <a:pt x="1002110" y="754977"/>
                      </a:lnTo>
                      <a:lnTo>
                        <a:pt x="1004013" y="772436"/>
                      </a:lnTo>
                      <a:lnTo>
                        <a:pt x="1005600" y="790848"/>
                      </a:lnTo>
                      <a:lnTo>
                        <a:pt x="1005282" y="796244"/>
                      </a:lnTo>
                      <a:lnTo>
                        <a:pt x="1004331" y="801958"/>
                      </a:lnTo>
                      <a:lnTo>
                        <a:pt x="1003062" y="809260"/>
                      </a:lnTo>
                      <a:lnTo>
                        <a:pt x="1000841" y="817196"/>
                      </a:lnTo>
                      <a:lnTo>
                        <a:pt x="997669" y="826085"/>
                      </a:lnTo>
                      <a:lnTo>
                        <a:pt x="994497" y="836243"/>
                      </a:lnTo>
                      <a:lnTo>
                        <a:pt x="985932" y="858781"/>
                      </a:lnTo>
                      <a:lnTo>
                        <a:pt x="964043" y="914969"/>
                      </a:lnTo>
                      <a:lnTo>
                        <a:pt x="951037" y="948301"/>
                      </a:lnTo>
                      <a:lnTo>
                        <a:pt x="937079" y="985442"/>
                      </a:lnTo>
                      <a:lnTo>
                        <a:pt x="922804" y="1025757"/>
                      </a:lnTo>
                      <a:lnTo>
                        <a:pt x="915825" y="1047026"/>
                      </a:lnTo>
                      <a:lnTo>
                        <a:pt x="908212" y="1068929"/>
                      </a:lnTo>
                      <a:lnTo>
                        <a:pt x="901233" y="1091785"/>
                      </a:lnTo>
                      <a:lnTo>
                        <a:pt x="894254" y="1115594"/>
                      </a:lnTo>
                      <a:lnTo>
                        <a:pt x="886958" y="1139719"/>
                      </a:lnTo>
                      <a:lnTo>
                        <a:pt x="880296" y="1165115"/>
                      </a:lnTo>
                      <a:lnTo>
                        <a:pt x="873634" y="1190510"/>
                      </a:lnTo>
                      <a:lnTo>
                        <a:pt x="867290" y="1217493"/>
                      </a:lnTo>
                      <a:lnTo>
                        <a:pt x="861580" y="1244476"/>
                      </a:lnTo>
                      <a:lnTo>
                        <a:pt x="855553" y="1272728"/>
                      </a:lnTo>
                      <a:lnTo>
                        <a:pt x="850477" y="1301298"/>
                      </a:lnTo>
                      <a:lnTo>
                        <a:pt x="845402" y="1330821"/>
                      </a:lnTo>
                      <a:lnTo>
                        <a:pt x="840960" y="1360343"/>
                      </a:lnTo>
                      <a:lnTo>
                        <a:pt x="836836" y="1391135"/>
                      </a:lnTo>
                      <a:lnTo>
                        <a:pt x="874586" y="1434307"/>
                      </a:lnTo>
                      <a:lnTo>
                        <a:pt x="949768" y="1522239"/>
                      </a:lnTo>
                      <a:lnTo>
                        <a:pt x="990373" y="1569856"/>
                      </a:lnTo>
                      <a:lnTo>
                        <a:pt x="1026219" y="1613028"/>
                      </a:lnTo>
                      <a:lnTo>
                        <a:pt x="1041129" y="1631122"/>
                      </a:lnTo>
                      <a:lnTo>
                        <a:pt x="1053500" y="1646042"/>
                      </a:lnTo>
                      <a:lnTo>
                        <a:pt x="1062065" y="1657470"/>
                      </a:lnTo>
                      <a:lnTo>
                        <a:pt x="1066824" y="1664137"/>
                      </a:lnTo>
                      <a:lnTo>
                        <a:pt x="1071582" y="1671755"/>
                      </a:lnTo>
                      <a:lnTo>
                        <a:pt x="1077292" y="1680326"/>
                      </a:lnTo>
                      <a:lnTo>
                        <a:pt x="1080147" y="1685088"/>
                      </a:lnTo>
                      <a:lnTo>
                        <a:pt x="1083002" y="1689850"/>
                      </a:lnTo>
                      <a:lnTo>
                        <a:pt x="1085540" y="1695564"/>
                      </a:lnTo>
                      <a:lnTo>
                        <a:pt x="1088395" y="1701913"/>
                      </a:lnTo>
                      <a:lnTo>
                        <a:pt x="1090616" y="1708579"/>
                      </a:lnTo>
                      <a:lnTo>
                        <a:pt x="1091884" y="1715880"/>
                      </a:lnTo>
                      <a:lnTo>
                        <a:pt x="1093471" y="1724134"/>
                      </a:lnTo>
                      <a:lnTo>
                        <a:pt x="1093788" y="1733022"/>
                      </a:lnTo>
                      <a:lnTo>
                        <a:pt x="1093788" y="1742545"/>
                      </a:lnTo>
                      <a:lnTo>
                        <a:pt x="1092836" y="1753021"/>
                      </a:lnTo>
                      <a:lnTo>
                        <a:pt x="1090933" y="1765084"/>
                      </a:lnTo>
                      <a:lnTo>
                        <a:pt x="1087761" y="1777147"/>
                      </a:lnTo>
                      <a:lnTo>
                        <a:pt x="1086809" y="1785083"/>
                      </a:lnTo>
                      <a:lnTo>
                        <a:pt x="1084271" y="1801272"/>
                      </a:lnTo>
                      <a:lnTo>
                        <a:pt x="1076340" y="1854920"/>
                      </a:lnTo>
                      <a:lnTo>
                        <a:pt x="1054452" y="2009516"/>
                      </a:lnTo>
                      <a:lnTo>
                        <a:pt x="1023681" y="2230139"/>
                      </a:lnTo>
                      <a:lnTo>
                        <a:pt x="1022730" y="2236488"/>
                      </a:lnTo>
                      <a:lnTo>
                        <a:pt x="1021461" y="2242520"/>
                      </a:lnTo>
                      <a:lnTo>
                        <a:pt x="1019875" y="2248551"/>
                      </a:lnTo>
                      <a:lnTo>
                        <a:pt x="1018289" y="2254582"/>
                      </a:lnTo>
                      <a:lnTo>
                        <a:pt x="1015751" y="2259979"/>
                      </a:lnTo>
                      <a:lnTo>
                        <a:pt x="1013530" y="2265693"/>
                      </a:lnTo>
                      <a:lnTo>
                        <a:pt x="1011310" y="2271407"/>
                      </a:lnTo>
                      <a:lnTo>
                        <a:pt x="1008455" y="2276486"/>
                      </a:lnTo>
                      <a:lnTo>
                        <a:pt x="1005917" y="2281248"/>
                      </a:lnTo>
                      <a:lnTo>
                        <a:pt x="1002427" y="2286009"/>
                      </a:lnTo>
                      <a:lnTo>
                        <a:pt x="999255" y="2291088"/>
                      </a:lnTo>
                      <a:lnTo>
                        <a:pt x="995766" y="2295533"/>
                      </a:lnTo>
                      <a:lnTo>
                        <a:pt x="992276" y="2299659"/>
                      </a:lnTo>
                      <a:lnTo>
                        <a:pt x="988470" y="2303469"/>
                      </a:lnTo>
                      <a:lnTo>
                        <a:pt x="984346" y="2307278"/>
                      </a:lnTo>
                      <a:lnTo>
                        <a:pt x="980222" y="2311087"/>
                      </a:lnTo>
                      <a:lnTo>
                        <a:pt x="975781" y="2314262"/>
                      </a:lnTo>
                      <a:lnTo>
                        <a:pt x="971339" y="2317436"/>
                      </a:lnTo>
                      <a:lnTo>
                        <a:pt x="966581" y="2320293"/>
                      </a:lnTo>
                      <a:lnTo>
                        <a:pt x="961823" y="2322833"/>
                      </a:lnTo>
                      <a:lnTo>
                        <a:pt x="956747" y="2325372"/>
                      </a:lnTo>
                      <a:lnTo>
                        <a:pt x="951989" y="2327277"/>
                      </a:lnTo>
                      <a:lnTo>
                        <a:pt x="946913" y="2329182"/>
                      </a:lnTo>
                      <a:lnTo>
                        <a:pt x="941203" y="2331086"/>
                      </a:lnTo>
                      <a:lnTo>
                        <a:pt x="936128" y="2332674"/>
                      </a:lnTo>
                      <a:lnTo>
                        <a:pt x="930418" y="2333309"/>
                      </a:lnTo>
                      <a:lnTo>
                        <a:pt x="925025" y="2334578"/>
                      </a:lnTo>
                      <a:lnTo>
                        <a:pt x="919315" y="2334896"/>
                      </a:lnTo>
                      <a:lnTo>
                        <a:pt x="913605" y="2335213"/>
                      </a:lnTo>
                      <a:lnTo>
                        <a:pt x="907577" y="2335213"/>
                      </a:lnTo>
                      <a:lnTo>
                        <a:pt x="901550" y="2334896"/>
                      </a:lnTo>
                      <a:lnTo>
                        <a:pt x="895523" y="2333943"/>
                      </a:lnTo>
                      <a:lnTo>
                        <a:pt x="889813" y="2333309"/>
                      </a:lnTo>
                      <a:lnTo>
                        <a:pt x="883786" y="2332356"/>
                      </a:lnTo>
                      <a:lnTo>
                        <a:pt x="878076" y="2330769"/>
                      </a:lnTo>
                      <a:lnTo>
                        <a:pt x="872683" y="2328864"/>
                      </a:lnTo>
                      <a:lnTo>
                        <a:pt x="867290" y="2326642"/>
                      </a:lnTo>
                      <a:lnTo>
                        <a:pt x="862214" y="2324420"/>
                      </a:lnTo>
                      <a:lnTo>
                        <a:pt x="857456" y="2321881"/>
                      </a:lnTo>
                      <a:lnTo>
                        <a:pt x="852698" y="2319341"/>
                      </a:lnTo>
                      <a:lnTo>
                        <a:pt x="848257" y="2316167"/>
                      </a:lnTo>
                      <a:lnTo>
                        <a:pt x="843815" y="2312992"/>
                      </a:lnTo>
                      <a:lnTo>
                        <a:pt x="839692" y="2309183"/>
                      </a:lnTo>
                      <a:lnTo>
                        <a:pt x="835568" y="2305373"/>
                      </a:lnTo>
                      <a:lnTo>
                        <a:pt x="831761" y="2301882"/>
                      </a:lnTo>
                      <a:lnTo>
                        <a:pt x="827954" y="2297755"/>
                      </a:lnTo>
                      <a:lnTo>
                        <a:pt x="824782" y="2293311"/>
                      </a:lnTo>
                      <a:lnTo>
                        <a:pt x="821293" y="2288866"/>
                      </a:lnTo>
                      <a:lnTo>
                        <a:pt x="818755" y="2283787"/>
                      </a:lnTo>
                      <a:lnTo>
                        <a:pt x="815900" y="2279026"/>
                      </a:lnTo>
                      <a:lnTo>
                        <a:pt x="813362" y="2274264"/>
                      </a:lnTo>
                      <a:lnTo>
                        <a:pt x="811141" y="2269185"/>
                      </a:lnTo>
                      <a:lnTo>
                        <a:pt x="809238" y="2263471"/>
                      </a:lnTo>
                      <a:lnTo>
                        <a:pt x="807335" y="2258392"/>
                      </a:lnTo>
                      <a:lnTo>
                        <a:pt x="805749" y="2252678"/>
                      </a:lnTo>
                      <a:lnTo>
                        <a:pt x="804162" y="2246646"/>
                      </a:lnTo>
                      <a:lnTo>
                        <a:pt x="803211" y="2241250"/>
                      </a:lnTo>
                      <a:lnTo>
                        <a:pt x="802576" y="2234901"/>
                      </a:lnTo>
                      <a:lnTo>
                        <a:pt x="801942" y="2228869"/>
                      </a:lnTo>
                      <a:lnTo>
                        <a:pt x="801625" y="2222838"/>
                      </a:lnTo>
                      <a:lnTo>
                        <a:pt x="801625" y="2216807"/>
                      </a:lnTo>
                      <a:lnTo>
                        <a:pt x="801942" y="2210458"/>
                      </a:lnTo>
                      <a:lnTo>
                        <a:pt x="802576" y="2204109"/>
                      </a:lnTo>
                      <a:lnTo>
                        <a:pt x="803211" y="2197443"/>
                      </a:lnTo>
                      <a:lnTo>
                        <a:pt x="833981" y="1990152"/>
                      </a:lnTo>
                      <a:lnTo>
                        <a:pt x="855235" y="1846032"/>
                      </a:lnTo>
                      <a:lnTo>
                        <a:pt x="861897" y="1797146"/>
                      </a:lnTo>
                      <a:lnTo>
                        <a:pt x="863801" y="1783178"/>
                      </a:lnTo>
                      <a:lnTo>
                        <a:pt x="864435" y="1777147"/>
                      </a:lnTo>
                      <a:lnTo>
                        <a:pt x="861897" y="1774290"/>
                      </a:lnTo>
                      <a:lnTo>
                        <a:pt x="855553" y="1767623"/>
                      </a:lnTo>
                      <a:lnTo>
                        <a:pt x="833030" y="1744133"/>
                      </a:lnTo>
                      <a:lnTo>
                        <a:pt x="763558" y="1673343"/>
                      </a:lnTo>
                      <a:lnTo>
                        <a:pt x="687424" y="1595886"/>
                      </a:lnTo>
                      <a:lnTo>
                        <a:pt x="657288" y="1564777"/>
                      </a:lnTo>
                      <a:lnTo>
                        <a:pt x="637620" y="1543825"/>
                      </a:lnTo>
                      <a:lnTo>
                        <a:pt x="624931" y="1537159"/>
                      </a:lnTo>
                      <a:lnTo>
                        <a:pt x="612876" y="1530175"/>
                      </a:lnTo>
                      <a:lnTo>
                        <a:pt x="600822" y="1523192"/>
                      </a:lnTo>
                      <a:lnTo>
                        <a:pt x="589719" y="1516208"/>
                      </a:lnTo>
                      <a:lnTo>
                        <a:pt x="578933" y="1508907"/>
                      </a:lnTo>
                      <a:lnTo>
                        <a:pt x="569100" y="1501605"/>
                      </a:lnTo>
                      <a:lnTo>
                        <a:pt x="559266" y="1494622"/>
                      </a:lnTo>
                      <a:lnTo>
                        <a:pt x="550383" y="1487003"/>
                      </a:lnTo>
                      <a:lnTo>
                        <a:pt x="541818" y="1480019"/>
                      </a:lnTo>
                      <a:lnTo>
                        <a:pt x="533570" y="1472718"/>
                      </a:lnTo>
                      <a:lnTo>
                        <a:pt x="525957" y="1465099"/>
                      </a:lnTo>
                      <a:lnTo>
                        <a:pt x="518978" y="1458116"/>
                      </a:lnTo>
                      <a:lnTo>
                        <a:pt x="511682" y="1451132"/>
                      </a:lnTo>
                      <a:lnTo>
                        <a:pt x="505655" y="1444148"/>
                      </a:lnTo>
                      <a:lnTo>
                        <a:pt x="499945" y="1436847"/>
                      </a:lnTo>
                      <a:lnTo>
                        <a:pt x="494235" y="1430181"/>
                      </a:lnTo>
                      <a:lnTo>
                        <a:pt x="489159" y="1423514"/>
                      </a:lnTo>
                      <a:lnTo>
                        <a:pt x="484718" y="1416848"/>
                      </a:lnTo>
                      <a:lnTo>
                        <a:pt x="480277" y="1410499"/>
                      </a:lnTo>
                      <a:lnTo>
                        <a:pt x="476470" y="1404150"/>
                      </a:lnTo>
                      <a:lnTo>
                        <a:pt x="473298" y="1397801"/>
                      </a:lnTo>
                      <a:lnTo>
                        <a:pt x="469808" y="1392405"/>
                      </a:lnTo>
                      <a:lnTo>
                        <a:pt x="464733" y="1381294"/>
                      </a:lnTo>
                      <a:lnTo>
                        <a:pt x="460926" y="1371453"/>
                      </a:lnTo>
                      <a:lnTo>
                        <a:pt x="458706" y="1362565"/>
                      </a:lnTo>
                      <a:lnTo>
                        <a:pt x="457754" y="1359073"/>
                      </a:lnTo>
                      <a:lnTo>
                        <a:pt x="457119" y="1355264"/>
                      </a:lnTo>
                      <a:lnTo>
                        <a:pt x="457119" y="1352089"/>
                      </a:lnTo>
                      <a:lnTo>
                        <a:pt x="457119" y="1349550"/>
                      </a:lnTo>
                      <a:lnTo>
                        <a:pt x="456802" y="1347010"/>
                      </a:lnTo>
                      <a:lnTo>
                        <a:pt x="456168" y="1344788"/>
                      </a:lnTo>
                      <a:lnTo>
                        <a:pt x="454264" y="1342566"/>
                      </a:lnTo>
                      <a:lnTo>
                        <a:pt x="452361" y="1340344"/>
                      </a:lnTo>
                      <a:lnTo>
                        <a:pt x="449823" y="1338439"/>
                      </a:lnTo>
                      <a:lnTo>
                        <a:pt x="446968" y="1336217"/>
                      </a:lnTo>
                      <a:lnTo>
                        <a:pt x="440624" y="1332408"/>
                      </a:lnTo>
                      <a:lnTo>
                        <a:pt x="434279" y="1328598"/>
                      </a:lnTo>
                      <a:lnTo>
                        <a:pt x="431107" y="1326376"/>
                      </a:lnTo>
                      <a:lnTo>
                        <a:pt x="428887" y="1324472"/>
                      </a:lnTo>
                      <a:lnTo>
                        <a:pt x="426666" y="1322250"/>
                      </a:lnTo>
                      <a:lnTo>
                        <a:pt x="425397" y="1319393"/>
                      </a:lnTo>
                      <a:lnTo>
                        <a:pt x="424128" y="1317170"/>
                      </a:lnTo>
                      <a:lnTo>
                        <a:pt x="424128" y="1314631"/>
                      </a:lnTo>
                      <a:lnTo>
                        <a:pt x="425714" y="1302568"/>
                      </a:lnTo>
                      <a:lnTo>
                        <a:pt x="427618" y="1289553"/>
                      </a:lnTo>
                      <a:lnTo>
                        <a:pt x="429521" y="1275268"/>
                      </a:lnTo>
                      <a:lnTo>
                        <a:pt x="432059" y="1260983"/>
                      </a:lnTo>
                      <a:lnTo>
                        <a:pt x="438086" y="1229873"/>
                      </a:lnTo>
                      <a:lnTo>
                        <a:pt x="445382" y="1196542"/>
                      </a:lnTo>
                      <a:lnTo>
                        <a:pt x="453313" y="1161623"/>
                      </a:lnTo>
                      <a:lnTo>
                        <a:pt x="462195" y="1125117"/>
                      </a:lnTo>
                      <a:lnTo>
                        <a:pt x="471712" y="1087658"/>
                      </a:lnTo>
                      <a:lnTo>
                        <a:pt x="481229" y="1049883"/>
                      </a:lnTo>
                      <a:lnTo>
                        <a:pt x="501531" y="974014"/>
                      </a:lnTo>
                      <a:lnTo>
                        <a:pt x="521199" y="901001"/>
                      </a:lnTo>
                      <a:lnTo>
                        <a:pt x="538963" y="833386"/>
                      </a:lnTo>
                      <a:lnTo>
                        <a:pt x="546577" y="803228"/>
                      </a:lnTo>
                      <a:lnTo>
                        <a:pt x="553238" y="775293"/>
                      </a:lnTo>
                      <a:lnTo>
                        <a:pt x="622710" y="754659"/>
                      </a:lnTo>
                      <a:lnTo>
                        <a:pt x="591305" y="753072"/>
                      </a:lnTo>
                      <a:lnTo>
                        <a:pt x="520881" y="750215"/>
                      </a:lnTo>
                      <a:lnTo>
                        <a:pt x="482497" y="748628"/>
                      </a:lnTo>
                      <a:lnTo>
                        <a:pt x="448554" y="747358"/>
                      </a:lnTo>
                      <a:lnTo>
                        <a:pt x="423494" y="747041"/>
                      </a:lnTo>
                      <a:lnTo>
                        <a:pt x="415563" y="747358"/>
                      </a:lnTo>
                      <a:lnTo>
                        <a:pt x="411439" y="747993"/>
                      </a:lnTo>
                      <a:lnTo>
                        <a:pt x="409853" y="748628"/>
                      </a:lnTo>
                      <a:lnTo>
                        <a:pt x="406364" y="750850"/>
                      </a:lnTo>
                      <a:lnTo>
                        <a:pt x="396847" y="757516"/>
                      </a:lnTo>
                      <a:lnTo>
                        <a:pt x="382889" y="767992"/>
                      </a:lnTo>
                      <a:lnTo>
                        <a:pt x="366393" y="781007"/>
                      </a:lnTo>
                      <a:lnTo>
                        <a:pt x="325472" y="812752"/>
                      </a:lnTo>
                      <a:lnTo>
                        <a:pt x="279791" y="849258"/>
                      </a:lnTo>
                      <a:lnTo>
                        <a:pt x="195093" y="917826"/>
                      </a:lnTo>
                      <a:lnTo>
                        <a:pt x="154805" y="951158"/>
                      </a:lnTo>
                      <a:lnTo>
                        <a:pt x="154488" y="951475"/>
                      </a:lnTo>
                      <a:lnTo>
                        <a:pt x="150681" y="954332"/>
                      </a:lnTo>
                      <a:lnTo>
                        <a:pt x="146875" y="957506"/>
                      </a:lnTo>
                      <a:lnTo>
                        <a:pt x="143068" y="960046"/>
                      </a:lnTo>
                      <a:lnTo>
                        <a:pt x="139261" y="962586"/>
                      </a:lnTo>
                      <a:lnTo>
                        <a:pt x="135454" y="964808"/>
                      </a:lnTo>
                      <a:lnTo>
                        <a:pt x="131013" y="966712"/>
                      </a:lnTo>
                      <a:lnTo>
                        <a:pt x="126889" y="968617"/>
                      </a:lnTo>
                      <a:lnTo>
                        <a:pt x="122766" y="969887"/>
                      </a:lnTo>
                      <a:lnTo>
                        <a:pt x="113883" y="972426"/>
                      </a:lnTo>
                      <a:lnTo>
                        <a:pt x="105318" y="974014"/>
                      </a:lnTo>
                      <a:lnTo>
                        <a:pt x="96436" y="975283"/>
                      </a:lnTo>
                      <a:lnTo>
                        <a:pt x="87554" y="974966"/>
                      </a:lnTo>
                      <a:lnTo>
                        <a:pt x="78671" y="974014"/>
                      </a:lnTo>
                      <a:lnTo>
                        <a:pt x="70106" y="972109"/>
                      </a:lnTo>
                      <a:lnTo>
                        <a:pt x="61541" y="969569"/>
                      </a:lnTo>
                      <a:lnTo>
                        <a:pt x="52976" y="966395"/>
                      </a:lnTo>
                      <a:lnTo>
                        <a:pt x="48852" y="964490"/>
                      </a:lnTo>
                      <a:lnTo>
                        <a:pt x="45363" y="962268"/>
                      </a:lnTo>
                      <a:lnTo>
                        <a:pt x="41239" y="959729"/>
                      </a:lnTo>
                      <a:lnTo>
                        <a:pt x="37432" y="956872"/>
                      </a:lnTo>
                      <a:lnTo>
                        <a:pt x="33626" y="954015"/>
                      </a:lnTo>
                      <a:lnTo>
                        <a:pt x="30453" y="951158"/>
                      </a:lnTo>
                      <a:lnTo>
                        <a:pt x="26647" y="947666"/>
                      </a:lnTo>
                      <a:lnTo>
                        <a:pt x="23792" y="944491"/>
                      </a:lnTo>
                      <a:lnTo>
                        <a:pt x="20302" y="940682"/>
                      </a:lnTo>
                      <a:lnTo>
                        <a:pt x="17764" y="936873"/>
                      </a:lnTo>
                      <a:lnTo>
                        <a:pt x="14909" y="933063"/>
                      </a:lnTo>
                      <a:lnTo>
                        <a:pt x="12689" y="929254"/>
                      </a:lnTo>
                      <a:lnTo>
                        <a:pt x="10468" y="925127"/>
                      </a:lnTo>
                      <a:lnTo>
                        <a:pt x="8248" y="921000"/>
                      </a:lnTo>
                      <a:lnTo>
                        <a:pt x="6662" y="916874"/>
                      </a:lnTo>
                      <a:lnTo>
                        <a:pt x="4758" y="912429"/>
                      </a:lnTo>
                      <a:lnTo>
                        <a:pt x="2538" y="903858"/>
                      </a:lnTo>
                      <a:lnTo>
                        <a:pt x="634" y="894970"/>
                      </a:lnTo>
                      <a:lnTo>
                        <a:pt x="0" y="886399"/>
                      </a:lnTo>
                      <a:lnTo>
                        <a:pt x="0" y="877511"/>
                      </a:lnTo>
                      <a:lnTo>
                        <a:pt x="952" y="868622"/>
                      </a:lnTo>
                      <a:lnTo>
                        <a:pt x="2538" y="859734"/>
                      </a:lnTo>
                      <a:lnTo>
                        <a:pt x="5075" y="851163"/>
                      </a:lnTo>
                      <a:lnTo>
                        <a:pt x="8882" y="842909"/>
                      </a:lnTo>
                      <a:lnTo>
                        <a:pt x="10785" y="838782"/>
                      </a:lnTo>
                      <a:lnTo>
                        <a:pt x="13006" y="834656"/>
                      </a:lnTo>
                      <a:lnTo>
                        <a:pt x="15544" y="831164"/>
                      </a:lnTo>
                      <a:lnTo>
                        <a:pt x="18082" y="827354"/>
                      </a:lnTo>
                      <a:lnTo>
                        <a:pt x="20937" y="823545"/>
                      </a:lnTo>
                      <a:lnTo>
                        <a:pt x="24109" y="820053"/>
                      </a:lnTo>
                      <a:lnTo>
                        <a:pt x="27281" y="816561"/>
                      </a:lnTo>
                      <a:lnTo>
                        <a:pt x="30771" y="813069"/>
                      </a:lnTo>
                      <a:lnTo>
                        <a:pt x="80575" y="775611"/>
                      </a:lnTo>
                      <a:lnTo>
                        <a:pt x="189700" y="694028"/>
                      </a:lnTo>
                      <a:lnTo>
                        <a:pt x="248386" y="650220"/>
                      </a:lnTo>
                      <a:lnTo>
                        <a:pt x="300094" y="612127"/>
                      </a:lnTo>
                      <a:lnTo>
                        <a:pt x="321348" y="596572"/>
                      </a:lnTo>
                      <a:lnTo>
                        <a:pt x="337843" y="585144"/>
                      </a:lnTo>
                      <a:lnTo>
                        <a:pt x="349263" y="577208"/>
                      </a:lnTo>
                      <a:lnTo>
                        <a:pt x="352436" y="574986"/>
                      </a:lnTo>
                      <a:lnTo>
                        <a:pt x="354022" y="574351"/>
                      </a:lnTo>
                      <a:lnTo>
                        <a:pt x="460926" y="562606"/>
                      </a:lnTo>
                      <a:lnTo>
                        <a:pt x="554190" y="552448"/>
                      </a:lnTo>
                      <a:lnTo>
                        <a:pt x="595112" y="548003"/>
                      </a:lnTo>
                      <a:lnTo>
                        <a:pt x="631275" y="544512"/>
                      </a:lnTo>
                      <a:lnTo>
                        <a:pt x="663315" y="541655"/>
                      </a:lnTo>
                      <a:lnTo>
                        <a:pt x="690596" y="539750"/>
                      </a:lnTo>
                      <a:close/>
                      <a:moveTo>
                        <a:pt x="912333" y="0"/>
                      </a:moveTo>
                      <a:lnTo>
                        <a:pt x="923772" y="0"/>
                      </a:lnTo>
                      <a:lnTo>
                        <a:pt x="935529" y="0"/>
                      </a:lnTo>
                      <a:lnTo>
                        <a:pt x="943791" y="636"/>
                      </a:lnTo>
                      <a:lnTo>
                        <a:pt x="952052" y="1908"/>
                      </a:lnTo>
                      <a:lnTo>
                        <a:pt x="960632" y="3817"/>
                      </a:lnTo>
                      <a:lnTo>
                        <a:pt x="969211" y="5407"/>
                      </a:lnTo>
                      <a:lnTo>
                        <a:pt x="977473" y="8270"/>
                      </a:lnTo>
                      <a:lnTo>
                        <a:pt x="986052" y="11451"/>
                      </a:lnTo>
                      <a:lnTo>
                        <a:pt x="993996" y="14949"/>
                      </a:lnTo>
                      <a:lnTo>
                        <a:pt x="1001940" y="19084"/>
                      </a:lnTo>
                      <a:lnTo>
                        <a:pt x="1010202" y="22901"/>
                      </a:lnTo>
                      <a:lnTo>
                        <a:pt x="1017828" y="27990"/>
                      </a:lnTo>
                      <a:lnTo>
                        <a:pt x="1025454" y="33080"/>
                      </a:lnTo>
                      <a:lnTo>
                        <a:pt x="1032762" y="39123"/>
                      </a:lnTo>
                      <a:lnTo>
                        <a:pt x="1039753" y="44848"/>
                      </a:lnTo>
                      <a:lnTo>
                        <a:pt x="1047061" y="51210"/>
                      </a:lnTo>
                      <a:lnTo>
                        <a:pt x="1053734" y="57889"/>
                      </a:lnTo>
                      <a:lnTo>
                        <a:pt x="1060407" y="65523"/>
                      </a:lnTo>
                      <a:lnTo>
                        <a:pt x="1066127" y="72839"/>
                      </a:lnTo>
                      <a:lnTo>
                        <a:pt x="1072164" y="80791"/>
                      </a:lnTo>
                      <a:lnTo>
                        <a:pt x="1077884" y="89061"/>
                      </a:lnTo>
                      <a:lnTo>
                        <a:pt x="1082968" y="97331"/>
                      </a:lnTo>
                      <a:lnTo>
                        <a:pt x="1087734" y="106555"/>
                      </a:lnTo>
                      <a:lnTo>
                        <a:pt x="1092183" y="115779"/>
                      </a:lnTo>
                      <a:lnTo>
                        <a:pt x="1096313" y="125003"/>
                      </a:lnTo>
                      <a:lnTo>
                        <a:pt x="1100127" y="134546"/>
                      </a:lnTo>
                      <a:lnTo>
                        <a:pt x="1103304" y="145042"/>
                      </a:lnTo>
                      <a:lnTo>
                        <a:pt x="1106164" y="155220"/>
                      </a:lnTo>
                      <a:lnTo>
                        <a:pt x="1108706" y="166035"/>
                      </a:lnTo>
                      <a:lnTo>
                        <a:pt x="1110612" y="176849"/>
                      </a:lnTo>
                      <a:lnTo>
                        <a:pt x="1111566" y="187982"/>
                      </a:lnTo>
                      <a:lnTo>
                        <a:pt x="1112519" y="199433"/>
                      </a:lnTo>
                      <a:lnTo>
                        <a:pt x="1112837" y="210883"/>
                      </a:lnTo>
                      <a:lnTo>
                        <a:pt x="1112519" y="222970"/>
                      </a:lnTo>
                      <a:lnTo>
                        <a:pt x="1110930" y="247144"/>
                      </a:lnTo>
                      <a:lnTo>
                        <a:pt x="1109024" y="271636"/>
                      </a:lnTo>
                      <a:lnTo>
                        <a:pt x="1106164" y="296764"/>
                      </a:lnTo>
                      <a:lnTo>
                        <a:pt x="1104575" y="308851"/>
                      </a:lnTo>
                      <a:lnTo>
                        <a:pt x="1102351" y="321574"/>
                      </a:lnTo>
                      <a:lnTo>
                        <a:pt x="1100444" y="333978"/>
                      </a:lnTo>
                      <a:lnTo>
                        <a:pt x="1097902" y="345747"/>
                      </a:lnTo>
                      <a:lnTo>
                        <a:pt x="1095360" y="358152"/>
                      </a:lnTo>
                      <a:lnTo>
                        <a:pt x="1092183" y="369921"/>
                      </a:lnTo>
                      <a:lnTo>
                        <a:pt x="1089323" y="381372"/>
                      </a:lnTo>
                      <a:lnTo>
                        <a:pt x="1085510" y="393140"/>
                      </a:lnTo>
                      <a:lnTo>
                        <a:pt x="1082014" y="404273"/>
                      </a:lnTo>
                      <a:lnTo>
                        <a:pt x="1077884" y="415406"/>
                      </a:lnTo>
                      <a:lnTo>
                        <a:pt x="1073753" y="425902"/>
                      </a:lnTo>
                      <a:lnTo>
                        <a:pt x="1068986" y="436080"/>
                      </a:lnTo>
                      <a:lnTo>
                        <a:pt x="1063585" y="445941"/>
                      </a:lnTo>
                      <a:lnTo>
                        <a:pt x="1058501" y="455483"/>
                      </a:lnTo>
                      <a:lnTo>
                        <a:pt x="1052463" y="464389"/>
                      </a:lnTo>
                      <a:lnTo>
                        <a:pt x="1046108" y="472977"/>
                      </a:lnTo>
                      <a:lnTo>
                        <a:pt x="1039753" y="481247"/>
                      </a:lnTo>
                      <a:lnTo>
                        <a:pt x="1032762" y="488563"/>
                      </a:lnTo>
                      <a:lnTo>
                        <a:pt x="1025454" y="495242"/>
                      </a:lnTo>
                      <a:lnTo>
                        <a:pt x="1017510" y="501922"/>
                      </a:lnTo>
                      <a:lnTo>
                        <a:pt x="1009248" y="507647"/>
                      </a:lnTo>
                      <a:lnTo>
                        <a:pt x="1000351" y="512736"/>
                      </a:lnTo>
                      <a:lnTo>
                        <a:pt x="991454" y="516871"/>
                      </a:lnTo>
                      <a:lnTo>
                        <a:pt x="981921" y="520688"/>
                      </a:lnTo>
                      <a:lnTo>
                        <a:pt x="971435" y="523551"/>
                      </a:lnTo>
                      <a:lnTo>
                        <a:pt x="960949" y="525778"/>
                      </a:lnTo>
                      <a:lnTo>
                        <a:pt x="953005" y="526732"/>
                      </a:lnTo>
                      <a:lnTo>
                        <a:pt x="944426" y="527050"/>
                      </a:lnTo>
                      <a:lnTo>
                        <a:pt x="935847" y="526414"/>
                      </a:lnTo>
                      <a:lnTo>
                        <a:pt x="926314" y="525141"/>
                      </a:lnTo>
                      <a:lnTo>
                        <a:pt x="917099" y="523233"/>
                      </a:lnTo>
                      <a:lnTo>
                        <a:pt x="907884" y="520688"/>
                      </a:lnTo>
                      <a:lnTo>
                        <a:pt x="898669" y="517190"/>
                      </a:lnTo>
                      <a:lnTo>
                        <a:pt x="888819" y="513373"/>
                      </a:lnTo>
                      <a:lnTo>
                        <a:pt x="879286" y="508283"/>
                      </a:lnTo>
                      <a:lnTo>
                        <a:pt x="869118" y="503194"/>
                      </a:lnTo>
                      <a:lnTo>
                        <a:pt x="859585" y="496833"/>
                      </a:lnTo>
                      <a:lnTo>
                        <a:pt x="849735" y="490153"/>
                      </a:lnTo>
                      <a:lnTo>
                        <a:pt x="840202" y="482837"/>
                      </a:lnTo>
                      <a:lnTo>
                        <a:pt x="830987" y="474886"/>
                      </a:lnTo>
                      <a:lnTo>
                        <a:pt x="821454" y="465979"/>
                      </a:lnTo>
                      <a:lnTo>
                        <a:pt x="812239" y="456755"/>
                      </a:lnTo>
                      <a:lnTo>
                        <a:pt x="803342" y="446577"/>
                      </a:lnTo>
                      <a:lnTo>
                        <a:pt x="794445" y="435762"/>
                      </a:lnTo>
                      <a:lnTo>
                        <a:pt x="786183" y="424630"/>
                      </a:lnTo>
                      <a:lnTo>
                        <a:pt x="778240" y="412225"/>
                      </a:lnTo>
                      <a:lnTo>
                        <a:pt x="770296" y="400138"/>
                      </a:lnTo>
                      <a:lnTo>
                        <a:pt x="762987" y="386779"/>
                      </a:lnTo>
                      <a:lnTo>
                        <a:pt x="756314" y="372784"/>
                      </a:lnTo>
                      <a:lnTo>
                        <a:pt x="749324" y="358470"/>
                      </a:lnTo>
                      <a:lnTo>
                        <a:pt x="743604" y="343203"/>
                      </a:lnTo>
                      <a:lnTo>
                        <a:pt x="738202" y="327617"/>
                      </a:lnTo>
                      <a:lnTo>
                        <a:pt x="733436" y="311077"/>
                      </a:lnTo>
                      <a:lnTo>
                        <a:pt x="728987" y="294219"/>
                      </a:lnTo>
                      <a:lnTo>
                        <a:pt x="725810" y="276725"/>
                      </a:lnTo>
                      <a:lnTo>
                        <a:pt x="722632" y="258595"/>
                      </a:lnTo>
                      <a:lnTo>
                        <a:pt x="720408" y="240146"/>
                      </a:lnTo>
                      <a:lnTo>
                        <a:pt x="719137" y="221062"/>
                      </a:lnTo>
                      <a:lnTo>
                        <a:pt x="719772" y="209293"/>
                      </a:lnTo>
                      <a:lnTo>
                        <a:pt x="721361" y="197206"/>
                      </a:lnTo>
                      <a:lnTo>
                        <a:pt x="722632" y="185756"/>
                      </a:lnTo>
                      <a:lnTo>
                        <a:pt x="724856" y="174623"/>
                      </a:lnTo>
                      <a:lnTo>
                        <a:pt x="727399" y="163490"/>
                      </a:lnTo>
                      <a:lnTo>
                        <a:pt x="730576" y="152676"/>
                      </a:lnTo>
                      <a:lnTo>
                        <a:pt x="734389" y="142179"/>
                      </a:lnTo>
                      <a:lnTo>
                        <a:pt x="737884" y="131683"/>
                      </a:lnTo>
                      <a:lnTo>
                        <a:pt x="742333" y="121823"/>
                      </a:lnTo>
                      <a:lnTo>
                        <a:pt x="746782" y="111962"/>
                      </a:lnTo>
                      <a:lnTo>
                        <a:pt x="752184" y="102420"/>
                      </a:lnTo>
                      <a:lnTo>
                        <a:pt x="757268" y="93514"/>
                      </a:lnTo>
                      <a:lnTo>
                        <a:pt x="763305" y="84290"/>
                      </a:lnTo>
                      <a:lnTo>
                        <a:pt x="769660" y="76338"/>
                      </a:lnTo>
                      <a:lnTo>
                        <a:pt x="776015" y="68068"/>
                      </a:lnTo>
                      <a:lnTo>
                        <a:pt x="783006" y="60116"/>
                      </a:lnTo>
                      <a:lnTo>
                        <a:pt x="790314" y="53118"/>
                      </a:lnTo>
                      <a:lnTo>
                        <a:pt x="797940" y="46121"/>
                      </a:lnTo>
                      <a:lnTo>
                        <a:pt x="805567" y="39759"/>
                      </a:lnTo>
                      <a:lnTo>
                        <a:pt x="813828" y="33398"/>
                      </a:lnTo>
                      <a:lnTo>
                        <a:pt x="822725" y="27990"/>
                      </a:lnTo>
                      <a:lnTo>
                        <a:pt x="831305" y="22901"/>
                      </a:lnTo>
                      <a:lnTo>
                        <a:pt x="840520" y="18130"/>
                      </a:lnTo>
                      <a:lnTo>
                        <a:pt x="849735" y="13995"/>
                      </a:lnTo>
                      <a:lnTo>
                        <a:pt x="859903" y="10496"/>
                      </a:lnTo>
                      <a:lnTo>
                        <a:pt x="870071" y="7316"/>
                      </a:lnTo>
                      <a:lnTo>
                        <a:pt x="879922" y="4771"/>
                      </a:lnTo>
                      <a:lnTo>
                        <a:pt x="890725" y="2544"/>
                      </a:lnTo>
                      <a:lnTo>
                        <a:pt x="901529" y="954"/>
                      </a:lnTo>
                      <a:lnTo>
                        <a:pt x="912333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>
                  <a:scene3d>
                    <a:camera prst="orthographicFront"/>
                    <a:lightRig rig="threePt" dir="t"/>
                  </a:scene3d>
                  <a:sp3d>
                    <a:contourClr>
                      <a:srgbClr val="FFFFFF"/>
                    </a:contourClr>
                  </a:sp3d>
                </a:bodyPr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595" y="2384678"/>
              <a:ext cx="2416943" cy="24103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420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-2">
            <a:extLst>
              <a:ext uri="{FF2B5EF4-FFF2-40B4-BE49-F238E27FC236}">
                <a16:creationId xmlns:a16="http://schemas.microsoft.com/office/drawing/2014/main" id="{A2284A02-45BC-4203-97DC-B5ACCBE37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1627" y="1976902"/>
            <a:ext cx="882649" cy="893233"/>
          </a:xfrm>
          <a:prstGeom prst="ellipse">
            <a:avLst/>
          </a:prstGeom>
          <a:solidFill>
            <a:srgbClr val="DAB96E"/>
          </a:solidFill>
          <a:ln>
            <a:noFill/>
          </a:ln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" name="2-2">
            <a:extLst>
              <a:ext uri="{FF2B5EF4-FFF2-40B4-BE49-F238E27FC236}">
                <a16:creationId xmlns:a16="http://schemas.microsoft.com/office/drawing/2014/main" id="{3111F82F-35CB-47B0-A715-C51968A94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022" y="4822618"/>
            <a:ext cx="891117" cy="882649"/>
          </a:xfrm>
          <a:prstGeom prst="ellipse">
            <a:avLst/>
          </a:prstGeom>
          <a:solidFill>
            <a:srgbClr val="DAB96E"/>
          </a:solidFill>
          <a:ln>
            <a:noFill/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3" name="直线-2">
            <a:extLst>
              <a:ext uri="{FF2B5EF4-FFF2-40B4-BE49-F238E27FC236}">
                <a16:creationId xmlns:a16="http://schemas.microsoft.com/office/drawing/2014/main" id="{45EF4E4F-9C3F-4A34-A711-D0434882D233}"/>
              </a:ext>
            </a:extLst>
          </p:cNvPr>
          <p:cNvCxnSpPr/>
          <p:nvPr/>
        </p:nvCxnSpPr>
        <p:spPr>
          <a:xfrm>
            <a:off x="2308042" y="3814908"/>
            <a:ext cx="1244528" cy="0"/>
          </a:xfrm>
          <a:prstGeom prst="line">
            <a:avLst/>
          </a:prstGeom>
          <a:ln w="349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-1">
            <a:extLst>
              <a:ext uri="{FF2B5EF4-FFF2-40B4-BE49-F238E27FC236}">
                <a16:creationId xmlns:a16="http://schemas.microsoft.com/office/drawing/2014/main" id="{0E982FCC-F5D4-436E-8080-36C8E1D8EE24}"/>
              </a:ext>
            </a:extLst>
          </p:cNvPr>
          <p:cNvCxnSpPr>
            <a:endCxn id="27" idx="2"/>
          </p:cNvCxnSpPr>
          <p:nvPr/>
        </p:nvCxnSpPr>
        <p:spPr>
          <a:xfrm>
            <a:off x="123825" y="3814908"/>
            <a:ext cx="1975862" cy="0"/>
          </a:xfrm>
          <a:prstGeom prst="line">
            <a:avLst/>
          </a:prstGeom>
          <a:ln w="349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-3">
            <a:extLst>
              <a:ext uri="{FF2B5EF4-FFF2-40B4-BE49-F238E27FC236}">
                <a16:creationId xmlns:a16="http://schemas.microsoft.com/office/drawing/2014/main" id="{5575FDE0-D3BD-4062-BBC7-CD9D049D813A}"/>
              </a:ext>
            </a:extLst>
          </p:cNvPr>
          <p:cNvCxnSpPr/>
          <p:nvPr/>
        </p:nvCxnSpPr>
        <p:spPr>
          <a:xfrm>
            <a:off x="3760925" y="3814908"/>
            <a:ext cx="1353437" cy="0"/>
          </a:xfrm>
          <a:prstGeom prst="line">
            <a:avLst/>
          </a:prstGeom>
          <a:ln w="349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-4">
            <a:extLst>
              <a:ext uri="{FF2B5EF4-FFF2-40B4-BE49-F238E27FC236}">
                <a16:creationId xmlns:a16="http://schemas.microsoft.com/office/drawing/2014/main" id="{AA30E86C-2AAA-4854-A658-FB3CA4AE2F72}"/>
              </a:ext>
            </a:extLst>
          </p:cNvPr>
          <p:cNvCxnSpPr/>
          <p:nvPr/>
        </p:nvCxnSpPr>
        <p:spPr>
          <a:xfrm>
            <a:off x="5322717" y="3814908"/>
            <a:ext cx="1402457" cy="0"/>
          </a:xfrm>
          <a:prstGeom prst="line">
            <a:avLst/>
          </a:prstGeom>
          <a:ln w="349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-5">
            <a:extLst>
              <a:ext uri="{FF2B5EF4-FFF2-40B4-BE49-F238E27FC236}">
                <a16:creationId xmlns:a16="http://schemas.microsoft.com/office/drawing/2014/main" id="{F9593256-0E1F-499B-97C6-186F9B2E61FD}"/>
              </a:ext>
            </a:extLst>
          </p:cNvPr>
          <p:cNvCxnSpPr/>
          <p:nvPr/>
        </p:nvCxnSpPr>
        <p:spPr>
          <a:xfrm>
            <a:off x="6964079" y="3814907"/>
            <a:ext cx="1165927" cy="0"/>
          </a:xfrm>
          <a:prstGeom prst="line">
            <a:avLst/>
          </a:prstGeom>
          <a:ln w="349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-6">
            <a:extLst>
              <a:ext uri="{FF2B5EF4-FFF2-40B4-BE49-F238E27FC236}">
                <a16:creationId xmlns:a16="http://schemas.microsoft.com/office/drawing/2014/main" id="{28FF4248-9D04-4C9E-88AB-48AB161BD014}"/>
              </a:ext>
            </a:extLst>
          </p:cNvPr>
          <p:cNvCxnSpPr/>
          <p:nvPr/>
        </p:nvCxnSpPr>
        <p:spPr>
          <a:xfrm>
            <a:off x="8307811" y="3814908"/>
            <a:ext cx="1425324" cy="0"/>
          </a:xfrm>
          <a:prstGeom prst="line">
            <a:avLst/>
          </a:prstGeom>
          <a:ln w="349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-1">
            <a:extLst>
              <a:ext uri="{FF2B5EF4-FFF2-40B4-BE49-F238E27FC236}">
                <a16:creationId xmlns:a16="http://schemas.microsoft.com/office/drawing/2014/main" id="{581178BF-1F4C-4735-BB34-90A52A1C35E9}"/>
              </a:ext>
            </a:extLst>
          </p:cNvPr>
          <p:cNvSpPr/>
          <p:nvPr/>
        </p:nvSpPr>
        <p:spPr bwMode="auto">
          <a:xfrm>
            <a:off x="2202210" y="2848967"/>
            <a:ext cx="446617" cy="872067"/>
          </a:xfrm>
          <a:custGeom>
            <a:avLst/>
            <a:gdLst>
              <a:gd name="T0" fmla="*/ 2147483647 w 44"/>
              <a:gd name="T1" fmla="*/ 2147483647 h 86"/>
              <a:gd name="T2" fmla="*/ 0 w 44"/>
              <a:gd name="T3" fmla="*/ 2147483647 h 86"/>
              <a:gd name="T4" fmla="*/ 0 w 44"/>
              <a:gd name="T5" fmla="*/ 2147483647 h 86"/>
              <a:gd name="T6" fmla="*/ 2147483647 w 44"/>
              <a:gd name="T7" fmla="*/ 2147483647 h 86"/>
              <a:gd name="T8" fmla="*/ 2147483647 w 44"/>
              <a:gd name="T9" fmla="*/ 2147483647 h 86"/>
              <a:gd name="T10" fmla="*/ 2147483647 w 44"/>
              <a:gd name="T11" fmla="*/ 2147483647 h 86"/>
              <a:gd name="T12" fmla="*/ 2147483647 w 44"/>
              <a:gd name="T13" fmla="*/ 0 h 86"/>
              <a:gd name="T14" fmla="*/ 2147483647 w 44"/>
              <a:gd name="T15" fmla="*/ 0 h 86"/>
              <a:gd name="T16" fmla="*/ 2147483647 w 44"/>
              <a:gd name="T17" fmla="*/ 2147483647 h 86"/>
              <a:gd name="T18" fmla="*/ 2147483647 w 44"/>
              <a:gd name="T19" fmla="*/ 2147483647 h 86"/>
              <a:gd name="T20" fmla="*/ 2147483647 w 44"/>
              <a:gd name="T21" fmla="*/ 2147483647 h 86"/>
              <a:gd name="T22" fmla="*/ 2147483647 w 44"/>
              <a:gd name="T23" fmla="*/ 2147483647 h 86"/>
              <a:gd name="T24" fmla="*/ 2147483647 w 44"/>
              <a:gd name="T25" fmla="*/ 2147483647 h 8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44" h="86">
                <a:moveTo>
                  <a:pt x="2" y="86"/>
                </a:moveTo>
                <a:cubicBezTo>
                  <a:pt x="0" y="86"/>
                  <a:pt x="0" y="86"/>
                  <a:pt x="0" y="86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41"/>
                  <a:pt x="8" y="34"/>
                  <a:pt x="16" y="34"/>
                </a:cubicBezTo>
                <a:cubicBezTo>
                  <a:pt x="27" y="34"/>
                  <a:pt x="27" y="34"/>
                  <a:pt x="27" y="34"/>
                </a:cubicBezTo>
                <a:cubicBezTo>
                  <a:pt x="35" y="34"/>
                  <a:pt x="42" y="27"/>
                  <a:pt x="42" y="19"/>
                </a:cubicBezTo>
                <a:cubicBezTo>
                  <a:pt x="42" y="0"/>
                  <a:pt x="42" y="0"/>
                  <a:pt x="42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4" y="19"/>
                  <a:pt x="44" y="19"/>
                  <a:pt x="44" y="19"/>
                </a:cubicBezTo>
                <a:cubicBezTo>
                  <a:pt x="44" y="28"/>
                  <a:pt x="36" y="35"/>
                  <a:pt x="27" y="35"/>
                </a:cubicBezTo>
                <a:cubicBezTo>
                  <a:pt x="16" y="35"/>
                  <a:pt x="16" y="35"/>
                  <a:pt x="16" y="35"/>
                </a:cubicBezTo>
                <a:cubicBezTo>
                  <a:pt x="9" y="35"/>
                  <a:pt x="2" y="42"/>
                  <a:pt x="2" y="50"/>
                </a:cubicBezTo>
                <a:lnTo>
                  <a:pt x="2" y="86"/>
                </a:lnTo>
                <a:close/>
              </a:path>
            </a:pathLst>
          </a:custGeom>
          <a:solidFill>
            <a:srgbClr val="B49C75"/>
          </a:solidFill>
          <a:ln>
            <a:solidFill>
              <a:srgbClr val="DAB96E"/>
            </a:solidFill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2" name="2-1">
            <a:extLst>
              <a:ext uri="{FF2B5EF4-FFF2-40B4-BE49-F238E27FC236}">
                <a16:creationId xmlns:a16="http://schemas.microsoft.com/office/drawing/2014/main" id="{A19AC5F9-3BD3-47A5-AD9D-36A7EB723CE2}"/>
              </a:ext>
            </a:extLst>
          </p:cNvPr>
          <p:cNvSpPr/>
          <p:nvPr/>
        </p:nvSpPr>
        <p:spPr bwMode="auto">
          <a:xfrm>
            <a:off x="3656748" y="3934818"/>
            <a:ext cx="486833" cy="872067"/>
          </a:xfrm>
          <a:custGeom>
            <a:avLst/>
            <a:gdLst>
              <a:gd name="T0" fmla="*/ 2147483647 w 48"/>
              <a:gd name="T1" fmla="*/ 2147483647 h 86"/>
              <a:gd name="T2" fmla="*/ 2147483647 w 48"/>
              <a:gd name="T3" fmla="*/ 2147483647 h 86"/>
              <a:gd name="T4" fmla="*/ 2147483647 w 48"/>
              <a:gd name="T5" fmla="*/ 2147483647 h 86"/>
              <a:gd name="T6" fmla="*/ 2147483647 w 48"/>
              <a:gd name="T7" fmla="*/ 2147483647 h 86"/>
              <a:gd name="T8" fmla="*/ 2147483647 w 48"/>
              <a:gd name="T9" fmla="*/ 2147483647 h 86"/>
              <a:gd name="T10" fmla="*/ 0 w 48"/>
              <a:gd name="T11" fmla="*/ 2147483647 h 86"/>
              <a:gd name="T12" fmla="*/ 0 w 48"/>
              <a:gd name="T13" fmla="*/ 0 h 86"/>
              <a:gd name="T14" fmla="*/ 2147483647 w 48"/>
              <a:gd name="T15" fmla="*/ 0 h 86"/>
              <a:gd name="T16" fmla="*/ 2147483647 w 48"/>
              <a:gd name="T17" fmla="*/ 2147483647 h 86"/>
              <a:gd name="T18" fmla="*/ 2147483647 w 48"/>
              <a:gd name="T19" fmla="*/ 2147483647 h 86"/>
              <a:gd name="T20" fmla="*/ 2147483647 w 48"/>
              <a:gd name="T21" fmla="*/ 2147483647 h 86"/>
              <a:gd name="T22" fmla="*/ 2147483647 w 48"/>
              <a:gd name="T23" fmla="*/ 2147483647 h 86"/>
              <a:gd name="T24" fmla="*/ 2147483647 w 48"/>
              <a:gd name="T25" fmla="*/ 2147483647 h 8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48" h="86">
                <a:moveTo>
                  <a:pt x="48" y="86"/>
                </a:moveTo>
                <a:cubicBezTo>
                  <a:pt x="46" y="86"/>
                  <a:pt x="46" y="86"/>
                  <a:pt x="46" y="86"/>
                </a:cubicBezTo>
                <a:cubicBezTo>
                  <a:pt x="46" y="50"/>
                  <a:pt x="46" y="50"/>
                  <a:pt x="46" y="50"/>
                </a:cubicBezTo>
                <a:cubicBezTo>
                  <a:pt x="46" y="42"/>
                  <a:pt x="40" y="36"/>
                  <a:pt x="32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7" y="36"/>
                  <a:pt x="0" y="28"/>
                  <a:pt x="0" y="20"/>
                </a:cubicBezTo>
                <a:cubicBezTo>
                  <a:pt x="0" y="0"/>
                  <a:pt x="0" y="0"/>
                  <a:pt x="0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20"/>
                  <a:pt x="2" y="20"/>
                  <a:pt x="2" y="20"/>
                </a:cubicBezTo>
                <a:cubicBezTo>
                  <a:pt x="2" y="27"/>
                  <a:pt x="8" y="34"/>
                  <a:pt x="16" y="34"/>
                </a:cubicBezTo>
                <a:cubicBezTo>
                  <a:pt x="32" y="34"/>
                  <a:pt x="32" y="34"/>
                  <a:pt x="32" y="34"/>
                </a:cubicBezTo>
                <a:cubicBezTo>
                  <a:pt x="41" y="34"/>
                  <a:pt x="48" y="41"/>
                  <a:pt x="48" y="50"/>
                </a:cubicBezTo>
                <a:lnTo>
                  <a:pt x="48" y="86"/>
                </a:lnTo>
                <a:close/>
              </a:path>
            </a:pathLst>
          </a:custGeom>
          <a:solidFill>
            <a:srgbClr val="231F20"/>
          </a:solidFill>
          <a:ln>
            <a:solidFill>
              <a:schemeClr val="bg1"/>
            </a:solidFill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" name="3-1">
            <a:extLst>
              <a:ext uri="{FF2B5EF4-FFF2-40B4-BE49-F238E27FC236}">
                <a16:creationId xmlns:a16="http://schemas.microsoft.com/office/drawing/2014/main" id="{C19A3053-F6B4-403D-917C-DF38914B46D7}"/>
              </a:ext>
            </a:extLst>
          </p:cNvPr>
          <p:cNvSpPr/>
          <p:nvPr/>
        </p:nvSpPr>
        <p:spPr bwMode="auto">
          <a:xfrm>
            <a:off x="5209796" y="2848967"/>
            <a:ext cx="436033" cy="872067"/>
          </a:xfrm>
          <a:custGeom>
            <a:avLst/>
            <a:gdLst>
              <a:gd name="T0" fmla="*/ 2147483647 w 43"/>
              <a:gd name="T1" fmla="*/ 2147483647 h 86"/>
              <a:gd name="T2" fmla="*/ 0 w 43"/>
              <a:gd name="T3" fmla="*/ 2147483647 h 86"/>
              <a:gd name="T4" fmla="*/ 0 w 43"/>
              <a:gd name="T5" fmla="*/ 2147483647 h 86"/>
              <a:gd name="T6" fmla="*/ 2147483647 w 43"/>
              <a:gd name="T7" fmla="*/ 2147483647 h 86"/>
              <a:gd name="T8" fmla="*/ 2147483647 w 43"/>
              <a:gd name="T9" fmla="*/ 2147483647 h 86"/>
              <a:gd name="T10" fmla="*/ 2147483647 w 43"/>
              <a:gd name="T11" fmla="*/ 2147483647 h 86"/>
              <a:gd name="T12" fmla="*/ 2147483647 w 43"/>
              <a:gd name="T13" fmla="*/ 0 h 86"/>
              <a:gd name="T14" fmla="*/ 2147483647 w 43"/>
              <a:gd name="T15" fmla="*/ 0 h 86"/>
              <a:gd name="T16" fmla="*/ 2147483647 w 43"/>
              <a:gd name="T17" fmla="*/ 2147483647 h 86"/>
              <a:gd name="T18" fmla="*/ 2147483647 w 43"/>
              <a:gd name="T19" fmla="*/ 2147483647 h 86"/>
              <a:gd name="T20" fmla="*/ 2147483647 w 43"/>
              <a:gd name="T21" fmla="*/ 2147483647 h 86"/>
              <a:gd name="T22" fmla="*/ 2147483647 w 43"/>
              <a:gd name="T23" fmla="*/ 2147483647 h 86"/>
              <a:gd name="T24" fmla="*/ 2147483647 w 43"/>
              <a:gd name="T25" fmla="*/ 2147483647 h 8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43" h="86">
                <a:moveTo>
                  <a:pt x="2" y="86"/>
                </a:moveTo>
                <a:cubicBezTo>
                  <a:pt x="0" y="86"/>
                  <a:pt x="0" y="86"/>
                  <a:pt x="0" y="86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41"/>
                  <a:pt x="7" y="34"/>
                  <a:pt x="16" y="34"/>
                </a:cubicBezTo>
                <a:cubicBezTo>
                  <a:pt x="27" y="34"/>
                  <a:pt x="27" y="34"/>
                  <a:pt x="27" y="34"/>
                </a:cubicBezTo>
                <a:cubicBezTo>
                  <a:pt x="35" y="34"/>
                  <a:pt x="41" y="27"/>
                  <a:pt x="41" y="19"/>
                </a:cubicBezTo>
                <a:cubicBezTo>
                  <a:pt x="41" y="0"/>
                  <a:pt x="41" y="0"/>
                  <a:pt x="41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19"/>
                  <a:pt x="43" y="19"/>
                  <a:pt x="43" y="19"/>
                </a:cubicBezTo>
                <a:cubicBezTo>
                  <a:pt x="43" y="28"/>
                  <a:pt x="36" y="35"/>
                  <a:pt x="27" y="35"/>
                </a:cubicBezTo>
                <a:cubicBezTo>
                  <a:pt x="16" y="35"/>
                  <a:pt x="16" y="35"/>
                  <a:pt x="16" y="35"/>
                </a:cubicBezTo>
                <a:cubicBezTo>
                  <a:pt x="8" y="35"/>
                  <a:pt x="2" y="42"/>
                  <a:pt x="2" y="50"/>
                </a:cubicBezTo>
                <a:lnTo>
                  <a:pt x="2" y="86"/>
                </a:lnTo>
                <a:close/>
              </a:path>
            </a:pathLst>
          </a:custGeom>
          <a:solidFill>
            <a:srgbClr val="231F20"/>
          </a:solidFill>
          <a:ln>
            <a:solidFill>
              <a:srgbClr val="DAB96E"/>
            </a:solidFill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" name="3-2">
            <a:extLst>
              <a:ext uri="{FF2B5EF4-FFF2-40B4-BE49-F238E27FC236}">
                <a16:creationId xmlns:a16="http://schemas.microsoft.com/office/drawing/2014/main" id="{8EBF0962-82BB-4074-9187-449B2996F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289" y="1976902"/>
            <a:ext cx="880533" cy="893233"/>
          </a:xfrm>
          <a:prstGeom prst="ellipse">
            <a:avLst/>
          </a:prstGeom>
          <a:solidFill>
            <a:srgbClr val="DAB96E"/>
          </a:solidFill>
          <a:ln>
            <a:noFill/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8" name="4-1">
            <a:extLst>
              <a:ext uri="{FF2B5EF4-FFF2-40B4-BE49-F238E27FC236}">
                <a16:creationId xmlns:a16="http://schemas.microsoft.com/office/drawing/2014/main" id="{B1DF0AB2-6D78-49A6-B7DF-E6FDBDDDA911}"/>
              </a:ext>
            </a:extLst>
          </p:cNvPr>
          <p:cNvSpPr/>
          <p:nvPr/>
        </p:nvSpPr>
        <p:spPr bwMode="auto">
          <a:xfrm>
            <a:off x="6829352" y="3934818"/>
            <a:ext cx="283633" cy="872067"/>
          </a:xfrm>
          <a:custGeom>
            <a:avLst/>
            <a:gdLst>
              <a:gd name="T0" fmla="*/ 2147483647 w 28"/>
              <a:gd name="T1" fmla="*/ 2147483647 h 86"/>
              <a:gd name="T2" fmla="*/ 2147483647 w 28"/>
              <a:gd name="T3" fmla="*/ 2147483647 h 86"/>
              <a:gd name="T4" fmla="*/ 2147483647 w 28"/>
              <a:gd name="T5" fmla="*/ 2147483647 h 86"/>
              <a:gd name="T6" fmla="*/ 2147483647 w 28"/>
              <a:gd name="T7" fmla="*/ 2147483647 h 86"/>
              <a:gd name="T8" fmla="*/ 0 w 28"/>
              <a:gd name="T9" fmla="*/ 2147483647 h 86"/>
              <a:gd name="T10" fmla="*/ 0 w 28"/>
              <a:gd name="T11" fmla="*/ 0 h 86"/>
              <a:gd name="T12" fmla="*/ 2147483647 w 28"/>
              <a:gd name="T13" fmla="*/ 0 h 86"/>
              <a:gd name="T14" fmla="*/ 2147483647 w 28"/>
              <a:gd name="T15" fmla="*/ 2147483647 h 86"/>
              <a:gd name="T16" fmla="*/ 2147483647 w 28"/>
              <a:gd name="T17" fmla="*/ 2147483647 h 86"/>
              <a:gd name="T18" fmla="*/ 2147483647 w 28"/>
              <a:gd name="T19" fmla="*/ 2147483647 h 86"/>
              <a:gd name="T20" fmla="*/ 2147483647 w 28"/>
              <a:gd name="T21" fmla="*/ 2147483647 h 8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" h="86">
                <a:moveTo>
                  <a:pt x="28" y="86"/>
                </a:moveTo>
                <a:cubicBezTo>
                  <a:pt x="26" y="86"/>
                  <a:pt x="26" y="86"/>
                  <a:pt x="26" y="86"/>
                </a:cubicBezTo>
                <a:cubicBezTo>
                  <a:pt x="26" y="50"/>
                  <a:pt x="26" y="50"/>
                  <a:pt x="26" y="50"/>
                </a:cubicBezTo>
                <a:cubicBezTo>
                  <a:pt x="26" y="42"/>
                  <a:pt x="20" y="36"/>
                  <a:pt x="14" y="36"/>
                </a:cubicBezTo>
                <a:cubicBezTo>
                  <a:pt x="6" y="36"/>
                  <a:pt x="0" y="28"/>
                  <a:pt x="0" y="20"/>
                </a:cubicBezTo>
                <a:cubicBezTo>
                  <a:pt x="0" y="0"/>
                  <a:pt x="0" y="0"/>
                  <a:pt x="0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20"/>
                  <a:pt x="2" y="20"/>
                  <a:pt x="2" y="20"/>
                </a:cubicBezTo>
                <a:cubicBezTo>
                  <a:pt x="2" y="27"/>
                  <a:pt x="7" y="34"/>
                  <a:pt x="14" y="34"/>
                </a:cubicBezTo>
                <a:cubicBezTo>
                  <a:pt x="21" y="34"/>
                  <a:pt x="28" y="41"/>
                  <a:pt x="28" y="50"/>
                </a:cubicBezTo>
                <a:lnTo>
                  <a:pt x="28" y="86"/>
                </a:lnTo>
                <a:close/>
              </a:path>
            </a:pathLst>
          </a:custGeom>
          <a:solidFill>
            <a:srgbClr val="B49C75"/>
          </a:solidFill>
          <a:ln>
            <a:solidFill>
              <a:schemeClr val="bg1"/>
            </a:solidFill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4-2">
            <a:extLst>
              <a:ext uri="{FF2B5EF4-FFF2-40B4-BE49-F238E27FC236}">
                <a16:creationId xmlns:a16="http://schemas.microsoft.com/office/drawing/2014/main" id="{5B7A1730-DFAC-4144-A93A-C64CB0802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270" y="4815352"/>
            <a:ext cx="882649" cy="882649"/>
          </a:xfrm>
          <a:prstGeom prst="ellipse">
            <a:avLst/>
          </a:prstGeom>
          <a:solidFill>
            <a:srgbClr val="2F5597"/>
          </a:solidFill>
          <a:ln>
            <a:noFill/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1" name="5-1">
            <a:extLst>
              <a:ext uri="{FF2B5EF4-FFF2-40B4-BE49-F238E27FC236}">
                <a16:creationId xmlns:a16="http://schemas.microsoft.com/office/drawing/2014/main" id="{02F1E712-F579-4833-8A9D-C7903794FB20}"/>
              </a:ext>
            </a:extLst>
          </p:cNvPr>
          <p:cNvSpPr/>
          <p:nvPr/>
        </p:nvSpPr>
        <p:spPr bwMode="auto">
          <a:xfrm>
            <a:off x="8203634" y="2848967"/>
            <a:ext cx="436033" cy="872067"/>
          </a:xfrm>
          <a:custGeom>
            <a:avLst/>
            <a:gdLst>
              <a:gd name="T0" fmla="*/ 2147483647 w 43"/>
              <a:gd name="T1" fmla="*/ 2147483647 h 86"/>
              <a:gd name="T2" fmla="*/ 0 w 43"/>
              <a:gd name="T3" fmla="*/ 2147483647 h 86"/>
              <a:gd name="T4" fmla="*/ 0 w 43"/>
              <a:gd name="T5" fmla="*/ 2147483647 h 86"/>
              <a:gd name="T6" fmla="*/ 2147483647 w 43"/>
              <a:gd name="T7" fmla="*/ 2147483647 h 86"/>
              <a:gd name="T8" fmla="*/ 2147483647 w 43"/>
              <a:gd name="T9" fmla="*/ 2147483647 h 86"/>
              <a:gd name="T10" fmla="*/ 2147483647 w 43"/>
              <a:gd name="T11" fmla="*/ 2147483647 h 86"/>
              <a:gd name="T12" fmla="*/ 2147483647 w 43"/>
              <a:gd name="T13" fmla="*/ 0 h 86"/>
              <a:gd name="T14" fmla="*/ 2147483647 w 43"/>
              <a:gd name="T15" fmla="*/ 0 h 86"/>
              <a:gd name="T16" fmla="*/ 2147483647 w 43"/>
              <a:gd name="T17" fmla="*/ 2147483647 h 86"/>
              <a:gd name="T18" fmla="*/ 2147483647 w 43"/>
              <a:gd name="T19" fmla="*/ 2147483647 h 86"/>
              <a:gd name="T20" fmla="*/ 2147483647 w 43"/>
              <a:gd name="T21" fmla="*/ 2147483647 h 86"/>
              <a:gd name="T22" fmla="*/ 2147483647 w 43"/>
              <a:gd name="T23" fmla="*/ 2147483647 h 86"/>
              <a:gd name="T24" fmla="*/ 2147483647 w 43"/>
              <a:gd name="T25" fmla="*/ 2147483647 h 8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43" h="86">
                <a:moveTo>
                  <a:pt x="2" y="86"/>
                </a:moveTo>
                <a:cubicBezTo>
                  <a:pt x="0" y="86"/>
                  <a:pt x="0" y="86"/>
                  <a:pt x="0" y="86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41"/>
                  <a:pt x="7" y="34"/>
                  <a:pt x="16" y="34"/>
                </a:cubicBezTo>
                <a:cubicBezTo>
                  <a:pt x="27" y="34"/>
                  <a:pt x="27" y="34"/>
                  <a:pt x="27" y="34"/>
                </a:cubicBezTo>
                <a:cubicBezTo>
                  <a:pt x="35" y="34"/>
                  <a:pt x="41" y="27"/>
                  <a:pt x="41" y="19"/>
                </a:cubicBezTo>
                <a:cubicBezTo>
                  <a:pt x="41" y="0"/>
                  <a:pt x="41" y="0"/>
                  <a:pt x="41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19"/>
                  <a:pt x="43" y="19"/>
                  <a:pt x="43" y="19"/>
                </a:cubicBezTo>
                <a:cubicBezTo>
                  <a:pt x="43" y="28"/>
                  <a:pt x="36" y="35"/>
                  <a:pt x="27" y="35"/>
                </a:cubicBezTo>
                <a:cubicBezTo>
                  <a:pt x="16" y="35"/>
                  <a:pt x="16" y="35"/>
                  <a:pt x="16" y="35"/>
                </a:cubicBezTo>
                <a:cubicBezTo>
                  <a:pt x="8" y="35"/>
                  <a:pt x="2" y="42"/>
                  <a:pt x="2" y="50"/>
                </a:cubicBezTo>
                <a:lnTo>
                  <a:pt x="2" y="86"/>
                </a:lnTo>
                <a:close/>
              </a:path>
            </a:pathLst>
          </a:custGeom>
          <a:solidFill>
            <a:srgbClr val="B49C75"/>
          </a:solidFill>
          <a:ln>
            <a:solidFill>
              <a:srgbClr val="DAB96E"/>
            </a:solidFill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2" name="5-2">
            <a:extLst>
              <a:ext uri="{FF2B5EF4-FFF2-40B4-BE49-F238E27FC236}">
                <a16:creationId xmlns:a16="http://schemas.microsoft.com/office/drawing/2014/main" id="{1ACCA582-C787-43E5-9893-ED01DFD7B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0367" y="1976902"/>
            <a:ext cx="891116" cy="893233"/>
          </a:xfrm>
          <a:prstGeom prst="ellipse">
            <a:avLst/>
          </a:prstGeom>
          <a:solidFill>
            <a:srgbClr val="2F5597"/>
          </a:solidFill>
          <a:ln>
            <a:noFill/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4" name="6-1">
            <a:extLst>
              <a:ext uri="{FF2B5EF4-FFF2-40B4-BE49-F238E27FC236}">
                <a16:creationId xmlns:a16="http://schemas.microsoft.com/office/drawing/2014/main" id="{87412689-583B-495D-A481-30B1A15EBA8E}"/>
              </a:ext>
            </a:extLst>
          </p:cNvPr>
          <p:cNvSpPr/>
          <p:nvPr/>
        </p:nvSpPr>
        <p:spPr bwMode="auto">
          <a:xfrm>
            <a:off x="9834916" y="3934818"/>
            <a:ext cx="283633" cy="872067"/>
          </a:xfrm>
          <a:custGeom>
            <a:avLst/>
            <a:gdLst>
              <a:gd name="T0" fmla="*/ 28 w 28"/>
              <a:gd name="T1" fmla="*/ 86 h 86"/>
              <a:gd name="T2" fmla="*/ 26 w 28"/>
              <a:gd name="T3" fmla="*/ 86 h 86"/>
              <a:gd name="T4" fmla="*/ 26 w 28"/>
              <a:gd name="T5" fmla="*/ 50 h 86"/>
              <a:gd name="T6" fmla="*/ 14 w 28"/>
              <a:gd name="T7" fmla="*/ 36 h 86"/>
              <a:gd name="T8" fmla="*/ 0 w 28"/>
              <a:gd name="T9" fmla="*/ 20 h 86"/>
              <a:gd name="T10" fmla="*/ 0 w 28"/>
              <a:gd name="T11" fmla="*/ 0 h 86"/>
              <a:gd name="T12" fmla="*/ 2 w 28"/>
              <a:gd name="T13" fmla="*/ 0 h 86"/>
              <a:gd name="T14" fmla="*/ 2 w 28"/>
              <a:gd name="T15" fmla="*/ 20 h 86"/>
              <a:gd name="T16" fmla="*/ 14 w 28"/>
              <a:gd name="T17" fmla="*/ 34 h 86"/>
              <a:gd name="T18" fmla="*/ 28 w 28"/>
              <a:gd name="T19" fmla="*/ 50 h 86"/>
              <a:gd name="T20" fmla="*/ 28 w 28"/>
              <a:gd name="T21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8" h="86">
                <a:moveTo>
                  <a:pt x="28" y="86"/>
                </a:moveTo>
                <a:cubicBezTo>
                  <a:pt x="26" y="86"/>
                  <a:pt x="26" y="86"/>
                  <a:pt x="26" y="86"/>
                </a:cubicBezTo>
                <a:cubicBezTo>
                  <a:pt x="26" y="50"/>
                  <a:pt x="26" y="50"/>
                  <a:pt x="26" y="50"/>
                </a:cubicBezTo>
                <a:cubicBezTo>
                  <a:pt x="26" y="42"/>
                  <a:pt x="20" y="36"/>
                  <a:pt x="14" y="36"/>
                </a:cubicBezTo>
                <a:cubicBezTo>
                  <a:pt x="6" y="36"/>
                  <a:pt x="0" y="28"/>
                  <a:pt x="0" y="20"/>
                </a:cubicBezTo>
                <a:cubicBezTo>
                  <a:pt x="0" y="0"/>
                  <a:pt x="0" y="0"/>
                  <a:pt x="0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20"/>
                  <a:pt x="2" y="20"/>
                  <a:pt x="2" y="20"/>
                </a:cubicBezTo>
                <a:cubicBezTo>
                  <a:pt x="2" y="27"/>
                  <a:pt x="7" y="34"/>
                  <a:pt x="14" y="34"/>
                </a:cubicBezTo>
                <a:cubicBezTo>
                  <a:pt x="21" y="34"/>
                  <a:pt x="28" y="41"/>
                  <a:pt x="28" y="50"/>
                </a:cubicBezTo>
                <a:lnTo>
                  <a:pt x="28" y="86"/>
                </a:lnTo>
                <a:close/>
              </a:path>
            </a:pathLst>
          </a:custGeom>
          <a:solidFill>
            <a:srgbClr val="231F20"/>
          </a:solidFill>
          <a:ln>
            <a:solidFill>
              <a:schemeClr val="bg1"/>
            </a:solidFill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5" name="6-2">
            <a:extLst>
              <a:ext uri="{FF2B5EF4-FFF2-40B4-BE49-F238E27FC236}">
                <a16:creationId xmlns:a16="http://schemas.microsoft.com/office/drawing/2014/main" id="{44F5F57C-F750-4881-A5AF-FCE6B4A65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1932" y="4815352"/>
            <a:ext cx="893233" cy="882649"/>
          </a:xfrm>
          <a:prstGeom prst="ellipse">
            <a:avLst/>
          </a:prstGeom>
          <a:solidFill>
            <a:srgbClr val="DAB96E"/>
          </a:solidFill>
          <a:ln>
            <a:noFill/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 useBgFill="1">
        <p:nvSpPr>
          <p:cNvPr id="27" name="1">
            <a:extLst>
              <a:ext uri="{FF2B5EF4-FFF2-40B4-BE49-F238E27FC236}">
                <a16:creationId xmlns:a16="http://schemas.microsoft.com/office/drawing/2014/main" id="{D916CD2C-6DED-41BC-99BB-AEDE4D2E0010}"/>
              </a:ext>
            </a:extLst>
          </p:cNvPr>
          <p:cNvSpPr/>
          <p:nvPr/>
        </p:nvSpPr>
        <p:spPr>
          <a:xfrm>
            <a:off x="2099687" y="3710730"/>
            <a:ext cx="208355" cy="208355"/>
          </a:xfrm>
          <a:prstGeom prst="ellipse">
            <a:avLst/>
          </a:prstGeom>
          <a:ln w="34925">
            <a:solidFill>
              <a:srgbClr val="B49C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 useBgFill="1">
        <p:nvSpPr>
          <p:cNvPr id="28" name="2">
            <a:extLst>
              <a:ext uri="{FF2B5EF4-FFF2-40B4-BE49-F238E27FC236}">
                <a16:creationId xmlns:a16="http://schemas.microsoft.com/office/drawing/2014/main" id="{A20F050B-4046-4DB2-95F4-7BD8F17B57E3}"/>
              </a:ext>
            </a:extLst>
          </p:cNvPr>
          <p:cNvSpPr/>
          <p:nvPr/>
        </p:nvSpPr>
        <p:spPr>
          <a:xfrm>
            <a:off x="3552570" y="3710730"/>
            <a:ext cx="208355" cy="208355"/>
          </a:xfrm>
          <a:prstGeom prst="ellipse">
            <a:avLst/>
          </a:prstGeom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 useBgFill="1">
        <p:nvSpPr>
          <p:cNvPr id="29" name="3">
            <a:extLst>
              <a:ext uri="{FF2B5EF4-FFF2-40B4-BE49-F238E27FC236}">
                <a16:creationId xmlns:a16="http://schemas.microsoft.com/office/drawing/2014/main" id="{3AC024F8-820A-447C-88E9-6FE6DD2F04C8}"/>
              </a:ext>
            </a:extLst>
          </p:cNvPr>
          <p:cNvSpPr/>
          <p:nvPr/>
        </p:nvSpPr>
        <p:spPr>
          <a:xfrm>
            <a:off x="5114362" y="3710730"/>
            <a:ext cx="208355" cy="208355"/>
          </a:xfrm>
          <a:prstGeom prst="ellipse">
            <a:avLst/>
          </a:prstGeom>
          <a:ln w="34925">
            <a:solidFill>
              <a:srgbClr val="B49C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 useBgFill="1">
        <p:nvSpPr>
          <p:cNvPr id="30" name="4">
            <a:extLst>
              <a:ext uri="{FF2B5EF4-FFF2-40B4-BE49-F238E27FC236}">
                <a16:creationId xmlns:a16="http://schemas.microsoft.com/office/drawing/2014/main" id="{C720E465-F81C-42CA-B4E2-3D8C4CA8B97F}"/>
              </a:ext>
            </a:extLst>
          </p:cNvPr>
          <p:cNvSpPr/>
          <p:nvPr/>
        </p:nvSpPr>
        <p:spPr>
          <a:xfrm>
            <a:off x="6725174" y="3710730"/>
            <a:ext cx="208355" cy="208355"/>
          </a:xfrm>
          <a:prstGeom prst="ellipse">
            <a:avLst/>
          </a:prstGeom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 useBgFill="1">
        <p:nvSpPr>
          <p:cNvPr id="31" name="5">
            <a:extLst>
              <a:ext uri="{FF2B5EF4-FFF2-40B4-BE49-F238E27FC236}">
                <a16:creationId xmlns:a16="http://schemas.microsoft.com/office/drawing/2014/main" id="{B8E795F3-9769-4E27-BF5D-7925BC7E7EEF}"/>
              </a:ext>
            </a:extLst>
          </p:cNvPr>
          <p:cNvSpPr/>
          <p:nvPr/>
        </p:nvSpPr>
        <p:spPr>
          <a:xfrm>
            <a:off x="8099456" y="3710730"/>
            <a:ext cx="208355" cy="208355"/>
          </a:xfrm>
          <a:prstGeom prst="ellipse">
            <a:avLst/>
          </a:prstGeom>
          <a:ln w="34925">
            <a:solidFill>
              <a:srgbClr val="B49C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 useBgFill="1">
        <p:nvSpPr>
          <p:cNvPr id="32" name="6">
            <a:extLst>
              <a:ext uri="{FF2B5EF4-FFF2-40B4-BE49-F238E27FC236}">
                <a16:creationId xmlns:a16="http://schemas.microsoft.com/office/drawing/2014/main" id="{0DACF2AD-4BF2-4CBA-94C5-EC6ABF10710C}"/>
              </a:ext>
            </a:extLst>
          </p:cNvPr>
          <p:cNvSpPr/>
          <p:nvPr/>
        </p:nvSpPr>
        <p:spPr>
          <a:xfrm>
            <a:off x="9733135" y="3710730"/>
            <a:ext cx="208355" cy="208355"/>
          </a:xfrm>
          <a:prstGeom prst="ellipse">
            <a:avLst/>
          </a:prstGeom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33" name="直线-6">
            <a:extLst>
              <a:ext uri="{FF2B5EF4-FFF2-40B4-BE49-F238E27FC236}">
                <a16:creationId xmlns:a16="http://schemas.microsoft.com/office/drawing/2014/main" id="{F531B7F8-7991-43D8-B54B-D0091F18FB63}"/>
              </a:ext>
            </a:extLst>
          </p:cNvPr>
          <p:cNvCxnSpPr/>
          <p:nvPr/>
        </p:nvCxnSpPr>
        <p:spPr>
          <a:xfrm>
            <a:off x="9941490" y="3814908"/>
            <a:ext cx="2110492" cy="0"/>
          </a:xfrm>
          <a:prstGeom prst="line">
            <a:avLst/>
          </a:prstGeom>
          <a:ln w="349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474178" y="1949979"/>
            <a:ext cx="1833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稽核通知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易</a:t>
            </a: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：大項劃分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難：細項歸屬</a:t>
            </a:r>
            <a:endParaRPr kumimoji="0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3585392" y="1949979"/>
            <a:ext cx="19010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文件審核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易：相對完善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難：個別執行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6534023" y="1923394"/>
            <a:ext cx="1810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員工訪談</a:t>
            </a:r>
            <a:endParaRPr lang="en-US" altLang="zh-CN" sz="2000" b="1" dirty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易</a:t>
            </a:r>
            <a:r>
              <a:rPr lang="zh-CN" altLang="en-US" sz="14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：員工安排</a:t>
            </a:r>
            <a:endParaRPr lang="en-US" altLang="zh-CN" sz="14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難</a:t>
            </a:r>
            <a:r>
              <a:rPr lang="zh-CN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：暢所欲言</a:t>
            </a:r>
            <a:endParaRPr lang="en-US" altLang="zh-CN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9449561" y="1953349"/>
            <a:ext cx="1945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改善跟進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易：改善報告</a:t>
            </a:r>
            <a:endParaRPr lang="en-US" altLang="zh-CN" sz="1400" b="1" dirty="0" smtClean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難：實際成果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8034461" y="4580755"/>
            <a:ext cx="1764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末次會議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易：責任劃分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難：缺失降低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5090929" y="4580756"/>
            <a:ext cx="19977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現場審核</a:t>
            </a:r>
            <a:endParaRPr lang="en-US" altLang="zh-CN" sz="2000" b="1" dirty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易：提前布署</a:t>
            </a:r>
            <a:endParaRPr lang="en-US" altLang="zh-CN" sz="14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難：百密一疏</a:t>
            </a:r>
            <a:endParaRPr lang="en-US" altLang="zh-CN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5-1">
            <a:extLst>
              <a:ext uri="{FF2B5EF4-FFF2-40B4-BE49-F238E27FC236}">
                <a16:creationId xmlns:a16="http://schemas.microsoft.com/office/drawing/2014/main" id="{02F1E712-F579-4833-8A9D-C7903794FB20}"/>
              </a:ext>
            </a:extLst>
          </p:cNvPr>
          <p:cNvSpPr/>
          <p:nvPr/>
        </p:nvSpPr>
        <p:spPr bwMode="auto">
          <a:xfrm>
            <a:off x="11139136" y="2848967"/>
            <a:ext cx="436033" cy="872067"/>
          </a:xfrm>
          <a:custGeom>
            <a:avLst/>
            <a:gdLst>
              <a:gd name="T0" fmla="*/ 2147483647 w 43"/>
              <a:gd name="T1" fmla="*/ 2147483647 h 86"/>
              <a:gd name="T2" fmla="*/ 0 w 43"/>
              <a:gd name="T3" fmla="*/ 2147483647 h 86"/>
              <a:gd name="T4" fmla="*/ 0 w 43"/>
              <a:gd name="T5" fmla="*/ 2147483647 h 86"/>
              <a:gd name="T6" fmla="*/ 2147483647 w 43"/>
              <a:gd name="T7" fmla="*/ 2147483647 h 86"/>
              <a:gd name="T8" fmla="*/ 2147483647 w 43"/>
              <a:gd name="T9" fmla="*/ 2147483647 h 86"/>
              <a:gd name="T10" fmla="*/ 2147483647 w 43"/>
              <a:gd name="T11" fmla="*/ 2147483647 h 86"/>
              <a:gd name="T12" fmla="*/ 2147483647 w 43"/>
              <a:gd name="T13" fmla="*/ 0 h 86"/>
              <a:gd name="T14" fmla="*/ 2147483647 w 43"/>
              <a:gd name="T15" fmla="*/ 0 h 86"/>
              <a:gd name="T16" fmla="*/ 2147483647 w 43"/>
              <a:gd name="T17" fmla="*/ 2147483647 h 86"/>
              <a:gd name="T18" fmla="*/ 2147483647 w 43"/>
              <a:gd name="T19" fmla="*/ 2147483647 h 86"/>
              <a:gd name="T20" fmla="*/ 2147483647 w 43"/>
              <a:gd name="T21" fmla="*/ 2147483647 h 86"/>
              <a:gd name="T22" fmla="*/ 2147483647 w 43"/>
              <a:gd name="T23" fmla="*/ 2147483647 h 86"/>
              <a:gd name="T24" fmla="*/ 2147483647 w 43"/>
              <a:gd name="T25" fmla="*/ 2147483647 h 8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43" h="86">
                <a:moveTo>
                  <a:pt x="2" y="86"/>
                </a:moveTo>
                <a:cubicBezTo>
                  <a:pt x="0" y="86"/>
                  <a:pt x="0" y="86"/>
                  <a:pt x="0" y="86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41"/>
                  <a:pt x="7" y="34"/>
                  <a:pt x="16" y="34"/>
                </a:cubicBezTo>
                <a:cubicBezTo>
                  <a:pt x="27" y="34"/>
                  <a:pt x="27" y="34"/>
                  <a:pt x="27" y="34"/>
                </a:cubicBezTo>
                <a:cubicBezTo>
                  <a:pt x="35" y="34"/>
                  <a:pt x="41" y="27"/>
                  <a:pt x="41" y="19"/>
                </a:cubicBezTo>
                <a:cubicBezTo>
                  <a:pt x="41" y="0"/>
                  <a:pt x="41" y="0"/>
                  <a:pt x="41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19"/>
                  <a:pt x="43" y="19"/>
                  <a:pt x="43" y="19"/>
                </a:cubicBezTo>
                <a:cubicBezTo>
                  <a:pt x="43" y="28"/>
                  <a:pt x="36" y="35"/>
                  <a:pt x="27" y="35"/>
                </a:cubicBezTo>
                <a:cubicBezTo>
                  <a:pt x="16" y="35"/>
                  <a:pt x="16" y="35"/>
                  <a:pt x="16" y="35"/>
                </a:cubicBezTo>
                <a:cubicBezTo>
                  <a:pt x="8" y="35"/>
                  <a:pt x="2" y="42"/>
                  <a:pt x="2" y="50"/>
                </a:cubicBezTo>
                <a:lnTo>
                  <a:pt x="2" y="86"/>
                </a:lnTo>
                <a:close/>
              </a:path>
            </a:pathLst>
          </a:custGeom>
          <a:solidFill>
            <a:srgbClr val="B49C75"/>
          </a:solidFill>
          <a:ln>
            <a:solidFill>
              <a:srgbClr val="DAB96E"/>
            </a:solidFill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9" name="5-2">
            <a:extLst>
              <a:ext uri="{FF2B5EF4-FFF2-40B4-BE49-F238E27FC236}">
                <a16:creationId xmlns:a16="http://schemas.microsoft.com/office/drawing/2014/main" id="{1ACCA582-C787-43E5-9893-ED01DFD7B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5869" y="1976902"/>
            <a:ext cx="891116" cy="893233"/>
          </a:xfrm>
          <a:prstGeom prst="ellipse">
            <a:avLst/>
          </a:prstGeom>
          <a:solidFill>
            <a:srgbClr val="DAB96E"/>
          </a:solidFill>
          <a:ln>
            <a:noFill/>
          </a:ln>
          <a:extLst/>
        </p:spPr>
        <p:txBody>
          <a:bodyPr/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 useBgFill="1">
        <p:nvSpPr>
          <p:cNvPr id="61" name="5">
            <a:extLst>
              <a:ext uri="{FF2B5EF4-FFF2-40B4-BE49-F238E27FC236}">
                <a16:creationId xmlns:a16="http://schemas.microsoft.com/office/drawing/2014/main" id="{B8E795F3-9769-4E27-BF5D-7925BC7E7EEF}"/>
              </a:ext>
            </a:extLst>
          </p:cNvPr>
          <p:cNvSpPr/>
          <p:nvPr/>
        </p:nvSpPr>
        <p:spPr>
          <a:xfrm>
            <a:off x="11034958" y="3710730"/>
            <a:ext cx="208355" cy="208355"/>
          </a:xfrm>
          <a:prstGeom prst="ellipse">
            <a:avLst/>
          </a:prstGeom>
          <a:ln w="34925">
            <a:solidFill>
              <a:srgbClr val="B49C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2009993" y="4575619"/>
            <a:ext cx="2227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首次會議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b="1" noProof="0" dirty="0" smtClean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易：</a:t>
            </a:r>
            <a:r>
              <a:rPr lang="zh-CN" altLang="en-US" sz="1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稽核安排</a:t>
            </a:r>
            <a:endParaRPr lang="en-US" altLang="zh-CN" sz="1400" b="1" noProof="0" dirty="0" smtClean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難：</a:t>
            </a: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應對窗口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AutoShape 59"/>
          <p:cNvSpPr/>
          <p:nvPr/>
        </p:nvSpPr>
        <p:spPr bwMode="auto">
          <a:xfrm>
            <a:off x="3927385" y="5084554"/>
            <a:ext cx="360362" cy="358775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ffectLst/>
          <a:extLst>
            <a:ext uri="{91240B29-F687-4f45-9708-019B960494DF}"/>
            <a:ext uri="{AF507438-7753-43e0-B8FC-AC1667EBCBE1}"/>
          </a:extLst>
        </p:spPr>
        <p:txBody>
          <a:bodyPr lIns="19050" tIns="19050" rIns="19050" bIns="19050" anchor="ctr"/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86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  <a:sym typeface="Gill Sans" charset="0"/>
            </a:endParaRPr>
          </a:p>
        </p:txBody>
      </p:sp>
      <p:grpSp>
        <p:nvGrpSpPr>
          <p:cNvPr id="81" name="群組 80"/>
          <p:cNvGrpSpPr/>
          <p:nvPr/>
        </p:nvGrpSpPr>
        <p:grpSpPr>
          <a:xfrm>
            <a:off x="6859770" y="4973830"/>
            <a:ext cx="529181" cy="500206"/>
            <a:chOff x="6859770" y="5097655"/>
            <a:chExt cx="529181" cy="500206"/>
          </a:xfrm>
        </p:grpSpPr>
        <p:pic>
          <p:nvPicPr>
            <p:cNvPr id="78" name="圖片 7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84" t="20263" r="18158" b="21316"/>
            <a:stretch/>
          </p:blipFill>
          <p:spPr>
            <a:xfrm>
              <a:off x="6859770" y="5097655"/>
              <a:ext cx="529181" cy="489492"/>
            </a:xfrm>
            <a:prstGeom prst="rect">
              <a:avLst/>
            </a:prstGeom>
          </p:spPr>
        </p:pic>
        <p:sp>
          <p:nvSpPr>
            <p:cNvPr id="79" name="框架 78"/>
            <p:cNvSpPr/>
            <p:nvPr/>
          </p:nvSpPr>
          <p:spPr>
            <a:xfrm>
              <a:off x="7039625" y="5350669"/>
              <a:ext cx="139990" cy="139208"/>
            </a:xfrm>
            <a:prstGeom prst="fram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6964079" y="5228529"/>
              <a:ext cx="18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+</a:t>
              </a: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426276" y="282637"/>
            <a:ext cx="2210862" cy="597190"/>
            <a:chOff x="453538" y="558862"/>
            <a:chExt cx="2210862" cy="597190"/>
          </a:xfrm>
        </p:grpSpPr>
        <p:sp>
          <p:nvSpPr>
            <p:cNvPr id="51" name="文本框 8">
              <a:extLst>
                <a:ext uri="{FF2B5EF4-FFF2-40B4-BE49-F238E27FC236}">
                  <a16:creationId xmlns:a16="http://schemas.microsoft.com/office/drawing/2014/main" id="{8402B3CA-3673-4CA4-BF3A-DFE18F8AF5DE}"/>
                </a:ext>
              </a:extLst>
            </p:cNvPr>
            <p:cNvSpPr txBox="1"/>
            <p:nvPr/>
          </p:nvSpPr>
          <p:spPr>
            <a:xfrm>
              <a:off x="453538" y="558862"/>
              <a:ext cx="22108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altLang="zh-CN" sz="28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2.3 </a:t>
              </a:r>
              <a:r>
                <a:rPr lang="zh-CN" altLang="en-US" sz="2800" b="1" dirty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稽核流程</a:t>
              </a:r>
            </a:p>
          </p:txBody>
        </p:sp>
        <p:sp>
          <p:nvSpPr>
            <p:cNvPr id="60" name="平行四边形 9">
              <a:extLst>
                <a:ext uri="{FF2B5EF4-FFF2-40B4-BE49-F238E27FC236}">
                  <a16:creationId xmlns:a16="http://schemas.microsoft.com/office/drawing/2014/main" id="{4EFC03DD-EF09-4476-AC81-75E4C81E0A18}"/>
                </a:ext>
              </a:extLst>
            </p:cNvPr>
            <p:cNvSpPr/>
            <p:nvPr/>
          </p:nvSpPr>
          <p:spPr>
            <a:xfrm>
              <a:off x="481410" y="1095213"/>
              <a:ext cx="2012089" cy="60839"/>
            </a:xfrm>
            <a:prstGeom prst="parallelogram">
              <a:avLst>
                <a:gd name="adj" fmla="val 17058"/>
              </a:avLst>
            </a:prstGeom>
            <a:gradFill>
              <a:gsLst>
                <a:gs pos="0">
                  <a:srgbClr val="C1AB85"/>
                </a:gs>
                <a:gs pos="100000">
                  <a:srgbClr val="F6EACC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558800" dist="1778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8435877" y="2221487"/>
            <a:ext cx="131763" cy="370629"/>
            <a:chOff x="8524365" y="2301068"/>
            <a:chExt cx="131763" cy="370629"/>
          </a:xfrm>
          <a:solidFill>
            <a:schemeClr val="bg1"/>
          </a:solidFill>
        </p:grpSpPr>
        <p:sp>
          <p:nvSpPr>
            <p:cNvPr id="7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524365" y="2401822"/>
              <a:ext cx="131763" cy="269875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47">
                  <a:moveTo>
                    <a:pt x="18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2" y="1"/>
                    <a:pt x="0" y="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2" y="1"/>
                    <a:pt x="20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  <p:sp>
          <p:nvSpPr>
            <p:cNvPr id="82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8552680" y="2301068"/>
              <a:ext cx="65087" cy="71438"/>
            </a:xfrm>
            <a:prstGeom prst="ellipse">
              <a:avLst/>
            </a:prstGeom>
            <a:grpFill/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85" name="群組 84"/>
          <p:cNvGrpSpPr/>
          <p:nvPr/>
        </p:nvGrpSpPr>
        <p:grpSpPr>
          <a:xfrm>
            <a:off x="8691513" y="2226407"/>
            <a:ext cx="131763" cy="370629"/>
            <a:chOff x="8524365" y="2301068"/>
            <a:chExt cx="131763" cy="370629"/>
          </a:xfrm>
          <a:solidFill>
            <a:schemeClr val="bg1"/>
          </a:solidFill>
        </p:grpSpPr>
        <p:sp>
          <p:nvSpPr>
            <p:cNvPr id="8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524365" y="2401822"/>
              <a:ext cx="131763" cy="269875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47">
                  <a:moveTo>
                    <a:pt x="18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2" y="1"/>
                    <a:pt x="0" y="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2" y="1"/>
                    <a:pt x="20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  <p:sp>
          <p:nvSpPr>
            <p:cNvPr id="88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8552680" y="2301068"/>
              <a:ext cx="65087" cy="71438"/>
            </a:xfrm>
            <a:prstGeom prst="ellipse">
              <a:avLst/>
            </a:prstGeom>
            <a:grpFill/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89" name="6-3">
            <a:extLst>
              <a:ext uri="{FF2B5EF4-FFF2-40B4-BE49-F238E27FC236}">
                <a16:creationId xmlns:a16="http://schemas.microsoft.com/office/drawing/2014/main" id="{7B49CB5B-7059-4366-9978-4445B9F02369}"/>
              </a:ext>
            </a:extLst>
          </p:cNvPr>
          <p:cNvSpPr>
            <a:spLocks noEditPoints="1"/>
          </p:cNvSpPr>
          <p:nvPr/>
        </p:nvSpPr>
        <p:spPr bwMode="auto">
          <a:xfrm>
            <a:off x="9932708" y="5105886"/>
            <a:ext cx="389940" cy="340243"/>
          </a:xfrm>
          <a:custGeom>
            <a:avLst/>
            <a:gdLst>
              <a:gd name="T0" fmla="*/ 359 w 1018"/>
              <a:gd name="T1" fmla="*/ 20 h 890"/>
              <a:gd name="T2" fmla="*/ 186 w 1018"/>
              <a:gd name="T3" fmla="*/ 102 h 890"/>
              <a:gd name="T4" fmla="*/ 62 w 1018"/>
              <a:gd name="T5" fmla="*/ 233 h 890"/>
              <a:gd name="T6" fmla="*/ 3 w 1018"/>
              <a:gd name="T7" fmla="*/ 400 h 890"/>
              <a:gd name="T8" fmla="*/ 16 w 1018"/>
              <a:gd name="T9" fmla="*/ 557 h 890"/>
              <a:gd name="T10" fmla="*/ 102 w 1018"/>
              <a:gd name="T11" fmla="*/ 711 h 890"/>
              <a:gd name="T12" fmla="*/ 246 w 1018"/>
              <a:gd name="T13" fmla="*/ 826 h 890"/>
              <a:gd name="T14" fmla="*/ 433 w 1018"/>
              <a:gd name="T15" fmla="*/ 885 h 890"/>
              <a:gd name="T16" fmla="*/ 612 w 1018"/>
              <a:gd name="T17" fmla="*/ 882 h 890"/>
              <a:gd name="T18" fmla="*/ 794 w 1018"/>
              <a:gd name="T19" fmla="*/ 814 h 890"/>
              <a:gd name="T20" fmla="*/ 931 w 1018"/>
              <a:gd name="T21" fmla="*/ 694 h 890"/>
              <a:gd name="T22" fmla="*/ 1008 w 1018"/>
              <a:gd name="T23" fmla="*/ 535 h 890"/>
              <a:gd name="T24" fmla="*/ 1013 w 1018"/>
              <a:gd name="T25" fmla="*/ 378 h 890"/>
              <a:gd name="T26" fmla="*/ 944 w 1018"/>
              <a:gd name="T27" fmla="*/ 214 h 890"/>
              <a:gd name="T28" fmla="*/ 813 w 1018"/>
              <a:gd name="T29" fmla="*/ 89 h 890"/>
              <a:gd name="T30" fmla="*/ 636 w 1018"/>
              <a:gd name="T31" fmla="*/ 14 h 890"/>
              <a:gd name="T32" fmla="*/ 330 w 1018"/>
              <a:gd name="T33" fmla="*/ 96 h 890"/>
              <a:gd name="T34" fmla="*/ 230 w 1018"/>
              <a:gd name="T35" fmla="*/ 149 h 890"/>
              <a:gd name="T36" fmla="*/ 195 w 1018"/>
              <a:gd name="T37" fmla="*/ 204 h 890"/>
              <a:gd name="T38" fmla="*/ 234 w 1018"/>
              <a:gd name="T39" fmla="*/ 321 h 890"/>
              <a:gd name="T40" fmla="*/ 71 w 1018"/>
              <a:gd name="T41" fmla="*/ 382 h 890"/>
              <a:gd name="T42" fmla="*/ 117 w 1018"/>
              <a:gd name="T43" fmla="*/ 266 h 890"/>
              <a:gd name="T44" fmla="*/ 224 w 1018"/>
              <a:gd name="T45" fmla="*/ 477 h 890"/>
              <a:gd name="T46" fmla="*/ 249 w 1018"/>
              <a:gd name="T47" fmla="*/ 634 h 890"/>
              <a:gd name="T48" fmla="*/ 155 w 1018"/>
              <a:gd name="T49" fmla="*/ 675 h 890"/>
              <a:gd name="T50" fmla="*/ 88 w 1018"/>
              <a:gd name="T51" fmla="*/ 569 h 890"/>
              <a:gd name="T52" fmla="*/ 230 w 1018"/>
              <a:gd name="T53" fmla="*/ 741 h 890"/>
              <a:gd name="T54" fmla="*/ 330 w 1018"/>
              <a:gd name="T55" fmla="*/ 794 h 890"/>
              <a:gd name="T56" fmla="*/ 478 w 1018"/>
              <a:gd name="T57" fmla="*/ 822 h 890"/>
              <a:gd name="T58" fmla="*/ 385 w 1018"/>
              <a:gd name="T59" fmla="*/ 760 h 890"/>
              <a:gd name="T60" fmla="*/ 478 w 1018"/>
              <a:gd name="T61" fmla="*/ 669 h 890"/>
              <a:gd name="T62" fmla="*/ 335 w 1018"/>
              <a:gd name="T63" fmla="*/ 626 h 890"/>
              <a:gd name="T64" fmla="*/ 291 w 1018"/>
              <a:gd name="T65" fmla="*/ 518 h 890"/>
              <a:gd name="T66" fmla="*/ 289 w 1018"/>
              <a:gd name="T67" fmla="*/ 393 h 890"/>
              <a:gd name="T68" fmla="*/ 317 w 1018"/>
              <a:gd name="T69" fmla="*/ 258 h 890"/>
              <a:gd name="T70" fmla="*/ 478 w 1018"/>
              <a:gd name="T71" fmla="*/ 221 h 890"/>
              <a:gd name="T72" fmla="*/ 385 w 1018"/>
              <a:gd name="T73" fmla="*/ 131 h 890"/>
              <a:gd name="T74" fmla="*/ 478 w 1018"/>
              <a:gd name="T75" fmla="*/ 69 h 890"/>
              <a:gd name="T76" fmla="*/ 785 w 1018"/>
              <a:gd name="T77" fmla="*/ 321 h 890"/>
              <a:gd name="T78" fmla="*/ 823 w 1018"/>
              <a:gd name="T79" fmla="*/ 204 h 890"/>
              <a:gd name="T80" fmla="*/ 910 w 1018"/>
              <a:gd name="T81" fmla="*/ 280 h 890"/>
              <a:gd name="T82" fmla="*/ 951 w 1018"/>
              <a:gd name="T83" fmla="*/ 398 h 890"/>
              <a:gd name="T84" fmla="*/ 728 w 1018"/>
              <a:gd name="T85" fmla="*/ 154 h 890"/>
              <a:gd name="T86" fmla="*/ 790 w 1018"/>
              <a:gd name="T87" fmla="*/ 149 h 890"/>
              <a:gd name="T88" fmla="*/ 590 w 1018"/>
              <a:gd name="T89" fmla="*/ 91 h 890"/>
              <a:gd name="T90" fmla="*/ 645 w 1018"/>
              <a:gd name="T91" fmla="*/ 207 h 890"/>
              <a:gd name="T92" fmla="*/ 625 w 1018"/>
              <a:gd name="T93" fmla="*/ 277 h 890"/>
              <a:gd name="T94" fmla="*/ 721 w 1018"/>
              <a:gd name="T95" fmla="*/ 332 h 890"/>
              <a:gd name="T96" fmla="*/ 731 w 1018"/>
              <a:gd name="T97" fmla="*/ 477 h 890"/>
              <a:gd name="T98" fmla="*/ 708 w 1018"/>
              <a:gd name="T99" fmla="*/ 615 h 890"/>
              <a:gd name="T100" fmla="*/ 541 w 1018"/>
              <a:gd name="T101" fmla="*/ 477 h 890"/>
              <a:gd name="T102" fmla="*/ 678 w 1018"/>
              <a:gd name="T103" fmla="*/ 692 h 890"/>
              <a:gd name="T104" fmla="*/ 571 w 1018"/>
              <a:gd name="T105" fmla="*/ 811 h 890"/>
              <a:gd name="T106" fmla="*/ 716 w 1018"/>
              <a:gd name="T107" fmla="*/ 756 h 890"/>
              <a:gd name="T108" fmla="*/ 742 w 1018"/>
              <a:gd name="T109" fmla="*/ 770 h 890"/>
              <a:gd name="T110" fmla="*/ 785 w 1018"/>
              <a:gd name="T111" fmla="*/ 664 h 890"/>
              <a:gd name="T112" fmla="*/ 791 w 1018"/>
              <a:gd name="T113" fmla="*/ 525 h 890"/>
              <a:gd name="T114" fmla="*/ 941 w 1018"/>
              <a:gd name="T115" fmla="*/ 538 h 890"/>
              <a:gd name="T116" fmla="*/ 884 w 1018"/>
              <a:gd name="T117" fmla="*/ 650 h 8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18" h="890">
                <a:moveTo>
                  <a:pt x="510" y="0"/>
                </a:moveTo>
                <a:lnTo>
                  <a:pt x="510" y="0"/>
                </a:lnTo>
                <a:lnTo>
                  <a:pt x="483" y="1"/>
                </a:lnTo>
                <a:lnTo>
                  <a:pt x="457" y="2"/>
                </a:lnTo>
                <a:lnTo>
                  <a:pt x="433" y="5"/>
                </a:lnTo>
                <a:lnTo>
                  <a:pt x="407" y="8"/>
                </a:lnTo>
                <a:lnTo>
                  <a:pt x="382" y="14"/>
                </a:lnTo>
                <a:lnTo>
                  <a:pt x="359" y="20"/>
                </a:lnTo>
                <a:lnTo>
                  <a:pt x="335" y="27"/>
                </a:lnTo>
                <a:lnTo>
                  <a:pt x="311" y="35"/>
                </a:lnTo>
                <a:lnTo>
                  <a:pt x="289" y="44"/>
                </a:lnTo>
                <a:lnTo>
                  <a:pt x="267" y="54"/>
                </a:lnTo>
                <a:lnTo>
                  <a:pt x="246" y="64"/>
                </a:lnTo>
                <a:lnTo>
                  <a:pt x="225" y="76"/>
                </a:lnTo>
                <a:lnTo>
                  <a:pt x="205" y="89"/>
                </a:lnTo>
                <a:lnTo>
                  <a:pt x="186" y="102"/>
                </a:lnTo>
                <a:lnTo>
                  <a:pt x="168" y="116"/>
                </a:lnTo>
                <a:lnTo>
                  <a:pt x="150" y="131"/>
                </a:lnTo>
                <a:lnTo>
                  <a:pt x="133" y="146"/>
                </a:lnTo>
                <a:lnTo>
                  <a:pt x="117" y="162"/>
                </a:lnTo>
                <a:lnTo>
                  <a:pt x="102" y="179"/>
                </a:lnTo>
                <a:lnTo>
                  <a:pt x="88" y="196"/>
                </a:lnTo>
                <a:lnTo>
                  <a:pt x="74" y="214"/>
                </a:lnTo>
                <a:lnTo>
                  <a:pt x="62" y="233"/>
                </a:lnTo>
                <a:lnTo>
                  <a:pt x="51" y="252"/>
                </a:lnTo>
                <a:lnTo>
                  <a:pt x="41" y="272"/>
                </a:lnTo>
                <a:lnTo>
                  <a:pt x="31" y="292"/>
                </a:lnTo>
                <a:lnTo>
                  <a:pt x="24" y="313"/>
                </a:lnTo>
                <a:lnTo>
                  <a:pt x="16" y="334"/>
                </a:lnTo>
                <a:lnTo>
                  <a:pt x="11" y="355"/>
                </a:lnTo>
                <a:lnTo>
                  <a:pt x="7" y="378"/>
                </a:lnTo>
                <a:lnTo>
                  <a:pt x="3" y="400"/>
                </a:lnTo>
                <a:lnTo>
                  <a:pt x="1" y="423"/>
                </a:lnTo>
                <a:lnTo>
                  <a:pt x="0" y="445"/>
                </a:lnTo>
                <a:lnTo>
                  <a:pt x="0" y="445"/>
                </a:lnTo>
                <a:lnTo>
                  <a:pt x="1" y="468"/>
                </a:lnTo>
                <a:lnTo>
                  <a:pt x="3" y="490"/>
                </a:lnTo>
                <a:lnTo>
                  <a:pt x="7" y="513"/>
                </a:lnTo>
                <a:lnTo>
                  <a:pt x="11" y="535"/>
                </a:lnTo>
                <a:lnTo>
                  <a:pt x="16" y="557"/>
                </a:lnTo>
                <a:lnTo>
                  <a:pt x="24" y="577"/>
                </a:lnTo>
                <a:lnTo>
                  <a:pt x="31" y="599"/>
                </a:lnTo>
                <a:lnTo>
                  <a:pt x="41" y="618"/>
                </a:lnTo>
                <a:lnTo>
                  <a:pt x="51" y="638"/>
                </a:lnTo>
                <a:lnTo>
                  <a:pt x="62" y="658"/>
                </a:lnTo>
                <a:lnTo>
                  <a:pt x="74" y="676"/>
                </a:lnTo>
                <a:lnTo>
                  <a:pt x="88" y="694"/>
                </a:lnTo>
                <a:lnTo>
                  <a:pt x="102" y="711"/>
                </a:lnTo>
                <a:lnTo>
                  <a:pt x="117" y="728"/>
                </a:lnTo>
                <a:lnTo>
                  <a:pt x="133" y="744"/>
                </a:lnTo>
                <a:lnTo>
                  <a:pt x="150" y="760"/>
                </a:lnTo>
                <a:lnTo>
                  <a:pt x="168" y="775"/>
                </a:lnTo>
                <a:lnTo>
                  <a:pt x="186" y="788"/>
                </a:lnTo>
                <a:lnTo>
                  <a:pt x="205" y="801"/>
                </a:lnTo>
                <a:lnTo>
                  <a:pt x="225" y="814"/>
                </a:lnTo>
                <a:lnTo>
                  <a:pt x="246" y="826"/>
                </a:lnTo>
                <a:lnTo>
                  <a:pt x="267" y="837"/>
                </a:lnTo>
                <a:lnTo>
                  <a:pt x="289" y="846"/>
                </a:lnTo>
                <a:lnTo>
                  <a:pt x="311" y="855"/>
                </a:lnTo>
                <a:lnTo>
                  <a:pt x="335" y="864"/>
                </a:lnTo>
                <a:lnTo>
                  <a:pt x="359" y="870"/>
                </a:lnTo>
                <a:lnTo>
                  <a:pt x="382" y="876"/>
                </a:lnTo>
                <a:lnTo>
                  <a:pt x="407" y="882"/>
                </a:lnTo>
                <a:lnTo>
                  <a:pt x="433" y="885"/>
                </a:lnTo>
                <a:lnTo>
                  <a:pt x="457" y="888"/>
                </a:lnTo>
                <a:lnTo>
                  <a:pt x="483" y="889"/>
                </a:lnTo>
                <a:lnTo>
                  <a:pt x="510" y="890"/>
                </a:lnTo>
                <a:lnTo>
                  <a:pt x="510" y="890"/>
                </a:lnTo>
                <a:lnTo>
                  <a:pt x="536" y="889"/>
                </a:lnTo>
                <a:lnTo>
                  <a:pt x="561" y="888"/>
                </a:lnTo>
                <a:lnTo>
                  <a:pt x="587" y="885"/>
                </a:lnTo>
                <a:lnTo>
                  <a:pt x="612" y="882"/>
                </a:lnTo>
                <a:lnTo>
                  <a:pt x="636" y="876"/>
                </a:lnTo>
                <a:lnTo>
                  <a:pt x="661" y="870"/>
                </a:lnTo>
                <a:lnTo>
                  <a:pt x="685" y="864"/>
                </a:lnTo>
                <a:lnTo>
                  <a:pt x="707" y="855"/>
                </a:lnTo>
                <a:lnTo>
                  <a:pt x="730" y="846"/>
                </a:lnTo>
                <a:lnTo>
                  <a:pt x="752" y="837"/>
                </a:lnTo>
                <a:lnTo>
                  <a:pt x="773" y="826"/>
                </a:lnTo>
                <a:lnTo>
                  <a:pt x="794" y="814"/>
                </a:lnTo>
                <a:lnTo>
                  <a:pt x="813" y="801"/>
                </a:lnTo>
                <a:lnTo>
                  <a:pt x="833" y="788"/>
                </a:lnTo>
                <a:lnTo>
                  <a:pt x="851" y="775"/>
                </a:lnTo>
                <a:lnTo>
                  <a:pt x="869" y="760"/>
                </a:lnTo>
                <a:lnTo>
                  <a:pt x="886" y="744"/>
                </a:lnTo>
                <a:lnTo>
                  <a:pt x="903" y="728"/>
                </a:lnTo>
                <a:lnTo>
                  <a:pt x="918" y="711"/>
                </a:lnTo>
                <a:lnTo>
                  <a:pt x="931" y="694"/>
                </a:lnTo>
                <a:lnTo>
                  <a:pt x="944" y="676"/>
                </a:lnTo>
                <a:lnTo>
                  <a:pt x="957" y="658"/>
                </a:lnTo>
                <a:lnTo>
                  <a:pt x="968" y="638"/>
                </a:lnTo>
                <a:lnTo>
                  <a:pt x="979" y="618"/>
                </a:lnTo>
                <a:lnTo>
                  <a:pt x="987" y="599"/>
                </a:lnTo>
                <a:lnTo>
                  <a:pt x="996" y="577"/>
                </a:lnTo>
                <a:lnTo>
                  <a:pt x="1002" y="557"/>
                </a:lnTo>
                <a:lnTo>
                  <a:pt x="1008" y="535"/>
                </a:lnTo>
                <a:lnTo>
                  <a:pt x="1013" y="513"/>
                </a:lnTo>
                <a:lnTo>
                  <a:pt x="1016" y="490"/>
                </a:lnTo>
                <a:lnTo>
                  <a:pt x="1017" y="468"/>
                </a:lnTo>
                <a:lnTo>
                  <a:pt x="1018" y="445"/>
                </a:lnTo>
                <a:lnTo>
                  <a:pt x="1018" y="445"/>
                </a:lnTo>
                <a:lnTo>
                  <a:pt x="1017" y="423"/>
                </a:lnTo>
                <a:lnTo>
                  <a:pt x="1016" y="400"/>
                </a:lnTo>
                <a:lnTo>
                  <a:pt x="1013" y="378"/>
                </a:lnTo>
                <a:lnTo>
                  <a:pt x="1008" y="355"/>
                </a:lnTo>
                <a:lnTo>
                  <a:pt x="1002" y="334"/>
                </a:lnTo>
                <a:lnTo>
                  <a:pt x="996" y="313"/>
                </a:lnTo>
                <a:lnTo>
                  <a:pt x="987" y="292"/>
                </a:lnTo>
                <a:lnTo>
                  <a:pt x="979" y="272"/>
                </a:lnTo>
                <a:lnTo>
                  <a:pt x="968" y="252"/>
                </a:lnTo>
                <a:lnTo>
                  <a:pt x="957" y="233"/>
                </a:lnTo>
                <a:lnTo>
                  <a:pt x="944" y="214"/>
                </a:lnTo>
                <a:lnTo>
                  <a:pt x="931" y="196"/>
                </a:lnTo>
                <a:lnTo>
                  <a:pt x="918" y="179"/>
                </a:lnTo>
                <a:lnTo>
                  <a:pt x="903" y="162"/>
                </a:lnTo>
                <a:lnTo>
                  <a:pt x="886" y="146"/>
                </a:lnTo>
                <a:lnTo>
                  <a:pt x="869" y="131"/>
                </a:lnTo>
                <a:lnTo>
                  <a:pt x="851" y="116"/>
                </a:lnTo>
                <a:lnTo>
                  <a:pt x="833" y="102"/>
                </a:lnTo>
                <a:lnTo>
                  <a:pt x="813" y="89"/>
                </a:lnTo>
                <a:lnTo>
                  <a:pt x="794" y="76"/>
                </a:lnTo>
                <a:lnTo>
                  <a:pt x="773" y="64"/>
                </a:lnTo>
                <a:lnTo>
                  <a:pt x="752" y="54"/>
                </a:lnTo>
                <a:lnTo>
                  <a:pt x="730" y="44"/>
                </a:lnTo>
                <a:lnTo>
                  <a:pt x="707" y="35"/>
                </a:lnTo>
                <a:lnTo>
                  <a:pt x="685" y="27"/>
                </a:lnTo>
                <a:lnTo>
                  <a:pt x="661" y="20"/>
                </a:lnTo>
                <a:lnTo>
                  <a:pt x="636" y="14"/>
                </a:lnTo>
                <a:lnTo>
                  <a:pt x="612" y="8"/>
                </a:lnTo>
                <a:lnTo>
                  <a:pt x="587" y="5"/>
                </a:lnTo>
                <a:lnTo>
                  <a:pt x="561" y="2"/>
                </a:lnTo>
                <a:lnTo>
                  <a:pt x="536" y="1"/>
                </a:lnTo>
                <a:lnTo>
                  <a:pt x="510" y="0"/>
                </a:lnTo>
                <a:lnTo>
                  <a:pt x="510" y="0"/>
                </a:lnTo>
                <a:close/>
                <a:moveTo>
                  <a:pt x="330" y="96"/>
                </a:moveTo>
                <a:lnTo>
                  <a:pt x="330" y="96"/>
                </a:lnTo>
                <a:lnTo>
                  <a:pt x="317" y="115"/>
                </a:lnTo>
                <a:lnTo>
                  <a:pt x="304" y="134"/>
                </a:lnTo>
                <a:lnTo>
                  <a:pt x="292" y="154"/>
                </a:lnTo>
                <a:lnTo>
                  <a:pt x="280" y="176"/>
                </a:lnTo>
                <a:lnTo>
                  <a:pt x="280" y="176"/>
                </a:lnTo>
                <a:lnTo>
                  <a:pt x="253" y="163"/>
                </a:lnTo>
                <a:lnTo>
                  <a:pt x="230" y="149"/>
                </a:lnTo>
                <a:lnTo>
                  <a:pt x="230" y="149"/>
                </a:lnTo>
                <a:lnTo>
                  <a:pt x="253" y="134"/>
                </a:lnTo>
                <a:lnTo>
                  <a:pt x="278" y="120"/>
                </a:lnTo>
                <a:lnTo>
                  <a:pt x="304" y="107"/>
                </a:lnTo>
                <a:lnTo>
                  <a:pt x="330" y="96"/>
                </a:lnTo>
                <a:lnTo>
                  <a:pt x="330" y="96"/>
                </a:lnTo>
                <a:close/>
                <a:moveTo>
                  <a:pt x="177" y="192"/>
                </a:moveTo>
                <a:lnTo>
                  <a:pt x="177" y="192"/>
                </a:lnTo>
                <a:lnTo>
                  <a:pt x="195" y="204"/>
                </a:lnTo>
                <a:lnTo>
                  <a:pt x="215" y="216"/>
                </a:lnTo>
                <a:lnTo>
                  <a:pt x="235" y="226"/>
                </a:lnTo>
                <a:lnTo>
                  <a:pt x="256" y="236"/>
                </a:lnTo>
                <a:lnTo>
                  <a:pt x="256" y="236"/>
                </a:lnTo>
                <a:lnTo>
                  <a:pt x="249" y="256"/>
                </a:lnTo>
                <a:lnTo>
                  <a:pt x="244" y="278"/>
                </a:lnTo>
                <a:lnTo>
                  <a:pt x="238" y="299"/>
                </a:lnTo>
                <a:lnTo>
                  <a:pt x="234" y="321"/>
                </a:lnTo>
                <a:lnTo>
                  <a:pt x="231" y="343"/>
                </a:lnTo>
                <a:lnTo>
                  <a:pt x="228" y="366"/>
                </a:lnTo>
                <a:lnTo>
                  <a:pt x="225" y="389"/>
                </a:lnTo>
                <a:lnTo>
                  <a:pt x="224" y="413"/>
                </a:lnTo>
                <a:lnTo>
                  <a:pt x="66" y="413"/>
                </a:lnTo>
                <a:lnTo>
                  <a:pt x="66" y="413"/>
                </a:lnTo>
                <a:lnTo>
                  <a:pt x="68" y="398"/>
                </a:lnTo>
                <a:lnTo>
                  <a:pt x="71" y="382"/>
                </a:lnTo>
                <a:lnTo>
                  <a:pt x="74" y="367"/>
                </a:lnTo>
                <a:lnTo>
                  <a:pt x="78" y="352"/>
                </a:lnTo>
                <a:lnTo>
                  <a:pt x="83" y="337"/>
                </a:lnTo>
                <a:lnTo>
                  <a:pt x="88" y="322"/>
                </a:lnTo>
                <a:lnTo>
                  <a:pt x="95" y="308"/>
                </a:lnTo>
                <a:lnTo>
                  <a:pt x="101" y="294"/>
                </a:lnTo>
                <a:lnTo>
                  <a:pt x="109" y="280"/>
                </a:lnTo>
                <a:lnTo>
                  <a:pt x="117" y="266"/>
                </a:lnTo>
                <a:lnTo>
                  <a:pt x="126" y="253"/>
                </a:lnTo>
                <a:lnTo>
                  <a:pt x="134" y="240"/>
                </a:lnTo>
                <a:lnTo>
                  <a:pt x="145" y="227"/>
                </a:lnTo>
                <a:lnTo>
                  <a:pt x="155" y="216"/>
                </a:lnTo>
                <a:lnTo>
                  <a:pt x="177" y="192"/>
                </a:lnTo>
                <a:lnTo>
                  <a:pt x="177" y="192"/>
                </a:lnTo>
                <a:close/>
                <a:moveTo>
                  <a:pt x="66" y="477"/>
                </a:moveTo>
                <a:lnTo>
                  <a:pt x="224" y="477"/>
                </a:lnTo>
                <a:lnTo>
                  <a:pt x="224" y="477"/>
                </a:lnTo>
                <a:lnTo>
                  <a:pt x="225" y="501"/>
                </a:lnTo>
                <a:lnTo>
                  <a:pt x="228" y="525"/>
                </a:lnTo>
                <a:lnTo>
                  <a:pt x="231" y="547"/>
                </a:lnTo>
                <a:lnTo>
                  <a:pt x="234" y="570"/>
                </a:lnTo>
                <a:lnTo>
                  <a:pt x="238" y="591"/>
                </a:lnTo>
                <a:lnTo>
                  <a:pt x="244" y="613"/>
                </a:lnTo>
                <a:lnTo>
                  <a:pt x="249" y="634"/>
                </a:lnTo>
                <a:lnTo>
                  <a:pt x="256" y="654"/>
                </a:lnTo>
                <a:lnTo>
                  <a:pt x="256" y="654"/>
                </a:lnTo>
                <a:lnTo>
                  <a:pt x="235" y="664"/>
                </a:lnTo>
                <a:lnTo>
                  <a:pt x="215" y="675"/>
                </a:lnTo>
                <a:lnTo>
                  <a:pt x="195" y="687"/>
                </a:lnTo>
                <a:lnTo>
                  <a:pt x="177" y="698"/>
                </a:lnTo>
                <a:lnTo>
                  <a:pt x="177" y="698"/>
                </a:lnTo>
                <a:lnTo>
                  <a:pt x="155" y="675"/>
                </a:lnTo>
                <a:lnTo>
                  <a:pt x="145" y="663"/>
                </a:lnTo>
                <a:lnTo>
                  <a:pt x="135" y="650"/>
                </a:lnTo>
                <a:lnTo>
                  <a:pt x="126" y="637"/>
                </a:lnTo>
                <a:lnTo>
                  <a:pt x="117" y="624"/>
                </a:lnTo>
                <a:lnTo>
                  <a:pt x="109" y="610"/>
                </a:lnTo>
                <a:lnTo>
                  <a:pt x="101" y="597"/>
                </a:lnTo>
                <a:lnTo>
                  <a:pt x="95" y="582"/>
                </a:lnTo>
                <a:lnTo>
                  <a:pt x="88" y="569"/>
                </a:lnTo>
                <a:lnTo>
                  <a:pt x="83" y="554"/>
                </a:lnTo>
                <a:lnTo>
                  <a:pt x="78" y="538"/>
                </a:lnTo>
                <a:lnTo>
                  <a:pt x="74" y="523"/>
                </a:lnTo>
                <a:lnTo>
                  <a:pt x="71" y="508"/>
                </a:lnTo>
                <a:lnTo>
                  <a:pt x="68" y="492"/>
                </a:lnTo>
                <a:lnTo>
                  <a:pt x="66" y="477"/>
                </a:lnTo>
                <a:lnTo>
                  <a:pt x="66" y="477"/>
                </a:lnTo>
                <a:close/>
                <a:moveTo>
                  <a:pt x="230" y="741"/>
                </a:moveTo>
                <a:lnTo>
                  <a:pt x="230" y="741"/>
                </a:lnTo>
                <a:lnTo>
                  <a:pt x="253" y="727"/>
                </a:lnTo>
                <a:lnTo>
                  <a:pt x="280" y="714"/>
                </a:lnTo>
                <a:lnTo>
                  <a:pt x="280" y="714"/>
                </a:lnTo>
                <a:lnTo>
                  <a:pt x="292" y="736"/>
                </a:lnTo>
                <a:lnTo>
                  <a:pt x="304" y="756"/>
                </a:lnTo>
                <a:lnTo>
                  <a:pt x="317" y="776"/>
                </a:lnTo>
                <a:lnTo>
                  <a:pt x="330" y="794"/>
                </a:lnTo>
                <a:lnTo>
                  <a:pt x="330" y="794"/>
                </a:lnTo>
                <a:lnTo>
                  <a:pt x="304" y="783"/>
                </a:lnTo>
                <a:lnTo>
                  <a:pt x="278" y="770"/>
                </a:lnTo>
                <a:lnTo>
                  <a:pt x="253" y="756"/>
                </a:lnTo>
                <a:lnTo>
                  <a:pt x="230" y="741"/>
                </a:lnTo>
                <a:lnTo>
                  <a:pt x="230" y="741"/>
                </a:lnTo>
                <a:close/>
                <a:moveTo>
                  <a:pt x="478" y="822"/>
                </a:moveTo>
                <a:lnTo>
                  <a:pt x="478" y="822"/>
                </a:lnTo>
                <a:lnTo>
                  <a:pt x="468" y="820"/>
                </a:lnTo>
                <a:lnTo>
                  <a:pt x="458" y="815"/>
                </a:lnTo>
                <a:lnTo>
                  <a:pt x="449" y="811"/>
                </a:lnTo>
                <a:lnTo>
                  <a:pt x="439" y="806"/>
                </a:lnTo>
                <a:lnTo>
                  <a:pt x="429" y="799"/>
                </a:lnTo>
                <a:lnTo>
                  <a:pt x="420" y="793"/>
                </a:lnTo>
                <a:lnTo>
                  <a:pt x="403" y="778"/>
                </a:lnTo>
                <a:lnTo>
                  <a:pt x="385" y="760"/>
                </a:lnTo>
                <a:lnTo>
                  <a:pt x="369" y="739"/>
                </a:lnTo>
                <a:lnTo>
                  <a:pt x="355" y="717"/>
                </a:lnTo>
                <a:lnTo>
                  <a:pt x="341" y="692"/>
                </a:lnTo>
                <a:lnTo>
                  <a:pt x="341" y="692"/>
                </a:lnTo>
                <a:lnTo>
                  <a:pt x="374" y="683"/>
                </a:lnTo>
                <a:lnTo>
                  <a:pt x="407" y="677"/>
                </a:lnTo>
                <a:lnTo>
                  <a:pt x="442" y="672"/>
                </a:lnTo>
                <a:lnTo>
                  <a:pt x="478" y="669"/>
                </a:lnTo>
                <a:lnTo>
                  <a:pt x="478" y="822"/>
                </a:lnTo>
                <a:close/>
                <a:moveTo>
                  <a:pt x="478" y="605"/>
                </a:moveTo>
                <a:lnTo>
                  <a:pt x="478" y="605"/>
                </a:lnTo>
                <a:lnTo>
                  <a:pt x="435" y="608"/>
                </a:lnTo>
                <a:lnTo>
                  <a:pt x="394" y="614"/>
                </a:lnTo>
                <a:lnTo>
                  <a:pt x="374" y="618"/>
                </a:lnTo>
                <a:lnTo>
                  <a:pt x="354" y="622"/>
                </a:lnTo>
                <a:lnTo>
                  <a:pt x="335" y="626"/>
                </a:lnTo>
                <a:lnTo>
                  <a:pt x="317" y="632"/>
                </a:lnTo>
                <a:lnTo>
                  <a:pt x="317" y="632"/>
                </a:lnTo>
                <a:lnTo>
                  <a:pt x="311" y="615"/>
                </a:lnTo>
                <a:lnTo>
                  <a:pt x="306" y="595"/>
                </a:lnTo>
                <a:lnTo>
                  <a:pt x="302" y="577"/>
                </a:lnTo>
                <a:lnTo>
                  <a:pt x="297" y="558"/>
                </a:lnTo>
                <a:lnTo>
                  <a:pt x="294" y="538"/>
                </a:lnTo>
                <a:lnTo>
                  <a:pt x="291" y="518"/>
                </a:lnTo>
                <a:lnTo>
                  <a:pt x="289" y="498"/>
                </a:lnTo>
                <a:lnTo>
                  <a:pt x="288" y="477"/>
                </a:lnTo>
                <a:lnTo>
                  <a:pt x="478" y="477"/>
                </a:lnTo>
                <a:lnTo>
                  <a:pt x="478" y="605"/>
                </a:lnTo>
                <a:close/>
                <a:moveTo>
                  <a:pt x="478" y="413"/>
                </a:moveTo>
                <a:lnTo>
                  <a:pt x="288" y="413"/>
                </a:lnTo>
                <a:lnTo>
                  <a:pt x="288" y="413"/>
                </a:lnTo>
                <a:lnTo>
                  <a:pt x="289" y="393"/>
                </a:lnTo>
                <a:lnTo>
                  <a:pt x="291" y="372"/>
                </a:lnTo>
                <a:lnTo>
                  <a:pt x="294" y="352"/>
                </a:lnTo>
                <a:lnTo>
                  <a:pt x="297" y="332"/>
                </a:lnTo>
                <a:lnTo>
                  <a:pt x="302" y="313"/>
                </a:lnTo>
                <a:lnTo>
                  <a:pt x="306" y="295"/>
                </a:lnTo>
                <a:lnTo>
                  <a:pt x="311" y="276"/>
                </a:lnTo>
                <a:lnTo>
                  <a:pt x="317" y="258"/>
                </a:lnTo>
                <a:lnTo>
                  <a:pt x="317" y="258"/>
                </a:lnTo>
                <a:lnTo>
                  <a:pt x="335" y="264"/>
                </a:lnTo>
                <a:lnTo>
                  <a:pt x="354" y="268"/>
                </a:lnTo>
                <a:lnTo>
                  <a:pt x="394" y="277"/>
                </a:lnTo>
                <a:lnTo>
                  <a:pt x="435" y="282"/>
                </a:lnTo>
                <a:lnTo>
                  <a:pt x="478" y="285"/>
                </a:lnTo>
                <a:lnTo>
                  <a:pt x="478" y="413"/>
                </a:lnTo>
                <a:close/>
                <a:moveTo>
                  <a:pt x="478" y="221"/>
                </a:moveTo>
                <a:lnTo>
                  <a:pt x="478" y="221"/>
                </a:lnTo>
                <a:lnTo>
                  <a:pt x="442" y="219"/>
                </a:lnTo>
                <a:lnTo>
                  <a:pt x="407" y="213"/>
                </a:lnTo>
                <a:lnTo>
                  <a:pt x="374" y="207"/>
                </a:lnTo>
                <a:lnTo>
                  <a:pt x="341" y="198"/>
                </a:lnTo>
                <a:lnTo>
                  <a:pt x="341" y="198"/>
                </a:lnTo>
                <a:lnTo>
                  <a:pt x="355" y="174"/>
                </a:lnTo>
                <a:lnTo>
                  <a:pt x="369" y="151"/>
                </a:lnTo>
                <a:lnTo>
                  <a:pt x="385" y="131"/>
                </a:lnTo>
                <a:lnTo>
                  <a:pt x="403" y="113"/>
                </a:lnTo>
                <a:lnTo>
                  <a:pt x="420" y="98"/>
                </a:lnTo>
                <a:lnTo>
                  <a:pt x="429" y="91"/>
                </a:lnTo>
                <a:lnTo>
                  <a:pt x="439" y="85"/>
                </a:lnTo>
                <a:lnTo>
                  <a:pt x="449" y="79"/>
                </a:lnTo>
                <a:lnTo>
                  <a:pt x="458" y="75"/>
                </a:lnTo>
                <a:lnTo>
                  <a:pt x="468" y="71"/>
                </a:lnTo>
                <a:lnTo>
                  <a:pt x="478" y="69"/>
                </a:lnTo>
                <a:lnTo>
                  <a:pt x="478" y="221"/>
                </a:lnTo>
                <a:close/>
                <a:moveTo>
                  <a:pt x="953" y="413"/>
                </a:moveTo>
                <a:lnTo>
                  <a:pt x="795" y="413"/>
                </a:lnTo>
                <a:lnTo>
                  <a:pt x="795" y="413"/>
                </a:lnTo>
                <a:lnTo>
                  <a:pt x="793" y="389"/>
                </a:lnTo>
                <a:lnTo>
                  <a:pt x="791" y="366"/>
                </a:lnTo>
                <a:lnTo>
                  <a:pt x="789" y="343"/>
                </a:lnTo>
                <a:lnTo>
                  <a:pt x="785" y="321"/>
                </a:lnTo>
                <a:lnTo>
                  <a:pt x="780" y="298"/>
                </a:lnTo>
                <a:lnTo>
                  <a:pt x="775" y="278"/>
                </a:lnTo>
                <a:lnTo>
                  <a:pt x="769" y="256"/>
                </a:lnTo>
                <a:lnTo>
                  <a:pt x="763" y="236"/>
                </a:lnTo>
                <a:lnTo>
                  <a:pt x="763" y="236"/>
                </a:lnTo>
                <a:lnTo>
                  <a:pt x="785" y="226"/>
                </a:lnTo>
                <a:lnTo>
                  <a:pt x="805" y="216"/>
                </a:lnTo>
                <a:lnTo>
                  <a:pt x="823" y="204"/>
                </a:lnTo>
                <a:lnTo>
                  <a:pt x="841" y="192"/>
                </a:lnTo>
                <a:lnTo>
                  <a:pt x="841" y="192"/>
                </a:lnTo>
                <a:lnTo>
                  <a:pt x="864" y="214"/>
                </a:lnTo>
                <a:lnTo>
                  <a:pt x="875" y="227"/>
                </a:lnTo>
                <a:lnTo>
                  <a:pt x="884" y="240"/>
                </a:lnTo>
                <a:lnTo>
                  <a:pt x="893" y="253"/>
                </a:lnTo>
                <a:lnTo>
                  <a:pt x="903" y="266"/>
                </a:lnTo>
                <a:lnTo>
                  <a:pt x="910" y="280"/>
                </a:lnTo>
                <a:lnTo>
                  <a:pt x="918" y="293"/>
                </a:lnTo>
                <a:lnTo>
                  <a:pt x="924" y="308"/>
                </a:lnTo>
                <a:lnTo>
                  <a:pt x="930" y="322"/>
                </a:lnTo>
                <a:lnTo>
                  <a:pt x="936" y="337"/>
                </a:lnTo>
                <a:lnTo>
                  <a:pt x="941" y="352"/>
                </a:lnTo>
                <a:lnTo>
                  <a:pt x="945" y="367"/>
                </a:lnTo>
                <a:lnTo>
                  <a:pt x="949" y="382"/>
                </a:lnTo>
                <a:lnTo>
                  <a:pt x="951" y="398"/>
                </a:lnTo>
                <a:lnTo>
                  <a:pt x="953" y="413"/>
                </a:lnTo>
                <a:lnTo>
                  <a:pt x="953" y="413"/>
                </a:lnTo>
                <a:close/>
                <a:moveTo>
                  <a:pt x="790" y="149"/>
                </a:moveTo>
                <a:lnTo>
                  <a:pt x="790" y="149"/>
                </a:lnTo>
                <a:lnTo>
                  <a:pt x="765" y="163"/>
                </a:lnTo>
                <a:lnTo>
                  <a:pt x="738" y="176"/>
                </a:lnTo>
                <a:lnTo>
                  <a:pt x="738" y="176"/>
                </a:lnTo>
                <a:lnTo>
                  <a:pt x="728" y="154"/>
                </a:lnTo>
                <a:lnTo>
                  <a:pt x="716" y="134"/>
                </a:lnTo>
                <a:lnTo>
                  <a:pt x="703" y="115"/>
                </a:lnTo>
                <a:lnTo>
                  <a:pt x="689" y="96"/>
                </a:lnTo>
                <a:lnTo>
                  <a:pt x="689" y="96"/>
                </a:lnTo>
                <a:lnTo>
                  <a:pt x="716" y="107"/>
                </a:lnTo>
                <a:lnTo>
                  <a:pt x="742" y="120"/>
                </a:lnTo>
                <a:lnTo>
                  <a:pt x="766" y="134"/>
                </a:lnTo>
                <a:lnTo>
                  <a:pt x="790" y="149"/>
                </a:lnTo>
                <a:lnTo>
                  <a:pt x="790" y="149"/>
                </a:lnTo>
                <a:close/>
                <a:moveTo>
                  <a:pt x="541" y="69"/>
                </a:moveTo>
                <a:lnTo>
                  <a:pt x="541" y="69"/>
                </a:lnTo>
                <a:lnTo>
                  <a:pt x="552" y="71"/>
                </a:lnTo>
                <a:lnTo>
                  <a:pt x="561" y="75"/>
                </a:lnTo>
                <a:lnTo>
                  <a:pt x="571" y="79"/>
                </a:lnTo>
                <a:lnTo>
                  <a:pt x="581" y="85"/>
                </a:lnTo>
                <a:lnTo>
                  <a:pt x="590" y="91"/>
                </a:lnTo>
                <a:lnTo>
                  <a:pt x="599" y="98"/>
                </a:lnTo>
                <a:lnTo>
                  <a:pt x="617" y="113"/>
                </a:lnTo>
                <a:lnTo>
                  <a:pt x="633" y="131"/>
                </a:lnTo>
                <a:lnTo>
                  <a:pt x="649" y="151"/>
                </a:lnTo>
                <a:lnTo>
                  <a:pt x="664" y="174"/>
                </a:lnTo>
                <a:lnTo>
                  <a:pt x="677" y="198"/>
                </a:lnTo>
                <a:lnTo>
                  <a:pt x="677" y="198"/>
                </a:lnTo>
                <a:lnTo>
                  <a:pt x="645" y="207"/>
                </a:lnTo>
                <a:lnTo>
                  <a:pt x="612" y="213"/>
                </a:lnTo>
                <a:lnTo>
                  <a:pt x="577" y="219"/>
                </a:lnTo>
                <a:lnTo>
                  <a:pt x="541" y="221"/>
                </a:lnTo>
                <a:lnTo>
                  <a:pt x="541" y="69"/>
                </a:lnTo>
                <a:close/>
                <a:moveTo>
                  <a:pt x="541" y="285"/>
                </a:moveTo>
                <a:lnTo>
                  <a:pt x="541" y="285"/>
                </a:lnTo>
                <a:lnTo>
                  <a:pt x="584" y="282"/>
                </a:lnTo>
                <a:lnTo>
                  <a:pt x="625" y="277"/>
                </a:lnTo>
                <a:lnTo>
                  <a:pt x="664" y="268"/>
                </a:lnTo>
                <a:lnTo>
                  <a:pt x="684" y="264"/>
                </a:lnTo>
                <a:lnTo>
                  <a:pt x="703" y="258"/>
                </a:lnTo>
                <a:lnTo>
                  <a:pt x="703" y="258"/>
                </a:lnTo>
                <a:lnTo>
                  <a:pt x="708" y="276"/>
                </a:lnTo>
                <a:lnTo>
                  <a:pt x="714" y="295"/>
                </a:lnTo>
                <a:lnTo>
                  <a:pt x="718" y="313"/>
                </a:lnTo>
                <a:lnTo>
                  <a:pt x="721" y="332"/>
                </a:lnTo>
                <a:lnTo>
                  <a:pt x="725" y="352"/>
                </a:lnTo>
                <a:lnTo>
                  <a:pt x="728" y="372"/>
                </a:lnTo>
                <a:lnTo>
                  <a:pt x="730" y="393"/>
                </a:lnTo>
                <a:lnTo>
                  <a:pt x="731" y="413"/>
                </a:lnTo>
                <a:lnTo>
                  <a:pt x="541" y="413"/>
                </a:lnTo>
                <a:lnTo>
                  <a:pt x="541" y="285"/>
                </a:lnTo>
                <a:close/>
                <a:moveTo>
                  <a:pt x="541" y="477"/>
                </a:moveTo>
                <a:lnTo>
                  <a:pt x="731" y="477"/>
                </a:lnTo>
                <a:lnTo>
                  <a:pt x="731" y="477"/>
                </a:lnTo>
                <a:lnTo>
                  <a:pt x="730" y="498"/>
                </a:lnTo>
                <a:lnTo>
                  <a:pt x="728" y="518"/>
                </a:lnTo>
                <a:lnTo>
                  <a:pt x="725" y="538"/>
                </a:lnTo>
                <a:lnTo>
                  <a:pt x="721" y="558"/>
                </a:lnTo>
                <a:lnTo>
                  <a:pt x="718" y="577"/>
                </a:lnTo>
                <a:lnTo>
                  <a:pt x="714" y="596"/>
                </a:lnTo>
                <a:lnTo>
                  <a:pt x="708" y="615"/>
                </a:lnTo>
                <a:lnTo>
                  <a:pt x="703" y="632"/>
                </a:lnTo>
                <a:lnTo>
                  <a:pt x="703" y="632"/>
                </a:lnTo>
                <a:lnTo>
                  <a:pt x="684" y="626"/>
                </a:lnTo>
                <a:lnTo>
                  <a:pt x="664" y="622"/>
                </a:lnTo>
                <a:lnTo>
                  <a:pt x="625" y="614"/>
                </a:lnTo>
                <a:lnTo>
                  <a:pt x="584" y="608"/>
                </a:lnTo>
                <a:lnTo>
                  <a:pt x="541" y="605"/>
                </a:lnTo>
                <a:lnTo>
                  <a:pt x="541" y="477"/>
                </a:lnTo>
                <a:close/>
                <a:moveTo>
                  <a:pt x="541" y="822"/>
                </a:moveTo>
                <a:lnTo>
                  <a:pt x="541" y="669"/>
                </a:lnTo>
                <a:lnTo>
                  <a:pt x="541" y="669"/>
                </a:lnTo>
                <a:lnTo>
                  <a:pt x="577" y="672"/>
                </a:lnTo>
                <a:lnTo>
                  <a:pt x="612" y="677"/>
                </a:lnTo>
                <a:lnTo>
                  <a:pt x="645" y="683"/>
                </a:lnTo>
                <a:lnTo>
                  <a:pt x="678" y="692"/>
                </a:lnTo>
                <a:lnTo>
                  <a:pt x="678" y="692"/>
                </a:lnTo>
                <a:lnTo>
                  <a:pt x="664" y="717"/>
                </a:lnTo>
                <a:lnTo>
                  <a:pt x="649" y="739"/>
                </a:lnTo>
                <a:lnTo>
                  <a:pt x="633" y="760"/>
                </a:lnTo>
                <a:lnTo>
                  <a:pt x="617" y="778"/>
                </a:lnTo>
                <a:lnTo>
                  <a:pt x="599" y="793"/>
                </a:lnTo>
                <a:lnTo>
                  <a:pt x="590" y="799"/>
                </a:lnTo>
                <a:lnTo>
                  <a:pt x="581" y="806"/>
                </a:lnTo>
                <a:lnTo>
                  <a:pt x="571" y="811"/>
                </a:lnTo>
                <a:lnTo>
                  <a:pt x="561" y="815"/>
                </a:lnTo>
                <a:lnTo>
                  <a:pt x="552" y="820"/>
                </a:lnTo>
                <a:lnTo>
                  <a:pt x="541" y="822"/>
                </a:lnTo>
                <a:lnTo>
                  <a:pt x="541" y="822"/>
                </a:lnTo>
                <a:close/>
                <a:moveTo>
                  <a:pt x="689" y="794"/>
                </a:moveTo>
                <a:lnTo>
                  <a:pt x="689" y="794"/>
                </a:lnTo>
                <a:lnTo>
                  <a:pt x="703" y="777"/>
                </a:lnTo>
                <a:lnTo>
                  <a:pt x="716" y="756"/>
                </a:lnTo>
                <a:lnTo>
                  <a:pt x="728" y="736"/>
                </a:lnTo>
                <a:lnTo>
                  <a:pt x="738" y="714"/>
                </a:lnTo>
                <a:lnTo>
                  <a:pt x="738" y="714"/>
                </a:lnTo>
                <a:lnTo>
                  <a:pt x="765" y="727"/>
                </a:lnTo>
                <a:lnTo>
                  <a:pt x="790" y="741"/>
                </a:lnTo>
                <a:lnTo>
                  <a:pt x="790" y="741"/>
                </a:lnTo>
                <a:lnTo>
                  <a:pt x="766" y="756"/>
                </a:lnTo>
                <a:lnTo>
                  <a:pt x="742" y="770"/>
                </a:lnTo>
                <a:lnTo>
                  <a:pt x="716" y="783"/>
                </a:lnTo>
                <a:lnTo>
                  <a:pt x="689" y="794"/>
                </a:lnTo>
                <a:lnTo>
                  <a:pt x="689" y="794"/>
                </a:lnTo>
                <a:close/>
                <a:moveTo>
                  <a:pt x="841" y="698"/>
                </a:moveTo>
                <a:lnTo>
                  <a:pt x="841" y="698"/>
                </a:lnTo>
                <a:lnTo>
                  <a:pt x="824" y="687"/>
                </a:lnTo>
                <a:lnTo>
                  <a:pt x="805" y="675"/>
                </a:lnTo>
                <a:lnTo>
                  <a:pt x="785" y="664"/>
                </a:lnTo>
                <a:lnTo>
                  <a:pt x="763" y="654"/>
                </a:lnTo>
                <a:lnTo>
                  <a:pt x="763" y="654"/>
                </a:lnTo>
                <a:lnTo>
                  <a:pt x="769" y="634"/>
                </a:lnTo>
                <a:lnTo>
                  <a:pt x="775" y="613"/>
                </a:lnTo>
                <a:lnTo>
                  <a:pt x="780" y="591"/>
                </a:lnTo>
                <a:lnTo>
                  <a:pt x="785" y="570"/>
                </a:lnTo>
                <a:lnTo>
                  <a:pt x="789" y="547"/>
                </a:lnTo>
                <a:lnTo>
                  <a:pt x="791" y="525"/>
                </a:lnTo>
                <a:lnTo>
                  <a:pt x="793" y="501"/>
                </a:lnTo>
                <a:lnTo>
                  <a:pt x="795" y="477"/>
                </a:lnTo>
                <a:lnTo>
                  <a:pt x="953" y="477"/>
                </a:lnTo>
                <a:lnTo>
                  <a:pt x="953" y="477"/>
                </a:lnTo>
                <a:lnTo>
                  <a:pt x="951" y="492"/>
                </a:lnTo>
                <a:lnTo>
                  <a:pt x="949" y="508"/>
                </a:lnTo>
                <a:lnTo>
                  <a:pt x="945" y="523"/>
                </a:lnTo>
                <a:lnTo>
                  <a:pt x="941" y="538"/>
                </a:lnTo>
                <a:lnTo>
                  <a:pt x="936" y="554"/>
                </a:lnTo>
                <a:lnTo>
                  <a:pt x="930" y="569"/>
                </a:lnTo>
                <a:lnTo>
                  <a:pt x="924" y="582"/>
                </a:lnTo>
                <a:lnTo>
                  <a:pt x="918" y="596"/>
                </a:lnTo>
                <a:lnTo>
                  <a:pt x="910" y="610"/>
                </a:lnTo>
                <a:lnTo>
                  <a:pt x="903" y="624"/>
                </a:lnTo>
                <a:lnTo>
                  <a:pt x="894" y="637"/>
                </a:lnTo>
                <a:lnTo>
                  <a:pt x="884" y="650"/>
                </a:lnTo>
                <a:lnTo>
                  <a:pt x="875" y="663"/>
                </a:lnTo>
                <a:lnTo>
                  <a:pt x="864" y="675"/>
                </a:lnTo>
                <a:lnTo>
                  <a:pt x="841" y="698"/>
                </a:lnTo>
                <a:lnTo>
                  <a:pt x="841" y="69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BD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3" name="Freeform 28"/>
          <p:cNvSpPr>
            <a:spLocks noEditPoints="1" noChangeArrowheads="1"/>
          </p:cNvSpPr>
          <p:nvPr/>
        </p:nvSpPr>
        <p:spPr bwMode="auto">
          <a:xfrm>
            <a:off x="2437353" y="2253803"/>
            <a:ext cx="379130" cy="342907"/>
          </a:xfrm>
          <a:custGeom>
            <a:avLst/>
            <a:gdLst>
              <a:gd name="T0" fmla="*/ 14 w 86"/>
              <a:gd name="T1" fmla="*/ 9 h 78"/>
              <a:gd name="T2" fmla="*/ 22 w 86"/>
              <a:gd name="T3" fmla="*/ 0 h 78"/>
              <a:gd name="T4" fmla="*/ 30 w 86"/>
              <a:gd name="T5" fmla="*/ 10 h 78"/>
              <a:gd name="T6" fmla="*/ 37 w 86"/>
              <a:gd name="T7" fmla="*/ 3 h 78"/>
              <a:gd name="T8" fmla="*/ 49 w 86"/>
              <a:gd name="T9" fmla="*/ 3 h 78"/>
              <a:gd name="T10" fmla="*/ 56 w 86"/>
              <a:gd name="T11" fmla="*/ 10 h 78"/>
              <a:gd name="T12" fmla="*/ 64 w 86"/>
              <a:gd name="T13" fmla="*/ 0 h 78"/>
              <a:gd name="T14" fmla="*/ 73 w 86"/>
              <a:gd name="T15" fmla="*/ 9 h 78"/>
              <a:gd name="T16" fmla="*/ 86 w 86"/>
              <a:gd name="T17" fmla="*/ 10 h 78"/>
              <a:gd name="T18" fmla="*/ 86 w 86"/>
              <a:gd name="T19" fmla="*/ 78 h 78"/>
              <a:gd name="T20" fmla="*/ 23 w 86"/>
              <a:gd name="T21" fmla="*/ 78 h 78"/>
              <a:gd name="T22" fmla="*/ 0 w 86"/>
              <a:gd name="T23" fmla="*/ 69 h 78"/>
              <a:gd name="T24" fmla="*/ 0 w 86"/>
              <a:gd name="T25" fmla="*/ 10 h 78"/>
              <a:gd name="T26" fmla="*/ 15 w 86"/>
              <a:gd name="T27" fmla="*/ 56 h 78"/>
              <a:gd name="T28" fmla="*/ 28 w 86"/>
              <a:gd name="T29" fmla="*/ 68 h 78"/>
              <a:gd name="T30" fmla="*/ 73 w 86"/>
              <a:gd name="T31" fmla="*/ 20 h 78"/>
              <a:gd name="T32" fmla="*/ 64 w 86"/>
              <a:gd name="T33" fmla="*/ 29 h 78"/>
              <a:gd name="T34" fmla="*/ 56 w 86"/>
              <a:gd name="T35" fmla="*/ 21 h 78"/>
              <a:gd name="T36" fmla="*/ 52 w 86"/>
              <a:gd name="T37" fmla="*/ 21 h 78"/>
              <a:gd name="T38" fmla="*/ 43 w 86"/>
              <a:gd name="T39" fmla="*/ 29 h 78"/>
              <a:gd name="T40" fmla="*/ 35 w 86"/>
              <a:gd name="T41" fmla="*/ 20 h 78"/>
              <a:gd name="T42" fmla="*/ 28 w 86"/>
              <a:gd name="T43" fmla="*/ 27 h 78"/>
              <a:gd name="T44" fmla="*/ 16 w 86"/>
              <a:gd name="T45" fmla="*/ 27 h 78"/>
              <a:gd name="T46" fmla="*/ 10 w 86"/>
              <a:gd name="T47" fmla="*/ 20 h 78"/>
              <a:gd name="T48" fmla="*/ 16 w 86"/>
              <a:gd name="T49" fmla="*/ 62 h 78"/>
              <a:gd name="T50" fmla="*/ 54 w 86"/>
              <a:gd name="T51" fmla="*/ 49 h 78"/>
              <a:gd name="T52" fmla="*/ 66 w 86"/>
              <a:gd name="T53" fmla="*/ 49 h 78"/>
              <a:gd name="T54" fmla="*/ 38 w 86"/>
              <a:gd name="T55" fmla="*/ 56 h 78"/>
              <a:gd name="T56" fmla="*/ 38 w 86"/>
              <a:gd name="T57" fmla="*/ 49 h 78"/>
              <a:gd name="T58" fmla="*/ 32 w 86"/>
              <a:gd name="T59" fmla="*/ 56 h 78"/>
              <a:gd name="T60" fmla="*/ 54 w 86"/>
              <a:gd name="T61" fmla="*/ 36 h 78"/>
              <a:gd name="T62" fmla="*/ 66 w 86"/>
              <a:gd name="T63" fmla="*/ 36 h 78"/>
              <a:gd name="T64" fmla="*/ 38 w 86"/>
              <a:gd name="T65" fmla="*/ 43 h 78"/>
              <a:gd name="T66" fmla="*/ 38 w 86"/>
              <a:gd name="T67" fmla="*/ 36 h 78"/>
              <a:gd name="T68" fmla="*/ 32 w 86"/>
              <a:gd name="T69" fmla="*/ 43 h 78"/>
              <a:gd name="T70" fmla="*/ 64 w 86"/>
              <a:gd name="T71" fmla="*/ 5 h 78"/>
              <a:gd name="T72" fmla="*/ 61 w 86"/>
              <a:gd name="T73" fmla="*/ 9 h 78"/>
              <a:gd name="T74" fmla="*/ 64 w 86"/>
              <a:gd name="T75" fmla="*/ 25 h 78"/>
              <a:gd name="T76" fmla="*/ 68 w 86"/>
              <a:gd name="T77" fmla="*/ 21 h 78"/>
              <a:gd name="T78" fmla="*/ 64 w 86"/>
              <a:gd name="T79" fmla="*/ 5 h 78"/>
              <a:gd name="T80" fmla="*/ 41 w 86"/>
              <a:gd name="T81" fmla="*/ 6 h 78"/>
              <a:gd name="T82" fmla="*/ 41 w 86"/>
              <a:gd name="T83" fmla="*/ 23 h 78"/>
              <a:gd name="T84" fmla="*/ 46 w 86"/>
              <a:gd name="T85" fmla="*/ 23 h 78"/>
              <a:gd name="T86" fmla="*/ 46 w 86"/>
              <a:gd name="T87" fmla="*/ 6 h 78"/>
              <a:gd name="T88" fmla="*/ 22 w 86"/>
              <a:gd name="T89" fmla="*/ 5 h 78"/>
              <a:gd name="T90" fmla="*/ 19 w 86"/>
              <a:gd name="T91" fmla="*/ 21 h 78"/>
              <a:gd name="T92" fmla="*/ 22 w 86"/>
              <a:gd name="T93" fmla="*/ 25 h 78"/>
              <a:gd name="T94" fmla="*/ 25 w 86"/>
              <a:gd name="T95" fmla="*/ 9 h 7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86"/>
              <a:gd name="T145" fmla="*/ 0 h 78"/>
              <a:gd name="T146" fmla="*/ 86 w 86"/>
              <a:gd name="T147" fmla="*/ 78 h 78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86" h="78">
                <a:moveTo>
                  <a:pt x="5" y="10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6"/>
                  <a:pt x="14" y="4"/>
                  <a:pt x="16" y="3"/>
                </a:cubicBezTo>
                <a:cubicBezTo>
                  <a:pt x="18" y="1"/>
                  <a:pt x="20" y="0"/>
                  <a:pt x="22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4" y="0"/>
                  <a:pt x="26" y="1"/>
                  <a:pt x="28" y="3"/>
                </a:cubicBezTo>
                <a:cubicBezTo>
                  <a:pt x="29" y="4"/>
                  <a:pt x="30" y="6"/>
                  <a:pt x="30" y="9"/>
                </a:cubicBezTo>
                <a:cubicBezTo>
                  <a:pt x="30" y="10"/>
                  <a:pt x="30" y="10"/>
                  <a:pt x="30" y="10"/>
                </a:cubicBezTo>
                <a:cubicBezTo>
                  <a:pt x="35" y="10"/>
                  <a:pt x="35" y="10"/>
                  <a:pt x="35" y="10"/>
                </a:cubicBezTo>
                <a:cubicBezTo>
                  <a:pt x="35" y="9"/>
                  <a:pt x="35" y="9"/>
                  <a:pt x="35" y="9"/>
                </a:cubicBezTo>
                <a:cubicBezTo>
                  <a:pt x="35" y="6"/>
                  <a:pt x="36" y="4"/>
                  <a:pt x="37" y="3"/>
                </a:cubicBezTo>
                <a:cubicBezTo>
                  <a:pt x="39" y="1"/>
                  <a:pt x="41" y="0"/>
                  <a:pt x="43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6" y="0"/>
                  <a:pt x="48" y="1"/>
                  <a:pt x="49" y="3"/>
                </a:cubicBezTo>
                <a:cubicBezTo>
                  <a:pt x="51" y="4"/>
                  <a:pt x="52" y="6"/>
                  <a:pt x="52" y="9"/>
                </a:cubicBezTo>
                <a:cubicBezTo>
                  <a:pt x="52" y="10"/>
                  <a:pt x="52" y="10"/>
                  <a:pt x="52" y="10"/>
                </a:cubicBezTo>
                <a:cubicBezTo>
                  <a:pt x="56" y="10"/>
                  <a:pt x="56" y="10"/>
                  <a:pt x="56" y="10"/>
                </a:cubicBezTo>
                <a:cubicBezTo>
                  <a:pt x="56" y="9"/>
                  <a:pt x="56" y="9"/>
                  <a:pt x="56" y="9"/>
                </a:cubicBezTo>
                <a:cubicBezTo>
                  <a:pt x="56" y="6"/>
                  <a:pt x="57" y="4"/>
                  <a:pt x="58" y="3"/>
                </a:cubicBezTo>
                <a:cubicBezTo>
                  <a:pt x="60" y="1"/>
                  <a:pt x="62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7" y="0"/>
                  <a:pt x="69" y="1"/>
                  <a:pt x="70" y="3"/>
                </a:cubicBezTo>
                <a:cubicBezTo>
                  <a:pt x="72" y="4"/>
                  <a:pt x="73" y="6"/>
                  <a:pt x="73" y="9"/>
                </a:cubicBezTo>
                <a:cubicBezTo>
                  <a:pt x="73" y="10"/>
                  <a:pt x="73" y="10"/>
                  <a:pt x="73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6" y="10"/>
                  <a:pt x="86" y="10"/>
                  <a:pt x="86" y="10"/>
                </a:cubicBezTo>
                <a:cubicBezTo>
                  <a:pt x="86" y="15"/>
                  <a:pt x="86" y="15"/>
                  <a:pt x="86" y="15"/>
                </a:cubicBezTo>
                <a:cubicBezTo>
                  <a:pt x="86" y="73"/>
                  <a:pt x="86" y="73"/>
                  <a:pt x="86" y="73"/>
                </a:cubicBezTo>
                <a:cubicBezTo>
                  <a:pt x="86" y="78"/>
                  <a:pt x="86" y="78"/>
                  <a:pt x="86" y="78"/>
                </a:cubicBezTo>
                <a:cubicBezTo>
                  <a:pt x="81" y="78"/>
                  <a:pt x="81" y="78"/>
                  <a:pt x="81" y="78"/>
                </a:cubicBezTo>
                <a:cubicBezTo>
                  <a:pt x="24" y="78"/>
                  <a:pt x="24" y="78"/>
                  <a:pt x="24" y="78"/>
                </a:cubicBezTo>
                <a:cubicBezTo>
                  <a:pt x="23" y="78"/>
                  <a:pt x="23" y="78"/>
                  <a:pt x="23" y="78"/>
                </a:cubicBezTo>
                <a:cubicBezTo>
                  <a:pt x="22" y="78"/>
                  <a:pt x="22" y="78"/>
                  <a:pt x="22" y="78"/>
                </a:cubicBezTo>
                <a:cubicBezTo>
                  <a:pt x="3" y="71"/>
                  <a:pt x="3" y="71"/>
                  <a:pt x="3" y="71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0"/>
                  <a:pt x="0" y="10"/>
                  <a:pt x="0" y="10"/>
                </a:cubicBezTo>
                <a:cubicBezTo>
                  <a:pt x="5" y="10"/>
                  <a:pt x="5" y="10"/>
                  <a:pt x="5" y="10"/>
                </a:cubicBezTo>
                <a:close/>
                <a:moveTo>
                  <a:pt x="10" y="59"/>
                </a:moveTo>
                <a:cubicBezTo>
                  <a:pt x="15" y="56"/>
                  <a:pt x="15" y="56"/>
                  <a:pt x="15" y="56"/>
                </a:cubicBezTo>
                <a:cubicBezTo>
                  <a:pt x="17" y="55"/>
                  <a:pt x="17" y="55"/>
                  <a:pt x="17" y="55"/>
                </a:cubicBezTo>
                <a:cubicBezTo>
                  <a:pt x="18" y="57"/>
                  <a:pt x="18" y="57"/>
                  <a:pt x="18" y="57"/>
                </a:cubicBezTo>
                <a:cubicBezTo>
                  <a:pt x="28" y="68"/>
                  <a:pt x="28" y="68"/>
                  <a:pt x="28" y="68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20"/>
                  <a:pt x="76" y="20"/>
                  <a:pt x="76" y="20"/>
                </a:cubicBezTo>
                <a:cubicBezTo>
                  <a:pt x="73" y="20"/>
                  <a:pt x="73" y="20"/>
                  <a:pt x="73" y="20"/>
                </a:cubicBezTo>
                <a:cubicBezTo>
                  <a:pt x="73" y="21"/>
                  <a:pt x="73" y="21"/>
                  <a:pt x="73" y="21"/>
                </a:cubicBezTo>
                <a:cubicBezTo>
                  <a:pt x="73" y="23"/>
                  <a:pt x="72" y="25"/>
                  <a:pt x="70" y="27"/>
                </a:cubicBezTo>
                <a:cubicBezTo>
                  <a:pt x="69" y="29"/>
                  <a:pt x="67" y="29"/>
                  <a:pt x="64" y="29"/>
                </a:cubicBezTo>
                <a:cubicBezTo>
                  <a:pt x="64" y="29"/>
                  <a:pt x="64" y="29"/>
                  <a:pt x="64" y="29"/>
                </a:cubicBezTo>
                <a:cubicBezTo>
                  <a:pt x="62" y="29"/>
                  <a:pt x="60" y="29"/>
                  <a:pt x="58" y="27"/>
                </a:cubicBezTo>
                <a:cubicBezTo>
                  <a:pt x="57" y="25"/>
                  <a:pt x="56" y="23"/>
                  <a:pt x="56" y="21"/>
                </a:cubicBezTo>
                <a:cubicBezTo>
                  <a:pt x="56" y="20"/>
                  <a:pt x="56" y="20"/>
                  <a:pt x="56" y="20"/>
                </a:cubicBezTo>
                <a:cubicBezTo>
                  <a:pt x="52" y="20"/>
                  <a:pt x="52" y="20"/>
                  <a:pt x="52" y="20"/>
                </a:cubicBezTo>
                <a:cubicBezTo>
                  <a:pt x="52" y="21"/>
                  <a:pt x="52" y="21"/>
                  <a:pt x="52" y="21"/>
                </a:cubicBezTo>
                <a:cubicBezTo>
                  <a:pt x="52" y="23"/>
                  <a:pt x="51" y="25"/>
                  <a:pt x="49" y="27"/>
                </a:cubicBezTo>
                <a:cubicBezTo>
                  <a:pt x="48" y="29"/>
                  <a:pt x="46" y="29"/>
                  <a:pt x="43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1" y="29"/>
                  <a:pt x="39" y="29"/>
                  <a:pt x="37" y="27"/>
                </a:cubicBezTo>
                <a:cubicBezTo>
                  <a:pt x="36" y="25"/>
                  <a:pt x="35" y="23"/>
                  <a:pt x="35" y="21"/>
                </a:cubicBezTo>
                <a:cubicBezTo>
                  <a:pt x="35" y="20"/>
                  <a:pt x="35" y="20"/>
                  <a:pt x="35" y="20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21"/>
                  <a:pt x="30" y="21"/>
                  <a:pt x="30" y="21"/>
                </a:cubicBezTo>
                <a:cubicBezTo>
                  <a:pt x="30" y="23"/>
                  <a:pt x="29" y="25"/>
                  <a:pt x="28" y="27"/>
                </a:cubicBezTo>
                <a:cubicBezTo>
                  <a:pt x="26" y="29"/>
                  <a:pt x="24" y="29"/>
                  <a:pt x="22" y="29"/>
                </a:cubicBezTo>
                <a:cubicBezTo>
                  <a:pt x="22" y="29"/>
                  <a:pt x="22" y="29"/>
                  <a:pt x="22" y="29"/>
                </a:cubicBezTo>
                <a:cubicBezTo>
                  <a:pt x="20" y="29"/>
                  <a:pt x="18" y="29"/>
                  <a:pt x="16" y="27"/>
                </a:cubicBezTo>
                <a:cubicBezTo>
                  <a:pt x="14" y="25"/>
                  <a:pt x="14" y="23"/>
                  <a:pt x="14" y="21"/>
                </a:cubicBezTo>
                <a:cubicBezTo>
                  <a:pt x="14" y="20"/>
                  <a:pt x="14" y="20"/>
                  <a:pt x="14" y="20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59"/>
                  <a:pt x="10" y="59"/>
                  <a:pt x="10" y="59"/>
                </a:cubicBezTo>
                <a:close/>
                <a:moveTo>
                  <a:pt x="20" y="67"/>
                </a:moveTo>
                <a:cubicBezTo>
                  <a:pt x="16" y="62"/>
                  <a:pt x="16" y="62"/>
                  <a:pt x="16" y="62"/>
                </a:cubicBezTo>
                <a:cubicBezTo>
                  <a:pt x="13" y="64"/>
                  <a:pt x="13" y="64"/>
                  <a:pt x="13" y="64"/>
                </a:cubicBezTo>
                <a:cubicBezTo>
                  <a:pt x="20" y="67"/>
                  <a:pt x="20" y="67"/>
                  <a:pt x="20" y="67"/>
                </a:cubicBezTo>
                <a:close/>
                <a:moveTo>
                  <a:pt x="54" y="49"/>
                </a:moveTo>
                <a:cubicBezTo>
                  <a:pt x="54" y="56"/>
                  <a:pt x="54" y="56"/>
                  <a:pt x="54" y="56"/>
                </a:cubicBezTo>
                <a:cubicBezTo>
                  <a:pt x="66" y="56"/>
                  <a:pt x="66" y="56"/>
                  <a:pt x="66" y="56"/>
                </a:cubicBezTo>
                <a:cubicBezTo>
                  <a:pt x="66" y="49"/>
                  <a:pt x="66" y="49"/>
                  <a:pt x="66" y="49"/>
                </a:cubicBezTo>
                <a:cubicBezTo>
                  <a:pt x="54" y="49"/>
                  <a:pt x="54" y="49"/>
                  <a:pt x="54" y="49"/>
                </a:cubicBezTo>
                <a:close/>
                <a:moveTo>
                  <a:pt x="38" y="49"/>
                </a:moveTo>
                <a:cubicBezTo>
                  <a:pt x="38" y="56"/>
                  <a:pt x="38" y="56"/>
                  <a:pt x="38" y="56"/>
                </a:cubicBezTo>
                <a:cubicBezTo>
                  <a:pt x="49" y="56"/>
                  <a:pt x="49" y="56"/>
                  <a:pt x="49" y="56"/>
                </a:cubicBezTo>
                <a:cubicBezTo>
                  <a:pt x="49" y="49"/>
                  <a:pt x="49" y="49"/>
                  <a:pt x="49" y="49"/>
                </a:cubicBezTo>
                <a:cubicBezTo>
                  <a:pt x="38" y="49"/>
                  <a:pt x="38" y="49"/>
                  <a:pt x="38" y="49"/>
                </a:cubicBezTo>
                <a:close/>
                <a:moveTo>
                  <a:pt x="20" y="49"/>
                </a:moveTo>
                <a:cubicBezTo>
                  <a:pt x="20" y="56"/>
                  <a:pt x="20" y="56"/>
                  <a:pt x="20" y="56"/>
                </a:cubicBezTo>
                <a:cubicBezTo>
                  <a:pt x="32" y="56"/>
                  <a:pt x="32" y="56"/>
                  <a:pt x="32" y="56"/>
                </a:cubicBezTo>
                <a:cubicBezTo>
                  <a:pt x="32" y="49"/>
                  <a:pt x="32" y="49"/>
                  <a:pt x="32" y="49"/>
                </a:cubicBezTo>
                <a:cubicBezTo>
                  <a:pt x="20" y="49"/>
                  <a:pt x="20" y="49"/>
                  <a:pt x="20" y="49"/>
                </a:cubicBezTo>
                <a:close/>
                <a:moveTo>
                  <a:pt x="54" y="36"/>
                </a:moveTo>
                <a:cubicBezTo>
                  <a:pt x="54" y="43"/>
                  <a:pt x="54" y="43"/>
                  <a:pt x="54" y="43"/>
                </a:cubicBezTo>
                <a:cubicBezTo>
                  <a:pt x="66" y="43"/>
                  <a:pt x="66" y="43"/>
                  <a:pt x="66" y="43"/>
                </a:cubicBezTo>
                <a:cubicBezTo>
                  <a:pt x="66" y="36"/>
                  <a:pt x="66" y="36"/>
                  <a:pt x="66" y="36"/>
                </a:cubicBezTo>
                <a:cubicBezTo>
                  <a:pt x="54" y="36"/>
                  <a:pt x="54" y="36"/>
                  <a:pt x="54" y="36"/>
                </a:cubicBezTo>
                <a:close/>
                <a:moveTo>
                  <a:pt x="38" y="36"/>
                </a:moveTo>
                <a:cubicBezTo>
                  <a:pt x="38" y="43"/>
                  <a:pt x="38" y="43"/>
                  <a:pt x="38" y="43"/>
                </a:cubicBezTo>
                <a:cubicBezTo>
                  <a:pt x="49" y="43"/>
                  <a:pt x="49" y="43"/>
                  <a:pt x="49" y="43"/>
                </a:cubicBezTo>
                <a:cubicBezTo>
                  <a:pt x="49" y="36"/>
                  <a:pt x="49" y="36"/>
                  <a:pt x="49" y="36"/>
                </a:cubicBezTo>
                <a:cubicBezTo>
                  <a:pt x="38" y="36"/>
                  <a:pt x="38" y="36"/>
                  <a:pt x="38" y="36"/>
                </a:cubicBezTo>
                <a:close/>
                <a:moveTo>
                  <a:pt x="20" y="36"/>
                </a:moveTo>
                <a:cubicBezTo>
                  <a:pt x="20" y="43"/>
                  <a:pt x="20" y="43"/>
                  <a:pt x="20" y="43"/>
                </a:cubicBezTo>
                <a:cubicBezTo>
                  <a:pt x="32" y="43"/>
                  <a:pt x="32" y="43"/>
                  <a:pt x="32" y="43"/>
                </a:cubicBezTo>
                <a:cubicBezTo>
                  <a:pt x="32" y="36"/>
                  <a:pt x="32" y="36"/>
                  <a:pt x="32" y="36"/>
                </a:cubicBezTo>
                <a:cubicBezTo>
                  <a:pt x="20" y="36"/>
                  <a:pt x="20" y="36"/>
                  <a:pt x="20" y="36"/>
                </a:cubicBezTo>
                <a:close/>
                <a:moveTo>
                  <a:pt x="64" y="5"/>
                </a:moveTo>
                <a:cubicBezTo>
                  <a:pt x="64" y="5"/>
                  <a:pt x="64" y="5"/>
                  <a:pt x="64" y="5"/>
                </a:cubicBezTo>
                <a:cubicBezTo>
                  <a:pt x="63" y="5"/>
                  <a:pt x="63" y="5"/>
                  <a:pt x="62" y="6"/>
                </a:cubicBezTo>
                <a:cubicBezTo>
                  <a:pt x="61" y="7"/>
                  <a:pt x="61" y="8"/>
                  <a:pt x="61" y="9"/>
                </a:cubicBezTo>
                <a:cubicBezTo>
                  <a:pt x="61" y="21"/>
                  <a:pt x="61" y="21"/>
                  <a:pt x="61" y="21"/>
                </a:cubicBezTo>
                <a:cubicBezTo>
                  <a:pt x="61" y="22"/>
                  <a:pt x="61" y="23"/>
                  <a:pt x="62" y="23"/>
                </a:cubicBezTo>
                <a:cubicBezTo>
                  <a:pt x="63" y="24"/>
                  <a:pt x="63" y="25"/>
                  <a:pt x="64" y="25"/>
                </a:cubicBezTo>
                <a:cubicBezTo>
                  <a:pt x="64" y="25"/>
                  <a:pt x="64" y="25"/>
                  <a:pt x="64" y="25"/>
                </a:cubicBezTo>
                <a:cubicBezTo>
                  <a:pt x="65" y="25"/>
                  <a:pt x="66" y="24"/>
                  <a:pt x="67" y="23"/>
                </a:cubicBezTo>
                <a:cubicBezTo>
                  <a:pt x="67" y="23"/>
                  <a:pt x="68" y="22"/>
                  <a:pt x="68" y="21"/>
                </a:cubicBezTo>
                <a:cubicBezTo>
                  <a:pt x="68" y="9"/>
                  <a:pt x="68" y="9"/>
                  <a:pt x="68" y="9"/>
                </a:cubicBezTo>
                <a:cubicBezTo>
                  <a:pt x="68" y="8"/>
                  <a:pt x="67" y="7"/>
                  <a:pt x="67" y="6"/>
                </a:cubicBezTo>
                <a:cubicBezTo>
                  <a:pt x="66" y="5"/>
                  <a:pt x="65" y="5"/>
                  <a:pt x="64" y="5"/>
                </a:cubicBezTo>
                <a:close/>
                <a:moveTo>
                  <a:pt x="43" y="5"/>
                </a:moveTo>
                <a:cubicBezTo>
                  <a:pt x="43" y="5"/>
                  <a:pt x="43" y="5"/>
                  <a:pt x="43" y="5"/>
                </a:cubicBezTo>
                <a:cubicBezTo>
                  <a:pt x="42" y="5"/>
                  <a:pt x="42" y="5"/>
                  <a:pt x="41" y="6"/>
                </a:cubicBezTo>
                <a:cubicBezTo>
                  <a:pt x="40" y="7"/>
                  <a:pt x="40" y="8"/>
                  <a:pt x="40" y="9"/>
                </a:cubicBezTo>
                <a:cubicBezTo>
                  <a:pt x="40" y="21"/>
                  <a:pt x="40" y="21"/>
                  <a:pt x="40" y="21"/>
                </a:cubicBezTo>
                <a:cubicBezTo>
                  <a:pt x="40" y="22"/>
                  <a:pt x="40" y="23"/>
                  <a:pt x="41" y="23"/>
                </a:cubicBezTo>
                <a:cubicBezTo>
                  <a:pt x="42" y="24"/>
                  <a:pt x="42" y="25"/>
                  <a:pt x="43" y="25"/>
                </a:cubicBezTo>
                <a:cubicBezTo>
                  <a:pt x="43" y="25"/>
                  <a:pt x="43" y="25"/>
                  <a:pt x="43" y="25"/>
                </a:cubicBezTo>
                <a:cubicBezTo>
                  <a:pt x="44" y="25"/>
                  <a:pt x="45" y="24"/>
                  <a:pt x="46" y="23"/>
                </a:cubicBezTo>
                <a:cubicBezTo>
                  <a:pt x="46" y="23"/>
                  <a:pt x="47" y="22"/>
                  <a:pt x="47" y="21"/>
                </a:cubicBezTo>
                <a:cubicBezTo>
                  <a:pt x="47" y="9"/>
                  <a:pt x="47" y="9"/>
                  <a:pt x="47" y="9"/>
                </a:cubicBezTo>
                <a:cubicBezTo>
                  <a:pt x="47" y="8"/>
                  <a:pt x="46" y="7"/>
                  <a:pt x="46" y="6"/>
                </a:cubicBezTo>
                <a:cubicBezTo>
                  <a:pt x="45" y="5"/>
                  <a:pt x="44" y="5"/>
                  <a:pt x="43" y="5"/>
                </a:cubicBezTo>
                <a:close/>
                <a:moveTo>
                  <a:pt x="22" y="5"/>
                </a:moveTo>
                <a:cubicBezTo>
                  <a:pt x="22" y="5"/>
                  <a:pt x="22" y="5"/>
                  <a:pt x="22" y="5"/>
                </a:cubicBezTo>
                <a:cubicBezTo>
                  <a:pt x="21" y="5"/>
                  <a:pt x="20" y="5"/>
                  <a:pt x="20" y="6"/>
                </a:cubicBezTo>
                <a:cubicBezTo>
                  <a:pt x="19" y="7"/>
                  <a:pt x="19" y="8"/>
                  <a:pt x="19" y="9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2"/>
                  <a:pt x="19" y="23"/>
                  <a:pt x="20" y="23"/>
                </a:cubicBezTo>
                <a:cubicBezTo>
                  <a:pt x="20" y="24"/>
                  <a:pt x="21" y="25"/>
                  <a:pt x="22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23" y="25"/>
                  <a:pt x="24" y="24"/>
                  <a:pt x="24" y="23"/>
                </a:cubicBezTo>
                <a:cubicBezTo>
                  <a:pt x="25" y="23"/>
                  <a:pt x="25" y="22"/>
                  <a:pt x="25" y="21"/>
                </a:cubicBezTo>
                <a:cubicBezTo>
                  <a:pt x="25" y="9"/>
                  <a:pt x="25" y="9"/>
                  <a:pt x="25" y="9"/>
                </a:cubicBezTo>
                <a:cubicBezTo>
                  <a:pt x="25" y="8"/>
                  <a:pt x="25" y="7"/>
                  <a:pt x="24" y="6"/>
                </a:cubicBezTo>
                <a:cubicBezTo>
                  <a:pt x="24" y="5"/>
                  <a:pt x="23" y="5"/>
                  <a:pt x="22" y="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zh-CN" sz="1050">
              <a:solidFill>
                <a:schemeClr val="bg1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5" name="Freeform 15"/>
          <p:cNvSpPr>
            <a:spLocks noEditPoints="1" noChangeArrowheads="1"/>
          </p:cNvSpPr>
          <p:nvPr/>
        </p:nvSpPr>
        <p:spPr bwMode="auto">
          <a:xfrm>
            <a:off x="5469418" y="2230647"/>
            <a:ext cx="317192" cy="414329"/>
          </a:xfrm>
          <a:custGeom>
            <a:avLst/>
            <a:gdLst>
              <a:gd name="T0" fmla="*/ 60 w 74"/>
              <a:gd name="T1" fmla="*/ 0 h 97"/>
              <a:gd name="T2" fmla="*/ 72 w 74"/>
              <a:gd name="T3" fmla="*/ 11 h 97"/>
              <a:gd name="T4" fmla="*/ 70 w 74"/>
              <a:gd name="T5" fmla="*/ 52 h 97"/>
              <a:gd name="T6" fmla="*/ 63 w 74"/>
              <a:gd name="T7" fmla="*/ 11 h 97"/>
              <a:gd name="T8" fmla="*/ 60 w 74"/>
              <a:gd name="T9" fmla="*/ 8 h 97"/>
              <a:gd name="T10" fmla="*/ 26 w 74"/>
              <a:gd name="T11" fmla="*/ 11 h 97"/>
              <a:gd name="T12" fmla="*/ 26 w 74"/>
              <a:gd name="T13" fmla="*/ 18 h 97"/>
              <a:gd name="T14" fmla="*/ 19 w 74"/>
              <a:gd name="T15" fmla="*/ 24 h 97"/>
              <a:gd name="T16" fmla="*/ 12 w 74"/>
              <a:gd name="T17" fmla="*/ 24 h 97"/>
              <a:gd name="T18" fmla="*/ 8 w 74"/>
              <a:gd name="T19" fmla="*/ 79 h 97"/>
              <a:gd name="T20" fmla="*/ 9 w 74"/>
              <a:gd name="T21" fmla="*/ 81 h 97"/>
              <a:gd name="T22" fmla="*/ 28 w 74"/>
              <a:gd name="T23" fmla="*/ 82 h 97"/>
              <a:gd name="T24" fmla="*/ 37 w 74"/>
              <a:gd name="T25" fmla="*/ 90 h 97"/>
              <a:gd name="T26" fmla="*/ 3 w 74"/>
              <a:gd name="T27" fmla="*/ 87 h 97"/>
              <a:gd name="T28" fmla="*/ 3 w 74"/>
              <a:gd name="T29" fmla="*/ 87 h 97"/>
              <a:gd name="T30" fmla="*/ 0 w 74"/>
              <a:gd name="T31" fmla="*/ 20 h 97"/>
              <a:gd name="T32" fmla="*/ 1 w 74"/>
              <a:gd name="T33" fmla="*/ 17 h 97"/>
              <a:gd name="T34" fmla="*/ 19 w 74"/>
              <a:gd name="T35" fmla="*/ 0 h 97"/>
              <a:gd name="T36" fmla="*/ 17 w 74"/>
              <a:gd name="T37" fmla="*/ 52 h 97"/>
              <a:gd name="T38" fmla="*/ 27 w 74"/>
              <a:gd name="T39" fmla="*/ 56 h 97"/>
              <a:gd name="T40" fmla="*/ 17 w 74"/>
              <a:gd name="T41" fmla="*/ 52 h 97"/>
              <a:gd name="T42" fmla="*/ 17 w 74"/>
              <a:gd name="T43" fmla="*/ 44 h 97"/>
              <a:gd name="T44" fmla="*/ 56 w 74"/>
              <a:gd name="T45" fmla="*/ 40 h 97"/>
              <a:gd name="T46" fmla="*/ 17 w 74"/>
              <a:gd name="T47" fmla="*/ 28 h 97"/>
              <a:gd name="T48" fmla="*/ 56 w 74"/>
              <a:gd name="T49" fmla="*/ 33 h 97"/>
              <a:gd name="T50" fmla="*/ 17 w 74"/>
              <a:gd name="T51" fmla="*/ 28 h 97"/>
              <a:gd name="T52" fmla="*/ 34 w 74"/>
              <a:gd name="T53" fmla="*/ 22 h 97"/>
              <a:gd name="T54" fmla="*/ 56 w 74"/>
              <a:gd name="T55" fmla="*/ 17 h 97"/>
              <a:gd name="T56" fmla="*/ 41 w 74"/>
              <a:gd name="T57" fmla="*/ 69 h 97"/>
              <a:gd name="T58" fmla="*/ 41 w 74"/>
              <a:gd name="T59" fmla="*/ 69 h 97"/>
              <a:gd name="T60" fmla="*/ 31 w 74"/>
              <a:gd name="T61" fmla="*/ 66 h 97"/>
              <a:gd name="T62" fmla="*/ 47 w 74"/>
              <a:gd name="T63" fmla="*/ 86 h 97"/>
              <a:gd name="T64" fmla="*/ 59 w 74"/>
              <a:gd name="T65" fmla="*/ 87 h 97"/>
              <a:gd name="T66" fmla="*/ 71 w 74"/>
              <a:gd name="T67" fmla="*/ 96 h 97"/>
              <a:gd name="T68" fmla="*/ 72 w 74"/>
              <a:gd name="T69" fmla="*/ 90 h 97"/>
              <a:gd name="T70" fmla="*/ 63 w 74"/>
              <a:gd name="T71" fmla="*/ 80 h 97"/>
              <a:gd name="T72" fmla="*/ 64 w 74"/>
              <a:gd name="T73" fmla="*/ 57 h 97"/>
              <a:gd name="T74" fmla="*/ 38 w 74"/>
              <a:gd name="T75" fmla="*/ 54 h 97"/>
              <a:gd name="T76" fmla="*/ 42 w 74"/>
              <a:gd name="T77" fmla="*/ 58 h 97"/>
              <a:gd name="T78" fmla="*/ 40 w 74"/>
              <a:gd name="T79" fmla="*/ 76 h 97"/>
              <a:gd name="T80" fmla="*/ 57 w 74"/>
              <a:gd name="T81" fmla="*/ 78 h 97"/>
              <a:gd name="T82" fmla="*/ 59 w 74"/>
              <a:gd name="T83" fmla="*/ 61 h 97"/>
              <a:gd name="T84" fmla="*/ 21 w 74"/>
              <a:gd name="T85" fmla="*/ 9 h 97"/>
              <a:gd name="T86" fmla="*/ 13 w 74"/>
              <a:gd name="T87" fmla="*/ 19 h 97"/>
              <a:gd name="T88" fmla="*/ 17 w 74"/>
              <a:gd name="T89" fmla="*/ 20 h 97"/>
              <a:gd name="T90" fmla="*/ 18 w 74"/>
              <a:gd name="T91" fmla="*/ 20 h 97"/>
              <a:gd name="T92" fmla="*/ 22 w 74"/>
              <a:gd name="T93" fmla="*/ 17 h 97"/>
              <a:gd name="T94" fmla="*/ 22 w 74"/>
              <a:gd name="T95" fmla="*/ 15 h 97"/>
              <a:gd name="T96" fmla="*/ 21 w 74"/>
              <a:gd name="T97" fmla="*/ 11 h 97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74"/>
              <a:gd name="T148" fmla="*/ 0 h 97"/>
              <a:gd name="T149" fmla="*/ 74 w 74"/>
              <a:gd name="T150" fmla="*/ 97 h 97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74" h="97">
                <a:moveTo>
                  <a:pt x="21" y="0"/>
                </a:move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6" y="1"/>
                  <a:pt x="68" y="3"/>
                </a:cubicBezTo>
                <a:cubicBezTo>
                  <a:pt x="70" y="5"/>
                  <a:pt x="72" y="8"/>
                  <a:pt x="72" y="11"/>
                </a:cubicBezTo>
                <a:cubicBezTo>
                  <a:pt x="72" y="56"/>
                  <a:pt x="72" y="56"/>
                  <a:pt x="72" y="56"/>
                </a:cubicBezTo>
                <a:cubicBezTo>
                  <a:pt x="71" y="55"/>
                  <a:pt x="70" y="53"/>
                  <a:pt x="70" y="52"/>
                </a:cubicBezTo>
                <a:cubicBezTo>
                  <a:pt x="68" y="50"/>
                  <a:pt x="66" y="48"/>
                  <a:pt x="63" y="47"/>
                </a:cubicBezTo>
                <a:cubicBezTo>
                  <a:pt x="63" y="11"/>
                  <a:pt x="63" y="11"/>
                  <a:pt x="63" y="11"/>
                </a:cubicBezTo>
                <a:cubicBezTo>
                  <a:pt x="63" y="10"/>
                  <a:pt x="63" y="9"/>
                  <a:pt x="62" y="9"/>
                </a:cubicBezTo>
                <a:cubicBezTo>
                  <a:pt x="62" y="8"/>
                  <a:pt x="61" y="8"/>
                  <a:pt x="60" y="8"/>
                </a:cubicBezTo>
                <a:cubicBezTo>
                  <a:pt x="25" y="8"/>
                  <a:pt x="25" y="8"/>
                  <a:pt x="25" y="8"/>
                </a:cubicBezTo>
                <a:cubicBezTo>
                  <a:pt x="26" y="11"/>
                  <a:pt x="26" y="11"/>
                  <a:pt x="26" y="11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6"/>
                  <a:pt x="26" y="17"/>
                  <a:pt x="26" y="18"/>
                </a:cubicBezTo>
                <a:cubicBezTo>
                  <a:pt x="26" y="19"/>
                  <a:pt x="25" y="21"/>
                  <a:pt x="23" y="22"/>
                </a:cubicBezTo>
                <a:cubicBezTo>
                  <a:pt x="22" y="23"/>
                  <a:pt x="21" y="24"/>
                  <a:pt x="19" y="24"/>
                </a:cubicBezTo>
                <a:cubicBezTo>
                  <a:pt x="18" y="24"/>
                  <a:pt x="17" y="24"/>
                  <a:pt x="16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79"/>
                  <a:pt x="8" y="79"/>
                  <a:pt x="8" y="79"/>
                </a:cubicBezTo>
                <a:cubicBezTo>
                  <a:pt x="8" y="80"/>
                  <a:pt x="9" y="80"/>
                  <a:pt x="9" y="81"/>
                </a:cubicBezTo>
                <a:cubicBezTo>
                  <a:pt x="9" y="81"/>
                  <a:pt x="9" y="81"/>
                  <a:pt x="9" y="81"/>
                </a:cubicBezTo>
                <a:cubicBezTo>
                  <a:pt x="10" y="81"/>
                  <a:pt x="10" y="82"/>
                  <a:pt x="11" y="82"/>
                </a:cubicBezTo>
                <a:cubicBezTo>
                  <a:pt x="28" y="82"/>
                  <a:pt x="28" y="82"/>
                  <a:pt x="28" y="82"/>
                </a:cubicBezTo>
                <a:cubicBezTo>
                  <a:pt x="28" y="82"/>
                  <a:pt x="29" y="83"/>
                  <a:pt x="29" y="84"/>
                </a:cubicBezTo>
                <a:cubicBezTo>
                  <a:pt x="31" y="86"/>
                  <a:pt x="34" y="88"/>
                  <a:pt x="37" y="90"/>
                </a:cubicBezTo>
                <a:cubicBezTo>
                  <a:pt x="11" y="90"/>
                  <a:pt x="11" y="90"/>
                  <a:pt x="11" y="90"/>
                </a:cubicBezTo>
                <a:cubicBezTo>
                  <a:pt x="8" y="90"/>
                  <a:pt x="5" y="89"/>
                  <a:pt x="3" y="87"/>
                </a:cubicBezTo>
                <a:cubicBezTo>
                  <a:pt x="3" y="87"/>
                  <a:pt x="3" y="87"/>
                  <a:pt x="3" y="87"/>
                </a:cubicBezTo>
                <a:cubicBezTo>
                  <a:pt x="3" y="87"/>
                  <a:pt x="3" y="87"/>
                  <a:pt x="3" y="87"/>
                </a:cubicBezTo>
                <a:cubicBezTo>
                  <a:pt x="1" y="85"/>
                  <a:pt x="0" y="82"/>
                  <a:pt x="0" y="79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8"/>
                  <a:pt x="0" y="18"/>
                  <a:pt x="0" y="18"/>
                </a:cubicBezTo>
                <a:cubicBezTo>
                  <a:pt x="1" y="17"/>
                  <a:pt x="1" y="17"/>
                  <a:pt x="1" y="17"/>
                </a:cubicBezTo>
                <a:cubicBezTo>
                  <a:pt x="18" y="1"/>
                  <a:pt x="18" y="1"/>
                  <a:pt x="18" y="1"/>
                </a:cubicBezTo>
                <a:cubicBezTo>
                  <a:pt x="19" y="0"/>
                  <a:pt x="19" y="0"/>
                  <a:pt x="19" y="0"/>
                </a:cubicBezTo>
                <a:cubicBezTo>
                  <a:pt x="21" y="0"/>
                  <a:pt x="21" y="0"/>
                  <a:pt x="21" y="0"/>
                </a:cubicBezTo>
                <a:close/>
                <a:moveTo>
                  <a:pt x="17" y="52"/>
                </a:moveTo>
                <a:cubicBezTo>
                  <a:pt x="17" y="56"/>
                  <a:pt x="17" y="56"/>
                  <a:pt x="17" y="56"/>
                </a:cubicBezTo>
                <a:cubicBezTo>
                  <a:pt x="27" y="56"/>
                  <a:pt x="27" y="56"/>
                  <a:pt x="27" y="56"/>
                </a:cubicBezTo>
                <a:cubicBezTo>
                  <a:pt x="27" y="52"/>
                  <a:pt x="27" y="52"/>
                  <a:pt x="27" y="52"/>
                </a:cubicBezTo>
                <a:cubicBezTo>
                  <a:pt x="17" y="52"/>
                  <a:pt x="17" y="52"/>
                  <a:pt x="17" y="52"/>
                </a:cubicBezTo>
                <a:close/>
                <a:moveTo>
                  <a:pt x="17" y="40"/>
                </a:moveTo>
                <a:cubicBezTo>
                  <a:pt x="17" y="44"/>
                  <a:pt x="17" y="44"/>
                  <a:pt x="17" y="44"/>
                </a:cubicBezTo>
                <a:cubicBezTo>
                  <a:pt x="56" y="44"/>
                  <a:pt x="56" y="44"/>
                  <a:pt x="56" y="44"/>
                </a:cubicBezTo>
                <a:cubicBezTo>
                  <a:pt x="56" y="40"/>
                  <a:pt x="56" y="40"/>
                  <a:pt x="56" y="40"/>
                </a:cubicBezTo>
                <a:cubicBezTo>
                  <a:pt x="17" y="40"/>
                  <a:pt x="17" y="40"/>
                  <a:pt x="17" y="40"/>
                </a:cubicBezTo>
                <a:close/>
                <a:moveTo>
                  <a:pt x="17" y="28"/>
                </a:moveTo>
                <a:cubicBezTo>
                  <a:pt x="17" y="33"/>
                  <a:pt x="17" y="33"/>
                  <a:pt x="17" y="33"/>
                </a:cubicBezTo>
                <a:cubicBezTo>
                  <a:pt x="56" y="33"/>
                  <a:pt x="56" y="33"/>
                  <a:pt x="56" y="33"/>
                </a:cubicBezTo>
                <a:cubicBezTo>
                  <a:pt x="56" y="28"/>
                  <a:pt x="56" y="28"/>
                  <a:pt x="56" y="28"/>
                </a:cubicBezTo>
                <a:cubicBezTo>
                  <a:pt x="17" y="28"/>
                  <a:pt x="17" y="28"/>
                  <a:pt x="17" y="28"/>
                </a:cubicBezTo>
                <a:close/>
                <a:moveTo>
                  <a:pt x="34" y="17"/>
                </a:moveTo>
                <a:cubicBezTo>
                  <a:pt x="34" y="22"/>
                  <a:pt x="34" y="22"/>
                  <a:pt x="34" y="22"/>
                </a:cubicBezTo>
                <a:cubicBezTo>
                  <a:pt x="56" y="22"/>
                  <a:pt x="56" y="22"/>
                  <a:pt x="56" y="22"/>
                </a:cubicBezTo>
                <a:cubicBezTo>
                  <a:pt x="56" y="17"/>
                  <a:pt x="56" y="17"/>
                  <a:pt x="56" y="17"/>
                </a:cubicBezTo>
                <a:cubicBezTo>
                  <a:pt x="34" y="17"/>
                  <a:pt x="34" y="17"/>
                  <a:pt x="34" y="17"/>
                </a:cubicBezTo>
                <a:close/>
                <a:moveTo>
                  <a:pt x="41" y="69"/>
                </a:moveTo>
                <a:cubicBezTo>
                  <a:pt x="43" y="64"/>
                  <a:pt x="48" y="61"/>
                  <a:pt x="55" y="60"/>
                </a:cubicBezTo>
                <a:cubicBezTo>
                  <a:pt x="48" y="56"/>
                  <a:pt x="39" y="62"/>
                  <a:pt x="41" y="69"/>
                </a:cubicBezTo>
                <a:close/>
                <a:moveTo>
                  <a:pt x="38" y="54"/>
                </a:moveTo>
                <a:cubicBezTo>
                  <a:pt x="34" y="57"/>
                  <a:pt x="32" y="61"/>
                  <a:pt x="31" y="66"/>
                </a:cubicBezTo>
                <a:cubicBezTo>
                  <a:pt x="31" y="70"/>
                  <a:pt x="32" y="75"/>
                  <a:pt x="35" y="79"/>
                </a:cubicBezTo>
                <a:cubicBezTo>
                  <a:pt x="38" y="83"/>
                  <a:pt x="43" y="86"/>
                  <a:pt x="47" y="86"/>
                </a:cubicBezTo>
                <a:cubicBezTo>
                  <a:pt x="51" y="87"/>
                  <a:pt x="55" y="86"/>
                  <a:pt x="58" y="84"/>
                </a:cubicBezTo>
                <a:cubicBezTo>
                  <a:pt x="58" y="85"/>
                  <a:pt x="58" y="86"/>
                  <a:pt x="59" y="87"/>
                </a:cubicBezTo>
                <a:cubicBezTo>
                  <a:pt x="65" y="95"/>
                  <a:pt x="65" y="95"/>
                  <a:pt x="65" y="95"/>
                </a:cubicBezTo>
                <a:cubicBezTo>
                  <a:pt x="67" y="97"/>
                  <a:pt x="69" y="97"/>
                  <a:pt x="71" y="96"/>
                </a:cubicBezTo>
                <a:cubicBezTo>
                  <a:pt x="71" y="96"/>
                  <a:pt x="71" y="96"/>
                  <a:pt x="71" y="96"/>
                </a:cubicBezTo>
                <a:cubicBezTo>
                  <a:pt x="73" y="94"/>
                  <a:pt x="74" y="91"/>
                  <a:pt x="72" y="90"/>
                </a:cubicBezTo>
                <a:cubicBezTo>
                  <a:pt x="66" y="82"/>
                  <a:pt x="66" y="82"/>
                  <a:pt x="66" y="82"/>
                </a:cubicBezTo>
                <a:cubicBezTo>
                  <a:pt x="65" y="81"/>
                  <a:pt x="64" y="80"/>
                  <a:pt x="63" y="80"/>
                </a:cubicBezTo>
                <a:cubicBezTo>
                  <a:pt x="66" y="77"/>
                  <a:pt x="67" y="74"/>
                  <a:pt x="68" y="70"/>
                </a:cubicBezTo>
                <a:cubicBezTo>
                  <a:pt x="68" y="66"/>
                  <a:pt x="67" y="61"/>
                  <a:pt x="64" y="57"/>
                </a:cubicBezTo>
                <a:cubicBezTo>
                  <a:pt x="61" y="53"/>
                  <a:pt x="56" y="50"/>
                  <a:pt x="52" y="50"/>
                </a:cubicBezTo>
                <a:cubicBezTo>
                  <a:pt x="47" y="49"/>
                  <a:pt x="42" y="50"/>
                  <a:pt x="38" y="54"/>
                </a:cubicBezTo>
                <a:close/>
                <a:moveTo>
                  <a:pt x="51" y="56"/>
                </a:moveTo>
                <a:cubicBezTo>
                  <a:pt x="48" y="56"/>
                  <a:pt x="45" y="56"/>
                  <a:pt x="42" y="58"/>
                </a:cubicBezTo>
                <a:cubicBezTo>
                  <a:pt x="39" y="61"/>
                  <a:pt x="38" y="63"/>
                  <a:pt x="37" y="67"/>
                </a:cubicBezTo>
                <a:cubicBezTo>
                  <a:pt x="37" y="70"/>
                  <a:pt x="38" y="73"/>
                  <a:pt x="40" y="76"/>
                </a:cubicBezTo>
                <a:cubicBezTo>
                  <a:pt x="42" y="78"/>
                  <a:pt x="45" y="80"/>
                  <a:pt x="48" y="80"/>
                </a:cubicBezTo>
                <a:cubicBezTo>
                  <a:pt x="51" y="80"/>
                  <a:pt x="54" y="80"/>
                  <a:pt x="57" y="78"/>
                </a:cubicBezTo>
                <a:cubicBezTo>
                  <a:pt x="60" y="76"/>
                  <a:pt x="61" y="73"/>
                  <a:pt x="61" y="69"/>
                </a:cubicBezTo>
                <a:cubicBezTo>
                  <a:pt x="62" y="66"/>
                  <a:pt x="61" y="63"/>
                  <a:pt x="59" y="61"/>
                </a:cubicBezTo>
                <a:cubicBezTo>
                  <a:pt x="57" y="58"/>
                  <a:pt x="54" y="56"/>
                  <a:pt x="51" y="56"/>
                </a:cubicBezTo>
                <a:close/>
                <a:moveTo>
                  <a:pt x="21" y="9"/>
                </a:moveTo>
                <a:cubicBezTo>
                  <a:pt x="11" y="19"/>
                  <a:pt x="11" y="19"/>
                  <a:pt x="1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0"/>
                  <a:pt x="18" y="20"/>
                  <a:pt x="18" y="20"/>
                </a:cubicBezTo>
                <a:cubicBezTo>
                  <a:pt x="19" y="20"/>
                  <a:pt x="20" y="19"/>
                  <a:pt x="21" y="19"/>
                </a:cubicBezTo>
                <a:cubicBezTo>
                  <a:pt x="21" y="18"/>
                  <a:pt x="22" y="17"/>
                  <a:pt x="22" y="17"/>
                </a:cubicBezTo>
                <a:cubicBezTo>
                  <a:pt x="22" y="16"/>
                  <a:pt x="22" y="16"/>
                  <a:pt x="22" y="15"/>
                </a:cubicBezTo>
                <a:cubicBezTo>
                  <a:pt x="22" y="15"/>
                  <a:pt x="22" y="15"/>
                  <a:pt x="22" y="15"/>
                </a:cubicBezTo>
                <a:cubicBezTo>
                  <a:pt x="22" y="15"/>
                  <a:pt x="22" y="15"/>
                  <a:pt x="22" y="15"/>
                </a:cubicBezTo>
                <a:cubicBezTo>
                  <a:pt x="21" y="11"/>
                  <a:pt x="21" y="11"/>
                  <a:pt x="21" y="11"/>
                </a:cubicBezTo>
                <a:lnTo>
                  <a:pt x="21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zh-CN" sz="1050">
              <a:solidFill>
                <a:schemeClr val="bg1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6" name="Freeform 12"/>
          <p:cNvSpPr>
            <a:spLocks noEditPoints="1" noChangeArrowheads="1"/>
          </p:cNvSpPr>
          <p:nvPr/>
        </p:nvSpPr>
        <p:spPr bwMode="auto">
          <a:xfrm>
            <a:off x="11340002" y="2204839"/>
            <a:ext cx="436076" cy="459450"/>
          </a:xfrm>
          <a:custGeom>
            <a:avLst/>
            <a:gdLst>
              <a:gd name="T0" fmla="*/ 20 w 96"/>
              <a:gd name="T1" fmla="*/ 86 h 101"/>
              <a:gd name="T2" fmla="*/ 7 w 96"/>
              <a:gd name="T3" fmla="*/ 58 h 101"/>
              <a:gd name="T4" fmla="*/ 18 w 96"/>
              <a:gd name="T5" fmla="*/ 29 h 101"/>
              <a:gd name="T6" fmla="*/ 42 w 96"/>
              <a:gd name="T7" fmla="*/ 17 h 101"/>
              <a:gd name="T8" fmla="*/ 41 w 96"/>
              <a:gd name="T9" fmla="*/ 9 h 101"/>
              <a:gd name="T10" fmla="*/ 36 w 96"/>
              <a:gd name="T11" fmla="*/ 10 h 101"/>
              <a:gd name="T12" fmla="*/ 35 w 96"/>
              <a:gd name="T13" fmla="*/ 5 h 101"/>
              <a:gd name="T14" fmla="*/ 48 w 96"/>
              <a:gd name="T15" fmla="*/ 3 h 101"/>
              <a:gd name="T16" fmla="*/ 49 w 96"/>
              <a:gd name="T17" fmla="*/ 8 h 101"/>
              <a:gd name="T18" fmla="*/ 44 w 96"/>
              <a:gd name="T19" fmla="*/ 9 h 101"/>
              <a:gd name="T20" fmla="*/ 46 w 96"/>
              <a:gd name="T21" fmla="*/ 16 h 101"/>
              <a:gd name="T22" fmla="*/ 74 w 96"/>
              <a:gd name="T23" fmla="*/ 27 h 101"/>
              <a:gd name="T24" fmla="*/ 87 w 96"/>
              <a:gd name="T25" fmla="*/ 54 h 101"/>
              <a:gd name="T26" fmla="*/ 77 w 96"/>
              <a:gd name="T27" fmla="*/ 83 h 101"/>
              <a:gd name="T28" fmla="*/ 75 w 96"/>
              <a:gd name="T29" fmla="*/ 85 h 101"/>
              <a:gd name="T30" fmla="*/ 79 w 96"/>
              <a:gd name="T31" fmla="*/ 101 h 101"/>
              <a:gd name="T32" fmla="*/ 74 w 96"/>
              <a:gd name="T33" fmla="*/ 101 h 101"/>
              <a:gd name="T34" fmla="*/ 63 w 96"/>
              <a:gd name="T35" fmla="*/ 93 h 101"/>
              <a:gd name="T36" fmla="*/ 49 w 96"/>
              <a:gd name="T37" fmla="*/ 96 h 101"/>
              <a:gd name="T38" fmla="*/ 32 w 96"/>
              <a:gd name="T39" fmla="*/ 93 h 101"/>
              <a:gd name="T40" fmla="*/ 22 w 96"/>
              <a:gd name="T41" fmla="*/ 101 h 101"/>
              <a:gd name="T42" fmla="*/ 17 w 96"/>
              <a:gd name="T43" fmla="*/ 101 h 101"/>
              <a:gd name="T44" fmla="*/ 21 w 96"/>
              <a:gd name="T45" fmla="*/ 86 h 101"/>
              <a:gd name="T46" fmla="*/ 20 w 96"/>
              <a:gd name="T47" fmla="*/ 86 h 101"/>
              <a:gd name="T48" fmla="*/ 82 w 96"/>
              <a:gd name="T49" fmla="*/ 6 h 101"/>
              <a:gd name="T50" fmla="*/ 60 w 96"/>
              <a:gd name="T51" fmla="*/ 11 h 101"/>
              <a:gd name="T52" fmla="*/ 92 w 96"/>
              <a:gd name="T53" fmla="*/ 31 h 101"/>
              <a:gd name="T54" fmla="*/ 88 w 96"/>
              <a:gd name="T55" fmla="*/ 9 h 101"/>
              <a:gd name="T56" fmla="*/ 92 w 96"/>
              <a:gd name="T57" fmla="*/ 3 h 101"/>
              <a:gd name="T58" fmla="*/ 86 w 96"/>
              <a:gd name="T59" fmla="*/ 0 h 101"/>
              <a:gd name="T60" fmla="*/ 82 w 96"/>
              <a:gd name="T61" fmla="*/ 6 h 101"/>
              <a:gd name="T62" fmla="*/ 14 w 96"/>
              <a:gd name="T63" fmla="*/ 6 h 101"/>
              <a:gd name="T64" fmla="*/ 10 w 96"/>
              <a:gd name="T65" fmla="*/ 0 h 101"/>
              <a:gd name="T66" fmla="*/ 4 w 96"/>
              <a:gd name="T67" fmla="*/ 3 h 101"/>
              <a:gd name="T68" fmla="*/ 8 w 96"/>
              <a:gd name="T69" fmla="*/ 9 h 101"/>
              <a:gd name="T70" fmla="*/ 4 w 96"/>
              <a:gd name="T71" fmla="*/ 31 h 101"/>
              <a:gd name="T72" fmla="*/ 36 w 96"/>
              <a:gd name="T73" fmla="*/ 11 h 101"/>
              <a:gd name="T74" fmla="*/ 14 w 96"/>
              <a:gd name="T75" fmla="*/ 6 h 101"/>
              <a:gd name="T76" fmla="*/ 43 w 96"/>
              <a:gd name="T77" fmla="*/ 54 h 101"/>
              <a:gd name="T78" fmla="*/ 42 w 96"/>
              <a:gd name="T79" fmla="*/ 56 h 101"/>
              <a:gd name="T80" fmla="*/ 22 w 96"/>
              <a:gd name="T81" fmla="*/ 61 h 101"/>
              <a:gd name="T82" fmla="*/ 22 w 96"/>
              <a:gd name="T83" fmla="*/ 64 h 101"/>
              <a:gd name="T84" fmla="*/ 43 w 96"/>
              <a:gd name="T85" fmla="*/ 59 h 101"/>
              <a:gd name="T86" fmla="*/ 46 w 96"/>
              <a:gd name="T87" fmla="*/ 61 h 101"/>
              <a:gd name="T88" fmla="*/ 54 w 96"/>
              <a:gd name="T89" fmla="*/ 58 h 101"/>
              <a:gd name="T90" fmla="*/ 50 w 96"/>
              <a:gd name="T91" fmla="*/ 50 h 101"/>
              <a:gd name="T92" fmla="*/ 49 w 96"/>
              <a:gd name="T93" fmla="*/ 50 h 101"/>
              <a:gd name="T94" fmla="*/ 41 w 96"/>
              <a:gd name="T95" fmla="*/ 37 h 101"/>
              <a:gd name="T96" fmla="*/ 38 w 96"/>
              <a:gd name="T97" fmla="*/ 39 h 101"/>
              <a:gd name="T98" fmla="*/ 44 w 96"/>
              <a:gd name="T99" fmla="*/ 52 h 101"/>
              <a:gd name="T100" fmla="*/ 43 w 96"/>
              <a:gd name="T101" fmla="*/ 54 h 101"/>
              <a:gd name="T102" fmla="*/ 18 w 96"/>
              <a:gd name="T103" fmla="*/ 58 h 101"/>
              <a:gd name="T104" fmla="*/ 28 w 96"/>
              <a:gd name="T105" fmla="*/ 78 h 101"/>
              <a:gd name="T106" fmla="*/ 49 w 96"/>
              <a:gd name="T107" fmla="*/ 85 h 101"/>
              <a:gd name="T108" fmla="*/ 69 w 96"/>
              <a:gd name="T109" fmla="*/ 76 h 101"/>
              <a:gd name="T110" fmla="*/ 76 w 96"/>
              <a:gd name="T111" fmla="*/ 55 h 101"/>
              <a:gd name="T112" fmla="*/ 67 w 96"/>
              <a:gd name="T113" fmla="*/ 35 h 101"/>
              <a:gd name="T114" fmla="*/ 46 w 96"/>
              <a:gd name="T115" fmla="*/ 27 h 101"/>
              <a:gd name="T116" fmla="*/ 26 w 96"/>
              <a:gd name="T117" fmla="*/ 37 h 101"/>
              <a:gd name="T118" fmla="*/ 18 w 96"/>
              <a:gd name="T119" fmla="*/ 58 h 101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96"/>
              <a:gd name="T181" fmla="*/ 0 h 101"/>
              <a:gd name="T182" fmla="*/ 96 w 96"/>
              <a:gd name="T183" fmla="*/ 101 h 101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96" h="101">
                <a:moveTo>
                  <a:pt x="20" y="86"/>
                </a:moveTo>
                <a:cubicBezTo>
                  <a:pt x="12" y="78"/>
                  <a:pt x="8" y="68"/>
                  <a:pt x="7" y="58"/>
                </a:cubicBezTo>
                <a:cubicBezTo>
                  <a:pt x="7" y="48"/>
                  <a:pt x="10" y="38"/>
                  <a:pt x="18" y="29"/>
                </a:cubicBezTo>
                <a:cubicBezTo>
                  <a:pt x="24" y="22"/>
                  <a:pt x="33" y="18"/>
                  <a:pt x="42" y="17"/>
                </a:cubicBezTo>
                <a:cubicBezTo>
                  <a:pt x="41" y="9"/>
                  <a:pt x="41" y="9"/>
                  <a:pt x="41" y="9"/>
                </a:cubicBezTo>
                <a:cubicBezTo>
                  <a:pt x="36" y="10"/>
                  <a:pt x="36" y="10"/>
                  <a:pt x="36" y="10"/>
                </a:cubicBezTo>
                <a:cubicBezTo>
                  <a:pt x="35" y="5"/>
                  <a:pt x="35" y="5"/>
                  <a:pt x="35" y="5"/>
                </a:cubicBezTo>
                <a:cubicBezTo>
                  <a:pt x="48" y="3"/>
                  <a:pt x="48" y="3"/>
                  <a:pt x="48" y="3"/>
                </a:cubicBezTo>
                <a:cubicBezTo>
                  <a:pt x="49" y="8"/>
                  <a:pt x="49" y="8"/>
                  <a:pt x="49" y="8"/>
                </a:cubicBezTo>
                <a:cubicBezTo>
                  <a:pt x="44" y="9"/>
                  <a:pt x="44" y="9"/>
                  <a:pt x="44" y="9"/>
                </a:cubicBezTo>
                <a:cubicBezTo>
                  <a:pt x="46" y="16"/>
                  <a:pt x="46" y="16"/>
                  <a:pt x="46" y="16"/>
                </a:cubicBezTo>
                <a:cubicBezTo>
                  <a:pt x="56" y="16"/>
                  <a:pt x="66" y="19"/>
                  <a:pt x="74" y="27"/>
                </a:cubicBezTo>
                <a:cubicBezTo>
                  <a:pt x="82" y="34"/>
                  <a:pt x="87" y="44"/>
                  <a:pt x="87" y="54"/>
                </a:cubicBezTo>
                <a:cubicBezTo>
                  <a:pt x="88" y="65"/>
                  <a:pt x="84" y="75"/>
                  <a:pt x="77" y="83"/>
                </a:cubicBezTo>
                <a:cubicBezTo>
                  <a:pt x="76" y="84"/>
                  <a:pt x="76" y="84"/>
                  <a:pt x="75" y="85"/>
                </a:cubicBezTo>
                <a:cubicBezTo>
                  <a:pt x="79" y="101"/>
                  <a:pt x="79" y="101"/>
                  <a:pt x="79" y="101"/>
                </a:cubicBezTo>
                <a:cubicBezTo>
                  <a:pt x="74" y="101"/>
                  <a:pt x="74" y="101"/>
                  <a:pt x="74" y="101"/>
                </a:cubicBezTo>
                <a:cubicBezTo>
                  <a:pt x="63" y="93"/>
                  <a:pt x="63" y="93"/>
                  <a:pt x="63" y="93"/>
                </a:cubicBezTo>
                <a:cubicBezTo>
                  <a:pt x="59" y="95"/>
                  <a:pt x="54" y="96"/>
                  <a:pt x="49" y="96"/>
                </a:cubicBezTo>
                <a:cubicBezTo>
                  <a:pt x="44" y="96"/>
                  <a:pt x="38" y="95"/>
                  <a:pt x="32" y="93"/>
                </a:cubicBezTo>
                <a:cubicBezTo>
                  <a:pt x="22" y="101"/>
                  <a:pt x="22" y="101"/>
                  <a:pt x="22" y="101"/>
                </a:cubicBezTo>
                <a:cubicBezTo>
                  <a:pt x="17" y="101"/>
                  <a:pt x="17" y="101"/>
                  <a:pt x="17" y="101"/>
                </a:cubicBezTo>
                <a:cubicBezTo>
                  <a:pt x="21" y="86"/>
                  <a:pt x="21" y="86"/>
                  <a:pt x="21" y="86"/>
                </a:cubicBezTo>
                <a:cubicBezTo>
                  <a:pt x="20" y="86"/>
                  <a:pt x="20" y="86"/>
                  <a:pt x="20" y="86"/>
                </a:cubicBezTo>
                <a:close/>
                <a:moveTo>
                  <a:pt x="82" y="6"/>
                </a:moveTo>
                <a:cubicBezTo>
                  <a:pt x="74" y="3"/>
                  <a:pt x="66" y="5"/>
                  <a:pt x="60" y="11"/>
                </a:cubicBezTo>
                <a:cubicBezTo>
                  <a:pt x="92" y="31"/>
                  <a:pt x="92" y="31"/>
                  <a:pt x="92" y="31"/>
                </a:cubicBezTo>
                <a:cubicBezTo>
                  <a:pt x="96" y="24"/>
                  <a:pt x="94" y="15"/>
                  <a:pt x="88" y="9"/>
                </a:cubicBezTo>
                <a:cubicBezTo>
                  <a:pt x="92" y="3"/>
                  <a:pt x="92" y="3"/>
                  <a:pt x="92" y="3"/>
                </a:cubicBezTo>
                <a:cubicBezTo>
                  <a:pt x="86" y="0"/>
                  <a:pt x="86" y="0"/>
                  <a:pt x="86" y="0"/>
                </a:cubicBezTo>
                <a:cubicBezTo>
                  <a:pt x="82" y="6"/>
                  <a:pt x="82" y="6"/>
                  <a:pt x="82" y="6"/>
                </a:cubicBezTo>
                <a:close/>
                <a:moveTo>
                  <a:pt x="14" y="6"/>
                </a:moveTo>
                <a:cubicBezTo>
                  <a:pt x="10" y="0"/>
                  <a:pt x="10" y="0"/>
                  <a:pt x="10" y="0"/>
                </a:cubicBezTo>
                <a:cubicBezTo>
                  <a:pt x="4" y="3"/>
                  <a:pt x="4" y="3"/>
                  <a:pt x="4" y="3"/>
                </a:cubicBezTo>
                <a:cubicBezTo>
                  <a:pt x="8" y="9"/>
                  <a:pt x="8" y="9"/>
                  <a:pt x="8" y="9"/>
                </a:cubicBezTo>
                <a:cubicBezTo>
                  <a:pt x="2" y="15"/>
                  <a:pt x="0" y="24"/>
                  <a:pt x="4" y="31"/>
                </a:cubicBezTo>
                <a:cubicBezTo>
                  <a:pt x="36" y="11"/>
                  <a:pt x="36" y="11"/>
                  <a:pt x="36" y="11"/>
                </a:cubicBezTo>
                <a:cubicBezTo>
                  <a:pt x="30" y="5"/>
                  <a:pt x="21" y="3"/>
                  <a:pt x="14" y="6"/>
                </a:cubicBezTo>
                <a:close/>
                <a:moveTo>
                  <a:pt x="43" y="54"/>
                </a:moveTo>
                <a:cubicBezTo>
                  <a:pt x="42" y="55"/>
                  <a:pt x="42" y="55"/>
                  <a:pt x="42" y="56"/>
                </a:cubicBezTo>
                <a:cubicBezTo>
                  <a:pt x="35" y="57"/>
                  <a:pt x="28" y="58"/>
                  <a:pt x="22" y="61"/>
                </a:cubicBezTo>
                <a:cubicBezTo>
                  <a:pt x="22" y="62"/>
                  <a:pt x="22" y="63"/>
                  <a:pt x="22" y="64"/>
                </a:cubicBezTo>
                <a:cubicBezTo>
                  <a:pt x="29" y="63"/>
                  <a:pt x="37" y="62"/>
                  <a:pt x="43" y="59"/>
                </a:cubicBezTo>
                <a:cubicBezTo>
                  <a:pt x="44" y="60"/>
                  <a:pt x="45" y="61"/>
                  <a:pt x="46" y="61"/>
                </a:cubicBezTo>
                <a:cubicBezTo>
                  <a:pt x="49" y="62"/>
                  <a:pt x="53" y="61"/>
                  <a:pt x="54" y="58"/>
                </a:cubicBezTo>
                <a:cubicBezTo>
                  <a:pt x="55" y="55"/>
                  <a:pt x="53" y="51"/>
                  <a:pt x="50" y="50"/>
                </a:cubicBezTo>
                <a:cubicBezTo>
                  <a:pt x="50" y="50"/>
                  <a:pt x="49" y="50"/>
                  <a:pt x="49" y="50"/>
                </a:cubicBezTo>
                <a:cubicBezTo>
                  <a:pt x="47" y="46"/>
                  <a:pt x="44" y="41"/>
                  <a:pt x="41" y="37"/>
                </a:cubicBezTo>
                <a:cubicBezTo>
                  <a:pt x="40" y="38"/>
                  <a:pt x="39" y="39"/>
                  <a:pt x="38" y="39"/>
                </a:cubicBezTo>
                <a:cubicBezTo>
                  <a:pt x="39" y="44"/>
                  <a:pt x="41" y="48"/>
                  <a:pt x="44" y="52"/>
                </a:cubicBezTo>
                <a:cubicBezTo>
                  <a:pt x="43" y="52"/>
                  <a:pt x="43" y="53"/>
                  <a:pt x="43" y="54"/>
                </a:cubicBezTo>
                <a:close/>
                <a:moveTo>
                  <a:pt x="18" y="58"/>
                </a:moveTo>
                <a:cubicBezTo>
                  <a:pt x="19" y="65"/>
                  <a:pt x="22" y="72"/>
                  <a:pt x="28" y="78"/>
                </a:cubicBezTo>
                <a:cubicBezTo>
                  <a:pt x="34" y="83"/>
                  <a:pt x="41" y="86"/>
                  <a:pt x="49" y="85"/>
                </a:cubicBezTo>
                <a:cubicBezTo>
                  <a:pt x="56" y="85"/>
                  <a:pt x="63" y="82"/>
                  <a:pt x="69" y="76"/>
                </a:cubicBezTo>
                <a:cubicBezTo>
                  <a:pt x="74" y="70"/>
                  <a:pt x="77" y="62"/>
                  <a:pt x="76" y="55"/>
                </a:cubicBezTo>
                <a:cubicBezTo>
                  <a:pt x="76" y="47"/>
                  <a:pt x="73" y="40"/>
                  <a:pt x="67" y="35"/>
                </a:cubicBezTo>
                <a:cubicBezTo>
                  <a:pt x="61" y="29"/>
                  <a:pt x="53" y="27"/>
                  <a:pt x="46" y="27"/>
                </a:cubicBezTo>
                <a:cubicBezTo>
                  <a:pt x="38" y="28"/>
                  <a:pt x="31" y="31"/>
                  <a:pt x="26" y="37"/>
                </a:cubicBezTo>
                <a:cubicBezTo>
                  <a:pt x="20" y="43"/>
                  <a:pt x="18" y="50"/>
                  <a:pt x="18" y="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zh-CN" sz="1050">
              <a:solidFill>
                <a:schemeClr val="bg1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430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374406" y="214827"/>
            <a:ext cx="2210862" cy="597190"/>
            <a:chOff x="453538" y="558862"/>
            <a:chExt cx="2210862" cy="597190"/>
          </a:xfrm>
        </p:grpSpPr>
        <p:sp>
          <p:nvSpPr>
            <p:cNvPr id="51" name="文本框 8">
              <a:extLst>
                <a:ext uri="{FF2B5EF4-FFF2-40B4-BE49-F238E27FC236}">
                  <a16:creationId xmlns:a16="http://schemas.microsoft.com/office/drawing/2014/main" id="{8402B3CA-3673-4CA4-BF3A-DFE18F8AF5DE}"/>
                </a:ext>
              </a:extLst>
            </p:cNvPr>
            <p:cNvSpPr txBox="1"/>
            <p:nvPr/>
          </p:nvSpPr>
          <p:spPr>
            <a:xfrm>
              <a:off x="453538" y="558862"/>
              <a:ext cx="22108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2.4 </a:t>
              </a: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稽核準備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60" name="平行四边形 9">
              <a:extLst>
                <a:ext uri="{FF2B5EF4-FFF2-40B4-BE49-F238E27FC236}">
                  <a16:creationId xmlns:a16="http://schemas.microsoft.com/office/drawing/2014/main" id="{4EFC03DD-EF09-4476-AC81-75E4C81E0A18}"/>
                </a:ext>
              </a:extLst>
            </p:cNvPr>
            <p:cNvSpPr/>
            <p:nvPr/>
          </p:nvSpPr>
          <p:spPr>
            <a:xfrm>
              <a:off x="481410" y="1095213"/>
              <a:ext cx="2012089" cy="60839"/>
            </a:xfrm>
            <a:prstGeom prst="parallelogram">
              <a:avLst>
                <a:gd name="adj" fmla="val 17058"/>
              </a:avLst>
            </a:prstGeom>
            <a:gradFill>
              <a:gsLst>
                <a:gs pos="0">
                  <a:srgbClr val="C1AB85"/>
                </a:gs>
                <a:gs pos="100000">
                  <a:srgbClr val="F6EACC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558800" dist="1778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" name="群組 3"/>
          <p:cNvGrpSpPr/>
          <p:nvPr/>
        </p:nvGrpSpPr>
        <p:grpSpPr>
          <a:xfrm>
            <a:off x="374406" y="1469588"/>
            <a:ext cx="4306966" cy="3832851"/>
            <a:chOff x="572170" y="1461501"/>
            <a:chExt cx="4306966" cy="3832851"/>
          </a:xfrm>
        </p:grpSpPr>
        <p:sp>
          <p:nvSpPr>
            <p:cNvPr id="63" name="文本框 56">
              <a:extLst>
                <a:ext uri="{FF2B5EF4-FFF2-40B4-BE49-F238E27FC236}">
                  <a16:creationId xmlns:a16="http://schemas.microsoft.com/office/drawing/2014/main" id="{10CCB326-8265-4BFF-8BB0-BB3149BF1BBD}"/>
                </a:ext>
              </a:extLst>
            </p:cNvPr>
            <p:cNvSpPr txBox="1"/>
            <p:nvPr/>
          </p:nvSpPr>
          <p:spPr>
            <a:xfrm>
              <a:off x="1482151" y="1910708"/>
              <a:ext cx="3396985" cy="1022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知己知彼，首告捷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標準銘記，顯專業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時程排配，必串好</a:t>
              </a:r>
              <a:endPara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65" name="文本框 57">
              <a:extLst>
                <a:ext uri="{FF2B5EF4-FFF2-40B4-BE49-F238E27FC236}">
                  <a16:creationId xmlns:a16="http://schemas.microsoft.com/office/drawing/2014/main" id="{04B05A5D-E6DE-4C80-877E-7023607762EA}"/>
                </a:ext>
              </a:extLst>
            </p:cNvPr>
            <p:cNvSpPr txBox="1"/>
            <p:nvPr/>
          </p:nvSpPr>
          <p:spPr>
            <a:xfrm>
              <a:off x="1482151" y="1461501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了解計劃</a:t>
              </a:r>
              <a:endParaRPr lang="zh-CN" altLang="en-US" sz="20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66" name="椭圆 58">
              <a:extLst>
                <a:ext uri="{FF2B5EF4-FFF2-40B4-BE49-F238E27FC236}">
                  <a16:creationId xmlns:a16="http://schemas.microsoft.com/office/drawing/2014/main" id="{837C3B0C-5E19-40E1-8E50-F450341B02EA}"/>
                </a:ext>
              </a:extLst>
            </p:cNvPr>
            <p:cNvSpPr/>
            <p:nvPr/>
          </p:nvSpPr>
          <p:spPr>
            <a:xfrm>
              <a:off x="572170" y="1522881"/>
              <a:ext cx="714694" cy="714694"/>
            </a:xfrm>
            <a:prstGeom prst="ellipse">
              <a:avLst/>
            </a:prstGeom>
            <a:solidFill>
              <a:srgbClr val="DAB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67" name="arr1">
              <a:extLst>
                <a:ext uri="{FF2B5EF4-FFF2-40B4-BE49-F238E27FC236}">
                  <a16:creationId xmlns:a16="http://schemas.microsoft.com/office/drawing/2014/main" id="{F25ED62E-C75F-4A64-B696-BDC651AAFABF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726955" y="1677924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73" name="文本框 68">
              <a:extLst>
                <a:ext uri="{FF2B5EF4-FFF2-40B4-BE49-F238E27FC236}">
                  <a16:creationId xmlns:a16="http://schemas.microsoft.com/office/drawing/2014/main" id="{5FC7B152-0B1A-43BA-B7F7-009212B4DC7D}"/>
                </a:ext>
              </a:extLst>
            </p:cNvPr>
            <p:cNvSpPr txBox="1"/>
            <p:nvPr/>
          </p:nvSpPr>
          <p:spPr>
            <a:xfrm>
              <a:off x="1482151" y="4595314"/>
              <a:ext cx="3396985" cy="699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萬事俱備，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不發慌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未雨綢繆，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不怯場</a:t>
              </a:r>
              <a:endPara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74" name="文本框 69">
              <a:extLst>
                <a:ext uri="{FF2B5EF4-FFF2-40B4-BE49-F238E27FC236}">
                  <a16:creationId xmlns:a16="http://schemas.microsoft.com/office/drawing/2014/main" id="{D943F1A8-B067-421C-AA04-24D493D3AB24}"/>
                </a:ext>
              </a:extLst>
            </p:cNvPr>
            <p:cNvSpPr txBox="1"/>
            <p:nvPr/>
          </p:nvSpPr>
          <p:spPr>
            <a:xfrm>
              <a:off x="1482151" y="414610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資料準備</a:t>
              </a:r>
              <a:endParaRPr lang="zh-CN" altLang="en-US" sz="20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grpSp>
          <p:nvGrpSpPr>
            <p:cNvPr id="83" name="组合 70">
              <a:extLst>
                <a:ext uri="{FF2B5EF4-FFF2-40B4-BE49-F238E27FC236}">
                  <a16:creationId xmlns:a16="http://schemas.microsoft.com/office/drawing/2014/main" id="{9BE93B3E-897A-4ACA-BC60-187ADFED54BD}"/>
                </a:ext>
              </a:extLst>
            </p:cNvPr>
            <p:cNvGrpSpPr/>
            <p:nvPr/>
          </p:nvGrpSpPr>
          <p:grpSpPr>
            <a:xfrm>
              <a:off x="572170" y="4207487"/>
              <a:ext cx="714694" cy="714694"/>
              <a:chOff x="5133408" y="1683151"/>
              <a:chExt cx="714694" cy="714694"/>
            </a:xfrm>
          </p:grpSpPr>
          <p:sp>
            <p:nvSpPr>
              <p:cNvPr id="84" name="椭圆 71">
                <a:extLst>
                  <a:ext uri="{FF2B5EF4-FFF2-40B4-BE49-F238E27FC236}">
                    <a16:creationId xmlns:a16="http://schemas.microsoft.com/office/drawing/2014/main" id="{40973DAC-F8A7-4EBB-9075-A0432082D247}"/>
                  </a:ext>
                </a:extLst>
              </p:cNvPr>
              <p:cNvSpPr/>
              <p:nvPr/>
            </p:nvSpPr>
            <p:spPr>
              <a:xfrm>
                <a:off x="5133408" y="1683151"/>
                <a:ext cx="714694" cy="714694"/>
              </a:xfrm>
              <a:prstGeom prst="ellipse">
                <a:avLst/>
              </a:prstGeom>
              <a:solidFill>
                <a:srgbClr val="DAB9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  <p:sp>
            <p:nvSpPr>
              <p:cNvPr id="86" name="arr1">
                <a:extLst>
                  <a:ext uri="{FF2B5EF4-FFF2-40B4-BE49-F238E27FC236}">
                    <a16:creationId xmlns:a16="http://schemas.microsoft.com/office/drawing/2014/main" id="{F381007C-3371-47EB-9DC6-191D28FE6F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0800000">
                <a:off x="5288193" y="1838194"/>
                <a:ext cx="405123" cy="40460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" name="群組 4"/>
          <p:cNvGrpSpPr/>
          <p:nvPr/>
        </p:nvGrpSpPr>
        <p:grpSpPr>
          <a:xfrm>
            <a:off x="8364113" y="1461501"/>
            <a:ext cx="4825480" cy="4703236"/>
            <a:chOff x="8364113" y="1461501"/>
            <a:chExt cx="4825480" cy="4703236"/>
          </a:xfrm>
        </p:grpSpPr>
        <p:sp>
          <p:nvSpPr>
            <p:cNvPr id="68" name="文本框 60">
              <a:extLst>
                <a:ext uri="{FF2B5EF4-FFF2-40B4-BE49-F238E27FC236}">
                  <a16:creationId xmlns:a16="http://schemas.microsoft.com/office/drawing/2014/main" id="{7B83E05E-2423-4C32-A2AE-3152E7EA7B06}"/>
                </a:ext>
              </a:extLst>
            </p:cNvPr>
            <p:cNvSpPr txBox="1"/>
            <p:nvPr/>
          </p:nvSpPr>
          <p:spPr>
            <a:xfrm>
              <a:off x="9284020" y="1910708"/>
              <a:ext cx="3566361" cy="1345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目標明確，分工干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自查自糾，早改善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潛在隱患，盡排查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前車之鑒，需謹慎</a:t>
              </a:r>
              <a:endPara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69" name="文本框 61">
              <a:extLst>
                <a:ext uri="{FF2B5EF4-FFF2-40B4-BE49-F238E27FC236}">
                  <a16:creationId xmlns:a16="http://schemas.microsoft.com/office/drawing/2014/main" id="{FBFCF9FD-A59A-4D53-AE55-66038A3AB828}"/>
                </a:ext>
              </a:extLst>
            </p:cNvPr>
            <p:cNvSpPr txBox="1"/>
            <p:nvPr/>
          </p:nvSpPr>
          <p:spPr>
            <a:xfrm>
              <a:off x="9284020" y="1461501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召開會議</a:t>
              </a:r>
              <a:endParaRPr lang="zh-CN" altLang="en-US" sz="20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90" name="文本框 73">
              <a:extLst>
                <a:ext uri="{FF2B5EF4-FFF2-40B4-BE49-F238E27FC236}">
                  <a16:creationId xmlns:a16="http://schemas.microsoft.com/office/drawing/2014/main" id="{B080E155-B334-4D2F-A302-6D583ACF442E}"/>
                </a:ext>
              </a:extLst>
            </p:cNvPr>
            <p:cNvSpPr txBox="1"/>
            <p:nvPr/>
          </p:nvSpPr>
          <p:spPr>
            <a:xfrm>
              <a:off x="9284020" y="4546217"/>
              <a:ext cx="3905573" cy="1618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專人陪審，一對一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主次分明，配合好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領班在場，有保障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隨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機應變，巧應答</a:t>
              </a:r>
              <a:endPara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>
                <a:lnSpc>
                  <a:spcPts val="2000"/>
                </a:lnSpc>
              </a:pPr>
              <a:endPara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91" name="文本框 74">
              <a:extLst>
                <a:ext uri="{FF2B5EF4-FFF2-40B4-BE49-F238E27FC236}">
                  <a16:creationId xmlns:a16="http://schemas.microsoft.com/office/drawing/2014/main" id="{F4C04A58-00B6-4E52-8A2F-41071BF3A88F}"/>
                </a:ext>
              </a:extLst>
            </p:cNvPr>
            <p:cNvSpPr txBox="1"/>
            <p:nvPr/>
          </p:nvSpPr>
          <p:spPr>
            <a:xfrm>
              <a:off x="9284020" y="414610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DAB96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現場走訪</a:t>
              </a:r>
              <a:endParaRPr lang="zh-CN" altLang="en-US" sz="20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grpSp>
          <p:nvGrpSpPr>
            <p:cNvPr id="92" name="组合 75">
              <a:extLst>
                <a:ext uri="{FF2B5EF4-FFF2-40B4-BE49-F238E27FC236}">
                  <a16:creationId xmlns:a16="http://schemas.microsoft.com/office/drawing/2014/main" id="{03A14EF3-0BBC-4983-8707-C60F3C0620DB}"/>
                </a:ext>
              </a:extLst>
            </p:cNvPr>
            <p:cNvGrpSpPr/>
            <p:nvPr/>
          </p:nvGrpSpPr>
          <p:grpSpPr>
            <a:xfrm>
              <a:off x="8374039" y="4207487"/>
              <a:ext cx="714694" cy="714694"/>
              <a:chOff x="5133408" y="1683151"/>
              <a:chExt cx="714694" cy="714694"/>
            </a:xfrm>
          </p:grpSpPr>
          <p:sp>
            <p:nvSpPr>
              <p:cNvPr id="93" name="椭圆 76">
                <a:extLst>
                  <a:ext uri="{FF2B5EF4-FFF2-40B4-BE49-F238E27FC236}">
                    <a16:creationId xmlns:a16="http://schemas.microsoft.com/office/drawing/2014/main" id="{D0FDA8C0-9E90-4549-9582-E3BF38350895}"/>
                  </a:ext>
                </a:extLst>
              </p:cNvPr>
              <p:cNvSpPr/>
              <p:nvPr/>
            </p:nvSpPr>
            <p:spPr>
              <a:xfrm>
                <a:off x="5133408" y="1683151"/>
                <a:ext cx="714694" cy="714694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  <p:sp>
            <p:nvSpPr>
              <p:cNvPr id="94" name="ar1">
                <a:extLst>
                  <a:ext uri="{FF2B5EF4-FFF2-40B4-BE49-F238E27FC236}">
                    <a16:creationId xmlns:a16="http://schemas.microsoft.com/office/drawing/2014/main" id="{A52C0D52-3AC6-4BED-BADE-72670B01BF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288193" y="1838194"/>
                <a:ext cx="405123" cy="40460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</p:grpSp>
        <p:grpSp>
          <p:nvGrpSpPr>
            <p:cNvPr id="29" name="组合 75">
              <a:extLst>
                <a:ext uri="{FF2B5EF4-FFF2-40B4-BE49-F238E27FC236}">
                  <a16:creationId xmlns:a16="http://schemas.microsoft.com/office/drawing/2014/main" id="{03A14EF3-0BBC-4983-8707-C60F3C0620DB}"/>
                </a:ext>
              </a:extLst>
            </p:cNvPr>
            <p:cNvGrpSpPr/>
            <p:nvPr/>
          </p:nvGrpSpPr>
          <p:grpSpPr>
            <a:xfrm>
              <a:off x="8364113" y="1493585"/>
              <a:ext cx="714694" cy="714694"/>
              <a:chOff x="5133408" y="1683151"/>
              <a:chExt cx="714694" cy="714694"/>
            </a:xfrm>
          </p:grpSpPr>
          <p:sp>
            <p:nvSpPr>
              <p:cNvPr id="30" name="椭圆 76">
                <a:extLst>
                  <a:ext uri="{FF2B5EF4-FFF2-40B4-BE49-F238E27FC236}">
                    <a16:creationId xmlns:a16="http://schemas.microsoft.com/office/drawing/2014/main" id="{D0FDA8C0-9E90-4549-9582-E3BF38350895}"/>
                  </a:ext>
                </a:extLst>
              </p:cNvPr>
              <p:cNvSpPr/>
              <p:nvPr/>
            </p:nvSpPr>
            <p:spPr>
              <a:xfrm>
                <a:off x="5133408" y="1683151"/>
                <a:ext cx="714694" cy="714694"/>
              </a:xfrm>
              <a:prstGeom prst="ellipse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  <p:sp>
            <p:nvSpPr>
              <p:cNvPr id="31" name="ar1">
                <a:extLst>
                  <a:ext uri="{FF2B5EF4-FFF2-40B4-BE49-F238E27FC236}">
                    <a16:creationId xmlns:a16="http://schemas.microsoft.com/office/drawing/2014/main" id="{A52C0D52-3AC6-4BED-BADE-72670B01BF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288193" y="1838194"/>
                <a:ext cx="405123" cy="40460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5" name="组合 1"/>
          <p:cNvGrpSpPr>
            <a:grpSpLocks/>
          </p:cNvGrpSpPr>
          <p:nvPr/>
        </p:nvGrpSpPr>
        <p:grpSpPr bwMode="auto">
          <a:xfrm>
            <a:off x="3795881" y="1331494"/>
            <a:ext cx="4003997" cy="4908885"/>
            <a:chOff x="865232" y="1286330"/>
            <a:chExt cx="4013321" cy="4966128"/>
          </a:xfrm>
        </p:grpSpPr>
        <p:pic>
          <p:nvPicPr>
            <p:cNvPr id="36" name="Picture 3"/>
            <p:cNvPicPr>
              <a:picLocks noChangeAspect="1"/>
            </p:cNvPicPr>
            <p:nvPr/>
          </p:nvPicPr>
          <p:blipFill>
            <a:blip r:embed="rId2"/>
            <a:srcRect l="5354" t="8440" r="6203" b="10136"/>
            <a:stretch>
              <a:fillRect/>
            </a:stretch>
          </p:blipFill>
          <p:spPr bwMode="auto">
            <a:xfrm>
              <a:off x="865232" y="1286330"/>
              <a:ext cx="4013321" cy="4966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Rectangle 4"/>
            <p:cNvSpPr/>
            <p:nvPr/>
          </p:nvSpPr>
          <p:spPr>
            <a:xfrm>
              <a:off x="1454212" y="1875344"/>
              <a:ext cx="2840124" cy="3699194"/>
            </a:xfrm>
            <a:prstGeom prst="rect">
              <a:avLst/>
            </a:prstGeom>
            <a:blipFill>
              <a:blip r:embed="rId3" cstate="print">
                <a:extLst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789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4300"/>
            </a:p>
          </p:txBody>
        </p:sp>
      </p:grpSp>
    </p:spTree>
    <p:extLst>
      <p:ext uri="{BB962C8B-B14F-4D97-AF65-F5344CB8AC3E}">
        <p14:creationId xmlns:p14="http://schemas.microsoft.com/office/powerpoint/2010/main" val="178633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5846514"/>
            <a:ext cx="12192000" cy="1011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415438" y="171906"/>
            <a:ext cx="2210862" cy="628360"/>
            <a:chOff x="453538" y="170932"/>
            <a:chExt cx="2210862" cy="628360"/>
          </a:xfrm>
        </p:grpSpPr>
        <p:sp>
          <p:nvSpPr>
            <p:cNvPr id="51" name="文本框 8">
              <a:extLst>
                <a:ext uri="{FF2B5EF4-FFF2-40B4-BE49-F238E27FC236}">
                  <a16:creationId xmlns:a16="http://schemas.microsoft.com/office/drawing/2014/main" id="{8402B3CA-3673-4CA4-BF3A-DFE18F8AF5DE}"/>
                </a:ext>
              </a:extLst>
            </p:cNvPr>
            <p:cNvSpPr txBox="1"/>
            <p:nvPr/>
          </p:nvSpPr>
          <p:spPr>
            <a:xfrm>
              <a:off x="453538" y="170932"/>
              <a:ext cx="22108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2.5 </a:t>
              </a: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AB96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OPPOSans M" panose="00020600040101010101" pitchFamily="18" charset="-122"/>
                  <a:sym typeface="OPPOSans M" panose="00020600040101010101" pitchFamily="18" charset="-122"/>
                </a:rPr>
                <a:t>應對技巧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60" name="平行四边形 9">
              <a:extLst>
                <a:ext uri="{FF2B5EF4-FFF2-40B4-BE49-F238E27FC236}">
                  <a16:creationId xmlns:a16="http://schemas.microsoft.com/office/drawing/2014/main" id="{4EFC03DD-EF09-4476-AC81-75E4C81E0A18}"/>
                </a:ext>
              </a:extLst>
            </p:cNvPr>
            <p:cNvSpPr/>
            <p:nvPr/>
          </p:nvSpPr>
          <p:spPr>
            <a:xfrm>
              <a:off x="481410" y="738453"/>
              <a:ext cx="2012089" cy="60839"/>
            </a:xfrm>
            <a:prstGeom prst="parallelogram">
              <a:avLst>
                <a:gd name="adj" fmla="val 17058"/>
              </a:avLst>
            </a:prstGeom>
            <a:gradFill>
              <a:gsLst>
                <a:gs pos="0">
                  <a:srgbClr val="C1AB85"/>
                </a:gs>
                <a:gs pos="100000">
                  <a:srgbClr val="F6EACC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558800" dist="1778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69" name="TextBox 42">
            <a:extLst>
              <a:ext uri="{FF2B5EF4-FFF2-40B4-BE49-F238E27FC236}">
                <a16:creationId xmlns:a16="http://schemas.microsoft.com/office/drawing/2014/main" id="{8E659097-CA58-4436-A7C7-EDB53A74271E}"/>
              </a:ext>
            </a:extLst>
          </p:cNvPr>
          <p:cNvSpPr txBox="1"/>
          <p:nvPr/>
        </p:nvSpPr>
        <p:spPr>
          <a:xfrm>
            <a:off x="2163299" y="4121074"/>
            <a:ext cx="4831453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一切皆可嘮，</a:t>
            </a:r>
            <a:r>
              <a:rPr lang="zh-CN" altLang="en-US" sz="20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聊的多，查的就少</a:t>
            </a:r>
            <a:endParaRPr lang="en-US" altLang="zh-CN" sz="2000" b="1" dirty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全球政事，娛樂百科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 P 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站位，網絡用語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護膚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養生，家庭育兒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Box 43">
            <a:extLst>
              <a:ext uri="{FF2B5EF4-FFF2-40B4-BE49-F238E27FC236}">
                <a16:creationId xmlns:a16="http://schemas.microsoft.com/office/drawing/2014/main" id="{AD139934-D168-47C5-9973-DDC92221FB6E}"/>
              </a:ext>
            </a:extLst>
          </p:cNvPr>
          <p:cNvSpPr txBox="1"/>
          <p:nvPr/>
        </p:nvSpPr>
        <p:spPr>
          <a:xfrm>
            <a:off x="2085875" y="1191224"/>
            <a:ext cx="40251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一切皆文件，有就有，沒有也有</a:t>
            </a:r>
            <a:endParaRPr lang="en-US" altLang="zh-CN" sz="20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有則優，無亦有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憑據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有章循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CN" altLang="en-US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Box 44">
            <a:extLst>
              <a:ext uri="{FF2B5EF4-FFF2-40B4-BE49-F238E27FC236}">
                <a16:creationId xmlns:a16="http://schemas.microsoft.com/office/drawing/2014/main" id="{6D1AA759-9C50-4C6E-B6C0-D029EF578B56}"/>
              </a:ext>
            </a:extLst>
          </p:cNvPr>
          <p:cNvSpPr txBox="1"/>
          <p:nvPr/>
        </p:nvSpPr>
        <p:spPr>
          <a:xfrm>
            <a:off x="2085875" y="2699607"/>
            <a:ext cx="423743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一切皆可秀，好就多，弱就</a:t>
            </a:r>
            <a:r>
              <a:rPr lang="zh-CN" altLang="en-US" sz="20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拖拖</a:t>
            </a:r>
            <a:endParaRPr lang="en-US" altLang="zh-CN" sz="20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揚長避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短，緩兵之計</a:t>
            </a:r>
            <a:endParaRPr lang="en-US" altLang="zh-CN" sz="1400" dirty="0" smtClean="0">
              <a:solidFill>
                <a:srgbClr val="B49C7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文本框 67">
            <a:extLst>
              <a:ext uri="{FF2B5EF4-FFF2-40B4-BE49-F238E27FC236}">
                <a16:creationId xmlns:a16="http://schemas.microsoft.com/office/drawing/2014/main" id="{0C432373-5B71-495C-9363-5AD024A3091A}"/>
              </a:ext>
            </a:extLst>
          </p:cNvPr>
          <p:cNvSpPr txBox="1"/>
          <p:nvPr/>
        </p:nvSpPr>
        <p:spPr>
          <a:xfrm>
            <a:off x="0" y="5974632"/>
            <a:ext cx="113076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“三心二意”原則：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應對用心、</a:t>
            </a:r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溝通耐心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、做事信心</a:t>
            </a:r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、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忌隨意、忌意見</a:t>
            </a:r>
            <a:endParaRPr lang="zh-CN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32" name="TextBox 43">
            <a:extLst>
              <a:ext uri="{FF2B5EF4-FFF2-40B4-BE49-F238E27FC236}">
                <a16:creationId xmlns:a16="http://schemas.microsoft.com/office/drawing/2014/main" id="{AD139934-D168-47C5-9973-DDC92221FB6E}"/>
              </a:ext>
            </a:extLst>
          </p:cNvPr>
          <p:cNvSpPr txBox="1"/>
          <p:nvPr/>
        </p:nvSpPr>
        <p:spPr>
          <a:xfrm>
            <a:off x="7172470" y="1193623"/>
            <a:ext cx="389719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一切皆可行，重引導，要主動</a:t>
            </a:r>
            <a:endParaRPr lang="en-US" altLang="zh-CN" sz="20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靈活應變，見機行事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600" b="1" dirty="0" smtClean="0">
              <a:solidFill>
                <a:srgbClr val="B49C7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CN" altLang="en-US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44">
            <a:extLst>
              <a:ext uri="{FF2B5EF4-FFF2-40B4-BE49-F238E27FC236}">
                <a16:creationId xmlns:a16="http://schemas.microsoft.com/office/drawing/2014/main" id="{6D1AA759-9C50-4C6E-B6C0-D029EF578B56}"/>
              </a:ext>
            </a:extLst>
          </p:cNvPr>
          <p:cNvSpPr txBox="1"/>
          <p:nvPr/>
        </p:nvSpPr>
        <p:spPr>
          <a:xfrm>
            <a:off x="7172470" y="2649754"/>
            <a:ext cx="4170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一切皆寡言，不找話，少說話</a:t>
            </a:r>
            <a:endParaRPr lang="en-US" altLang="zh-CN" sz="20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無把握，不作答</a:t>
            </a:r>
            <a:endParaRPr lang="en-US" altLang="zh-CN" sz="14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想清楚</a:t>
            </a:r>
            <a:r>
              <a:rPr lang="zh-CN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，再</a:t>
            </a:r>
            <a:r>
              <a:rPr lang="zh-CN" altLang="en-US" sz="14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回應</a:t>
            </a:r>
            <a:endParaRPr lang="zh-CN" altLang="en-US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326" y="5886660"/>
            <a:ext cx="2128875" cy="883368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5" name="稻壳儿小白白(http://dwz.cn/Wu2UP)"/>
          <p:cNvSpPr>
            <a:spLocks/>
          </p:cNvSpPr>
          <p:nvPr/>
        </p:nvSpPr>
        <p:spPr bwMode="auto">
          <a:xfrm>
            <a:off x="1121231" y="1390777"/>
            <a:ext cx="569538" cy="412134"/>
          </a:xfrm>
          <a:custGeom>
            <a:avLst/>
            <a:gdLst>
              <a:gd name="T0" fmla="*/ 2147483646 w 48"/>
              <a:gd name="T1" fmla="*/ 1825359657 h 41"/>
              <a:gd name="T2" fmla="*/ 2147483646 w 48"/>
              <a:gd name="T3" fmla="*/ 1969464445 h 41"/>
              <a:gd name="T4" fmla="*/ 1750947413 w 48"/>
              <a:gd name="T5" fmla="*/ 1969464445 h 41"/>
              <a:gd name="T6" fmla="*/ 1656303838 w 48"/>
              <a:gd name="T7" fmla="*/ 1825359657 h 41"/>
              <a:gd name="T8" fmla="*/ 1656303838 w 48"/>
              <a:gd name="T9" fmla="*/ 1441068671 h 41"/>
              <a:gd name="T10" fmla="*/ 1750947413 w 48"/>
              <a:gd name="T11" fmla="*/ 1296963883 h 41"/>
              <a:gd name="T12" fmla="*/ 1892919654 w 48"/>
              <a:gd name="T13" fmla="*/ 1296963883 h 41"/>
              <a:gd name="T14" fmla="*/ 1892919654 w 48"/>
              <a:gd name="T15" fmla="*/ 1056784616 h 41"/>
              <a:gd name="T16" fmla="*/ 1230393992 w 48"/>
              <a:gd name="T17" fmla="*/ 1056784616 h 41"/>
              <a:gd name="T18" fmla="*/ 1230393992 w 48"/>
              <a:gd name="T19" fmla="*/ 1296963883 h 41"/>
              <a:gd name="T20" fmla="*/ 1372366233 w 48"/>
              <a:gd name="T21" fmla="*/ 1296963883 h 41"/>
              <a:gd name="T22" fmla="*/ 1467009808 w 48"/>
              <a:gd name="T23" fmla="*/ 1441068671 h 41"/>
              <a:gd name="T24" fmla="*/ 1467009808 w 48"/>
              <a:gd name="T25" fmla="*/ 1825359657 h 41"/>
              <a:gd name="T26" fmla="*/ 1372366233 w 48"/>
              <a:gd name="T27" fmla="*/ 1969464445 h 41"/>
              <a:gd name="T28" fmla="*/ 946456388 w 48"/>
              <a:gd name="T29" fmla="*/ 1969464445 h 41"/>
              <a:gd name="T30" fmla="*/ 804491025 w 48"/>
              <a:gd name="T31" fmla="*/ 1825359657 h 41"/>
              <a:gd name="T32" fmla="*/ 804491025 w 48"/>
              <a:gd name="T33" fmla="*/ 1441068671 h 41"/>
              <a:gd name="T34" fmla="*/ 946456388 w 48"/>
              <a:gd name="T35" fmla="*/ 1296963883 h 41"/>
              <a:gd name="T36" fmla="*/ 1088428629 w 48"/>
              <a:gd name="T37" fmla="*/ 1296963883 h 41"/>
              <a:gd name="T38" fmla="*/ 1088428629 w 48"/>
              <a:gd name="T39" fmla="*/ 1056784616 h 41"/>
              <a:gd name="T40" fmla="*/ 425909846 w 48"/>
              <a:gd name="T41" fmla="*/ 1056784616 h 41"/>
              <a:gd name="T42" fmla="*/ 425909846 w 48"/>
              <a:gd name="T43" fmla="*/ 1296963883 h 41"/>
              <a:gd name="T44" fmla="*/ 520553421 w 48"/>
              <a:gd name="T45" fmla="*/ 1296963883 h 41"/>
              <a:gd name="T46" fmla="*/ 662518783 w 48"/>
              <a:gd name="T47" fmla="*/ 1441068671 h 41"/>
              <a:gd name="T48" fmla="*/ 662518783 w 48"/>
              <a:gd name="T49" fmla="*/ 1825359657 h 41"/>
              <a:gd name="T50" fmla="*/ 520553421 w 48"/>
              <a:gd name="T51" fmla="*/ 1969464445 h 41"/>
              <a:gd name="T52" fmla="*/ 141972242 w 48"/>
              <a:gd name="T53" fmla="*/ 1969464445 h 41"/>
              <a:gd name="T54" fmla="*/ 0 w 48"/>
              <a:gd name="T55" fmla="*/ 1825359657 h 41"/>
              <a:gd name="T56" fmla="*/ 0 w 48"/>
              <a:gd name="T57" fmla="*/ 1441068671 h 41"/>
              <a:gd name="T58" fmla="*/ 141972242 w 48"/>
              <a:gd name="T59" fmla="*/ 1296963883 h 41"/>
              <a:gd name="T60" fmla="*/ 236615817 w 48"/>
              <a:gd name="T61" fmla="*/ 1296963883 h 41"/>
              <a:gd name="T62" fmla="*/ 236615817 w 48"/>
              <a:gd name="T63" fmla="*/ 1056784616 h 41"/>
              <a:gd name="T64" fmla="*/ 425909846 w 48"/>
              <a:gd name="T65" fmla="*/ 912679829 h 41"/>
              <a:gd name="T66" fmla="*/ 1088428629 w 48"/>
              <a:gd name="T67" fmla="*/ 912679829 h 41"/>
              <a:gd name="T68" fmla="*/ 1088428629 w 48"/>
              <a:gd name="T69" fmla="*/ 672500562 h 41"/>
              <a:gd name="T70" fmla="*/ 946456388 w 48"/>
              <a:gd name="T71" fmla="*/ 672500562 h 41"/>
              <a:gd name="T72" fmla="*/ 804491025 w 48"/>
              <a:gd name="T73" fmla="*/ 528395774 h 41"/>
              <a:gd name="T74" fmla="*/ 804491025 w 48"/>
              <a:gd name="T75" fmla="*/ 96074479 h 41"/>
              <a:gd name="T76" fmla="*/ 946456388 w 48"/>
              <a:gd name="T77" fmla="*/ 0 h 41"/>
              <a:gd name="T78" fmla="*/ 1372366233 w 48"/>
              <a:gd name="T79" fmla="*/ 0 h 41"/>
              <a:gd name="T80" fmla="*/ 1467009808 w 48"/>
              <a:gd name="T81" fmla="*/ 96074479 h 41"/>
              <a:gd name="T82" fmla="*/ 1467009808 w 48"/>
              <a:gd name="T83" fmla="*/ 528395774 h 41"/>
              <a:gd name="T84" fmla="*/ 1372366233 w 48"/>
              <a:gd name="T85" fmla="*/ 672500562 h 41"/>
              <a:gd name="T86" fmla="*/ 1230393992 w 48"/>
              <a:gd name="T87" fmla="*/ 672500562 h 41"/>
              <a:gd name="T88" fmla="*/ 1230393992 w 48"/>
              <a:gd name="T89" fmla="*/ 912679829 h 41"/>
              <a:gd name="T90" fmla="*/ 1892919654 w 48"/>
              <a:gd name="T91" fmla="*/ 912679829 h 41"/>
              <a:gd name="T92" fmla="*/ 2034885017 w 48"/>
              <a:gd name="T93" fmla="*/ 1056784616 h 41"/>
              <a:gd name="T94" fmla="*/ 2034885017 w 48"/>
              <a:gd name="T95" fmla="*/ 1296963883 h 41"/>
              <a:gd name="T96" fmla="*/ 2147483646 w 48"/>
              <a:gd name="T97" fmla="*/ 1296963883 h 41"/>
              <a:gd name="T98" fmla="*/ 2147483646 w 48"/>
              <a:gd name="T99" fmla="*/ 1441068671 h 41"/>
              <a:gd name="T100" fmla="*/ 2147483646 w 48"/>
              <a:gd name="T101" fmla="*/ 1825359657 h 41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48" h="41">
                <a:moveTo>
                  <a:pt x="48" y="38"/>
                </a:moveTo>
                <a:cubicBezTo>
                  <a:pt x="48" y="40"/>
                  <a:pt x="47" y="41"/>
                  <a:pt x="46" y="41"/>
                </a:cubicBezTo>
                <a:cubicBezTo>
                  <a:pt x="37" y="41"/>
                  <a:pt x="37" y="41"/>
                  <a:pt x="37" y="41"/>
                </a:cubicBezTo>
                <a:cubicBezTo>
                  <a:pt x="36" y="41"/>
                  <a:pt x="35" y="40"/>
                  <a:pt x="35" y="38"/>
                </a:cubicBezTo>
                <a:cubicBezTo>
                  <a:pt x="35" y="30"/>
                  <a:pt x="35" y="30"/>
                  <a:pt x="35" y="30"/>
                </a:cubicBezTo>
                <a:cubicBezTo>
                  <a:pt x="35" y="28"/>
                  <a:pt x="36" y="27"/>
                  <a:pt x="37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2"/>
                  <a:pt x="40" y="22"/>
                  <a:pt x="40" y="22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30" y="27"/>
                  <a:pt x="31" y="28"/>
                  <a:pt x="31" y="30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40"/>
                  <a:pt x="30" y="41"/>
                  <a:pt x="29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19" y="41"/>
                  <a:pt x="17" y="40"/>
                  <a:pt x="17" y="38"/>
                </a:cubicBezTo>
                <a:cubicBezTo>
                  <a:pt x="17" y="30"/>
                  <a:pt x="17" y="30"/>
                  <a:pt x="17" y="30"/>
                </a:cubicBezTo>
                <a:cubicBezTo>
                  <a:pt x="17" y="28"/>
                  <a:pt x="19" y="27"/>
                  <a:pt x="20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2"/>
                  <a:pt x="23" y="22"/>
                  <a:pt x="23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9" y="27"/>
                  <a:pt x="9" y="27"/>
                  <a:pt x="9" y="27"/>
                </a:cubicBezTo>
                <a:cubicBezTo>
                  <a:pt x="11" y="27"/>
                  <a:pt x="11" y="27"/>
                  <a:pt x="11" y="27"/>
                </a:cubicBezTo>
                <a:cubicBezTo>
                  <a:pt x="13" y="27"/>
                  <a:pt x="14" y="28"/>
                  <a:pt x="14" y="30"/>
                </a:cubicBezTo>
                <a:cubicBezTo>
                  <a:pt x="14" y="38"/>
                  <a:pt x="14" y="38"/>
                  <a:pt x="14" y="38"/>
                </a:cubicBezTo>
                <a:cubicBezTo>
                  <a:pt x="14" y="40"/>
                  <a:pt x="13" y="41"/>
                  <a:pt x="11" y="41"/>
                </a:cubicBezTo>
                <a:cubicBezTo>
                  <a:pt x="3" y="41"/>
                  <a:pt x="3" y="41"/>
                  <a:pt x="3" y="41"/>
                </a:cubicBezTo>
                <a:cubicBezTo>
                  <a:pt x="1" y="41"/>
                  <a:pt x="0" y="40"/>
                  <a:pt x="0" y="38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28"/>
                  <a:pt x="1" y="27"/>
                  <a:pt x="3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0"/>
                  <a:pt x="7" y="19"/>
                  <a:pt x="9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14"/>
                  <a:pt x="23" y="14"/>
                  <a:pt x="23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19" y="14"/>
                  <a:pt x="17" y="12"/>
                  <a:pt x="17" y="11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1"/>
                  <a:pt x="19" y="0"/>
                  <a:pt x="20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30" y="0"/>
                  <a:pt x="31" y="1"/>
                  <a:pt x="31" y="2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0" y="14"/>
                  <a:pt x="29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9"/>
                  <a:pt x="26" y="19"/>
                  <a:pt x="26" y="19"/>
                </a:cubicBezTo>
                <a:cubicBezTo>
                  <a:pt x="40" y="19"/>
                  <a:pt x="40" y="19"/>
                  <a:pt x="40" y="19"/>
                </a:cubicBezTo>
                <a:cubicBezTo>
                  <a:pt x="42" y="19"/>
                  <a:pt x="43" y="20"/>
                  <a:pt x="43" y="22"/>
                </a:cubicBezTo>
                <a:cubicBezTo>
                  <a:pt x="43" y="27"/>
                  <a:pt x="43" y="27"/>
                  <a:pt x="43" y="27"/>
                </a:cubicBezTo>
                <a:cubicBezTo>
                  <a:pt x="46" y="27"/>
                  <a:pt x="46" y="27"/>
                  <a:pt x="46" y="27"/>
                </a:cubicBezTo>
                <a:cubicBezTo>
                  <a:pt x="47" y="27"/>
                  <a:pt x="48" y="28"/>
                  <a:pt x="48" y="30"/>
                </a:cubicBezTo>
                <a:lnTo>
                  <a:pt x="48" y="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920" tIns="60960" rIns="121920" bIns="60960"/>
          <a:lstStyle/>
          <a:p>
            <a:endParaRPr lang="zh-CN" altLang="en-US"/>
          </a:p>
        </p:txBody>
      </p:sp>
      <p:sp>
        <p:nvSpPr>
          <p:cNvPr id="26" name="稻壳儿小白白(http://dwz.cn/Wu2UP)"/>
          <p:cNvSpPr>
            <a:spLocks noEditPoints="1"/>
          </p:cNvSpPr>
          <p:nvPr/>
        </p:nvSpPr>
        <p:spPr bwMode="auto">
          <a:xfrm>
            <a:off x="1169090" y="2894267"/>
            <a:ext cx="483579" cy="448593"/>
          </a:xfrm>
          <a:custGeom>
            <a:avLst/>
            <a:gdLst>
              <a:gd name="T0" fmla="*/ 2122445828 w 48"/>
              <a:gd name="T1" fmla="*/ 1827511201 h 38"/>
              <a:gd name="T2" fmla="*/ 0 w 48"/>
              <a:gd name="T3" fmla="*/ 1635144886 h 38"/>
              <a:gd name="T4" fmla="*/ 192947727 w 48"/>
              <a:gd name="T5" fmla="*/ 0 h 38"/>
              <a:gd name="T6" fmla="*/ 2147483646 w 48"/>
              <a:gd name="T7" fmla="*/ 192366315 h 38"/>
              <a:gd name="T8" fmla="*/ 2147483646 w 48"/>
              <a:gd name="T9" fmla="*/ 529019503 h 38"/>
              <a:gd name="T10" fmla="*/ 192947727 w 48"/>
              <a:gd name="T11" fmla="*/ 480926190 h 38"/>
              <a:gd name="T12" fmla="*/ 144712531 w 48"/>
              <a:gd name="T13" fmla="*/ 1635144886 h 38"/>
              <a:gd name="T14" fmla="*/ 2122445828 w 48"/>
              <a:gd name="T15" fmla="*/ 1635144886 h 38"/>
              <a:gd name="T16" fmla="*/ 2147483646 w 48"/>
              <a:gd name="T17" fmla="*/ 529019503 h 38"/>
              <a:gd name="T18" fmla="*/ 434137594 w 48"/>
              <a:gd name="T19" fmla="*/ 817572443 h 38"/>
              <a:gd name="T20" fmla="*/ 337660258 w 48"/>
              <a:gd name="T21" fmla="*/ 769479130 h 38"/>
              <a:gd name="T22" fmla="*/ 385902398 w 48"/>
              <a:gd name="T23" fmla="*/ 673292505 h 38"/>
              <a:gd name="T24" fmla="*/ 482372789 w 48"/>
              <a:gd name="T25" fmla="*/ 721385818 h 38"/>
              <a:gd name="T26" fmla="*/ 482372789 w 48"/>
              <a:gd name="T27" fmla="*/ 1106125383 h 38"/>
              <a:gd name="T28" fmla="*/ 385902398 w 48"/>
              <a:gd name="T29" fmla="*/ 1154218695 h 38"/>
              <a:gd name="T30" fmla="*/ 337660258 w 48"/>
              <a:gd name="T31" fmla="*/ 1058032070 h 38"/>
              <a:gd name="T32" fmla="*/ 434137594 w 48"/>
              <a:gd name="T33" fmla="*/ 1009938758 h 38"/>
              <a:gd name="T34" fmla="*/ 482372789 w 48"/>
              <a:gd name="T35" fmla="*/ 1106125383 h 38"/>
              <a:gd name="T36" fmla="*/ 434137594 w 48"/>
              <a:gd name="T37" fmla="*/ 1490864948 h 38"/>
              <a:gd name="T38" fmla="*/ 337660258 w 48"/>
              <a:gd name="T39" fmla="*/ 1442771636 h 38"/>
              <a:gd name="T40" fmla="*/ 385902398 w 48"/>
              <a:gd name="T41" fmla="*/ 1346585011 h 38"/>
              <a:gd name="T42" fmla="*/ 482372789 w 48"/>
              <a:gd name="T43" fmla="*/ 1346585011 h 38"/>
              <a:gd name="T44" fmla="*/ 1977733297 w 48"/>
              <a:gd name="T45" fmla="*/ 769479130 h 38"/>
              <a:gd name="T46" fmla="*/ 723562656 w 48"/>
              <a:gd name="T47" fmla="*/ 817572443 h 38"/>
              <a:gd name="T48" fmla="*/ 675320516 w 48"/>
              <a:gd name="T49" fmla="*/ 721385818 h 38"/>
              <a:gd name="T50" fmla="*/ 1929498102 w 48"/>
              <a:gd name="T51" fmla="*/ 673292505 h 38"/>
              <a:gd name="T52" fmla="*/ 1977733297 w 48"/>
              <a:gd name="T53" fmla="*/ 769479130 h 38"/>
              <a:gd name="T54" fmla="*/ 1929498102 w 48"/>
              <a:gd name="T55" fmla="*/ 1154218695 h 38"/>
              <a:gd name="T56" fmla="*/ 675320516 w 48"/>
              <a:gd name="T57" fmla="*/ 1106125383 h 38"/>
              <a:gd name="T58" fmla="*/ 723562656 w 48"/>
              <a:gd name="T59" fmla="*/ 1009938758 h 38"/>
              <a:gd name="T60" fmla="*/ 1977733297 w 48"/>
              <a:gd name="T61" fmla="*/ 1058032070 h 38"/>
              <a:gd name="T62" fmla="*/ 1977733297 w 48"/>
              <a:gd name="T63" fmla="*/ 1442771636 h 38"/>
              <a:gd name="T64" fmla="*/ 723562656 w 48"/>
              <a:gd name="T65" fmla="*/ 1490864948 h 38"/>
              <a:gd name="T66" fmla="*/ 675320516 w 48"/>
              <a:gd name="T67" fmla="*/ 1346585011 h 38"/>
              <a:gd name="T68" fmla="*/ 1929498102 w 48"/>
              <a:gd name="T69" fmla="*/ 1346585011 h 38"/>
              <a:gd name="T70" fmla="*/ 1977733297 w 48"/>
              <a:gd name="T71" fmla="*/ 1442771636 h 38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48" h="38">
                <a:moveTo>
                  <a:pt x="48" y="34"/>
                </a:moveTo>
                <a:cubicBezTo>
                  <a:pt x="48" y="36"/>
                  <a:pt x="46" y="38"/>
                  <a:pt x="44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2" y="38"/>
                  <a:pt x="0" y="36"/>
                  <a:pt x="0" y="3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6" y="0"/>
                  <a:pt x="48" y="2"/>
                  <a:pt x="48" y="4"/>
                </a:cubicBezTo>
                <a:lnTo>
                  <a:pt x="48" y="34"/>
                </a:lnTo>
                <a:close/>
                <a:moveTo>
                  <a:pt x="45" y="11"/>
                </a:moveTo>
                <a:cubicBezTo>
                  <a:pt x="45" y="11"/>
                  <a:pt x="44" y="10"/>
                  <a:pt x="44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4" y="34"/>
                  <a:pt x="4" y="34"/>
                </a:cubicBezTo>
                <a:cubicBezTo>
                  <a:pt x="44" y="34"/>
                  <a:pt x="44" y="34"/>
                  <a:pt x="44" y="34"/>
                </a:cubicBezTo>
                <a:cubicBezTo>
                  <a:pt x="44" y="34"/>
                  <a:pt x="45" y="34"/>
                  <a:pt x="45" y="34"/>
                </a:cubicBezTo>
                <a:lnTo>
                  <a:pt x="45" y="11"/>
                </a:lnTo>
                <a:close/>
                <a:moveTo>
                  <a:pt x="10" y="16"/>
                </a:moveTo>
                <a:cubicBezTo>
                  <a:pt x="10" y="17"/>
                  <a:pt x="10" y="17"/>
                  <a:pt x="9" y="17"/>
                </a:cubicBezTo>
                <a:cubicBezTo>
                  <a:pt x="8" y="17"/>
                  <a:pt x="8" y="17"/>
                  <a:pt x="8" y="17"/>
                </a:cubicBezTo>
                <a:cubicBezTo>
                  <a:pt x="7" y="17"/>
                  <a:pt x="7" y="17"/>
                  <a:pt x="7" y="16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14"/>
                  <a:pt x="7" y="14"/>
                  <a:pt x="8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10" y="14"/>
                  <a:pt x="10" y="14"/>
                  <a:pt x="10" y="15"/>
                </a:cubicBezTo>
                <a:lnTo>
                  <a:pt x="10" y="16"/>
                </a:lnTo>
                <a:close/>
                <a:moveTo>
                  <a:pt x="10" y="23"/>
                </a:moveTo>
                <a:cubicBezTo>
                  <a:pt x="10" y="24"/>
                  <a:pt x="10" y="24"/>
                  <a:pt x="9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7" y="24"/>
                  <a:pt x="7" y="24"/>
                  <a:pt x="7" y="23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1"/>
                  <a:pt x="7" y="21"/>
                  <a:pt x="8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10" y="21"/>
                  <a:pt x="10" y="21"/>
                  <a:pt x="10" y="22"/>
                </a:cubicBezTo>
                <a:lnTo>
                  <a:pt x="10" y="23"/>
                </a:lnTo>
                <a:close/>
                <a:moveTo>
                  <a:pt x="10" y="30"/>
                </a:moveTo>
                <a:cubicBezTo>
                  <a:pt x="10" y="31"/>
                  <a:pt x="10" y="31"/>
                  <a:pt x="9" y="31"/>
                </a:cubicBezTo>
                <a:cubicBezTo>
                  <a:pt x="8" y="31"/>
                  <a:pt x="8" y="31"/>
                  <a:pt x="8" y="31"/>
                </a:cubicBezTo>
                <a:cubicBezTo>
                  <a:pt x="7" y="31"/>
                  <a:pt x="7" y="31"/>
                  <a:pt x="7" y="30"/>
                </a:cubicBezTo>
                <a:cubicBezTo>
                  <a:pt x="7" y="28"/>
                  <a:pt x="7" y="28"/>
                  <a:pt x="7" y="28"/>
                </a:cubicBezTo>
                <a:cubicBezTo>
                  <a:pt x="7" y="28"/>
                  <a:pt x="7" y="28"/>
                  <a:pt x="8" y="28"/>
                </a:cubicBezTo>
                <a:cubicBezTo>
                  <a:pt x="9" y="28"/>
                  <a:pt x="9" y="28"/>
                  <a:pt x="9" y="28"/>
                </a:cubicBezTo>
                <a:cubicBezTo>
                  <a:pt x="10" y="28"/>
                  <a:pt x="10" y="28"/>
                  <a:pt x="10" y="28"/>
                </a:cubicBezTo>
                <a:lnTo>
                  <a:pt x="10" y="30"/>
                </a:lnTo>
                <a:close/>
                <a:moveTo>
                  <a:pt x="41" y="16"/>
                </a:moveTo>
                <a:cubicBezTo>
                  <a:pt x="41" y="17"/>
                  <a:pt x="41" y="17"/>
                  <a:pt x="40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4" y="17"/>
                  <a:pt x="14" y="17"/>
                  <a:pt x="14" y="16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4"/>
                  <a:pt x="14" y="14"/>
                  <a:pt x="15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1" y="14"/>
                  <a:pt x="41" y="14"/>
                  <a:pt x="41" y="15"/>
                </a:cubicBezTo>
                <a:lnTo>
                  <a:pt x="41" y="16"/>
                </a:lnTo>
                <a:close/>
                <a:moveTo>
                  <a:pt x="41" y="23"/>
                </a:moveTo>
                <a:cubicBezTo>
                  <a:pt x="41" y="24"/>
                  <a:pt x="41" y="24"/>
                  <a:pt x="40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4" y="24"/>
                  <a:pt x="14" y="24"/>
                  <a:pt x="14" y="23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21"/>
                  <a:pt x="14" y="21"/>
                  <a:pt x="15" y="21"/>
                </a:cubicBezTo>
                <a:cubicBezTo>
                  <a:pt x="40" y="21"/>
                  <a:pt x="40" y="21"/>
                  <a:pt x="40" y="21"/>
                </a:cubicBezTo>
                <a:cubicBezTo>
                  <a:pt x="41" y="21"/>
                  <a:pt x="41" y="21"/>
                  <a:pt x="41" y="22"/>
                </a:cubicBezTo>
                <a:lnTo>
                  <a:pt x="41" y="23"/>
                </a:lnTo>
                <a:close/>
                <a:moveTo>
                  <a:pt x="41" y="30"/>
                </a:moveTo>
                <a:cubicBezTo>
                  <a:pt x="41" y="31"/>
                  <a:pt x="41" y="31"/>
                  <a:pt x="40" y="31"/>
                </a:cubicBezTo>
                <a:cubicBezTo>
                  <a:pt x="15" y="31"/>
                  <a:pt x="15" y="31"/>
                  <a:pt x="15" y="31"/>
                </a:cubicBezTo>
                <a:cubicBezTo>
                  <a:pt x="14" y="31"/>
                  <a:pt x="14" y="31"/>
                  <a:pt x="14" y="30"/>
                </a:cubicBezTo>
                <a:cubicBezTo>
                  <a:pt x="14" y="28"/>
                  <a:pt x="14" y="28"/>
                  <a:pt x="14" y="28"/>
                </a:cubicBezTo>
                <a:cubicBezTo>
                  <a:pt x="14" y="28"/>
                  <a:pt x="14" y="28"/>
                  <a:pt x="15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lnTo>
                  <a:pt x="41" y="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920" tIns="60960" rIns="121920" bIns="60960"/>
          <a:lstStyle/>
          <a:p>
            <a:endParaRPr lang="zh-CN" altLang="en-US"/>
          </a:p>
        </p:txBody>
      </p:sp>
      <p:sp>
        <p:nvSpPr>
          <p:cNvPr id="27" name="稻壳儿小白白(http://dwz.cn/Wu2UP)"/>
          <p:cNvSpPr>
            <a:spLocks noEditPoints="1"/>
          </p:cNvSpPr>
          <p:nvPr/>
        </p:nvSpPr>
        <p:spPr bwMode="auto">
          <a:xfrm>
            <a:off x="6444879" y="1386726"/>
            <a:ext cx="483579" cy="428885"/>
          </a:xfrm>
          <a:custGeom>
            <a:avLst/>
            <a:gdLst>
              <a:gd name="T0" fmla="*/ 820033047 w 48"/>
              <a:gd name="T1" fmla="*/ 1238643424 h 46"/>
              <a:gd name="T2" fmla="*/ 627085320 w 48"/>
              <a:gd name="T3" fmla="*/ 1095720109 h 46"/>
              <a:gd name="T4" fmla="*/ 337660258 w 48"/>
              <a:gd name="T5" fmla="*/ 1667399565 h 46"/>
              <a:gd name="T6" fmla="*/ 48235195 w 48"/>
              <a:gd name="T7" fmla="*/ 1238643424 h 46"/>
              <a:gd name="T8" fmla="*/ 48235195 w 48"/>
              <a:gd name="T9" fmla="*/ 1095720109 h 46"/>
              <a:gd name="T10" fmla="*/ 192947727 w 48"/>
              <a:gd name="T11" fmla="*/ 857519185 h 46"/>
              <a:gd name="T12" fmla="*/ 48235195 w 48"/>
              <a:gd name="T13" fmla="*/ 714602772 h 46"/>
              <a:gd name="T14" fmla="*/ 578850125 w 48"/>
              <a:gd name="T15" fmla="*/ 762241576 h 46"/>
              <a:gd name="T16" fmla="*/ 820033047 w 48"/>
              <a:gd name="T17" fmla="*/ 1238643424 h 46"/>
              <a:gd name="T18" fmla="*/ 1061222914 w 48"/>
              <a:gd name="T19" fmla="*/ 1953239293 h 46"/>
              <a:gd name="T20" fmla="*/ 1061222914 w 48"/>
              <a:gd name="T21" fmla="*/ 2000878098 h 46"/>
              <a:gd name="T22" fmla="*/ 530607984 w 48"/>
              <a:gd name="T23" fmla="*/ 1953239293 h 46"/>
              <a:gd name="T24" fmla="*/ 385902398 w 48"/>
              <a:gd name="T25" fmla="*/ 1810322880 h 46"/>
              <a:gd name="T26" fmla="*/ 434137594 w 48"/>
              <a:gd name="T27" fmla="*/ 1476837446 h 46"/>
              <a:gd name="T28" fmla="*/ 1109458109 w 48"/>
              <a:gd name="T29" fmla="*/ 1476837446 h 46"/>
              <a:gd name="T30" fmla="*/ 1061222914 w 48"/>
              <a:gd name="T31" fmla="*/ 1953239293 h 46"/>
              <a:gd name="T32" fmla="*/ 820033047 w 48"/>
              <a:gd name="T33" fmla="*/ 762241576 h 46"/>
              <a:gd name="T34" fmla="*/ 434137594 w 48"/>
              <a:gd name="T35" fmla="*/ 524040652 h 46"/>
              <a:gd name="T36" fmla="*/ 385902398 w 48"/>
              <a:gd name="T37" fmla="*/ 524040652 h 46"/>
              <a:gd name="T38" fmla="*/ 675320516 w 48"/>
              <a:gd name="T39" fmla="*/ 95277609 h 46"/>
              <a:gd name="T40" fmla="*/ 868275188 w 48"/>
              <a:gd name="T41" fmla="*/ 0 h 46"/>
              <a:gd name="T42" fmla="*/ 1157700250 w 48"/>
              <a:gd name="T43" fmla="*/ 238200924 h 46"/>
              <a:gd name="T44" fmla="*/ 820033047 w 48"/>
              <a:gd name="T45" fmla="*/ 762241576 h 46"/>
              <a:gd name="T46" fmla="*/ 2025968492 w 48"/>
              <a:gd name="T47" fmla="*/ 238200924 h 46"/>
              <a:gd name="T48" fmla="*/ 1736543430 w 48"/>
              <a:gd name="T49" fmla="*/ 714602772 h 46"/>
              <a:gd name="T50" fmla="*/ 1205935445 w 48"/>
              <a:gd name="T51" fmla="*/ 666957065 h 46"/>
              <a:gd name="T52" fmla="*/ 1398883172 w 48"/>
              <a:gd name="T53" fmla="*/ 571679457 h 46"/>
              <a:gd name="T54" fmla="*/ 1012987719 w 48"/>
              <a:gd name="T55" fmla="*/ 0 h 46"/>
              <a:gd name="T56" fmla="*/ 1543595703 w 48"/>
              <a:gd name="T57" fmla="*/ 0 h 46"/>
              <a:gd name="T58" fmla="*/ 1688308234 w 48"/>
              <a:gd name="T59" fmla="*/ 95277609 h 46"/>
              <a:gd name="T60" fmla="*/ 1833020766 w 48"/>
              <a:gd name="T61" fmla="*/ 333478533 h 46"/>
              <a:gd name="T62" fmla="*/ 2025968492 w 48"/>
              <a:gd name="T63" fmla="*/ 238200924 h 46"/>
              <a:gd name="T64" fmla="*/ 1929498102 w 48"/>
              <a:gd name="T65" fmla="*/ 1857961685 h 46"/>
              <a:gd name="T66" fmla="*/ 1833020766 w 48"/>
              <a:gd name="T67" fmla="*/ 1953239293 h 46"/>
              <a:gd name="T68" fmla="*/ 1543595703 w 48"/>
              <a:gd name="T69" fmla="*/ 1953239293 h 46"/>
              <a:gd name="T70" fmla="*/ 1543595703 w 48"/>
              <a:gd name="T71" fmla="*/ 2147483646 h 46"/>
              <a:gd name="T72" fmla="*/ 1254170641 w 48"/>
              <a:gd name="T73" fmla="*/ 1715038370 h 46"/>
              <a:gd name="T74" fmla="*/ 1495360508 w 48"/>
              <a:gd name="T75" fmla="*/ 1238643424 h 46"/>
              <a:gd name="T76" fmla="*/ 1543595703 w 48"/>
              <a:gd name="T77" fmla="*/ 1476837446 h 46"/>
              <a:gd name="T78" fmla="*/ 2147483646 w 48"/>
              <a:gd name="T79" fmla="*/ 1429198641 h 46"/>
              <a:gd name="T80" fmla="*/ 1929498102 w 48"/>
              <a:gd name="T81" fmla="*/ 1857961685 h 46"/>
              <a:gd name="T82" fmla="*/ 2147483646 w 48"/>
              <a:gd name="T83" fmla="*/ 1095720109 h 46"/>
              <a:gd name="T84" fmla="*/ 2147483646 w 48"/>
              <a:gd name="T85" fmla="*/ 1286282228 h 46"/>
              <a:gd name="T86" fmla="*/ 1929498102 w 48"/>
              <a:gd name="T87" fmla="*/ 1429198641 h 46"/>
              <a:gd name="T88" fmla="*/ 1591830898 w 48"/>
              <a:gd name="T89" fmla="*/ 905157989 h 46"/>
              <a:gd name="T90" fmla="*/ 1977733297 w 48"/>
              <a:gd name="T91" fmla="*/ 619318261 h 46"/>
              <a:gd name="T92" fmla="*/ 2025968492 w 48"/>
              <a:gd name="T93" fmla="*/ 619318261 h 46"/>
              <a:gd name="T94" fmla="*/ 2147483646 w 48"/>
              <a:gd name="T95" fmla="*/ 1095720109 h 4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48" h="46">
                <a:moveTo>
                  <a:pt x="17" y="26"/>
                </a:moveTo>
                <a:cubicBezTo>
                  <a:pt x="13" y="23"/>
                  <a:pt x="13" y="23"/>
                  <a:pt x="13" y="23"/>
                </a:cubicBezTo>
                <a:cubicBezTo>
                  <a:pt x="7" y="30"/>
                  <a:pt x="7" y="35"/>
                  <a:pt x="7" y="35"/>
                </a:cubicBezTo>
                <a:cubicBezTo>
                  <a:pt x="1" y="26"/>
                  <a:pt x="1" y="26"/>
                  <a:pt x="1" y="26"/>
                </a:cubicBezTo>
                <a:cubicBezTo>
                  <a:pt x="0" y="24"/>
                  <a:pt x="1" y="23"/>
                  <a:pt x="1" y="23"/>
                </a:cubicBezTo>
                <a:cubicBezTo>
                  <a:pt x="1" y="23"/>
                  <a:pt x="2" y="21"/>
                  <a:pt x="4" y="18"/>
                </a:cubicBezTo>
                <a:cubicBezTo>
                  <a:pt x="1" y="15"/>
                  <a:pt x="1" y="15"/>
                  <a:pt x="1" y="15"/>
                </a:cubicBezTo>
                <a:cubicBezTo>
                  <a:pt x="12" y="16"/>
                  <a:pt x="12" y="16"/>
                  <a:pt x="12" y="16"/>
                </a:cubicBezTo>
                <a:lnTo>
                  <a:pt x="17" y="26"/>
                </a:lnTo>
                <a:close/>
                <a:moveTo>
                  <a:pt x="22" y="41"/>
                </a:moveTo>
                <a:cubicBezTo>
                  <a:pt x="22" y="42"/>
                  <a:pt x="22" y="42"/>
                  <a:pt x="22" y="42"/>
                </a:cubicBezTo>
                <a:cubicBezTo>
                  <a:pt x="11" y="41"/>
                  <a:pt x="11" y="41"/>
                  <a:pt x="11" y="41"/>
                </a:cubicBezTo>
                <a:cubicBezTo>
                  <a:pt x="9" y="41"/>
                  <a:pt x="8" y="40"/>
                  <a:pt x="8" y="38"/>
                </a:cubicBezTo>
                <a:cubicBezTo>
                  <a:pt x="7" y="36"/>
                  <a:pt x="8" y="33"/>
                  <a:pt x="9" y="31"/>
                </a:cubicBezTo>
                <a:cubicBezTo>
                  <a:pt x="9" y="31"/>
                  <a:pt x="11" y="31"/>
                  <a:pt x="23" y="31"/>
                </a:cubicBezTo>
                <a:lnTo>
                  <a:pt x="22" y="41"/>
                </a:lnTo>
                <a:close/>
                <a:moveTo>
                  <a:pt x="17" y="16"/>
                </a:moveTo>
                <a:cubicBezTo>
                  <a:pt x="9" y="11"/>
                  <a:pt x="9" y="11"/>
                  <a:pt x="9" y="11"/>
                </a:cubicBezTo>
                <a:cubicBezTo>
                  <a:pt x="8" y="11"/>
                  <a:pt x="8" y="11"/>
                  <a:pt x="8" y="11"/>
                </a:cubicBezTo>
                <a:cubicBezTo>
                  <a:pt x="14" y="2"/>
                  <a:pt x="14" y="2"/>
                  <a:pt x="14" y="2"/>
                </a:cubicBezTo>
                <a:cubicBezTo>
                  <a:pt x="15" y="0"/>
                  <a:pt x="17" y="0"/>
                  <a:pt x="18" y="0"/>
                </a:cubicBezTo>
                <a:cubicBezTo>
                  <a:pt x="21" y="0"/>
                  <a:pt x="22" y="3"/>
                  <a:pt x="24" y="5"/>
                </a:cubicBezTo>
                <a:cubicBezTo>
                  <a:pt x="24" y="5"/>
                  <a:pt x="23" y="6"/>
                  <a:pt x="17" y="16"/>
                </a:cubicBezTo>
                <a:close/>
                <a:moveTo>
                  <a:pt x="42" y="5"/>
                </a:moveTo>
                <a:cubicBezTo>
                  <a:pt x="36" y="15"/>
                  <a:pt x="36" y="15"/>
                  <a:pt x="36" y="15"/>
                </a:cubicBezTo>
                <a:cubicBezTo>
                  <a:pt x="25" y="14"/>
                  <a:pt x="25" y="14"/>
                  <a:pt x="25" y="14"/>
                </a:cubicBezTo>
                <a:cubicBezTo>
                  <a:pt x="29" y="12"/>
                  <a:pt x="29" y="12"/>
                  <a:pt x="29" y="12"/>
                </a:cubicBezTo>
                <a:cubicBezTo>
                  <a:pt x="25" y="3"/>
                  <a:pt x="21" y="0"/>
                  <a:pt x="21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4" y="0"/>
                  <a:pt x="35" y="2"/>
                  <a:pt x="35" y="2"/>
                </a:cubicBezTo>
                <a:cubicBezTo>
                  <a:pt x="35" y="2"/>
                  <a:pt x="36" y="3"/>
                  <a:pt x="38" y="7"/>
                </a:cubicBezTo>
                <a:lnTo>
                  <a:pt x="42" y="5"/>
                </a:lnTo>
                <a:close/>
                <a:moveTo>
                  <a:pt x="40" y="39"/>
                </a:moveTo>
                <a:cubicBezTo>
                  <a:pt x="39" y="41"/>
                  <a:pt x="38" y="41"/>
                  <a:pt x="38" y="41"/>
                </a:cubicBezTo>
                <a:cubicBezTo>
                  <a:pt x="38" y="41"/>
                  <a:pt x="36" y="41"/>
                  <a:pt x="32" y="41"/>
                </a:cubicBezTo>
                <a:cubicBezTo>
                  <a:pt x="32" y="46"/>
                  <a:pt x="32" y="46"/>
                  <a:pt x="32" y="46"/>
                </a:cubicBezTo>
                <a:cubicBezTo>
                  <a:pt x="26" y="36"/>
                  <a:pt x="26" y="36"/>
                  <a:pt x="26" y="36"/>
                </a:cubicBezTo>
                <a:cubicBezTo>
                  <a:pt x="31" y="26"/>
                  <a:pt x="31" y="26"/>
                  <a:pt x="31" y="26"/>
                </a:cubicBezTo>
                <a:cubicBezTo>
                  <a:pt x="32" y="31"/>
                  <a:pt x="32" y="31"/>
                  <a:pt x="32" y="31"/>
                </a:cubicBezTo>
                <a:cubicBezTo>
                  <a:pt x="41" y="32"/>
                  <a:pt x="45" y="30"/>
                  <a:pt x="45" y="30"/>
                </a:cubicBezTo>
                <a:lnTo>
                  <a:pt x="40" y="39"/>
                </a:lnTo>
                <a:close/>
                <a:moveTo>
                  <a:pt x="47" y="23"/>
                </a:moveTo>
                <a:cubicBezTo>
                  <a:pt x="48" y="24"/>
                  <a:pt x="48" y="26"/>
                  <a:pt x="47" y="27"/>
                </a:cubicBezTo>
                <a:cubicBezTo>
                  <a:pt x="46" y="29"/>
                  <a:pt x="42" y="30"/>
                  <a:pt x="40" y="30"/>
                </a:cubicBezTo>
                <a:cubicBezTo>
                  <a:pt x="40" y="30"/>
                  <a:pt x="39" y="28"/>
                  <a:pt x="33" y="19"/>
                </a:cubicBezTo>
                <a:cubicBezTo>
                  <a:pt x="41" y="13"/>
                  <a:pt x="41" y="13"/>
                  <a:pt x="41" y="13"/>
                </a:cubicBezTo>
                <a:cubicBezTo>
                  <a:pt x="42" y="13"/>
                  <a:pt x="42" y="13"/>
                  <a:pt x="42" y="13"/>
                </a:cubicBezTo>
                <a:lnTo>
                  <a:pt x="47" y="2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920" tIns="60960" rIns="121920" bIns="60960"/>
          <a:lstStyle/>
          <a:p>
            <a:endParaRPr lang="zh-CN" altLang="en-US"/>
          </a:p>
        </p:txBody>
      </p:sp>
      <p:sp>
        <p:nvSpPr>
          <p:cNvPr id="28" name="稻壳儿小白白(http://dwz.cn/Wu2UP)"/>
          <p:cNvSpPr>
            <a:spLocks/>
          </p:cNvSpPr>
          <p:nvPr/>
        </p:nvSpPr>
        <p:spPr bwMode="auto">
          <a:xfrm>
            <a:off x="6476021" y="2829315"/>
            <a:ext cx="439737" cy="393039"/>
          </a:xfrm>
          <a:custGeom>
            <a:avLst/>
            <a:gdLst>
              <a:gd name="T0" fmla="*/ 268219399 w 545"/>
              <a:gd name="T1" fmla="*/ 235614770 h 619"/>
              <a:gd name="T2" fmla="*/ 76820037 w 545"/>
              <a:gd name="T3" fmla="*/ 245219109 h 619"/>
              <a:gd name="T4" fmla="*/ 268219399 w 545"/>
              <a:gd name="T5" fmla="*/ 263786858 h 619"/>
              <a:gd name="T6" fmla="*/ 268219399 w 545"/>
              <a:gd name="T7" fmla="*/ 235614770 h 619"/>
              <a:gd name="T8" fmla="*/ 268219399 w 545"/>
              <a:gd name="T9" fmla="*/ 301561685 h 619"/>
              <a:gd name="T10" fmla="*/ 76820037 w 545"/>
              <a:gd name="T11" fmla="*/ 311166024 h 619"/>
              <a:gd name="T12" fmla="*/ 268219399 w 545"/>
              <a:gd name="T13" fmla="*/ 320769563 h 619"/>
              <a:gd name="T14" fmla="*/ 268219399 w 545"/>
              <a:gd name="T15" fmla="*/ 301561685 h 619"/>
              <a:gd name="T16" fmla="*/ 306629820 w 545"/>
              <a:gd name="T17" fmla="*/ 47379166 h 619"/>
              <a:gd name="T18" fmla="*/ 268219399 w 545"/>
              <a:gd name="T19" fmla="*/ 18567749 h 619"/>
              <a:gd name="T20" fmla="*/ 172519718 w 545"/>
              <a:gd name="T21" fmla="*/ 0 h 619"/>
              <a:gd name="T22" fmla="*/ 85934292 w 545"/>
              <a:gd name="T23" fmla="*/ 18567749 h 619"/>
              <a:gd name="T24" fmla="*/ 47524677 w 545"/>
              <a:gd name="T25" fmla="*/ 47379166 h 619"/>
              <a:gd name="T26" fmla="*/ 0 w 545"/>
              <a:gd name="T27" fmla="*/ 348940850 h 619"/>
              <a:gd name="T28" fmla="*/ 306629820 w 545"/>
              <a:gd name="T29" fmla="*/ 395679887 h 619"/>
              <a:gd name="T30" fmla="*/ 354153691 w 545"/>
              <a:gd name="T31" fmla="*/ 94118202 h 619"/>
              <a:gd name="T32" fmla="*/ 115230459 w 545"/>
              <a:gd name="T33" fmla="*/ 47379166 h 619"/>
              <a:gd name="T34" fmla="*/ 143874685 w 545"/>
              <a:gd name="T35" fmla="*/ 47379166 h 619"/>
              <a:gd name="T36" fmla="*/ 210930139 w 545"/>
              <a:gd name="T37" fmla="*/ 47379166 h 619"/>
              <a:gd name="T38" fmla="*/ 239574366 w 545"/>
              <a:gd name="T39" fmla="*/ 94118202 h 619"/>
              <a:gd name="T40" fmla="*/ 115230459 w 545"/>
              <a:gd name="T41" fmla="*/ 47379166 h 619"/>
              <a:gd name="T42" fmla="*/ 325508658 w 545"/>
              <a:gd name="T43" fmla="*/ 348940850 h 619"/>
              <a:gd name="T44" fmla="*/ 47524677 w 545"/>
              <a:gd name="T45" fmla="*/ 377112138 h 619"/>
              <a:gd name="T46" fmla="*/ 18879644 w 545"/>
              <a:gd name="T47" fmla="*/ 94118202 h 619"/>
              <a:gd name="T48" fmla="*/ 85934292 w 545"/>
              <a:gd name="T49" fmla="*/ 75550453 h 619"/>
              <a:gd name="T50" fmla="*/ 268219399 w 545"/>
              <a:gd name="T51" fmla="*/ 122929619 h 619"/>
              <a:gd name="T52" fmla="*/ 306629820 w 545"/>
              <a:gd name="T53" fmla="*/ 75550453 h 619"/>
              <a:gd name="T54" fmla="*/ 325508658 w 545"/>
              <a:gd name="T55" fmla="*/ 348940850 h 619"/>
              <a:gd name="T56" fmla="*/ 268219399 w 545"/>
              <a:gd name="T57" fmla="*/ 169668656 h 619"/>
              <a:gd name="T58" fmla="*/ 76820037 w 545"/>
              <a:gd name="T59" fmla="*/ 188876534 h 619"/>
              <a:gd name="T60" fmla="*/ 268219399 w 545"/>
              <a:gd name="T61" fmla="*/ 197839943 h 619"/>
              <a:gd name="T62" fmla="*/ 268219399 w 545"/>
              <a:gd name="T63" fmla="*/ 169668656 h 619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45" h="619">
                <a:moveTo>
                  <a:pt x="412" y="368"/>
                </a:moveTo>
                <a:lnTo>
                  <a:pt x="412" y="368"/>
                </a:lnTo>
                <a:cubicBezTo>
                  <a:pt x="132" y="368"/>
                  <a:pt x="132" y="368"/>
                  <a:pt x="132" y="368"/>
                </a:cubicBezTo>
                <a:cubicBezTo>
                  <a:pt x="118" y="368"/>
                  <a:pt x="118" y="383"/>
                  <a:pt x="118" y="383"/>
                </a:cubicBezTo>
                <a:cubicBezTo>
                  <a:pt x="118" y="398"/>
                  <a:pt x="118" y="412"/>
                  <a:pt x="132" y="412"/>
                </a:cubicBezTo>
                <a:cubicBezTo>
                  <a:pt x="412" y="412"/>
                  <a:pt x="412" y="412"/>
                  <a:pt x="412" y="412"/>
                </a:cubicBezTo>
                <a:cubicBezTo>
                  <a:pt x="412" y="412"/>
                  <a:pt x="427" y="398"/>
                  <a:pt x="427" y="383"/>
                </a:cubicBezTo>
                <a:lnTo>
                  <a:pt x="412" y="368"/>
                </a:lnTo>
                <a:close/>
                <a:moveTo>
                  <a:pt x="412" y="471"/>
                </a:moveTo>
                <a:lnTo>
                  <a:pt x="412" y="471"/>
                </a:lnTo>
                <a:cubicBezTo>
                  <a:pt x="132" y="471"/>
                  <a:pt x="132" y="471"/>
                  <a:pt x="132" y="471"/>
                </a:cubicBezTo>
                <a:cubicBezTo>
                  <a:pt x="118" y="471"/>
                  <a:pt x="118" y="471"/>
                  <a:pt x="118" y="486"/>
                </a:cubicBezTo>
                <a:cubicBezTo>
                  <a:pt x="118" y="501"/>
                  <a:pt x="118" y="501"/>
                  <a:pt x="132" y="501"/>
                </a:cubicBezTo>
                <a:cubicBezTo>
                  <a:pt x="412" y="501"/>
                  <a:pt x="412" y="501"/>
                  <a:pt x="412" y="501"/>
                </a:cubicBezTo>
                <a:cubicBezTo>
                  <a:pt x="412" y="501"/>
                  <a:pt x="427" y="501"/>
                  <a:pt x="427" y="486"/>
                </a:cubicBezTo>
                <a:cubicBezTo>
                  <a:pt x="427" y="471"/>
                  <a:pt x="412" y="471"/>
                  <a:pt x="412" y="471"/>
                </a:cubicBezTo>
                <a:close/>
                <a:moveTo>
                  <a:pt x="471" y="74"/>
                </a:moveTo>
                <a:lnTo>
                  <a:pt x="471" y="74"/>
                </a:lnTo>
                <a:cubicBezTo>
                  <a:pt x="412" y="74"/>
                  <a:pt x="412" y="74"/>
                  <a:pt x="412" y="74"/>
                </a:cubicBezTo>
                <a:cubicBezTo>
                  <a:pt x="412" y="29"/>
                  <a:pt x="412" y="29"/>
                  <a:pt x="412" y="29"/>
                </a:cubicBezTo>
                <a:cubicBezTo>
                  <a:pt x="353" y="29"/>
                  <a:pt x="353" y="29"/>
                  <a:pt x="353" y="29"/>
                </a:cubicBezTo>
                <a:cubicBezTo>
                  <a:pt x="339" y="15"/>
                  <a:pt x="309" y="0"/>
                  <a:pt x="265" y="0"/>
                </a:cubicBezTo>
                <a:cubicBezTo>
                  <a:pt x="235" y="0"/>
                  <a:pt x="206" y="15"/>
                  <a:pt x="191" y="29"/>
                </a:cubicBezTo>
                <a:cubicBezTo>
                  <a:pt x="132" y="29"/>
                  <a:pt x="132" y="29"/>
                  <a:pt x="132" y="29"/>
                </a:cubicBezTo>
                <a:cubicBezTo>
                  <a:pt x="132" y="74"/>
                  <a:pt x="132" y="74"/>
                  <a:pt x="132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29" y="74"/>
                  <a:pt x="0" y="103"/>
                  <a:pt x="0" y="147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471" y="618"/>
                  <a:pt x="471" y="618"/>
                  <a:pt x="471" y="618"/>
                </a:cubicBezTo>
                <a:cubicBezTo>
                  <a:pt x="515" y="618"/>
                  <a:pt x="544" y="589"/>
                  <a:pt x="544" y="545"/>
                </a:cubicBezTo>
                <a:cubicBezTo>
                  <a:pt x="544" y="147"/>
                  <a:pt x="544" y="147"/>
                  <a:pt x="544" y="147"/>
                </a:cubicBezTo>
                <a:cubicBezTo>
                  <a:pt x="544" y="103"/>
                  <a:pt x="515" y="74"/>
                  <a:pt x="471" y="74"/>
                </a:cubicBezTo>
                <a:close/>
                <a:moveTo>
                  <a:pt x="177" y="74"/>
                </a:moveTo>
                <a:lnTo>
                  <a:pt x="177" y="74"/>
                </a:lnTo>
                <a:cubicBezTo>
                  <a:pt x="221" y="74"/>
                  <a:pt x="221" y="74"/>
                  <a:pt x="221" y="74"/>
                </a:cubicBezTo>
                <a:cubicBezTo>
                  <a:pt x="221" y="59"/>
                  <a:pt x="235" y="29"/>
                  <a:pt x="265" y="29"/>
                </a:cubicBezTo>
                <a:cubicBezTo>
                  <a:pt x="294" y="29"/>
                  <a:pt x="324" y="59"/>
                  <a:pt x="324" y="74"/>
                </a:cubicBezTo>
                <a:cubicBezTo>
                  <a:pt x="368" y="74"/>
                  <a:pt x="368" y="74"/>
                  <a:pt x="368" y="74"/>
                </a:cubicBezTo>
                <a:cubicBezTo>
                  <a:pt x="368" y="147"/>
                  <a:pt x="368" y="147"/>
                  <a:pt x="368" y="147"/>
                </a:cubicBezTo>
                <a:cubicBezTo>
                  <a:pt x="177" y="147"/>
                  <a:pt x="177" y="147"/>
                  <a:pt x="177" y="147"/>
                </a:cubicBezTo>
                <a:lnTo>
                  <a:pt x="177" y="74"/>
                </a:lnTo>
                <a:close/>
                <a:moveTo>
                  <a:pt x="500" y="545"/>
                </a:moveTo>
                <a:lnTo>
                  <a:pt x="500" y="545"/>
                </a:lnTo>
                <a:cubicBezTo>
                  <a:pt x="500" y="559"/>
                  <a:pt x="486" y="589"/>
                  <a:pt x="471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147"/>
                  <a:pt x="29" y="147"/>
                  <a:pt x="29" y="147"/>
                </a:cubicBezTo>
                <a:cubicBezTo>
                  <a:pt x="29" y="133"/>
                  <a:pt x="59" y="118"/>
                  <a:pt x="73" y="118"/>
                </a:cubicBezTo>
                <a:cubicBezTo>
                  <a:pt x="132" y="118"/>
                  <a:pt x="132" y="118"/>
                  <a:pt x="132" y="118"/>
                </a:cubicBezTo>
                <a:cubicBezTo>
                  <a:pt x="132" y="192"/>
                  <a:pt x="132" y="192"/>
                  <a:pt x="132" y="192"/>
                </a:cubicBezTo>
                <a:cubicBezTo>
                  <a:pt x="412" y="192"/>
                  <a:pt x="412" y="192"/>
                  <a:pt x="412" y="192"/>
                </a:cubicBezTo>
                <a:cubicBezTo>
                  <a:pt x="412" y="118"/>
                  <a:pt x="412" y="118"/>
                  <a:pt x="412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86" y="118"/>
                  <a:pt x="500" y="133"/>
                  <a:pt x="500" y="147"/>
                </a:cubicBezTo>
                <a:lnTo>
                  <a:pt x="500" y="545"/>
                </a:lnTo>
                <a:close/>
                <a:moveTo>
                  <a:pt x="412" y="265"/>
                </a:moveTo>
                <a:lnTo>
                  <a:pt x="412" y="265"/>
                </a:lnTo>
                <a:cubicBezTo>
                  <a:pt x="132" y="265"/>
                  <a:pt x="132" y="265"/>
                  <a:pt x="132" y="265"/>
                </a:cubicBezTo>
                <a:cubicBezTo>
                  <a:pt x="118" y="265"/>
                  <a:pt x="118" y="280"/>
                  <a:pt x="118" y="295"/>
                </a:cubicBezTo>
                <a:cubicBezTo>
                  <a:pt x="118" y="295"/>
                  <a:pt x="118" y="309"/>
                  <a:pt x="132" y="309"/>
                </a:cubicBezTo>
                <a:cubicBezTo>
                  <a:pt x="412" y="309"/>
                  <a:pt x="412" y="309"/>
                  <a:pt x="412" y="309"/>
                </a:cubicBezTo>
                <a:lnTo>
                  <a:pt x="427" y="295"/>
                </a:lnTo>
                <a:cubicBezTo>
                  <a:pt x="427" y="280"/>
                  <a:pt x="412" y="265"/>
                  <a:pt x="412" y="2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21908" tIns="60955" rIns="121908" bIns="60955" anchor="ctr"/>
          <a:lstStyle/>
          <a:p>
            <a:endParaRPr lang="zh-CN" altLang="en-US"/>
          </a:p>
        </p:txBody>
      </p:sp>
      <p:sp>
        <p:nvSpPr>
          <p:cNvPr id="29" name="稻壳儿小白白(http://dwz.cn/Wu2UP)"/>
          <p:cNvSpPr>
            <a:spLocks/>
          </p:cNvSpPr>
          <p:nvPr/>
        </p:nvSpPr>
        <p:spPr bwMode="auto">
          <a:xfrm>
            <a:off x="1146631" y="4311723"/>
            <a:ext cx="495300" cy="511175"/>
          </a:xfrm>
          <a:custGeom>
            <a:avLst/>
            <a:gdLst>
              <a:gd name="T0" fmla="*/ 188235604 w 619"/>
              <a:gd name="T1" fmla="*/ 363389792 h 634"/>
              <a:gd name="T2" fmla="*/ 188235604 w 619"/>
              <a:gd name="T3" fmla="*/ 363389792 h 634"/>
              <a:gd name="T4" fmla="*/ 207443482 w 619"/>
              <a:gd name="T5" fmla="*/ 363389792 h 634"/>
              <a:gd name="T6" fmla="*/ 207443482 w 619"/>
              <a:gd name="T7" fmla="*/ 334786568 h 634"/>
              <a:gd name="T8" fmla="*/ 188235604 w 619"/>
              <a:gd name="T9" fmla="*/ 334786568 h 634"/>
              <a:gd name="T10" fmla="*/ 188235604 w 619"/>
              <a:gd name="T11" fmla="*/ 363389792 h 634"/>
              <a:gd name="T12" fmla="*/ 84513863 w 619"/>
              <a:gd name="T13" fmla="*/ 296432318 h 634"/>
              <a:gd name="T14" fmla="*/ 84513863 w 619"/>
              <a:gd name="T15" fmla="*/ 296432318 h 634"/>
              <a:gd name="T16" fmla="*/ 94118202 w 619"/>
              <a:gd name="T17" fmla="*/ 315934369 h 634"/>
              <a:gd name="T18" fmla="*/ 113326080 w 619"/>
              <a:gd name="T19" fmla="*/ 296432318 h 634"/>
              <a:gd name="T20" fmla="*/ 94118202 w 619"/>
              <a:gd name="T21" fmla="*/ 277580119 h 634"/>
              <a:gd name="T22" fmla="*/ 84513863 w 619"/>
              <a:gd name="T23" fmla="*/ 296432318 h 634"/>
              <a:gd name="T24" fmla="*/ 122289490 w 619"/>
              <a:gd name="T25" fmla="*/ 105311725 h 634"/>
              <a:gd name="T26" fmla="*/ 122289490 w 619"/>
              <a:gd name="T27" fmla="*/ 105311725 h 634"/>
              <a:gd name="T28" fmla="*/ 103721741 w 619"/>
              <a:gd name="T29" fmla="*/ 95560699 h 634"/>
              <a:gd name="T30" fmla="*/ 84513863 w 619"/>
              <a:gd name="T31" fmla="*/ 105311725 h 634"/>
              <a:gd name="T32" fmla="*/ 103721741 w 619"/>
              <a:gd name="T33" fmla="*/ 124813777 h 634"/>
              <a:gd name="T34" fmla="*/ 122289490 w 619"/>
              <a:gd name="T35" fmla="*/ 105311725 h 634"/>
              <a:gd name="T36" fmla="*/ 197839943 w 619"/>
              <a:gd name="T37" fmla="*/ 57206449 h 634"/>
              <a:gd name="T38" fmla="*/ 197839943 w 619"/>
              <a:gd name="T39" fmla="*/ 57206449 h 634"/>
              <a:gd name="T40" fmla="*/ 188235604 w 619"/>
              <a:gd name="T41" fmla="*/ 66957475 h 634"/>
              <a:gd name="T42" fmla="*/ 188235604 w 619"/>
              <a:gd name="T43" fmla="*/ 191120592 h 634"/>
              <a:gd name="T44" fmla="*/ 84513863 w 619"/>
              <a:gd name="T45" fmla="*/ 191120592 h 634"/>
              <a:gd name="T46" fmla="*/ 75550453 w 619"/>
              <a:gd name="T47" fmla="*/ 210622644 h 634"/>
              <a:gd name="T48" fmla="*/ 84513863 w 619"/>
              <a:gd name="T49" fmla="*/ 219723817 h 634"/>
              <a:gd name="T50" fmla="*/ 197839943 w 619"/>
              <a:gd name="T51" fmla="*/ 219723817 h 634"/>
              <a:gd name="T52" fmla="*/ 207443482 w 619"/>
              <a:gd name="T53" fmla="*/ 210622644 h 634"/>
              <a:gd name="T54" fmla="*/ 207443482 w 619"/>
              <a:gd name="T55" fmla="*/ 66957475 h 634"/>
              <a:gd name="T56" fmla="*/ 197839943 w 619"/>
              <a:gd name="T57" fmla="*/ 57206449 h 634"/>
              <a:gd name="T58" fmla="*/ 273390397 w 619"/>
              <a:gd name="T59" fmla="*/ 296432318 h 634"/>
              <a:gd name="T60" fmla="*/ 273390397 w 619"/>
              <a:gd name="T61" fmla="*/ 296432318 h 634"/>
              <a:gd name="T62" fmla="*/ 291958146 w 619"/>
              <a:gd name="T63" fmla="*/ 315934369 h 634"/>
              <a:gd name="T64" fmla="*/ 301561685 w 619"/>
              <a:gd name="T65" fmla="*/ 296432318 h 634"/>
              <a:gd name="T66" fmla="*/ 291958146 w 619"/>
              <a:gd name="T67" fmla="*/ 277580119 h 634"/>
              <a:gd name="T68" fmla="*/ 273390397 w 619"/>
              <a:gd name="T69" fmla="*/ 296432318 h 634"/>
              <a:gd name="T70" fmla="*/ 273390397 w 619"/>
              <a:gd name="T71" fmla="*/ 105311725 h 634"/>
              <a:gd name="T72" fmla="*/ 273390397 w 619"/>
              <a:gd name="T73" fmla="*/ 105311725 h 634"/>
              <a:gd name="T74" fmla="*/ 291958146 w 619"/>
              <a:gd name="T75" fmla="*/ 124813777 h 634"/>
              <a:gd name="T76" fmla="*/ 311166024 w 619"/>
              <a:gd name="T77" fmla="*/ 105311725 h 634"/>
              <a:gd name="T78" fmla="*/ 291958146 w 619"/>
              <a:gd name="T79" fmla="*/ 95560699 h 634"/>
              <a:gd name="T80" fmla="*/ 273390397 w 619"/>
              <a:gd name="T81" fmla="*/ 105311725 h 634"/>
              <a:gd name="T82" fmla="*/ 197839943 w 619"/>
              <a:gd name="T83" fmla="*/ 0 h 634"/>
              <a:gd name="T84" fmla="*/ 197839943 w 619"/>
              <a:gd name="T85" fmla="*/ 0 h 634"/>
              <a:gd name="T86" fmla="*/ 0 w 619"/>
              <a:gd name="T87" fmla="*/ 210622644 h 634"/>
              <a:gd name="T88" fmla="*/ 197839943 w 619"/>
              <a:gd name="T89" fmla="*/ 411495069 h 634"/>
              <a:gd name="T90" fmla="*/ 395679887 w 619"/>
              <a:gd name="T91" fmla="*/ 210622644 h 634"/>
              <a:gd name="T92" fmla="*/ 197839943 w 619"/>
              <a:gd name="T93" fmla="*/ 0 h 634"/>
              <a:gd name="T94" fmla="*/ 197839943 w 619"/>
              <a:gd name="T95" fmla="*/ 382891844 h 634"/>
              <a:gd name="T96" fmla="*/ 197839943 w 619"/>
              <a:gd name="T97" fmla="*/ 382891844 h 634"/>
              <a:gd name="T98" fmla="*/ 18567749 w 619"/>
              <a:gd name="T99" fmla="*/ 210622644 h 634"/>
              <a:gd name="T100" fmla="*/ 197839943 w 619"/>
              <a:gd name="T101" fmla="*/ 28603224 h 634"/>
              <a:gd name="T102" fmla="*/ 377112138 w 619"/>
              <a:gd name="T103" fmla="*/ 210622644 h 634"/>
              <a:gd name="T104" fmla="*/ 197839943 w 619"/>
              <a:gd name="T105" fmla="*/ 382891844 h 634"/>
              <a:gd name="T106" fmla="*/ 320129433 w 619"/>
              <a:gd name="T107" fmla="*/ 191120592 h 634"/>
              <a:gd name="T108" fmla="*/ 320129433 w 619"/>
              <a:gd name="T109" fmla="*/ 191120592 h 634"/>
              <a:gd name="T110" fmla="*/ 320129433 w 619"/>
              <a:gd name="T111" fmla="*/ 219723817 h 634"/>
              <a:gd name="T112" fmla="*/ 348940850 w 619"/>
              <a:gd name="T113" fmla="*/ 219723817 h 634"/>
              <a:gd name="T114" fmla="*/ 348940850 w 619"/>
              <a:gd name="T115" fmla="*/ 191120592 h 634"/>
              <a:gd name="T116" fmla="*/ 320129433 w 619"/>
              <a:gd name="T117" fmla="*/ 191120592 h 63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619" h="634">
                <a:moveTo>
                  <a:pt x="294" y="559"/>
                </a:moveTo>
                <a:lnTo>
                  <a:pt x="294" y="559"/>
                </a:lnTo>
                <a:cubicBezTo>
                  <a:pt x="324" y="559"/>
                  <a:pt x="324" y="559"/>
                  <a:pt x="324" y="559"/>
                </a:cubicBezTo>
                <a:cubicBezTo>
                  <a:pt x="324" y="515"/>
                  <a:pt x="324" y="515"/>
                  <a:pt x="324" y="515"/>
                </a:cubicBezTo>
                <a:cubicBezTo>
                  <a:pt x="294" y="515"/>
                  <a:pt x="294" y="515"/>
                  <a:pt x="294" y="515"/>
                </a:cubicBezTo>
                <a:lnTo>
                  <a:pt x="294" y="559"/>
                </a:lnTo>
                <a:close/>
                <a:moveTo>
                  <a:pt x="132" y="456"/>
                </a:moveTo>
                <a:lnTo>
                  <a:pt x="132" y="456"/>
                </a:lnTo>
                <a:cubicBezTo>
                  <a:pt x="147" y="486"/>
                  <a:pt x="147" y="486"/>
                  <a:pt x="147" y="486"/>
                </a:cubicBezTo>
                <a:cubicBezTo>
                  <a:pt x="177" y="456"/>
                  <a:pt x="177" y="456"/>
                  <a:pt x="177" y="456"/>
                </a:cubicBezTo>
                <a:cubicBezTo>
                  <a:pt x="147" y="427"/>
                  <a:pt x="147" y="427"/>
                  <a:pt x="147" y="427"/>
                </a:cubicBezTo>
                <a:lnTo>
                  <a:pt x="132" y="456"/>
                </a:lnTo>
                <a:close/>
                <a:moveTo>
                  <a:pt x="191" y="162"/>
                </a:moveTo>
                <a:lnTo>
                  <a:pt x="191" y="162"/>
                </a:lnTo>
                <a:cubicBezTo>
                  <a:pt x="162" y="147"/>
                  <a:pt x="162" y="147"/>
                  <a:pt x="162" y="147"/>
                </a:cubicBezTo>
                <a:cubicBezTo>
                  <a:pt x="132" y="162"/>
                  <a:pt x="132" y="162"/>
                  <a:pt x="132" y="162"/>
                </a:cubicBezTo>
                <a:cubicBezTo>
                  <a:pt x="162" y="192"/>
                  <a:pt x="162" y="192"/>
                  <a:pt x="162" y="192"/>
                </a:cubicBezTo>
                <a:lnTo>
                  <a:pt x="191" y="162"/>
                </a:lnTo>
                <a:close/>
                <a:moveTo>
                  <a:pt x="309" y="88"/>
                </a:moveTo>
                <a:lnTo>
                  <a:pt x="309" y="88"/>
                </a:lnTo>
                <a:cubicBezTo>
                  <a:pt x="294" y="88"/>
                  <a:pt x="294" y="88"/>
                  <a:pt x="294" y="103"/>
                </a:cubicBezTo>
                <a:cubicBezTo>
                  <a:pt x="294" y="294"/>
                  <a:pt x="294" y="294"/>
                  <a:pt x="294" y="294"/>
                </a:cubicBezTo>
                <a:cubicBezTo>
                  <a:pt x="132" y="294"/>
                  <a:pt x="132" y="294"/>
                  <a:pt x="132" y="294"/>
                </a:cubicBezTo>
                <a:cubicBezTo>
                  <a:pt x="118" y="294"/>
                  <a:pt x="118" y="309"/>
                  <a:pt x="118" y="324"/>
                </a:cubicBezTo>
                <a:cubicBezTo>
                  <a:pt x="118" y="324"/>
                  <a:pt x="118" y="338"/>
                  <a:pt x="132" y="338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24" y="338"/>
                  <a:pt x="324" y="324"/>
                  <a:pt x="324" y="324"/>
                </a:cubicBezTo>
                <a:cubicBezTo>
                  <a:pt x="324" y="103"/>
                  <a:pt x="324" y="103"/>
                  <a:pt x="324" y="103"/>
                </a:cubicBezTo>
                <a:cubicBezTo>
                  <a:pt x="324" y="88"/>
                  <a:pt x="324" y="88"/>
                  <a:pt x="309" y="88"/>
                </a:cubicBezTo>
                <a:close/>
                <a:moveTo>
                  <a:pt x="427" y="456"/>
                </a:moveTo>
                <a:lnTo>
                  <a:pt x="427" y="456"/>
                </a:lnTo>
                <a:cubicBezTo>
                  <a:pt x="456" y="486"/>
                  <a:pt x="456" y="486"/>
                  <a:pt x="456" y="486"/>
                </a:cubicBezTo>
                <a:cubicBezTo>
                  <a:pt x="471" y="456"/>
                  <a:pt x="471" y="456"/>
                  <a:pt x="471" y="456"/>
                </a:cubicBezTo>
                <a:cubicBezTo>
                  <a:pt x="456" y="427"/>
                  <a:pt x="456" y="427"/>
                  <a:pt x="456" y="427"/>
                </a:cubicBezTo>
                <a:lnTo>
                  <a:pt x="427" y="456"/>
                </a:lnTo>
                <a:close/>
                <a:moveTo>
                  <a:pt x="427" y="162"/>
                </a:moveTo>
                <a:lnTo>
                  <a:pt x="427" y="162"/>
                </a:lnTo>
                <a:cubicBezTo>
                  <a:pt x="456" y="192"/>
                  <a:pt x="456" y="192"/>
                  <a:pt x="456" y="192"/>
                </a:cubicBezTo>
                <a:cubicBezTo>
                  <a:pt x="486" y="162"/>
                  <a:pt x="486" y="162"/>
                  <a:pt x="486" y="162"/>
                </a:cubicBezTo>
                <a:cubicBezTo>
                  <a:pt x="456" y="147"/>
                  <a:pt x="456" y="147"/>
                  <a:pt x="456" y="147"/>
                </a:cubicBezTo>
                <a:lnTo>
                  <a:pt x="427" y="162"/>
                </a:lnTo>
                <a:close/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47"/>
                  <a:pt x="0" y="324"/>
                </a:cubicBezTo>
                <a:cubicBezTo>
                  <a:pt x="0" y="486"/>
                  <a:pt x="132" y="633"/>
                  <a:pt x="309" y="633"/>
                </a:cubicBezTo>
                <a:cubicBezTo>
                  <a:pt x="486" y="633"/>
                  <a:pt x="618" y="486"/>
                  <a:pt x="618" y="324"/>
                </a:cubicBezTo>
                <a:cubicBezTo>
                  <a:pt x="618" y="147"/>
                  <a:pt x="486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29" y="471"/>
                  <a:pt x="29" y="324"/>
                </a:cubicBezTo>
                <a:cubicBezTo>
                  <a:pt x="29" y="162"/>
                  <a:pt x="162" y="44"/>
                  <a:pt x="309" y="44"/>
                </a:cubicBezTo>
                <a:cubicBezTo>
                  <a:pt x="456" y="44"/>
                  <a:pt x="589" y="162"/>
                  <a:pt x="589" y="324"/>
                </a:cubicBezTo>
                <a:cubicBezTo>
                  <a:pt x="589" y="471"/>
                  <a:pt x="456" y="589"/>
                  <a:pt x="309" y="589"/>
                </a:cubicBezTo>
                <a:close/>
                <a:moveTo>
                  <a:pt x="500" y="294"/>
                </a:moveTo>
                <a:lnTo>
                  <a:pt x="500" y="294"/>
                </a:lnTo>
                <a:cubicBezTo>
                  <a:pt x="500" y="338"/>
                  <a:pt x="500" y="338"/>
                  <a:pt x="500" y="338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545" y="294"/>
                  <a:pt x="545" y="294"/>
                  <a:pt x="545" y="294"/>
                </a:cubicBezTo>
                <a:lnTo>
                  <a:pt x="500" y="2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21908" tIns="60955" rIns="121908" bIns="60955" anchor="ctr"/>
          <a:lstStyle/>
          <a:p>
            <a:endParaRPr lang="zh-CN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1104883" y="4858934"/>
            <a:ext cx="738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</a:t>
            </a:r>
            <a:endParaRPr lang="zh-TW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048237" y="1843459"/>
            <a:ext cx="738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文件</a:t>
            </a:r>
            <a:endParaRPr lang="zh-TW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1050085" y="3354761"/>
            <a:ext cx="738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記錄</a:t>
            </a:r>
            <a:endParaRPr lang="zh-TW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341229" y="1840141"/>
            <a:ext cx="738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現場</a:t>
            </a:r>
            <a:endParaRPr lang="zh-TW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328529" y="3272406"/>
            <a:ext cx="738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訪談</a:t>
            </a:r>
            <a:endParaRPr lang="zh-TW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838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402B3CA-3673-4CA4-BF3A-DFE18F8AF5DE}"/>
              </a:ext>
            </a:extLst>
          </p:cNvPr>
          <p:cNvSpPr txBox="1"/>
          <p:nvPr/>
        </p:nvSpPr>
        <p:spPr>
          <a:xfrm>
            <a:off x="414896" y="297481"/>
            <a:ext cx="2767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rPr>
              <a:t>2.6 </a:t>
            </a:r>
            <a:r>
              <a:rPr lang="zh-CN" altLang="en-US" sz="28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rPr>
              <a:t>當前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rPr>
              <a:t>難題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AB96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rPr>
              <a:t>   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DAB96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52" name="平行四边形 9">
            <a:extLst>
              <a:ext uri="{FF2B5EF4-FFF2-40B4-BE49-F238E27FC236}">
                <a16:creationId xmlns:a16="http://schemas.microsoft.com/office/drawing/2014/main" id="{4EFC03DD-EF09-4476-AC81-75E4C81E0A18}"/>
              </a:ext>
            </a:extLst>
          </p:cNvPr>
          <p:cNvSpPr/>
          <p:nvPr/>
        </p:nvSpPr>
        <p:spPr>
          <a:xfrm>
            <a:off x="442768" y="833832"/>
            <a:ext cx="2012089" cy="60839"/>
          </a:xfrm>
          <a:prstGeom prst="parallelogram">
            <a:avLst>
              <a:gd name="adj" fmla="val 17058"/>
            </a:avLst>
          </a:prstGeom>
          <a:gradFill>
            <a:gsLst>
              <a:gs pos="0">
                <a:srgbClr val="C1AB85"/>
              </a:gs>
              <a:gs pos="100000">
                <a:srgbClr val="F6EACC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58800" dist="1778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B93F27-1BD5-4DEF-BE3A-961D909CFD66}"/>
              </a:ext>
            </a:extLst>
          </p:cNvPr>
          <p:cNvSpPr/>
          <p:nvPr/>
        </p:nvSpPr>
        <p:spPr>
          <a:xfrm>
            <a:off x="9801225" y="1758682"/>
            <a:ext cx="13750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派遣用工</a:t>
            </a:r>
            <a:endParaRPr lang="en-US" altLang="zh-CN" sz="20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比例超管控</a:t>
            </a:r>
            <a:endParaRPr lang="en-US" altLang="zh-CN" sz="1400" kern="1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未同工同酬</a:t>
            </a:r>
            <a:endParaRPr lang="zh-CN" altLang="en-US" sz="1400" kern="1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D7B022A-560A-42F1-A4D5-B4B63A77AAA1}"/>
              </a:ext>
            </a:extLst>
          </p:cNvPr>
          <p:cNvSpPr/>
          <p:nvPr/>
        </p:nvSpPr>
        <p:spPr>
          <a:xfrm>
            <a:off x="975214" y="1821072"/>
            <a:ext cx="2647222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工作時間</a:t>
            </a:r>
            <a:endParaRPr lang="en-US" altLang="zh-CN" sz="20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周工時超</a:t>
            </a:r>
            <a:r>
              <a:rPr lang="en-US" altLang="zh-CN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60H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違反六休一</a:t>
            </a:r>
            <a:endParaRPr lang="en-US" altLang="zh-CN" sz="1400" kern="1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未成年加班</a:t>
            </a:r>
            <a:r>
              <a:rPr lang="en-US" altLang="zh-CN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CN" altLang="en-US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夜班</a:t>
            </a:r>
            <a:endParaRPr lang="en-US" altLang="zh-CN" sz="1400" kern="1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2E40907-84BA-4D37-AA1B-5E2AA456002B}"/>
              </a:ext>
            </a:extLst>
          </p:cNvPr>
          <p:cNvSpPr/>
          <p:nvPr/>
        </p:nvSpPr>
        <p:spPr>
          <a:xfrm>
            <a:off x="997321" y="4290662"/>
            <a:ext cx="155042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健康體檢</a:t>
            </a:r>
            <a:endParaRPr lang="en-US" altLang="zh-CN" sz="20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特殊崗位體檢</a:t>
            </a:r>
            <a:endParaRPr lang="en-US" altLang="zh-CN" sz="1400" kern="1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未成年體檢</a:t>
            </a:r>
            <a:endParaRPr lang="en-US" altLang="zh-CN" sz="1400" kern="1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600" kern="1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96659A8-1832-4DAC-B1FA-F4BD1599F6FA}"/>
              </a:ext>
            </a:extLst>
          </p:cNvPr>
          <p:cNvSpPr/>
          <p:nvPr/>
        </p:nvSpPr>
        <p:spPr>
          <a:xfrm>
            <a:off x="9834595" y="4315755"/>
            <a:ext cx="14811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現場隱患</a:t>
            </a:r>
            <a:endParaRPr lang="en-US" altLang="zh-CN" sz="2000" b="1" dirty="0" smtClean="0">
              <a:solidFill>
                <a:srgbClr val="DAB96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私貼公告</a:t>
            </a:r>
            <a:endParaRPr lang="en-US" altLang="zh-CN" sz="1400" kern="10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kern="1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記錄表單</a:t>
            </a:r>
            <a:endParaRPr lang="zh-CN" altLang="en-US" sz="1400" kern="1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31" name="组合 2">
            <a:extLst>
              <a:ext uri="{FF2B5EF4-FFF2-40B4-BE49-F238E27FC236}">
                <a16:creationId xmlns:a16="http://schemas.microsoft.com/office/drawing/2014/main" id="{78F92E40-B220-4A80-962F-44E02429AAE7}"/>
              </a:ext>
            </a:extLst>
          </p:cNvPr>
          <p:cNvGrpSpPr/>
          <p:nvPr/>
        </p:nvGrpSpPr>
        <p:grpSpPr>
          <a:xfrm>
            <a:off x="2823462" y="1958276"/>
            <a:ext cx="6552922" cy="3166840"/>
            <a:chOff x="2823462" y="2401621"/>
            <a:chExt cx="6552922" cy="3166840"/>
          </a:xfrm>
        </p:grpSpPr>
        <p:pic>
          <p:nvPicPr>
            <p:cNvPr id="32" name="图片 1">
              <a:extLst>
                <a:ext uri="{FF2B5EF4-FFF2-40B4-BE49-F238E27FC236}">
                  <a16:creationId xmlns:a16="http://schemas.microsoft.com/office/drawing/2014/main" id="{3F3D3F7F-15A0-477F-A0E1-23035E717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3462" y="2401621"/>
              <a:ext cx="3345769" cy="3166840"/>
            </a:xfrm>
            <a:prstGeom prst="diamond">
              <a:avLst/>
            </a:prstGeom>
          </p:spPr>
        </p:pic>
        <p:grpSp>
          <p:nvGrpSpPr>
            <p:cNvPr id="33" name="组合 47">
              <a:extLst>
                <a:ext uri="{FF2B5EF4-FFF2-40B4-BE49-F238E27FC236}">
                  <a16:creationId xmlns:a16="http://schemas.microsoft.com/office/drawing/2014/main" id="{4C8E72BC-CEAA-41C5-A4BB-0F6B2AD29968}"/>
                </a:ext>
              </a:extLst>
            </p:cNvPr>
            <p:cNvGrpSpPr/>
            <p:nvPr/>
          </p:nvGrpSpPr>
          <p:grpSpPr>
            <a:xfrm>
              <a:off x="4902311" y="2585257"/>
              <a:ext cx="4474073" cy="2884755"/>
              <a:chOff x="5118161" y="2127535"/>
              <a:chExt cx="3710767" cy="2392597"/>
            </a:xfrm>
          </p:grpSpPr>
          <p:sp>
            <p:nvSpPr>
              <p:cNvPr id="34" name="íṩľíḍè-Frame 3">
                <a:extLst>
                  <a:ext uri="{FF2B5EF4-FFF2-40B4-BE49-F238E27FC236}">
                    <a16:creationId xmlns:a16="http://schemas.microsoft.com/office/drawing/2014/main" id="{CD615FB0-D8C6-4B3A-B8E2-7899B730C3C0}"/>
                  </a:ext>
                </a:extLst>
              </p:cNvPr>
              <p:cNvSpPr/>
              <p:nvPr/>
            </p:nvSpPr>
            <p:spPr>
              <a:xfrm rot="18900000">
                <a:off x="5118161" y="2281664"/>
                <a:ext cx="2017129" cy="2017129"/>
              </a:xfrm>
              <a:prstGeom prst="frame">
                <a:avLst>
                  <a:gd name="adj1" fmla="val 7164"/>
                </a:avLst>
              </a:prstGeom>
              <a:solidFill>
                <a:srgbClr val="DAB96E"/>
              </a:solidFill>
              <a:ln>
                <a:solidFill>
                  <a:srgbClr val="B49C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pic>
            <p:nvPicPr>
              <p:cNvPr id="35" name="图片占位符 8">
                <a:extLst>
                  <a:ext uri="{FF2B5EF4-FFF2-40B4-BE49-F238E27FC236}">
                    <a16:creationId xmlns:a16="http://schemas.microsoft.com/office/drawing/2014/main" id="{93460301-799B-44F2-B054-653C8AAEDE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7926"/>
              <a:stretch/>
            </p:blipFill>
            <p:spPr>
              <a:xfrm>
                <a:off x="6405642" y="2127535"/>
                <a:ext cx="2423286" cy="2392597"/>
              </a:xfrm>
              <a:custGeom>
                <a:avLst/>
                <a:gdLst>
                  <a:gd name="connsiteX0" fmla="*/ 1231810 w 2465518"/>
                  <a:gd name="connsiteY0" fmla="*/ 0 h 2459823"/>
                  <a:gd name="connsiteX1" fmla="*/ 2465518 w 2465518"/>
                  <a:gd name="connsiteY1" fmla="*/ 1229912 h 2459823"/>
                  <a:gd name="connsiteX2" fmla="*/ 1231810 w 2465518"/>
                  <a:gd name="connsiteY2" fmla="*/ 2459823 h 2459823"/>
                  <a:gd name="connsiteX3" fmla="*/ 0 w 2465518"/>
                  <a:gd name="connsiteY3" fmla="*/ 1229912 h 2459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65518" h="2459823">
                    <a:moveTo>
                      <a:pt x="1231810" y="0"/>
                    </a:moveTo>
                    <a:lnTo>
                      <a:pt x="2465518" y="1229912"/>
                    </a:lnTo>
                    <a:lnTo>
                      <a:pt x="1231810" y="2459823"/>
                    </a:lnTo>
                    <a:lnTo>
                      <a:pt x="0" y="1229912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36" name="菱形 35">
            <a:extLst>
              <a:ext uri="{FF2B5EF4-FFF2-40B4-BE49-F238E27FC236}">
                <a16:creationId xmlns:a16="http://schemas.microsoft.com/office/drawing/2014/main" id="{FF057CB3-1249-4BAF-B76F-3B2D7D8D7FB3}"/>
              </a:ext>
            </a:extLst>
          </p:cNvPr>
          <p:cNvSpPr/>
          <p:nvPr/>
        </p:nvSpPr>
        <p:spPr>
          <a:xfrm>
            <a:off x="5635228" y="3090938"/>
            <a:ext cx="914400" cy="914400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seo-report_48643">
            <a:extLst>
              <a:ext uri="{FF2B5EF4-FFF2-40B4-BE49-F238E27FC236}">
                <a16:creationId xmlns:a16="http://schemas.microsoft.com/office/drawing/2014/main" id="{85BD338E-D0BC-4CED-BD41-ABE71DC55D00}"/>
              </a:ext>
            </a:extLst>
          </p:cNvPr>
          <p:cNvSpPr>
            <a:spLocks noChangeAspect="1"/>
          </p:cNvSpPr>
          <p:nvPr/>
        </p:nvSpPr>
        <p:spPr bwMode="auto">
          <a:xfrm>
            <a:off x="5922352" y="3363081"/>
            <a:ext cx="343998" cy="343478"/>
          </a:xfrm>
          <a:custGeom>
            <a:avLst/>
            <a:gdLst>
              <a:gd name="connsiteX0" fmla="*/ 210889 w 587787"/>
              <a:gd name="connsiteY0" fmla="*/ 405207 h 586899"/>
              <a:gd name="connsiteX1" fmla="*/ 327095 w 587787"/>
              <a:gd name="connsiteY1" fmla="*/ 405207 h 586899"/>
              <a:gd name="connsiteX2" fmla="*/ 340007 w 587787"/>
              <a:gd name="connsiteY2" fmla="*/ 440224 h 586899"/>
              <a:gd name="connsiteX3" fmla="*/ 210889 w 587787"/>
              <a:gd name="connsiteY3" fmla="*/ 440224 h 586899"/>
              <a:gd name="connsiteX4" fmla="*/ 122934 w 587787"/>
              <a:gd name="connsiteY4" fmla="*/ 395950 h 586899"/>
              <a:gd name="connsiteX5" fmla="*/ 121088 w 587787"/>
              <a:gd name="connsiteY5" fmla="*/ 397793 h 586899"/>
              <a:gd name="connsiteX6" fmla="*/ 121088 w 587787"/>
              <a:gd name="connsiteY6" fmla="*/ 447575 h 586899"/>
              <a:gd name="connsiteX7" fmla="*/ 122934 w 587787"/>
              <a:gd name="connsiteY7" fmla="*/ 449419 h 586899"/>
              <a:gd name="connsiteX8" fmla="*/ 172784 w 587787"/>
              <a:gd name="connsiteY8" fmla="*/ 449419 h 586899"/>
              <a:gd name="connsiteX9" fmla="*/ 174630 w 587787"/>
              <a:gd name="connsiteY9" fmla="*/ 447575 h 586899"/>
              <a:gd name="connsiteX10" fmla="*/ 174630 w 587787"/>
              <a:gd name="connsiteY10" fmla="*/ 397793 h 586899"/>
              <a:gd name="connsiteX11" fmla="*/ 172784 w 587787"/>
              <a:gd name="connsiteY11" fmla="*/ 395950 h 586899"/>
              <a:gd name="connsiteX12" fmla="*/ 122934 w 587787"/>
              <a:gd name="connsiteY12" fmla="*/ 384887 h 586899"/>
              <a:gd name="connsiteX13" fmla="*/ 172784 w 587787"/>
              <a:gd name="connsiteY13" fmla="*/ 384887 h 586899"/>
              <a:gd name="connsiteX14" fmla="*/ 183862 w 587787"/>
              <a:gd name="connsiteY14" fmla="*/ 395950 h 586899"/>
              <a:gd name="connsiteX15" fmla="*/ 183862 w 587787"/>
              <a:gd name="connsiteY15" fmla="*/ 445731 h 586899"/>
              <a:gd name="connsiteX16" fmla="*/ 172784 w 587787"/>
              <a:gd name="connsiteY16" fmla="*/ 456794 h 586899"/>
              <a:gd name="connsiteX17" fmla="*/ 122934 w 587787"/>
              <a:gd name="connsiteY17" fmla="*/ 456794 h 586899"/>
              <a:gd name="connsiteX18" fmla="*/ 111856 w 587787"/>
              <a:gd name="connsiteY18" fmla="*/ 445731 h 586899"/>
              <a:gd name="connsiteX19" fmla="*/ 111856 w 587787"/>
              <a:gd name="connsiteY19" fmla="*/ 395950 h 586899"/>
              <a:gd name="connsiteX20" fmla="*/ 122934 w 587787"/>
              <a:gd name="connsiteY20" fmla="*/ 384887 h 586899"/>
              <a:gd name="connsiteX21" fmla="*/ 212763 w 587787"/>
              <a:gd name="connsiteY21" fmla="*/ 276878 h 586899"/>
              <a:gd name="connsiteX22" fmla="*/ 341782 w 587787"/>
              <a:gd name="connsiteY22" fmla="*/ 276878 h 586899"/>
              <a:gd name="connsiteX23" fmla="*/ 330723 w 587787"/>
              <a:gd name="connsiteY23" fmla="*/ 311895 h 586899"/>
              <a:gd name="connsiteX24" fmla="*/ 212763 w 587787"/>
              <a:gd name="connsiteY24" fmla="*/ 311895 h 586899"/>
              <a:gd name="connsiteX25" fmla="*/ 122934 w 587787"/>
              <a:gd name="connsiteY25" fmla="*/ 256657 h 586899"/>
              <a:gd name="connsiteX26" fmla="*/ 172784 w 587787"/>
              <a:gd name="connsiteY26" fmla="*/ 256657 h 586899"/>
              <a:gd name="connsiteX27" fmla="*/ 183862 w 587787"/>
              <a:gd name="connsiteY27" fmla="*/ 267705 h 586899"/>
              <a:gd name="connsiteX28" fmla="*/ 183862 w 587787"/>
              <a:gd name="connsiteY28" fmla="*/ 317418 h 586899"/>
              <a:gd name="connsiteX29" fmla="*/ 172784 w 587787"/>
              <a:gd name="connsiteY29" fmla="*/ 328466 h 586899"/>
              <a:gd name="connsiteX30" fmla="*/ 122934 w 587787"/>
              <a:gd name="connsiteY30" fmla="*/ 328466 h 586899"/>
              <a:gd name="connsiteX31" fmla="*/ 111856 w 587787"/>
              <a:gd name="connsiteY31" fmla="*/ 317418 h 586899"/>
              <a:gd name="connsiteX32" fmla="*/ 111856 w 587787"/>
              <a:gd name="connsiteY32" fmla="*/ 267705 h 586899"/>
              <a:gd name="connsiteX33" fmla="*/ 122934 w 587787"/>
              <a:gd name="connsiteY33" fmla="*/ 256657 h 586899"/>
              <a:gd name="connsiteX34" fmla="*/ 453714 w 587787"/>
              <a:gd name="connsiteY34" fmla="*/ 243736 h 586899"/>
              <a:gd name="connsiteX35" fmla="*/ 455559 w 587787"/>
              <a:gd name="connsiteY35" fmla="*/ 243736 h 586899"/>
              <a:gd name="connsiteX36" fmla="*/ 448182 w 587787"/>
              <a:gd name="connsiteY36" fmla="*/ 249261 h 586899"/>
              <a:gd name="connsiteX37" fmla="*/ 448182 w 587787"/>
              <a:gd name="connsiteY37" fmla="*/ 262151 h 586899"/>
              <a:gd name="connsiteX38" fmla="*/ 466624 w 587787"/>
              <a:gd name="connsiteY38" fmla="*/ 275042 h 586899"/>
              <a:gd name="connsiteX39" fmla="*/ 482607 w 587787"/>
              <a:gd name="connsiteY39" fmla="*/ 302664 h 586899"/>
              <a:gd name="connsiteX40" fmla="*/ 482607 w 587787"/>
              <a:gd name="connsiteY40" fmla="*/ 343177 h 586899"/>
              <a:gd name="connsiteX41" fmla="*/ 486296 w 587787"/>
              <a:gd name="connsiteY41" fmla="*/ 348088 h 586899"/>
              <a:gd name="connsiteX42" fmla="*/ 489984 w 587787"/>
              <a:gd name="connsiteY42" fmla="*/ 366503 h 586899"/>
              <a:gd name="connsiteX43" fmla="*/ 484451 w 587787"/>
              <a:gd name="connsiteY43" fmla="*/ 383077 h 586899"/>
              <a:gd name="connsiteX44" fmla="*/ 480763 w 587787"/>
              <a:gd name="connsiteY44" fmla="*/ 386760 h 586899"/>
              <a:gd name="connsiteX45" fmla="*/ 466624 w 587787"/>
              <a:gd name="connsiteY45" fmla="*/ 429114 h 586899"/>
              <a:gd name="connsiteX46" fmla="*/ 462936 w 587787"/>
              <a:gd name="connsiteY46" fmla="*/ 434639 h 586899"/>
              <a:gd name="connsiteX47" fmla="*/ 464780 w 587787"/>
              <a:gd name="connsiteY47" fmla="*/ 458578 h 586899"/>
              <a:gd name="connsiteX48" fmla="*/ 466624 w 587787"/>
              <a:gd name="connsiteY48" fmla="*/ 464103 h 586899"/>
              <a:gd name="connsiteX49" fmla="*/ 475845 w 587787"/>
              <a:gd name="connsiteY49" fmla="*/ 473311 h 586899"/>
              <a:gd name="connsiteX50" fmla="*/ 486296 w 587787"/>
              <a:gd name="connsiteY50" fmla="*/ 494795 h 586899"/>
              <a:gd name="connsiteX51" fmla="*/ 531479 w 587787"/>
              <a:gd name="connsiteY51" fmla="*/ 508836 h 586899"/>
              <a:gd name="connsiteX52" fmla="*/ 550897 w 587787"/>
              <a:gd name="connsiteY52" fmla="*/ 515464 h 586899"/>
              <a:gd name="connsiteX53" fmla="*/ 550897 w 587787"/>
              <a:gd name="connsiteY53" fmla="*/ 531647 h 586899"/>
              <a:gd name="connsiteX54" fmla="*/ 530607 w 587787"/>
              <a:gd name="connsiteY54" fmla="*/ 550064 h 586899"/>
              <a:gd name="connsiteX55" fmla="*/ 262537 w 587787"/>
              <a:gd name="connsiteY55" fmla="*/ 550064 h 586899"/>
              <a:gd name="connsiteX56" fmla="*/ 232677 w 587787"/>
              <a:gd name="connsiteY56" fmla="*/ 550064 h 586899"/>
              <a:gd name="connsiteX57" fmla="*/ 238556 w 587787"/>
              <a:gd name="connsiteY57" fmla="*/ 537149 h 586899"/>
              <a:gd name="connsiteX58" fmla="*/ 256998 w 587787"/>
              <a:gd name="connsiteY58" fmla="*/ 524259 h 586899"/>
              <a:gd name="connsiteX59" fmla="*/ 344906 w 587787"/>
              <a:gd name="connsiteY59" fmla="*/ 491112 h 586899"/>
              <a:gd name="connsiteX60" fmla="*/ 355971 w 587787"/>
              <a:gd name="connsiteY60" fmla="*/ 469628 h 586899"/>
              <a:gd name="connsiteX61" fmla="*/ 363348 w 587787"/>
              <a:gd name="connsiteY61" fmla="*/ 460420 h 586899"/>
              <a:gd name="connsiteX62" fmla="*/ 367036 w 587787"/>
              <a:gd name="connsiteY62" fmla="*/ 456737 h 586899"/>
              <a:gd name="connsiteX63" fmla="*/ 368881 w 587787"/>
              <a:gd name="connsiteY63" fmla="*/ 432797 h 586899"/>
              <a:gd name="connsiteX64" fmla="*/ 367036 w 587787"/>
              <a:gd name="connsiteY64" fmla="*/ 427273 h 586899"/>
              <a:gd name="connsiteX65" fmla="*/ 352283 w 587787"/>
              <a:gd name="connsiteY65" fmla="*/ 384918 h 586899"/>
              <a:gd name="connsiteX66" fmla="*/ 348594 w 587787"/>
              <a:gd name="connsiteY66" fmla="*/ 381235 h 586899"/>
              <a:gd name="connsiteX67" fmla="*/ 343062 w 587787"/>
              <a:gd name="connsiteY67" fmla="*/ 362820 h 586899"/>
              <a:gd name="connsiteX68" fmla="*/ 346750 w 587787"/>
              <a:gd name="connsiteY68" fmla="*/ 346860 h 586899"/>
              <a:gd name="connsiteX69" fmla="*/ 350438 w 587787"/>
              <a:gd name="connsiteY69" fmla="*/ 343177 h 586899"/>
              <a:gd name="connsiteX70" fmla="*/ 350438 w 587787"/>
              <a:gd name="connsiteY70" fmla="*/ 302664 h 586899"/>
              <a:gd name="connsiteX71" fmla="*/ 368881 w 587787"/>
              <a:gd name="connsiteY71" fmla="*/ 271359 h 586899"/>
              <a:gd name="connsiteX72" fmla="*/ 418674 w 587787"/>
              <a:gd name="connsiteY72" fmla="*/ 249261 h 586899"/>
              <a:gd name="connsiteX73" fmla="*/ 453714 w 587787"/>
              <a:gd name="connsiteY73" fmla="*/ 243736 h 586899"/>
              <a:gd name="connsiteX74" fmla="*/ 210889 w 587787"/>
              <a:gd name="connsiteY74" fmla="*/ 148550 h 586899"/>
              <a:gd name="connsiteX75" fmla="*/ 475832 w 587787"/>
              <a:gd name="connsiteY75" fmla="*/ 148550 h 586899"/>
              <a:gd name="connsiteX76" fmla="*/ 475832 w 587787"/>
              <a:gd name="connsiteY76" fmla="*/ 183567 h 586899"/>
              <a:gd name="connsiteX77" fmla="*/ 210889 w 587787"/>
              <a:gd name="connsiteY77" fmla="*/ 183567 h 586899"/>
              <a:gd name="connsiteX78" fmla="*/ 122934 w 587787"/>
              <a:gd name="connsiteY78" fmla="*/ 128329 h 586899"/>
              <a:gd name="connsiteX79" fmla="*/ 172784 w 587787"/>
              <a:gd name="connsiteY79" fmla="*/ 128329 h 586899"/>
              <a:gd name="connsiteX80" fmla="*/ 183862 w 587787"/>
              <a:gd name="connsiteY80" fmla="*/ 139377 h 586899"/>
              <a:gd name="connsiteX81" fmla="*/ 183862 w 587787"/>
              <a:gd name="connsiteY81" fmla="*/ 189090 h 586899"/>
              <a:gd name="connsiteX82" fmla="*/ 172784 w 587787"/>
              <a:gd name="connsiteY82" fmla="*/ 200138 h 586899"/>
              <a:gd name="connsiteX83" fmla="*/ 122934 w 587787"/>
              <a:gd name="connsiteY83" fmla="*/ 200138 h 586899"/>
              <a:gd name="connsiteX84" fmla="*/ 111856 w 587787"/>
              <a:gd name="connsiteY84" fmla="*/ 189090 h 586899"/>
              <a:gd name="connsiteX85" fmla="*/ 111856 w 587787"/>
              <a:gd name="connsiteY85" fmla="*/ 139377 h 586899"/>
              <a:gd name="connsiteX86" fmla="*/ 122934 w 587787"/>
              <a:gd name="connsiteY86" fmla="*/ 128329 h 586899"/>
              <a:gd name="connsiteX87" fmla="*/ 55336 w 587787"/>
              <a:gd name="connsiteY87" fmla="*/ 36835 h 586899"/>
              <a:gd name="connsiteX88" fmla="*/ 36890 w 587787"/>
              <a:gd name="connsiteY88" fmla="*/ 55252 h 586899"/>
              <a:gd name="connsiteX89" fmla="*/ 36890 w 587787"/>
              <a:gd name="connsiteY89" fmla="*/ 531647 h 586899"/>
              <a:gd name="connsiteX90" fmla="*/ 55336 w 587787"/>
              <a:gd name="connsiteY90" fmla="*/ 550064 h 586899"/>
              <a:gd name="connsiteX91" fmla="*/ 232677 w 587787"/>
              <a:gd name="connsiteY91" fmla="*/ 550064 h 586899"/>
              <a:gd name="connsiteX92" fmla="*/ 229335 w 587787"/>
              <a:gd name="connsiteY92" fmla="*/ 557406 h 586899"/>
              <a:gd name="connsiteX93" fmla="*/ 574818 w 587787"/>
              <a:gd name="connsiteY93" fmla="*/ 557406 h 586899"/>
              <a:gd name="connsiteX94" fmla="*/ 584039 w 587787"/>
              <a:gd name="connsiteY94" fmla="*/ 531625 h 586899"/>
              <a:gd name="connsiteX95" fmla="*/ 576662 w 587787"/>
              <a:gd name="connsiteY95" fmla="*/ 524259 h 586899"/>
              <a:gd name="connsiteX96" fmla="*/ 550897 w 587787"/>
              <a:gd name="connsiteY96" fmla="*/ 515464 h 586899"/>
              <a:gd name="connsiteX97" fmla="*/ 550897 w 587787"/>
              <a:gd name="connsiteY97" fmla="*/ 55252 h 586899"/>
              <a:gd name="connsiteX98" fmla="*/ 532451 w 587787"/>
              <a:gd name="connsiteY98" fmla="*/ 36835 h 586899"/>
              <a:gd name="connsiteX99" fmla="*/ 55336 w 587787"/>
              <a:gd name="connsiteY99" fmla="*/ 0 h 586899"/>
              <a:gd name="connsiteX100" fmla="*/ 532451 w 587787"/>
              <a:gd name="connsiteY100" fmla="*/ 0 h 586899"/>
              <a:gd name="connsiteX101" fmla="*/ 587787 w 587787"/>
              <a:gd name="connsiteY101" fmla="*/ 55252 h 586899"/>
              <a:gd name="connsiteX102" fmla="*/ 587787 w 587787"/>
              <a:gd name="connsiteY102" fmla="*/ 531647 h 586899"/>
              <a:gd name="connsiteX103" fmla="*/ 532451 w 587787"/>
              <a:gd name="connsiteY103" fmla="*/ 586899 h 586899"/>
              <a:gd name="connsiteX104" fmla="*/ 55336 w 587787"/>
              <a:gd name="connsiteY104" fmla="*/ 586899 h 586899"/>
              <a:gd name="connsiteX105" fmla="*/ 0 w 587787"/>
              <a:gd name="connsiteY105" fmla="*/ 531647 h 586899"/>
              <a:gd name="connsiteX106" fmla="*/ 0 w 587787"/>
              <a:gd name="connsiteY106" fmla="*/ 55252 h 586899"/>
              <a:gd name="connsiteX107" fmla="*/ 55336 w 587787"/>
              <a:gd name="connsiteY107" fmla="*/ 0 h 586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587787" h="586899">
                <a:moveTo>
                  <a:pt x="210889" y="405207"/>
                </a:moveTo>
                <a:lnTo>
                  <a:pt x="327095" y="405207"/>
                </a:lnTo>
                <a:cubicBezTo>
                  <a:pt x="328940" y="423637"/>
                  <a:pt x="340007" y="440224"/>
                  <a:pt x="340007" y="440224"/>
                </a:cubicBezTo>
                <a:lnTo>
                  <a:pt x="210889" y="440224"/>
                </a:lnTo>
                <a:close/>
                <a:moveTo>
                  <a:pt x="122934" y="395950"/>
                </a:moveTo>
                <a:cubicBezTo>
                  <a:pt x="122934" y="395950"/>
                  <a:pt x="121088" y="395950"/>
                  <a:pt x="121088" y="397793"/>
                </a:cubicBezTo>
                <a:lnTo>
                  <a:pt x="121088" y="447575"/>
                </a:lnTo>
                <a:cubicBezTo>
                  <a:pt x="121088" y="447575"/>
                  <a:pt x="121088" y="449419"/>
                  <a:pt x="122934" y="449419"/>
                </a:cubicBezTo>
                <a:lnTo>
                  <a:pt x="172784" y="449419"/>
                </a:lnTo>
                <a:cubicBezTo>
                  <a:pt x="172784" y="449419"/>
                  <a:pt x="174630" y="449419"/>
                  <a:pt x="174630" y="447575"/>
                </a:cubicBezTo>
                <a:lnTo>
                  <a:pt x="174630" y="397793"/>
                </a:lnTo>
                <a:cubicBezTo>
                  <a:pt x="174630" y="397793"/>
                  <a:pt x="174630" y="395950"/>
                  <a:pt x="172784" y="395950"/>
                </a:cubicBezTo>
                <a:close/>
                <a:moveTo>
                  <a:pt x="122934" y="384887"/>
                </a:moveTo>
                <a:lnTo>
                  <a:pt x="172784" y="384887"/>
                </a:lnTo>
                <a:cubicBezTo>
                  <a:pt x="180169" y="384887"/>
                  <a:pt x="183862" y="390418"/>
                  <a:pt x="183862" y="395950"/>
                </a:cubicBezTo>
                <a:lnTo>
                  <a:pt x="183862" y="445731"/>
                </a:lnTo>
                <a:cubicBezTo>
                  <a:pt x="183862" y="451263"/>
                  <a:pt x="180169" y="456794"/>
                  <a:pt x="172784" y="456794"/>
                </a:cubicBezTo>
                <a:lnTo>
                  <a:pt x="122934" y="456794"/>
                </a:lnTo>
                <a:cubicBezTo>
                  <a:pt x="117395" y="456794"/>
                  <a:pt x="111856" y="453106"/>
                  <a:pt x="111856" y="445731"/>
                </a:cubicBezTo>
                <a:lnTo>
                  <a:pt x="111856" y="395950"/>
                </a:lnTo>
                <a:cubicBezTo>
                  <a:pt x="111856" y="390418"/>
                  <a:pt x="115549" y="384887"/>
                  <a:pt x="122934" y="384887"/>
                </a:cubicBezTo>
                <a:close/>
                <a:moveTo>
                  <a:pt x="212763" y="276878"/>
                </a:moveTo>
                <a:lnTo>
                  <a:pt x="341782" y="276878"/>
                </a:lnTo>
                <a:cubicBezTo>
                  <a:pt x="328880" y="289779"/>
                  <a:pt x="328880" y="306366"/>
                  <a:pt x="330723" y="311895"/>
                </a:cubicBezTo>
                <a:lnTo>
                  <a:pt x="212763" y="311895"/>
                </a:lnTo>
                <a:close/>
                <a:moveTo>
                  <a:pt x="122934" y="256657"/>
                </a:moveTo>
                <a:lnTo>
                  <a:pt x="172784" y="256657"/>
                </a:lnTo>
                <a:cubicBezTo>
                  <a:pt x="180169" y="256657"/>
                  <a:pt x="183862" y="262181"/>
                  <a:pt x="183862" y="267705"/>
                </a:cubicBezTo>
                <a:lnTo>
                  <a:pt x="183862" y="317418"/>
                </a:lnTo>
                <a:cubicBezTo>
                  <a:pt x="183862" y="322942"/>
                  <a:pt x="180169" y="328466"/>
                  <a:pt x="172784" y="328466"/>
                </a:cubicBezTo>
                <a:lnTo>
                  <a:pt x="122934" y="328466"/>
                </a:lnTo>
                <a:cubicBezTo>
                  <a:pt x="117395" y="328466"/>
                  <a:pt x="111856" y="324783"/>
                  <a:pt x="111856" y="317418"/>
                </a:cubicBezTo>
                <a:lnTo>
                  <a:pt x="111856" y="267705"/>
                </a:lnTo>
                <a:cubicBezTo>
                  <a:pt x="111856" y="262181"/>
                  <a:pt x="115549" y="256657"/>
                  <a:pt x="122934" y="256657"/>
                </a:cubicBezTo>
                <a:close/>
                <a:moveTo>
                  <a:pt x="453714" y="243736"/>
                </a:moveTo>
                <a:lnTo>
                  <a:pt x="455559" y="243736"/>
                </a:lnTo>
                <a:cubicBezTo>
                  <a:pt x="453714" y="245578"/>
                  <a:pt x="450026" y="247419"/>
                  <a:pt x="448182" y="249261"/>
                </a:cubicBezTo>
                <a:cubicBezTo>
                  <a:pt x="444493" y="254785"/>
                  <a:pt x="444493" y="258468"/>
                  <a:pt x="448182" y="262151"/>
                </a:cubicBezTo>
                <a:cubicBezTo>
                  <a:pt x="453714" y="265834"/>
                  <a:pt x="457403" y="267676"/>
                  <a:pt x="466624" y="275042"/>
                </a:cubicBezTo>
                <a:cubicBezTo>
                  <a:pt x="474001" y="278725"/>
                  <a:pt x="480763" y="287932"/>
                  <a:pt x="482607" y="302664"/>
                </a:cubicBezTo>
                <a:lnTo>
                  <a:pt x="482607" y="343177"/>
                </a:lnTo>
                <a:cubicBezTo>
                  <a:pt x="482607" y="348088"/>
                  <a:pt x="482607" y="349930"/>
                  <a:pt x="486296" y="348088"/>
                </a:cubicBezTo>
                <a:cubicBezTo>
                  <a:pt x="493672" y="348088"/>
                  <a:pt x="491828" y="360979"/>
                  <a:pt x="489984" y="366503"/>
                </a:cubicBezTo>
                <a:cubicBezTo>
                  <a:pt x="488140" y="373869"/>
                  <a:pt x="486296" y="375711"/>
                  <a:pt x="484451" y="383077"/>
                </a:cubicBezTo>
                <a:cubicBezTo>
                  <a:pt x="482607" y="388601"/>
                  <a:pt x="480763" y="386760"/>
                  <a:pt x="480763" y="386760"/>
                </a:cubicBezTo>
                <a:cubicBezTo>
                  <a:pt x="478919" y="395967"/>
                  <a:pt x="477075" y="414382"/>
                  <a:pt x="466624" y="429114"/>
                </a:cubicBezTo>
                <a:cubicBezTo>
                  <a:pt x="464780" y="430956"/>
                  <a:pt x="462936" y="432797"/>
                  <a:pt x="462936" y="434639"/>
                </a:cubicBezTo>
                <a:cubicBezTo>
                  <a:pt x="462936" y="436480"/>
                  <a:pt x="462936" y="443846"/>
                  <a:pt x="464780" y="458578"/>
                </a:cubicBezTo>
                <a:cubicBezTo>
                  <a:pt x="464780" y="464103"/>
                  <a:pt x="464780" y="464103"/>
                  <a:pt x="466624" y="464103"/>
                </a:cubicBezTo>
                <a:cubicBezTo>
                  <a:pt x="474001" y="464103"/>
                  <a:pt x="475845" y="467786"/>
                  <a:pt x="475845" y="473311"/>
                </a:cubicBezTo>
                <a:cubicBezTo>
                  <a:pt x="475845" y="487429"/>
                  <a:pt x="484451" y="492953"/>
                  <a:pt x="486296" y="494795"/>
                </a:cubicBezTo>
                <a:cubicBezTo>
                  <a:pt x="501971" y="500320"/>
                  <a:pt x="516725" y="504463"/>
                  <a:pt x="531479" y="508836"/>
                </a:cubicBezTo>
                <a:lnTo>
                  <a:pt x="550897" y="515464"/>
                </a:lnTo>
                <a:lnTo>
                  <a:pt x="550897" y="531647"/>
                </a:lnTo>
                <a:cubicBezTo>
                  <a:pt x="550897" y="542697"/>
                  <a:pt x="547208" y="550064"/>
                  <a:pt x="530607" y="550064"/>
                </a:cubicBezTo>
                <a:lnTo>
                  <a:pt x="262537" y="550064"/>
                </a:lnTo>
                <a:lnTo>
                  <a:pt x="232677" y="550064"/>
                </a:lnTo>
                <a:lnTo>
                  <a:pt x="238556" y="537149"/>
                </a:lnTo>
                <a:cubicBezTo>
                  <a:pt x="242245" y="531625"/>
                  <a:pt x="244089" y="527942"/>
                  <a:pt x="256998" y="524259"/>
                </a:cubicBezTo>
                <a:cubicBezTo>
                  <a:pt x="275440" y="518734"/>
                  <a:pt x="330767" y="502161"/>
                  <a:pt x="344906" y="491112"/>
                </a:cubicBezTo>
                <a:cubicBezTo>
                  <a:pt x="348594" y="489270"/>
                  <a:pt x="355971" y="480063"/>
                  <a:pt x="355971" y="469628"/>
                </a:cubicBezTo>
                <a:cubicBezTo>
                  <a:pt x="355971" y="465944"/>
                  <a:pt x="355971" y="460420"/>
                  <a:pt x="363348" y="460420"/>
                </a:cubicBezTo>
                <a:cubicBezTo>
                  <a:pt x="365192" y="460420"/>
                  <a:pt x="367036" y="458578"/>
                  <a:pt x="367036" y="456737"/>
                </a:cubicBezTo>
                <a:cubicBezTo>
                  <a:pt x="367036" y="449371"/>
                  <a:pt x="367036" y="440163"/>
                  <a:pt x="368881" y="432797"/>
                </a:cubicBezTo>
                <a:cubicBezTo>
                  <a:pt x="368881" y="430956"/>
                  <a:pt x="368881" y="429114"/>
                  <a:pt x="367036" y="427273"/>
                </a:cubicBezTo>
                <a:cubicBezTo>
                  <a:pt x="359660" y="416224"/>
                  <a:pt x="354127" y="395967"/>
                  <a:pt x="352283" y="384918"/>
                </a:cubicBezTo>
                <a:cubicBezTo>
                  <a:pt x="352283" y="384918"/>
                  <a:pt x="350438" y="386760"/>
                  <a:pt x="348594" y="381235"/>
                </a:cubicBezTo>
                <a:cubicBezTo>
                  <a:pt x="346750" y="373869"/>
                  <a:pt x="344906" y="370186"/>
                  <a:pt x="343062" y="362820"/>
                </a:cubicBezTo>
                <a:cubicBezTo>
                  <a:pt x="343062" y="360979"/>
                  <a:pt x="337529" y="344405"/>
                  <a:pt x="346750" y="346860"/>
                </a:cubicBezTo>
                <a:cubicBezTo>
                  <a:pt x="350438" y="348702"/>
                  <a:pt x="350438" y="346860"/>
                  <a:pt x="350438" y="343177"/>
                </a:cubicBezTo>
                <a:lnTo>
                  <a:pt x="350438" y="302664"/>
                </a:lnTo>
                <a:cubicBezTo>
                  <a:pt x="350438" y="289774"/>
                  <a:pt x="359660" y="278725"/>
                  <a:pt x="368881" y="271359"/>
                </a:cubicBezTo>
                <a:cubicBezTo>
                  <a:pt x="383634" y="258468"/>
                  <a:pt x="400232" y="252944"/>
                  <a:pt x="418674" y="249261"/>
                </a:cubicBezTo>
                <a:cubicBezTo>
                  <a:pt x="427895" y="247419"/>
                  <a:pt x="451870" y="243736"/>
                  <a:pt x="453714" y="243736"/>
                </a:cubicBezTo>
                <a:close/>
                <a:moveTo>
                  <a:pt x="210889" y="148550"/>
                </a:moveTo>
                <a:lnTo>
                  <a:pt x="475832" y="148550"/>
                </a:lnTo>
                <a:lnTo>
                  <a:pt x="475832" y="183567"/>
                </a:lnTo>
                <a:lnTo>
                  <a:pt x="210889" y="183567"/>
                </a:lnTo>
                <a:close/>
                <a:moveTo>
                  <a:pt x="122934" y="128329"/>
                </a:moveTo>
                <a:lnTo>
                  <a:pt x="172784" y="128329"/>
                </a:lnTo>
                <a:cubicBezTo>
                  <a:pt x="180169" y="128329"/>
                  <a:pt x="183862" y="133853"/>
                  <a:pt x="183862" y="139377"/>
                </a:cubicBezTo>
                <a:lnTo>
                  <a:pt x="183862" y="189090"/>
                </a:lnTo>
                <a:cubicBezTo>
                  <a:pt x="183862" y="194614"/>
                  <a:pt x="180169" y="200138"/>
                  <a:pt x="172784" y="200138"/>
                </a:cubicBezTo>
                <a:lnTo>
                  <a:pt x="122934" y="200138"/>
                </a:lnTo>
                <a:cubicBezTo>
                  <a:pt x="117395" y="200138"/>
                  <a:pt x="111856" y="196455"/>
                  <a:pt x="111856" y="189090"/>
                </a:cubicBezTo>
                <a:lnTo>
                  <a:pt x="111856" y="139377"/>
                </a:lnTo>
                <a:cubicBezTo>
                  <a:pt x="111856" y="133853"/>
                  <a:pt x="115549" y="128329"/>
                  <a:pt x="122934" y="128329"/>
                </a:cubicBezTo>
                <a:close/>
                <a:moveTo>
                  <a:pt x="55336" y="36835"/>
                </a:moveTo>
                <a:cubicBezTo>
                  <a:pt x="44268" y="36835"/>
                  <a:pt x="36890" y="44202"/>
                  <a:pt x="36890" y="55252"/>
                </a:cubicBezTo>
                <a:lnTo>
                  <a:pt x="36890" y="531647"/>
                </a:lnTo>
                <a:cubicBezTo>
                  <a:pt x="36890" y="542697"/>
                  <a:pt x="44268" y="550064"/>
                  <a:pt x="55336" y="550064"/>
                </a:cubicBezTo>
                <a:lnTo>
                  <a:pt x="232677" y="550064"/>
                </a:lnTo>
                <a:lnTo>
                  <a:pt x="229335" y="557406"/>
                </a:lnTo>
                <a:lnTo>
                  <a:pt x="574818" y="557406"/>
                </a:lnTo>
                <a:lnTo>
                  <a:pt x="584039" y="531625"/>
                </a:lnTo>
                <a:cubicBezTo>
                  <a:pt x="580351" y="524259"/>
                  <a:pt x="584039" y="526100"/>
                  <a:pt x="576662" y="524259"/>
                </a:cubicBezTo>
                <a:lnTo>
                  <a:pt x="550897" y="515464"/>
                </a:lnTo>
                <a:lnTo>
                  <a:pt x="550897" y="55252"/>
                </a:lnTo>
                <a:cubicBezTo>
                  <a:pt x="550897" y="44202"/>
                  <a:pt x="543518" y="36835"/>
                  <a:pt x="532451" y="36835"/>
                </a:cubicBezTo>
                <a:close/>
                <a:moveTo>
                  <a:pt x="55336" y="0"/>
                </a:moveTo>
                <a:lnTo>
                  <a:pt x="532451" y="0"/>
                </a:lnTo>
                <a:cubicBezTo>
                  <a:pt x="563808" y="0"/>
                  <a:pt x="587787" y="23943"/>
                  <a:pt x="587787" y="55252"/>
                </a:cubicBezTo>
                <a:lnTo>
                  <a:pt x="587787" y="531647"/>
                </a:lnTo>
                <a:cubicBezTo>
                  <a:pt x="587787" y="562956"/>
                  <a:pt x="563808" y="586899"/>
                  <a:pt x="532451" y="586899"/>
                </a:cubicBezTo>
                <a:lnTo>
                  <a:pt x="55336" y="586899"/>
                </a:lnTo>
                <a:cubicBezTo>
                  <a:pt x="23979" y="586899"/>
                  <a:pt x="0" y="562956"/>
                  <a:pt x="0" y="531647"/>
                </a:cubicBezTo>
                <a:lnTo>
                  <a:pt x="0" y="55252"/>
                </a:lnTo>
                <a:cubicBezTo>
                  <a:pt x="0" y="23943"/>
                  <a:pt x="23979" y="0"/>
                  <a:pt x="553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8013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87" y="12700"/>
            <a:ext cx="12144129" cy="16922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064000"/>
            <a:ext cx="12192000" cy="2794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0"/>
            <a:ext cx="2378015" cy="7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8402B3CA-3673-4CA4-BF3A-DFE18F8AF5DE}"/>
              </a:ext>
            </a:extLst>
          </p:cNvPr>
          <p:cNvSpPr txBox="1"/>
          <p:nvPr/>
        </p:nvSpPr>
        <p:spPr>
          <a:xfrm>
            <a:off x="338054" y="16968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DAB9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POSans M" panose="00020600040101010101" pitchFamily="18" charset="-122"/>
                <a:sym typeface="OPPOSans M" panose="00020600040101010101" pitchFamily="18" charset="-122"/>
              </a:rPr>
              <a:t>卓有成效</a:t>
            </a:r>
          </a:p>
        </p:txBody>
      </p:sp>
      <p:sp>
        <p:nvSpPr>
          <p:cNvPr id="9" name="平行四边形 9">
            <a:extLst>
              <a:ext uri="{FF2B5EF4-FFF2-40B4-BE49-F238E27FC236}">
                <a16:creationId xmlns:a16="http://schemas.microsoft.com/office/drawing/2014/main" id="{4EFC03DD-EF09-4476-AC81-75E4C81E0A18}"/>
              </a:ext>
            </a:extLst>
          </p:cNvPr>
          <p:cNvSpPr/>
          <p:nvPr/>
        </p:nvSpPr>
        <p:spPr>
          <a:xfrm>
            <a:off x="365926" y="706035"/>
            <a:ext cx="2012089" cy="60839"/>
          </a:xfrm>
          <a:prstGeom prst="parallelogram">
            <a:avLst>
              <a:gd name="adj" fmla="val 17058"/>
            </a:avLst>
          </a:prstGeom>
          <a:gradFill>
            <a:gsLst>
              <a:gs pos="0">
                <a:srgbClr val="C1AB85"/>
              </a:gs>
              <a:gs pos="100000">
                <a:srgbClr val="F6EACC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58800" dist="1778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85" b="40926"/>
          <a:stretch/>
        </p:blipFill>
        <p:spPr>
          <a:xfrm>
            <a:off x="25400" y="1497364"/>
            <a:ext cx="11855892" cy="241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62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895975"/>
            <a:ext cx="12192000" cy="962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kton Pro Ext" panose="020F0605020208020904" pitchFamily="34" charset="0"/>
              </a:rPr>
              <a:t>Good, better, best, Never let it rest.</a:t>
            </a:r>
            <a:endParaRPr lang="zh-TW" alt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kton Pro Ext" panose="020F0605020208020904" pitchFamily="34" charset="0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1759532" y="572841"/>
            <a:ext cx="9541826" cy="4523734"/>
            <a:chOff x="1759532" y="572841"/>
            <a:chExt cx="9541826" cy="4523734"/>
          </a:xfrm>
        </p:grpSpPr>
        <p:sp>
          <p:nvSpPr>
            <p:cNvPr id="2" name="Rectangle 1"/>
            <p:cNvSpPr>
              <a:spLocks noChangeArrowheads="1"/>
            </p:cNvSpPr>
            <p:nvPr/>
          </p:nvSpPr>
          <p:spPr bwMode="auto">
            <a:xfrm>
              <a:off x="1759532" y="572841"/>
              <a:ext cx="9541826" cy="45237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1142640" tIns="914112" rIns="1142640" bIns="91411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稽</a:t>
              </a:r>
              <a:r>
                <a:rPr lang="en-US" altLang="zh-TW" sz="3600" dirty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核</a:t>
              </a:r>
              <a:r>
                <a:rPr lang="en-US" altLang="zh-TW" sz="2800" dirty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是</a:t>
              </a:r>
              <a:r>
                <a:rPr kumimoji="0" lang="en-US" altLang="zh-TW" sz="28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lang="zh-CN" altLang="en-US" sz="3600" dirty="0" smtClean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過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程</a:t>
              </a:r>
              <a:r>
                <a:rPr kumimoji="0" lang="en-US" altLang="zh-TW" sz="32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en-US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．</a:t>
              </a:r>
              <a:r>
                <a:rPr kumimoji="0" lang="zh-TW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不</a:t>
              </a:r>
              <a:r>
                <a:rPr kumimoji="0" lang="en-US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是</a:t>
              </a:r>
              <a:r>
                <a:rPr kumimoji="0" lang="en-US" altLang="zh-TW" sz="28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結</a:t>
              </a:r>
              <a:r>
                <a:rPr kumimoji="0" lang="en-US" altLang="zh-TW" sz="32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果</a:t>
              </a:r>
              <a:endParaRPr kumimoji="0" lang="zh-TW" altLang="zh-TW" sz="3600" b="0" i="0" u="none" strike="noStrike" cap="none" normalizeH="0" baseline="0" dirty="0" smtClean="0">
                <a:ln>
                  <a:noFill/>
                </a:ln>
                <a:solidFill>
                  <a:srgbClr val="DAB96E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稽</a:t>
              </a:r>
              <a:r>
                <a:rPr lang="en-US" altLang="zh-TW" sz="3600" dirty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核</a:t>
              </a:r>
              <a:r>
                <a:rPr lang="en-US" altLang="zh-TW" sz="2800" dirty="0" smtClean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是</a:t>
              </a:r>
              <a:r>
                <a:rPr lang="en-US" altLang="zh-TW" sz="3200" dirty="0" smtClean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事</a:t>
              </a:r>
              <a:r>
                <a:rPr lang="en-US" altLang="zh-TW" sz="3600" dirty="0" smtClean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lang="zh-TW" altLang="zh-TW" sz="3600" dirty="0" smtClean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實</a:t>
              </a:r>
              <a:r>
                <a:rPr lang="en-US" altLang="zh-TW" sz="2800" dirty="0" smtClean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en-US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．</a:t>
              </a:r>
              <a:r>
                <a:rPr kumimoji="0" lang="zh-TW" altLang="en-US" sz="20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不</a:t>
              </a:r>
              <a:r>
                <a:rPr lang="en-US" altLang="zh-TW" sz="4000" dirty="0" smtClean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是</a:t>
              </a:r>
              <a:r>
                <a:rPr lang="en-US" altLang="zh-TW" sz="2800" dirty="0" smtClean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結</a:t>
              </a:r>
              <a:r>
                <a:rPr kumimoji="0" lang="en-US" altLang="zh-TW" sz="32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論</a:t>
              </a:r>
              <a:endParaRPr kumimoji="0" lang="zh-TW" altLang="zh-TW" sz="3600" b="0" i="0" u="none" strike="noStrike" cap="none" normalizeH="0" baseline="0" dirty="0" smtClean="0">
                <a:ln>
                  <a:noFill/>
                </a:ln>
                <a:solidFill>
                  <a:srgbClr val="DAB96E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稽</a:t>
              </a:r>
              <a:r>
                <a:rPr lang="en-US" altLang="zh-TW" sz="3600" dirty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核</a:t>
              </a:r>
              <a:r>
                <a:rPr kumimoji="0" lang="en-US" altLang="zh-TW" sz="28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是</a:t>
              </a:r>
              <a:r>
                <a:rPr kumimoji="0" lang="en-US" altLang="zh-TW" sz="32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更</a:t>
              </a:r>
              <a:r>
                <a:rPr kumimoji="0" lang="en-US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新</a:t>
              </a:r>
              <a:r>
                <a:rPr kumimoji="0" lang="en-US" altLang="zh-TW" sz="28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lang="zh-TW" altLang="en-US" sz="3600" dirty="0" smtClean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．</a:t>
              </a:r>
              <a:r>
                <a:rPr lang="zh-TW" altLang="en-US" dirty="0" smtClean="0">
                  <a:solidFill>
                    <a:srgbClr val="DAB96E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亦</a:t>
              </a:r>
              <a:r>
                <a:rPr kumimoji="0" lang="en-US" altLang="zh-TW" sz="40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是</a:t>
              </a:r>
              <a:r>
                <a:rPr kumimoji="0" lang="en-US" altLang="zh-TW" sz="28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成</a:t>
              </a:r>
              <a:r>
                <a:rPr kumimoji="0" lang="en-US" altLang="zh-TW" sz="28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 </a:t>
              </a:r>
              <a:r>
                <a:rPr kumimoji="0" lang="zh-TW" altLang="zh-TW" sz="3600" b="0" i="0" u="none" strike="noStrike" cap="none" normalizeH="0" baseline="0" dirty="0" smtClean="0">
                  <a:ln>
                    <a:noFill/>
                  </a:ln>
                  <a:solidFill>
                    <a:srgbClr val="DAB96E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Calibri" panose="020F0502020204030204" pitchFamily="34" charset="0"/>
                </a:rPr>
                <a:t>長 </a:t>
              </a:r>
              <a:endParaRPr kumimoji="0" lang="zh-TW" altLang="zh-TW" sz="3600" b="0" i="0" u="none" strike="noStrike" cap="none" normalizeH="0" baseline="0" dirty="0" smtClean="0">
                <a:ln>
                  <a:noFill/>
                </a:ln>
                <a:solidFill>
                  <a:srgbClr val="DAB96E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grpSp>
          <p:nvGrpSpPr>
            <p:cNvPr id="348" name="群組 347"/>
            <p:cNvGrpSpPr/>
            <p:nvPr/>
          </p:nvGrpSpPr>
          <p:grpSpPr>
            <a:xfrm>
              <a:off x="2794296" y="1641024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365" name="矩形 364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366" name="直線接點 365"/>
              <p:cNvCxnSpPr>
                <a:stCxn id="365" idx="0"/>
                <a:endCxn id="365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7" name="直線接點 366"/>
              <p:cNvCxnSpPr>
                <a:stCxn id="365" idx="1"/>
                <a:endCxn id="365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9" name="群組 348"/>
            <p:cNvGrpSpPr/>
            <p:nvPr/>
          </p:nvGrpSpPr>
          <p:grpSpPr>
            <a:xfrm>
              <a:off x="3445934" y="1641024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362" name="矩形 361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363" name="直線接點 362"/>
              <p:cNvCxnSpPr>
                <a:stCxn id="362" idx="0"/>
                <a:endCxn id="362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4" name="直線接點 363"/>
              <p:cNvCxnSpPr>
                <a:stCxn id="362" idx="1"/>
                <a:endCxn id="362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0" name="群組 349"/>
            <p:cNvGrpSpPr/>
            <p:nvPr/>
          </p:nvGrpSpPr>
          <p:grpSpPr>
            <a:xfrm>
              <a:off x="4102336" y="1641024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359" name="矩形 358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360" name="直線接點 359"/>
              <p:cNvCxnSpPr>
                <a:stCxn id="359" idx="0"/>
                <a:endCxn id="359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1" name="直線接點 360"/>
              <p:cNvCxnSpPr>
                <a:stCxn id="359" idx="1"/>
                <a:endCxn id="359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1" name="群組 350"/>
            <p:cNvGrpSpPr/>
            <p:nvPr/>
          </p:nvGrpSpPr>
          <p:grpSpPr>
            <a:xfrm>
              <a:off x="4758737" y="1641023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356" name="矩形 355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357" name="直線接點 356"/>
              <p:cNvCxnSpPr>
                <a:stCxn id="356" idx="0"/>
                <a:endCxn id="356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8" name="直線接點 357"/>
              <p:cNvCxnSpPr>
                <a:stCxn id="356" idx="1"/>
                <a:endCxn id="356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2" name="群組 351"/>
            <p:cNvGrpSpPr/>
            <p:nvPr/>
          </p:nvGrpSpPr>
          <p:grpSpPr>
            <a:xfrm>
              <a:off x="5413551" y="1641023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353" name="矩形 352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354" name="直線接點 353"/>
              <p:cNvCxnSpPr>
                <a:stCxn id="353" idx="0"/>
                <a:endCxn id="353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5" name="直線接點 354"/>
              <p:cNvCxnSpPr>
                <a:stCxn id="353" idx="1"/>
                <a:endCxn id="353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4" name="群組 323"/>
            <p:cNvGrpSpPr/>
            <p:nvPr/>
          </p:nvGrpSpPr>
          <p:grpSpPr>
            <a:xfrm>
              <a:off x="6064544" y="1639005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345" name="矩形 344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346" name="直線接點 345"/>
              <p:cNvCxnSpPr>
                <a:stCxn id="345" idx="0"/>
                <a:endCxn id="345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7" name="直線接點 346"/>
              <p:cNvCxnSpPr>
                <a:stCxn id="345" idx="1"/>
                <a:endCxn id="345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5" name="群組 324"/>
            <p:cNvGrpSpPr/>
            <p:nvPr/>
          </p:nvGrpSpPr>
          <p:grpSpPr>
            <a:xfrm>
              <a:off x="6720945" y="1639005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342" name="矩形 341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343" name="直線接點 342"/>
              <p:cNvCxnSpPr>
                <a:stCxn id="342" idx="0"/>
                <a:endCxn id="342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4" name="直線接點 343"/>
              <p:cNvCxnSpPr>
                <a:stCxn id="342" idx="1"/>
                <a:endCxn id="342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6" name="群組 325"/>
            <p:cNvGrpSpPr/>
            <p:nvPr/>
          </p:nvGrpSpPr>
          <p:grpSpPr>
            <a:xfrm>
              <a:off x="7377347" y="1639005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339" name="矩形 338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340" name="直線接點 339"/>
              <p:cNvCxnSpPr>
                <a:stCxn id="339" idx="0"/>
                <a:endCxn id="339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1" name="直線接點 340"/>
              <p:cNvCxnSpPr>
                <a:stCxn id="339" idx="1"/>
                <a:endCxn id="339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7" name="群組 326"/>
            <p:cNvGrpSpPr/>
            <p:nvPr/>
          </p:nvGrpSpPr>
          <p:grpSpPr>
            <a:xfrm>
              <a:off x="8033748" y="1639004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336" name="矩形 335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337" name="直線接點 336"/>
              <p:cNvCxnSpPr>
                <a:stCxn id="336" idx="0"/>
                <a:endCxn id="336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8" name="直線接點 337"/>
              <p:cNvCxnSpPr>
                <a:stCxn id="336" idx="1"/>
                <a:endCxn id="336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" name="群組 327"/>
            <p:cNvGrpSpPr/>
            <p:nvPr/>
          </p:nvGrpSpPr>
          <p:grpSpPr>
            <a:xfrm>
              <a:off x="8688562" y="1639004"/>
              <a:ext cx="650992" cy="685798"/>
              <a:chOff x="705734" y="1428750"/>
              <a:chExt cx="885825" cy="857250"/>
            </a:xfrm>
            <a:noFill/>
          </p:grpSpPr>
          <p:sp>
            <p:nvSpPr>
              <p:cNvPr id="333" name="矩形 332"/>
              <p:cNvSpPr/>
              <p:nvPr/>
            </p:nvSpPr>
            <p:spPr>
              <a:xfrm>
                <a:off x="705734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334" name="直線接點 333"/>
              <p:cNvCxnSpPr>
                <a:stCxn id="333" idx="0"/>
                <a:endCxn id="333" idx="2"/>
              </p:cNvCxnSpPr>
              <p:nvPr/>
            </p:nvCxnSpPr>
            <p:spPr>
              <a:xfrm>
                <a:off x="1148647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5" name="直線接點 334"/>
              <p:cNvCxnSpPr>
                <a:stCxn id="333" idx="1"/>
                <a:endCxn id="333" idx="3"/>
              </p:cNvCxnSpPr>
              <p:nvPr/>
            </p:nvCxnSpPr>
            <p:spPr>
              <a:xfrm>
                <a:off x="705734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4" name="群組 453"/>
            <p:cNvGrpSpPr/>
            <p:nvPr/>
          </p:nvGrpSpPr>
          <p:grpSpPr>
            <a:xfrm>
              <a:off x="2794296" y="2539549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491" name="矩形 490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492" name="直線接點 491"/>
              <p:cNvCxnSpPr>
                <a:stCxn id="491" idx="0"/>
                <a:endCxn id="491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3" name="直線接點 492"/>
              <p:cNvCxnSpPr>
                <a:stCxn id="491" idx="1"/>
                <a:endCxn id="491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5" name="群組 454"/>
            <p:cNvGrpSpPr/>
            <p:nvPr/>
          </p:nvGrpSpPr>
          <p:grpSpPr>
            <a:xfrm>
              <a:off x="3445934" y="2539549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488" name="矩形 487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489" name="直線接點 488"/>
              <p:cNvCxnSpPr>
                <a:stCxn id="488" idx="0"/>
                <a:endCxn id="488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0" name="直線接點 489"/>
              <p:cNvCxnSpPr>
                <a:stCxn id="488" idx="1"/>
                <a:endCxn id="488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6" name="群組 455"/>
            <p:cNvGrpSpPr/>
            <p:nvPr/>
          </p:nvGrpSpPr>
          <p:grpSpPr>
            <a:xfrm>
              <a:off x="4102336" y="2539549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485" name="矩形 484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486" name="直線接點 485"/>
              <p:cNvCxnSpPr>
                <a:stCxn id="485" idx="0"/>
                <a:endCxn id="485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7" name="直線接點 486"/>
              <p:cNvCxnSpPr>
                <a:stCxn id="485" idx="1"/>
                <a:endCxn id="485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7" name="群組 456"/>
            <p:cNvGrpSpPr/>
            <p:nvPr/>
          </p:nvGrpSpPr>
          <p:grpSpPr>
            <a:xfrm>
              <a:off x="4758737" y="2539548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482" name="矩形 481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483" name="直線接點 482"/>
              <p:cNvCxnSpPr>
                <a:stCxn id="482" idx="0"/>
                <a:endCxn id="482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4" name="直線接點 483"/>
              <p:cNvCxnSpPr>
                <a:stCxn id="482" idx="1"/>
                <a:endCxn id="482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8" name="群組 457"/>
            <p:cNvGrpSpPr/>
            <p:nvPr/>
          </p:nvGrpSpPr>
          <p:grpSpPr>
            <a:xfrm>
              <a:off x="5413551" y="2539548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479" name="矩形 478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480" name="直線接點 479"/>
              <p:cNvCxnSpPr>
                <a:stCxn id="479" idx="0"/>
                <a:endCxn id="479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1" name="直線接點 480"/>
              <p:cNvCxnSpPr>
                <a:stCxn id="479" idx="1"/>
                <a:endCxn id="479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9" name="群組 458"/>
            <p:cNvGrpSpPr/>
            <p:nvPr/>
          </p:nvGrpSpPr>
          <p:grpSpPr>
            <a:xfrm>
              <a:off x="6064544" y="2537530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476" name="矩形 475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477" name="直線接點 476"/>
              <p:cNvCxnSpPr>
                <a:stCxn id="476" idx="0"/>
                <a:endCxn id="476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8" name="直線接點 477"/>
              <p:cNvCxnSpPr>
                <a:stCxn id="476" idx="1"/>
                <a:endCxn id="476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0" name="群組 459"/>
            <p:cNvGrpSpPr/>
            <p:nvPr/>
          </p:nvGrpSpPr>
          <p:grpSpPr>
            <a:xfrm>
              <a:off x="6720945" y="2537530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473" name="矩形 472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474" name="直線接點 473"/>
              <p:cNvCxnSpPr>
                <a:stCxn id="473" idx="0"/>
                <a:endCxn id="473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5" name="直線接點 474"/>
              <p:cNvCxnSpPr>
                <a:stCxn id="473" idx="1"/>
                <a:endCxn id="473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1" name="群組 460"/>
            <p:cNvGrpSpPr/>
            <p:nvPr/>
          </p:nvGrpSpPr>
          <p:grpSpPr>
            <a:xfrm>
              <a:off x="7377347" y="2537530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470" name="矩形 469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471" name="直線接點 470"/>
              <p:cNvCxnSpPr>
                <a:stCxn id="470" idx="0"/>
                <a:endCxn id="470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2" name="直線接點 471"/>
              <p:cNvCxnSpPr>
                <a:stCxn id="470" idx="1"/>
                <a:endCxn id="470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2" name="群組 461"/>
            <p:cNvGrpSpPr/>
            <p:nvPr/>
          </p:nvGrpSpPr>
          <p:grpSpPr>
            <a:xfrm>
              <a:off x="8033748" y="2537529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467" name="矩形 466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468" name="直線接點 467"/>
              <p:cNvCxnSpPr>
                <a:stCxn id="467" idx="0"/>
                <a:endCxn id="467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9" name="直線接點 468"/>
              <p:cNvCxnSpPr>
                <a:stCxn id="467" idx="1"/>
                <a:endCxn id="467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3" name="群組 462"/>
            <p:cNvGrpSpPr/>
            <p:nvPr/>
          </p:nvGrpSpPr>
          <p:grpSpPr>
            <a:xfrm>
              <a:off x="8688562" y="2537529"/>
              <a:ext cx="650992" cy="685798"/>
              <a:chOff x="705734" y="1428750"/>
              <a:chExt cx="885825" cy="857250"/>
            </a:xfrm>
            <a:noFill/>
          </p:grpSpPr>
          <p:sp>
            <p:nvSpPr>
              <p:cNvPr id="464" name="矩形 463"/>
              <p:cNvSpPr/>
              <p:nvPr/>
            </p:nvSpPr>
            <p:spPr>
              <a:xfrm>
                <a:off x="705734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465" name="直線接點 464"/>
              <p:cNvCxnSpPr>
                <a:stCxn id="464" idx="0"/>
                <a:endCxn id="464" idx="2"/>
              </p:cNvCxnSpPr>
              <p:nvPr/>
            </p:nvCxnSpPr>
            <p:spPr>
              <a:xfrm>
                <a:off x="1148647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直線接點 465"/>
              <p:cNvCxnSpPr>
                <a:stCxn id="464" idx="1"/>
                <a:endCxn id="464" idx="3"/>
              </p:cNvCxnSpPr>
              <p:nvPr/>
            </p:nvCxnSpPr>
            <p:spPr>
              <a:xfrm>
                <a:off x="705734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5" name="群組 494"/>
            <p:cNvGrpSpPr/>
            <p:nvPr/>
          </p:nvGrpSpPr>
          <p:grpSpPr>
            <a:xfrm>
              <a:off x="2791914" y="3414487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532" name="矩形 531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533" name="直線接點 532"/>
              <p:cNvCxnSpPr>
                <a:stCxn id="532" idx="0"/>
                <a:endCxn id="532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4" name="直線接點 533"/>
              <p:cNvCxnSpPr>
                <a:stCxn id="532" idx="1"/>
                <a:endCxn id="532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6" name="群組 495"/>
            <p:cNvGrpSpPr/>
            <p:nvPr/>
          </p:nvGrpSpPr>
          <p:grpSpPr>
            <a:xfrm>
              <a:off x="3443552" y="3414487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529" name="矩形 528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530" name="直線接點 529"/>
              <p:cNvCxnSpPr>
                <a:stCxn id="529" idx="0"/>
                <a:endCxn id="529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1" name="直線接點 530"/>
              <p:cNvCxnSpPr>
                <a:stCxn id="529" idx="1"/>
                <a:endCxn id="529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7" name="群組 496"/>
            <p:cNvGrpSpPr/>
            <p:nvPr/>
          </p:nvGrpSpPr>
          <p:grpSpPr>
            <a:xfrm>
              <a:off x="4099954" y="3414487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526" name="矩形 525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527" name="直線接點 526"/>
              <p:cNvCxnSpPr>
                <a:stCxn id="526" idx="0"/>
                <a:endCxn id="526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8" name="直線接點 527"/>
              <p:cNvCxnSpPr>
                <a:stCxn id="526" idx="1"/>
                <a:endCxn id="526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8" name="群組 497"/>
            <p:cNvGrpSpPr/>
            <p:nvPr/>
          </p:nvGrpSpPr>
          <p:grpSpPr>
            <a:xfrm>
              <a:off x="4756355" y="3414486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523" name="矩形 522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524" name="直線接點 523"/>
              <p:cNvCxnSpPr>
                <a:stCxn id="523" idx="0"/>
                <a:endCxn id="523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5" name="直線接點 524"/>
              <p:cNvCxnSpPr>
                <a:stCxn id="523" idx="1"/>
                <a:endCxn id="523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9" name="群組 498"/>
            <p:cNvGrpSpPr/>
            <p:nvPr/>
          </p:nvGrpSpPr>
          <p:grpSpPr>
            <a:xfrm>
              <a:off x="5411169" y="3414486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520" name="矩形 519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521" name="直線接點 520"/>
              <p:cNvCxnSpPr>
                <a:stCxn id="520" idx="0"/>
                <a:endCxn id="520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2" name="直線接點 521"/>
              <p:cNvCxnSpPr>
                <a:stCxn id="520" idx="1"/>
                <a:endCxn id="520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0" name="群組 499"/>
            <p:cNvGrpSpPr/>
            <p:nvPr/>
          </p:nvGrpSpPr>
          <p:grpSpPr>
            <a:xfrm>
              <a:off x="6062162" y="3412468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517" name="矩形 516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518" name="直線接點 517"/>
              <p:cNvCxnSpPr>
                <a:stCxn id="517" idx="0"/>
                <a:endCxn id="517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9" name="直線接點 518"/>
              <p:cNvCxnSpPr>
                <a:stCxn id="517" idx="1"/>
                <a:endCxn id="517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1" name="群組 500"/>
            <p:cNvGrpSpPr/>
            <p:nvPr/>
          </p:nvGrpSpPr>
          <p:grpSpPr>
            <a:xfrm>
              <a:off x="6718563" y="3412468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514" name="矩形 513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515" name="直線接點 514"/>
              <p:cNvCxnSpPr>
                <a:stCxn id="514" idx="0"/>
                <a:endCxn id="514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6" name="直線接點 515"/>
              <p:cNvCxnSpPr>
                <a:stCxn id="514" idx="1"/>
                <a:endCxn id="514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2" name="群組 501"/>
            <p:cNvGrpSpPr/>
            <p:nvPr/>
          </p:nvGrpSpPr>
          <p:grpSpPr>
            <a:xfrm>
              <a:off x="7374965" y="3412468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511" name="矩形 510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512" name="直線接點 511"/>
              <p:cNvCxnSpPr>
                <a:stCxn id="511" idx="0"/>
                <a:endCxn id="511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3" name="直線接點 512"/>
              <p:cNvCxnSpPr>
                <a:stCxn id="511" idx="1"/>
                <a:endCxn id="511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3" name="群組 502"/>
            <p:cNvGrpSpPr/>
            <p:nvPr/>
          </p:nvGrpSpPr>
          <p:grpSpPr>
            <a:xfrm>
              <a:off x="8031366" y="3412467"/>
              <a:ext cx="650992" cy="685798"/>
              <a:chOff x="714375" y="1428750"/>
              <a:chExt cx="885825" cy="857250"/>
            </a:xfrm>
            <a:noFill/>
          </p:grpSpPr>
          <p:sp>
            <p:nvSpPr>
              <p:cNvPr id="508" name="矩形 507"/>
              <p:cNvSpPr/>
              <p:nvPr/>
            </p:nvSpPr>
            <p:spPr>
              <a:xfrm>
                <a:off x="714375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509" name="直線接點 508"/>
              <p:cNvCxnSpPr>
                <a:stCxn id="508" idx="0"/>
                <a:endCxn id="508" idx="2"/>
              </p:cNvCxnSpPr>
              <p:nvPr/>
            </p:nvCxnSpPr>
            <p:spPr>
              <a:xfrm>
                <a:off x="1157288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0" name="直線接點 509"/>
              <p:cNvCxnSpPr>
                <a:stCxn id="508" idx="1"/>
                <a:endCxn id="508" idx="3"/>
              </p:cNvCxnSpPr>
              <p:nvPr/>
            </p:nvCxnSpPr>
            <p:spPr>
              <a:xfrm>
                <a:off x="714375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4" name="群組 503"/>
            <p:cNvGrpSpPr/>
            <p:nvPr/>
          </p:nvGrpSpPr>
          <p:grpSpPr>
            <a:xfrm>
              <a:off x="8686180" y="3412467"/>
              <a:ext cx="650992" cy="685798"/>
              <a:chOff x="705734" y="1428750"/>
              <a:chExt cx="885825" cy="857250"/>
            </a:xfrm>
            <a:noFill/>
          </p:grpSpPr>
          <p:sp>
            <p:nvSpPr>
              <p:cNvPr id="505" name="矩形 504"/>
              <p:cNvSpPr/>
              <p:nvPr/>
            </p:nvSpPr>
            <p:spPr>
              <a:xfrm>
                <a:off x="705734" y="1428750"/>
                <a:ext cx="885825" cy="857250"/>
              </a:xfrm>
              <a:prstGeom prst="rect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rgbClr val="DAB96E"/>
                  </a:solidFill>
                </a:endParaRPr>
              </a:p>
            </p:txBody>
          </p:sp>
          <p:cxnSp>
            <p:nvCxnSpPr>
              <p:cNvPr id="506" name="直線接點 505"/>
              <p:cNvCxnSpPr>
                <a:stCxn id="505" idx="0"/>
                <a:endCxn id="505" idx="2"/>
              </p:cNvCxnSpPr>
              <p:nvPr/>
            </p:nvCxnSpPr>
            <p:spPr>
              <a:xfrm>
                <a:off x="1148647" y="1428750"/>
                <a:ext cx="0" cy="85725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7" name="直線接點 506"/>
              <p:cNvCxnSpPr>
                <a:stCxn id="505" idx="1"/>
                <a:endCxn id="505" idx="3"/>
              </p:cNvCxnSpPr>
              <p:nvPr/>
            </p:nvCxnSpPr>
            <p:spPr>
              <a:xfrm>
                <a:off x="705734" y="1857375"/>
                <a:ext cx="885825" cy="0"/>
              </a:xfrm>
              <a:prstGeom prst="line">
                <a:avLst/>
              </a:prstGeom>
              <a:grpFill/>
              <a:ln w="3175">
                <a:solidFill>
                  <a:srgbClr val="DBDBDB">
                    <a:alpha val="41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4540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05109"/>
  <p:tag name="MH_LIBRARY" val="GRAPHIC"/>
  <p:tag name="MH_TYPE" val="SubTitle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05109"/>
  <p:tag name="MH_LIBRARY" val="GRAPHIC"/>
  <p:tag name="MH_TYPE" val="SubTitle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05109"/>
  <p:tag name="MH_LIBRARY" val="GRAPHIC"/>
  <p:tag name="MH_TYPE" val="SubTitle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05109"/>
  <p:tag name="MH_LIBRARY" val="GRAPHIC"/>
  <p:tag name="MH_TYPE" val="SubTitle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05109"/>
  <p:tag name="MH_LIBRARY" val="GRAPHIC"/>
  <p:tag name="MH_TYPE" val="Sub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1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1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2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2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2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2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2212658"/>
  <p:tag name="MH_LIBRARY" val="GRAPHIC"/>
  <p:tag name="MH_TYPE" val="Other"/>
  <p:tag name="MH_ORDER" val="30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34819</TotalTime>
  <Words>1306</Words>
  <Application>Microsoft Office PowerPoint</Application>
  <PresentationFormat>寬螢幕</PresentationFormat>
  <Paragraphs>211</Paragraphs>
  <Slides>14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32" baseType="lpstr">
      <vt:lpstr>Arial Unicode MS</vt:lpstr>
      <vt:lpstr>DengXian</vt:lpstr>
      <vt:lpstr>Gill Sans</vt:lpstr>
      <vt:lpstr>Lato Light</vt:lpstr>
      <vt:lpstr>微软雅黑</vt:lpstr>
      <vt:lpstr>OPPOSans M</vt:lpstr>
      <vt:lpstr>宋体</vt:lpstr>
      <vt:lpstr>Tekton Pro Ext</vt:lpstr>
      <vt:lpstr>思源黑体</vt:lpstr>
      <vt:lpstr>微軟正黑體</vt:lpstr>
      <vt:lpstr>新細明體</vt:lpstr>
      <vt:lpstr>標楷體</vt:lpstr>
      <vt:lpstr>Arial</vt:lpstr>
      <vt:lpstr>Calibri</vt:lpstr>
      <vt:lpstr>Calibri Light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高林</dc:creator>
  <cp:lastModifiedBy>高林</cp:lastModifiedBy>
  <cp:revision>540</cp:revision>
  <dcterms:created xsi:type="dcterms:W3CDTF">2022-08-20T08:58:46Z</dcterms:created>
  <dcterms:modified xsi:type="dcterms:W3CDTF">2022-12-08T11:00:10Z</dcterms:modified>
</cp:coreProperties>
</file>