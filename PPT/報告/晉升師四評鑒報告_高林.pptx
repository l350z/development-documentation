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29.xml" ContentType="application/vnd.openxmlformats-officedocument.presentationml.tags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ppt/tags/tag3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heme/themeOverride2.xml" ContentType="application/vnd.openxmlformats-officedocument.themeOverride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0"/>
  </p:notesMasterIdLst>
  <p:sldIdLst>
    <p:sldId id="341" r:id="rId2"/>
    <p:sldId id="336" r:id="rId3"/>
    <p:sldId id="279" r:id="rId4"/>
    <p:sldId id="302" r:id="rId5"/>
    <p:sldId id="310" r:id="rId6"/>
    <p:sldId id="307" r:id="rId7"/>
    <p:sldId id="342" r:id="rId8"/>
    <p:sldId id="314" r:id="rId9"/>
    <p:sldId id="308" r:id="rId10"/>
    <p:sldId id="349" r:id="rId11"/>
    <p:sldId id="346" r:id="rId12"/>
    <p:sldId id="319" r:id="rId13"/>
    <p:sldId id="343" r:id="rId14"/>
    <p:sldId id="344" r:id="rId15"/>
    <p:sldId id="350" r:id="rId16"/>
    <p:sldId id="309" r:id="rId17"/>
    <p:sldId id="294" r:id="rId18"/>
    <p:sldId id="340" r:id="rId19"/>
  </p:sldIdLst>
  <p:sldSz cx="12192000" cy="6858000"/>
  <p:notesSz cx="7010400" cy="92964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</p:showPr>
  <p:clrMru>
    <a:srgbClr val="F46501"/>
    <a:srgbClr val="FD3200"/>
    <a:srgbClr val="FFFFFF"/>
    <a:srgbClr val="000000"/>
    <a:srgbClr val="292F39"/>
    <a:srgbClr val="E57006"/>
    <a:srgbClr val="222366"/>
    <a:srgbClr val="607AB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-660" y="-84"/>
      </p:cViewPr>
      <p:guideLst>
        <p:guide orient="horz" pos="2160"/>
        <p:guide pos="4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0576240\Desktop\&#26032;&#22686;&#36039;&#26009;&#22846;%20(2)\HR%20SOP.xls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H0576240\Desktop\&#26032;&#22686;%20Microsoft%20Office%20Excel%20&#24037;&#20316;&#34920;.xlsx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style val="10"/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800"/>
            </a:pPr>
            <a:r>
              <a:rPr lang="zh-CN" altLang="en-US" sz="2800" dirty="0" smtClean="0"/>
              <a:t>人力資源文件體系</a:t>
            </a:r>
            <a:endParaRPr lang="zh-TW" sz="2800" dirty="0"/>
          </a:p>
        </c:rich>
      </c:tx>
      <c:layout>
        <c:manualLayout>
          <c:xMode val="edge"/>
          <c:yMode val="edge"/>
          <c:x val="0.35815311338945127"/>
          <c:y val="8.3085295014947727E-2"/>
        </c:manualLayout>
      </c:layout>
    </c:title>
    <c:plotArea>
      <c:layout/>
      <c:barChart>
        <c:barDir val="col"/>
        <c:grouping val="clustered"/>
        <c:ser>
          <c:idx val="0"/>
          <c:order val="0"/>
          <c:tx>
            <c:strRef>
              <c:f>Sheet1!$F$10</c:f>
              <c:strCache>
                <c:ptCount val="1"/>
                <c:pt idx="0">
                  <c:v>一階</c:v>
                </c:pt>
              </c:strCache>
            </c:strRef>
          </c:tx>
          <c:spPr>
            <a:solidFill>
              <a:schemeClr val="tx1"/>
            </a:solidFill>
            <a:ln>
              <a:solidFill>
                <a:schemeClr val="tx1"/>
              </a:solidFill>
            </a:ln>
          </c:spPr>
          <c:cat>
            <c:strRef>
              <c:f>Sheet1!$G$9:$L$9</c:f>
              <c:strCache>
                <c:ptCount val="6"/>
                <c:pt idx="0">
                  <c:v>社會責任</c:v>
                </c:pt>
                <c:pt idx="1">
                  <c:v>招募任用</c:v>
                </c:pt>
                <c:pt idx="2">
                  <c:v>教育訓練</c:v>
                </c:pt>
                <c:pt idx="3">
                  <c:v>人事薪酬</c:v>
                </c:pt>
                <c:pt idx="4">
                  <c:v>員工關係</c:v>
                </c:pt>
                <c:pt idx="5">
                  <c:v>海外人資</c:v>
                </c:pt>
              </c:strCache>
            </c:strRef>
          </c:cat>
          <c:val>
            <c:numRef>
              <c:f>Sheet1!$G$10:$L$10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2D9-43CD-8D81-F2153E141BF5}"/>
            </c:ext>
          </c:extLst>
        </c:ser>
        <c:ser>
          <c:idx val="1"/>
          <c:order val="1"/>
          <c:tx>
            <c:strRef>
              <c:f>Sheet1!$F$11</c:f>
              <c:strCache>
                <c:ptCount val="1"/>
                <c:pt idx="0">
                  <c:v>二階</c:v>
                </c:pt>
              </c:strCache>
            </c:strRef>
          </c:tx>
          <c:spPr>
            <a:solidFill>
              <a:srgbClr val="F46501"/>
            </a:solidFill>
          </c:spPr>
          <c:cat>
            <c:strRef>
              <c:f>Sheet1!$G$9:$L$9</c:f>
              <c:strCache>
                <c:ptCount val="6"/>
                <c:pt idx="0">
                  <c:v>社會責任</c:v>
                </c:pt>
                <c:pt idx="1">
                  <c:v>招募任用</c:v>
                </c:pt>
                <c:pt idx="2">
                  <c:v>教育訓練</c:v>
                </c:pt>
                <c:pt idx="3">
                  <c:v>人事薪酬</c:v>
                </c:pt>
                <c:pt idx="4">
                  <c:v>員工關係</c:v>
                </c:pt>
                <c:pt idx="5">
                  <c:v>海外人資</c:v>
                </c:pt>
              </c:strCache>
            </c:strRef>
          </c:cat>
          <c:val>
            <c:numRef>
              <c:f>Sheet1!$G$11:$L$11</c:f>
              <c:numCache>
                <c:formatCode>General</c:formatCode>
                <c:ptCount val="6"/>
                <c:pt idx="0">
                  <c:v>7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2D9-43CD-8D81-F2153E141BF5}"/>
            </c:ext>
          </c:extLst>
        </c:ser>
        <c:ser>
          <c:idx val="2"/>
          <c:order val="2"/>
          <c:tx>
            <c:strRef>
              <c:f>Sheet1!$F$12</c:f>
              <c:strCache>
                <c:ptCount val="1"/>
                <c:pt idx="0">
                  <c:v>三階</c:v>
                </c:pt>
              </c:strCache>
            </c:strRef>
          </c:tx>
          <c:cat>
            <c:strRef>
              <c:f>Sheet1!$G$9:$L$9</c:f>
              <c:strCache>
                <c:ptCount val="6"/>
                <c:pt idx="0">
                  <c:v>社會責任</c:v>
                </c:pt>
                <c:pt idx="1">
                  <c:v>招募任用</c:v>
                </c:pt>
                <c:pt idx="2">
                  <c:v>教育訓練</c:v>
                </c:pt>
                <c:pt idx="3">
                  <c:v>人事薪酬</c:v>
                </c:pt>
                <c:pt idx="4">
                  <c:v>員工關係</c:v>
                </c:pt>
                <c:pt idx="5">
                  <c:v>海外人資</c:v>
                </c:pt>
              </c:strCache>
            </c:strRef>
          </c:cat>
          <c:val>
            <c:numRef>
              <c:f>Sheet1!$G$12:$L$12</c:f>
              <c:numCache>
                <c:formatCode>General</c:formatCode>
                <c:ptCount val="6"/>
                <c:pt idx="0">
                  <c:v>2</c:v>
                </c:pt>
                <c:pt idx="1">
                  <c:v>10</c:v>
                </c:pt>
                <c:pt idx="2">
                  <c:v>2</c:v>
                </c:pt>
                <c:pt idx="3">
                  <c:v>32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2D9-43CD-8D81-F2153E141BF5}"/>
            </c:ext>
          </c:extLst>
        </c:ser>
        <c:axId val="185367552"/>
        <c:axId val="185389824"/>
      </c:barChart>
      <c:catAx>
        <c:axId val="185367552"/>
        <c:scaling>
          <c:orientation val="minMax"/>
        </c:scaling>
        <c:axPos val="b"/>
        <c:numFmt formatCode="General" sourceLinked="0"/>
        <c:majorTickMark val="none"/>
        <c:tickLblPos val="nextTo"/>
        <c:crossAx val="185389824"/>
        <c:crosses val="autoZero"/>
        <c:auto val="1"/>
        <c:lblAlgn val="ctr"/>
        <c:lblOffset val="100"/>
      </c:catAx>
      <c:valAx>
        <c:axId val="185389824"/>
        <c:scaling>
          <c:orientation val="minMax"/>
        </c:scaling>
        <c:axPos val="l"/>
        <c:numFmt formatCode="General" sourceLinked="1"/>
        <c:majorTickMark val="none"/>
        <c:tickLblPos val="nextTo"/>
        <c:crossAx val="185367552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</c:chart>
  <c:txPr>
    <a:bodyPr/>
    <a:lstStyle/>
    <a:p>
      <a:pPr>
        <a:defRPr sz="1400">
          <a:latin typeface="SimHei" pitchFamily="49" charset="-122"/>
          <a:ea typeface="SimHei" pitchFamily="49" charset="-122"/>
        </a:defRPr>
      </a:pPr>
      <a:endParaRPr lang="zh-TW"/>
    </a:p>
  </c:txPr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cked"/>
        <c:ser>
          <c:idx val="0"/>
          <c:order val="0"/>
          <c:tx>
            <c:strRef>
              <c:f>Sheet1!$G$4</c:f>
              <c:strCache>
                <c:ptCount val="1"/>
                <c:pt idx="0">
                  <c:v>工人待遇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5.2073464524491624E-2"/>
                  <c:y val="6.0949653598834676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9144-40CD-959E-6D3E1F6674DB}"/>
                </c:ext>
              </c:extLst>
            </c:dLbl>
            <c:dLbl>
              <c:idx val="1"/>
              <c:layout>
                <c:manualLayout>
                  <c:x val="-5.2073464524491721E-2"/>
                  <c:y val="6.6675292695121444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144-40CD-959E-6D3E1F6674DB}"/>
                </c:ext>
              </c:extLst>
            </c:dLbl>
            <c:dLbl>
              <c:idx val="2"/>
              <c:layout>
                <c:manualLayout>
                  <c:x val="-5.2073464524491769E-2"/>
                  <c:y val="7.2400931791408302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9144-40CD-959E-6D3E1F6674DB}"/>
                </c:ext>
              </c:extLst>
            </c:dLbl>
            <c:dLbl>
              <c:idx val="3"/>
              <c:layout>
                <c:manualLayout>
                  <c:x val="-5.2073464524491769E-2"/>
                  <c:y val="5.5224014502547804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9144-40CD-959E-6D3E1F6674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SimHei"/>
                    <a:cs typeface="+mn-cs"/>
                  </a:defRPr>
                </a:pPr>
                <a:endParaRPr lang="zh-TW"/>
              </a:p>
            </c:txPr>
            <c:dLblPos val="b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Sheet1!$H$3:$K$3</c:f>
              <c:numCache>
                <c:formatCode>mmm\-yy</c:formatCode>
                <c:ptCount val="4"/>
                <c:pt idx="0">
                  <c:v>43952</c:v>
                </c:pt>
                <c:pt idx="1">
                  <c:v>44013</c:v>
                </c:pt>
                <c:pt idx="2">
                  <c:v>44256</c:v>
                </c:pt>
                <c:pt idx="3">
                  <c:v>44378</c:v>
                </c:pt>
              </c:numCache>
            </c:numRef>
          </c:cat>
          <c:val>
            <c:numRef>
              <c:f>Sheet1!$H$4:$K$4</c:f>
              <c:numCache>
                <c:formatCode>General</c:formatCode>
                <c:ptCount val="4"/>
                <c:pt idx="0">
                  <c:v>77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144-40CD-959E-6D3E1F6674DB}"/>
            </c:ext>
          </c:extLst>
        </c:ser>
        <c:ser>
          <c:idx val="1"/>
          <c:order val="1"/>
          <c:tx>
            <c:strRef>
              <c:f>Sheet1!$G$5</c:f>
              <c:strCache>
                <c:ptCount val="1"/>
                <c:pt idx="0">
                  <c:v>勞動實踐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4.8430699843934874E-2"/>
                  <c:y val="5.1530751866580925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9144-40CD-959E-6D3E1F6674DB}"/>
                </c:ext>
              </c:extLst>
            </c:dLbl>
            <c:dLbl>
              <c:idx val="1"/>
              <c:layout>
                <c:manualLayout>
                  <c:x val="-4.8430699843934936E-2"/>
                  <c:y val="6.298203005915444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144-40CD-959E-6D3E1F6674DB}"/>
                </c:ext>
              </c:extLst>
            </c:dLbl>
            <c:dLbl>
              <c:idx val="2"/>
              <c:layout>
                <c:manualLayout>
                  <c:x val="-5.5716229205048595E-2"/>
                  <c:y val="6.298203005915444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9144-40CD-959E-6D3E1F6674DB}"/>
                </c:ext>
              </c:extLst>
            </c:dLbl>
            <c:dLbl>
              <c:idx val="3"/>
              <c:layout>
                <c:manualLayout>
                  <c:x val="-5.9358993885605379E-2"/>
                  <c:y val="6.298203005915444E-2"/>
                </c:manualLayout>
              </c:layout>
              <c:dLblPos val="r"/>
              <c:showVal val="1"/>
              <c:extLst xmlns:c16r2="http://schemas.microsoft.com/office/drawing/2015/06/chart"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9144-40CD-959E-6D3E1F6674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SimHei"/>
                    <a:cs typeface="+mn-cs"/>
                  </a:defRPr>
                </a:pPr>
                <a:endParaRPr lang="zh-TW"/>
              </a:p>
            </c:txPr>
            <c:dLblPos val="ctr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Sheet1!$H$3:$K$3</c:f>
              <c:numCache>
                <c:formatCode>mmm\-yy</c:formatCode>
                <c:ptCount val="4"/>
                <c:pt idx="0">
                  <c:v>43952</c:v>
                </c:pt>
                <c:pt idx="1">
                  <c:v>44013</c:v>
                </c:pt>
                <c:pt idx="2">
                  <c:v>44256</c:v>
                </c:pt>
                <c:pt idx="3">
                  <c:v>44378</c:v>
                </c:pt>
              </c:numCache>
            </c:numRef>
          </c:cat>
          <c:val>
            <c:numRef>
              <c:f>Sheet1!$H$5:$K$5</c:f>
              <c:numCache>
                <c:formatCode>General</c:formatCode>
                <c:ptCount val="4"/>
                <c:pt idx="0">
                  <c:v>92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144-40CD-959E-6D3E1F6674DB}"/>
            </c:ext>
          </c:extLst>
        </c:ser>
        <c:ser>
          <c:idx val="2"/>
          <c:order val="2"/>
          <c:tx>
            <c:strRef>
              <c:f>Sheet1!$G$6</c:f>
              <c:strCache>
                <c:ptCount val="1"/>
                <c:pt idx="0">
                  <c:v>基本人權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SimHei"/>
                    <a:cs typeface="+mn-cs"/>
                  </a:defRPr>
                </a:pPr>
                <a:endParaRPr lang="zh-TW"/>
              </a:p>
            </c:txPr>
            <c:dLblPos val="t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Sheet1!$H$3:$K$3</c:f>
              <c:numCache>
                <c:formatCode>mmm\-yy</c:formatCode>
                <c:ptCount val="4"/>
                <c:pt idx="0">
                  <c:v>43952</c:v>
                </c:pt>
                <c:pt idx="1">
                  <c:v>44013</c:v>
                </c:pt>
                <c:pt idx="2">
                  <c:v>44256</c:v>
                </c:pt>
                <c:pt idx="3">
                  <c:v>44378</c:v>
                </c:pt>
              </c:numCache>
            </c:numRef>
          </c:cat>
          <c:val>
            <c:numRef>
              <c:f>Sheet1!$H$6:$K$6</c:f>
              <c:numCache>
                <c:formatCode>General</c:formatCode>
                <c:ptCount val="4"/>
                <c:pt idx="0">
                  <c:v>42</c:v>
                </c:pt>
                <c:pt idx="1">
                  <c:v>47</c:v>
                </c:pt>
                <c:pt idx="2">
                  <c:v>68</c:v>
                </c:pt>
                <c:pt idx="3">
                  <c:v>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144-40CD-959E-6D3E1F6674DB}"/>
            </c:ext>
          </c:extLst>
        </c:ser>
        <c:dLbls>
          <c:showVal val="1"/>
        </c:dLbls>
        <c:marker val="1"/>
        <c:axId val="197027712"/>
        <c:axId val="197029248"/>
      </c:lineChart>
      <c:catAx>
        <c:axId val="197027712"/>
        <c:scaling>
          <c:orientation val="minMax"/>
        </c:scaling>
        <c:axPos val="b"/>
        <c:numFmt formatCode="mmm\-yy" sourceLinked="1"/>
        <c:maj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SimHei"/>
                <a:cs typeface="+mn-cs"/>
              </a:defRPr>
            </a:pPr>
            <a:endParaRPr lang="zh-TW"/>
          </a:p>
        </c:txPr>
        <c:crossAx val="197029248"/>
        <c:crosses val="autoZero"/>
        <c:lblAlgn val="ctr"/>
        <c:lblOffset val="100"/>
      </c:catAx>
      <c:valAx>
        <c:axId val="1970292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SimHei"/>
                <a:cs typeface="+mn-cs"/>
              </a:defRPr>
            </a:pPr>
            <a:endParaRPr lang="zh-TW"/>
          </a:p>
        </c:txPr>
        <c:crossAx val="19702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SimHei"/>
              <a:cs typeface="+mn-cs"/>
            </a:defRPr>
          </a:pPr>
          <a:endParaRPr lang="zh-TW"/>
        </a:p>
      </c:txPr>
    </c:legend>
    <c:plotVisOnly val="1"/>
    <c:dispBlanksAs val="zero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 sz="1050">
          <a:latin typeface="微軟正黑體" panose="020B0604030504040204" pitchFamily="34" charset="-120"/>
          <a:ea typeface="SimHei"/>
        </a:defRPr>
      </a:pPr>
      <a:endParaRPr lang="zh-TW"/>
    </a:p>
  </c:txPr>
  <c:externalData r:id="rId2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F5830CC-B625-4929-88B0-B4893113FE46}" type="datetimeFigureOut">
              <a:rPr lang="zh-CN" altLang="en-US"/>
              <a:pPr>
                <a:defRPr/>
              </a:pPr>
              <a:t>2021/8/17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E0DB4F2-4AE7-41E8-97D1-F5EA412795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4E0CD8-033A-4590-A461-ABE0141E3785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0CF2D-BF71-4D15-9D5E-BECD5343312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A4C423-3319-4D73-BD9D-0E070E9E81F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E263AE-648A-4A94-9387-126A64901A8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BEA17-D408-4178-B31B-EC7E1878C910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0A3D46-4BD7-4847-B221-34FD04F34B65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86A19C-99BE-4D1D-BB89-BD7E3B5BCE47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70DEF2-1771-49A3-AD31-0C8993F67AD4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CC064C-3D2F-4D7C-B2E4-09D4D7DE1E35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6D9DC0-882E-4BFA-BB28-4417BE09D02D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83A897-3217-479E-BFE4-E690D67A3BFD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4B5D74-92BA-4C0A-A75B-0F4AFCFCB1A4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83329A-662B-4979-A3D5-B2336408EBCC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7C6109-CC42-4593-8630-83B066F6957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7A6D119-25BC-4B87-90C3-DFE9251822AA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3BA792-1C51-49D7-8B30-0121EFD3943D}" type="slidenum">
              <a:rPr lang="zh-CN" altLang="en-US" smtClean="0">
                <a:solidFill>
                  <a:srgbClr val="000000"/>
                </a:solidFill>
                <a:latin typeface="等线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zh-CN" altLang="en-US" smtClean="0">
              <a:solidFill>
                <a:srgbClr val="000000"/>
              </a:solidFill>
              <a:latin typeface="等线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3D0ED6-62DD-441F-8E57-6AD4E0BBB9D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0"/>
          <p:cNvSpPr/>
          <p:nvPr userDrawn="1"/>
        </p:nvSpPr>
        <p:spPr>
          <a:xfrm>
            <a:off x="927100" y="-263525"/>
            <a:ext cx="10325100" cy="1435100"/>
          </a:xfrm>
          <a:prstGeom prst="roundRect">
            <a:avLst>
              <a:gd name="adj" fmla="val 23144"/>
            </a:avLst>
          </a:prstGeom>
          <a:solidFill>
            <a:srgbClr val="292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927100" y="-15875"/>
            <a:ext cx="10325100" cy="127000"/>
          </a:xfrm>
          <a:prstGeom prst="rect">
            <a:avLst/>
          </a:pr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/>
          </a:p>
        </p:txBody>
      </p:sp>
      <p:sp>
        <p:nvSpPr>
          <p:cNvPr id="4" name="等腰三角形 3"/>
          <p:cNvSpPr/>
          <p:nvPr userDrawn="1"/>
        </p:nvSpPr>
        <p:spPr>
          <a:xfrm flipV="1">
            <a:off x="5868988" y="69850"/>
            <a:ext cx="463550" cy="152400"/>
          </a:xfrm>
          <a:prstGeom prst="triangle">
            <a:avLst/>
          </a:pr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/>
          </a:p>
        </p:txBody>
      </p:sp>
      <p:sp>
        <p:nvSpPr>
          <p:cNvPr id="5" name="TextBox 55"/>
          <p:cNvSpPr txBox="1"/>
          <p:nvPr userDrawn="1"/>
        </p:nvSpPr>
        <p:spPr>
          <a:xfrm>
            <a:off x="4775200" y="801688"/>
            <a:ext cx="2584450" cy="360362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900" dirty="0">
                <a:solidFill>
                  <a:srgbClr val="222B34"/>
                </a:solidFill>
                <a:latin typeface="Aparajita" panose="020B0604020202020204" pitchFamily="34" charset="0"/>
                <a:ea typeface="微软雅黑" panose="020B0503020204020204" pitchFamily="34" charset="-122"/>
                <a:cs typeface="Aparajita" panose="020B0604020202020204" pitchFamily="34" charset="0"/>
              </a:rPr>
              <a:t>JOB COMPETITION</a:t>
            </a:r>
            <a:endParaRPr kumimoji="0" lang="zh-CN" altLang="en-US" sz="1900" dirty="0">
              <a:solidFill>
                <a:srgbClr val="222B34"/>
              </a:solidFill>
              <a:latin typeface="Aparajita" panose="020B0604020202020204" pitchFamily="34" charset="0"/>
              <a:ea typeface="微软雅黑" panose="020B0503020204020204" pitchFamily="34" charset="-122"/>
              <a:cs typeface="Aparajita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fade/>
  </p:transition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8000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9" r:id="rId2"/>
    <p:sldLayoutId id="2147483708" r:id="rId3"/>
    <p:sldLayoutId id="2147483710" r:id="rId4"/>
    <p:sldLayoutId id="2147483711" r:id="rId5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SimSun" pitchFamily="2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imSun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SimSun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imSun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SimSun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SimSun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1" Type="http://schemas.openxmlformats.org/officeDocument/2006/relationships/image" Target="../media/image8.png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image" Target="../media/image7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notesSlide" Target="../notesSlides/notesSlide11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5.xml"/><Relationship Id="rId7" Type="http://schemas.openxmlformats.org/officeDocument/2006/relationships/image" Target="../media/image9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"/>
          <p:cNvGrpSpPr>
            <a:grpSpLocks/>
          </p:cNvGrpSpPr>
          <p:nvPr/>
        </p:nvGrpSpPr>
        <p:grpSpPr bwMode="auto">
          <a:xfrm>
            <a:off x="1377950" y="0"/>
            <a:ext cx="10325100" cy="2501900"/>
            <a:chOff x="927100" y="0"/>
            <a:chExt cx="10325100" cy="2501900"/>
          </a:xfrm>
        </p:grpSpPr>
        <p:sp>
          <p:nvSpPr>
            <p:cNvPr id="3" name="任意多边形 2"/>
            <p:cNvSpPr/>
            <p:nvPr/>
          </p:nvSpPr>
          <p:spPr>
            <a:xfrm>
              <a:off x="927100" y="0"/>
              <a:ext cx="10325100" cy="2501900"/>
            </a:xfrm>
            <a:custGeom>
              <a:avLst/>
              <a:gdLst>
                <a:gd name="connsiteX0" fmla="*/ 0 w 10325100"/>
                <a:gd name="connsiteY0" fmla="*/ 0 h 2501900"/>
                <a:gd name="connsiteX1" fmla="*/ 10325100 w 10325100"/>
                <a:gd name="connsiteY1" fmla="*/ 0 h 2501900"/>
                <a:gd name="connsiteX2" fmla="*/ 10325100 w 10325100"/>
                <a:gd name="connsiteY2" fmla="*/ 1497178 h 2501900"/>
                <a:gd name="connsiteX3" fmla="*/ 9320378 w 10325100"/>
                <a:gd name="connsiteY3" fmla="*/ 2501900 h 2501900"/>
                <a:gd name="connsiteX4" fmla="*/ 1004722 w 10325100"/>
                <a:gd name="connsiteY4" fmla="*/ 2501900 h 2501900"/>
                <a:gd name="connsiteX5" fmla="*/ 0 w 10325100"/>
                <a:gd name="connsiteY5" fmla="*/ 1497178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25100" h="2501900">
                  <a:moveTo>
                    <a:pt x="0" y="0"/>
                  </a:moveTo>
                  <a:lnTo>
                    <a:pt x="10325100" y="0"/>
                  </a:lnTo>
                  <a:lnTo>
                    <a:pt x="10325100" y="1497178"/>
                  </a:lnTo>
                  <a:cubicBezTo>
                    <a:pt x="10325100" y="2052071"/>
                    <a:pt x="9875271" y="2501900"/>
                    <a:pt x="9320378" y="2501900"/>
                  </a:cubicBezTo>
                  <a:lnTo>
                    <a:pt x="1004722" y="2501900"/>
                  </a:lnTo>
                  <a:cubicBezTo>
                    <a:pt x="449829" y="2501900"/>
                    <a:pt x="0" y="2052071"/>
                    <a:pt x="0" y="1497178"/>
                  </a:cubicBezTo>
                  <a:close/>
                </a:path>
              </a:pathLst>
            </a:custGeom>
            <a:solidFill>
              <a:srgbClr val="292F39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927100" y="0"/>
              <a:ext cx="10325100" cy="127000"/>
            </a:xfrm>
            <a:prstGeom prst="rect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5868988" y="84138"/>
              <a:ext cx="463550" cy="153987"/>
            </a:xfrm>
            <a:prstGeom prst="triangl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55"/>
          <p:cNvSpPr txBox="1"/>
          <p:nvPr/>
        </p:nvSpPr>
        <p:spPr>
          <a:xfrm>
            <a:off x="1319213" y="3330575"/>
            <a:ext cx="9520237" cy="74612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</a:rPr>
              <a:t>晉升師四評鑒報告</a:t>
            </a:r>
          </a:p>
        </p:txBody>
      </p:sp>
      <p:sp>
        <p:nvSpPr>
          <p:cNvPr id="2052" name="Title 1"/>
          <p:cNvSpPr txBox="1">
            <a:spLocks/>
          </p:cNvSpPr>
          <p:nvPr/>
        </p:nvSpPr>
        <p:spPr bwMode="auto">
          <a:xfrm>
            <a:off x="2159000" y="4610100"/>
            <a:ext cx="7840663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kumimoji="0" lang="en-US" altLang="zh-CN" sz="3200">
                <a:solidFill>
                  <a:srgbClr val="292F39"/>
                </a:solidFill>
                <a:latin typeface="SimHei" pitchFamily="49" charset="-122"/>
                <a:ea typeface="SimHei" pitchFamily="49" charset="-122"/>
                <a:cs typeface="Aparajita" pitchFamily="34" charset="0"/>
              </a:rPr>
              <a:t>Promotion Report for E4</a:t>
            </a:r>
          </a:p>
          <a:p>
            <a:pPr algn="ctr" defTabSz="685800">
              <a:lnSpc>
                <a:spcPct val="120000"/>
              </a:lnSpc>
            </a:pPr>
            <a:endParaRPr kumimoji="0" lang="en-US" altLang="zh-TW" sz="3200">
              <a:solidFill>
                <a:srgbClr val="292F39"/>
              </a:solidFill>
              <a:latin typeface="SimHei" pitchFamily="49" charset="-122"/>
              <a:ea typeface="SimHei" pitchFamily="49" charset="-122"/>
              <a:cs typeface="Aparajita" pitchFamily="34" charset="0"/>
            </a:endParaRPr>
          </a:p>
        </p:txBody>
      </p:sp>
      <p:sp>
        <p:nvSpPr>
          <p:cNvPr id="16" name="TextBox 55"/>
          <p:cNvSpPr txBox="1"/>
          <p:nvPr/>
        </p:nvSpPr>
        <p:spPr>
          <a:xfrm>
            <a:off x="1928813" y="471488"/>
            <a:ext cx="8129587" cy="74612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400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a楷体" panose="02000500000000000000" pitchFamily="2" charset="-122"/>
              </a:rPr>
              <a:t>天才出自勤奮，知識在於積累</a:t>
            </a:r>
          </a:p>
        </p:txBody>
      </p:sp>
      <p:grpSp>
        <p:nvGrpSpPr>
          <p:cNvPr id="2054" name="群組 21"/>
          <p:cNvGrpSpPr>
            <a:grpSpLocks/>
          </p:cNvGrpSpPr>
          <p:nvPr/>
        </p:nvGrpSpPr>
        <p:grpSpPr bwMode="auto">
          <a:xfrm>
            <a:off x="3444875" y="5510213"/>
            <a:ext cx="5911850" cy="461962"/>
            <a:chOff x="4010025" y="5961062"/>
            <a:chExt cx="5911090" cy="461668"/>
          </a:xfrm>
        </p:grpSpPr>
        <p:grpSp>
          <p:nvGrpSpPr>
            <p:cNvPr id="2056" name="组合 9"/>
            <p:cNvGrpSpPr>
              <a:grpSpLocks/>
            </p:cNvGrpSpPr>
            <p:nvPr/>
          </p:nvGrpSpPr>
          <p:grpSpPr bwMode="auto">
            <a:xfrm>
              <a:off x="7016750" y="5961062"/>
              <a:ext cx="2904365" cy="461367"/>
              <a:chOff x="3434345" y="5961032"/>
              <a:chExt cx="2903494" cy="461070"/>
            </a:xfrm>
          </p:grpSpPr>
          <p:grpSp>
            <p:nvGrpSpPr>
              <p:cNvPr id="2062" name="组合 10"/>
              <p:cNvGrpSpPr>
                <a:grpSpLocks/>
              </p:cNvGrpSpPr>
              <p:nvPr/>
            </p:nvGrpSpPr>
            <p:grpSpPr bwMode="auto">
              <a:xfrm>
                <a:off x="3434345" y="6064441"/>
                <a:ext cx="290426" cy="291912"/>
                <a:chOff x="3434345" y="6053793"/>
                <a:chExt cx="290426" cy="291912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433958" y="6053438"/>
                  <a:ext cx="290389" cy="294897"/>
                </a:xfrm>
                <a:prstGeom prst="ellipse">
                  <a:avLst/>
                </a:prstGeom>
                <a:solidFill>
                  <a:srgbClr val="F4650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CN" altLang="en-US" dirty="0">
                    <a:solidFill>
                      <a:srgbClr val="292F39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endParaRPr>
                </a:p>
              </p:txBody>
            </p:sp>
            <p:sp>
              <p:nvSpPr>
                <p:cNvPr id="2065" name="student-graduation-cap-shape_52041"/>
                <p:cNvSpPr>
                  <a:spLocks noChangeAspect="1"/>
                </p:cNvSpPr>
                <p:nvPr/>
              </p:nvSpPr>
              <p:spPr bwMode="auto">
                <a:xfrm>
                  <a:off x="3506911" y="6124625"/>
                  <a:ext cx="145290" cy="150250"/>
                </a:xfrm>
                <a:custGeom>
                  <a:avLst/>
                  <a:gdLst>
                    <a:gd name="T0" fmla="*/ 24862 w 325438"/>
                    <a:gd name="T1" fmla="*/ 25850 h 336550"/>
                    <a:gd name="T2" fmla="*/ 19352 w 325438"/>
                    <a:gd name="T3" fmla="*/ 22177 h 336550"/>
                    <a:gd name="T4" fmla="*/ 9606 w 325438"/>
                    <a:gd name="T5" fmla="*/ 22177 h 336550"/>
                    <a:gd name="T6" fmla="*/ 9606 w 325438"/>
                    <a:gd name="T7" fmla="*/ 25850 h 336550"/>
                    <a:gd name="T8" fmla="*/ 8334 w 325438"/>
                    <a:gd name="T9" fmla="*/ 25850 h 336550"/>
                    <a:gd name="T10" fmla="*/ 24862 w 325438"/>
                    <a:gd name="T11" fmla="*/ 17375 h 336550"/>
                    <a:gd name="T12" fmla="*/ 15256 w 325438"/>
                    <a:gd name="T13" fmla="*/ 17375 h 336550"/>
                    <a:gd name="T14" fmla="*/ 15256 w 325438"/>
                    <a:gd name="T15" fmla="*/ 20906 h 336550"/>
                    <a:gd name="T16" fmla="*/ 13843 w 325438"/>
                    <a:gd name="T17" fmla="*/ 20906 h 336550"/>
                    <a:gd name="T18" fmla="*/ 8334 w 325438"/>
                    <a:gd name="T19" fmla="*/ 17375 h 336550"/>
                    <a:gd name="T20" fmla="*/ 20765 w 325438"/>
                    <a:gd name="T21" fmla="*/ 12431 h 336550"/>
                    <a:gd name="T22" fmla="*/ 20765 w 325438"/>
                    <a:gd name="T23" fmla="*/ 16103 h 336550"/>
                    <a:gd name="T24" fmla="*/ 19352 w 325438"/>
                    <a:gd name="T25" fmla="*/ 16103 h 336550"/>
                    <a:gd name="T26" fmla="*/ 13843 w 325438"/>
                    <a:gd name="T27" fmla="*/ 12431 h 336550"/>
                    <a:gd name="T28" fmla="*/ 4375 w 325438"/>
                    <a:gd name="T29" fmla="*/ 3390 h 336550"/>
                    <a:gd name="T30" fmla="*/ 4375 w 325438"/>
                    <a:gd name="T31" fmla="*/ 27828 h 336550"/>
                    <a:gd name="T32" fmla="*/ 26698 w 325438"/>
                    <a:gd name="T33" fmla="*/ 5495 h 336550"/>
                    <a:gd name="T34" fmla="*/ 23995 w 325438"/>
                    <a:gd name="T35" fmla="*/ 5612 h 336550"/>
                    <a:gd name="T36" fmla="*/ 21763 w 325438"/>
                    <a:gd name="T37" fmla="*/ 6664 h 336550"/>
                    <a:gd name="T38" fmla="*/ 20589 w 325438"/>
                    <a:gd name="T39" fmla="*/ 3390 h 336550"/>
                    <a:gd name="T40" fmla="*/ 19648 w 325438"/>
                    <a:gd name="T41" fmla="*/ 8067 h 336550"/>
                    <a:gd name="T42" fmla="*/ 18709 w 325438"/>
                    <a:gd name="T43" fmla="*/ 3390 h 336550"/>
                    <a:gd name="T44" fmla="*/ 17652 w 325438"/>
                    <a:gd name="T45" fmla="*/ 6664 h 336550"/>
                    <a:gd name="T46" fmla="*/ 15301 w 325438"/>
                    <a:gd name="T47" fmla="*/ 5612 h 336550"/>
                    <a:gd name="T48" fmla="*/ 13657 w 325438"/>
                    <a:gd name="T49" fmla="*/ 5612 h 336550"/>
                    <a:gd name="T50" fmla="*/ 11307 w 325438"/>
                    <a:gd name="T51" fmla="*/ 6664 h 336550"/>
                    <a:gd name="T52" fmla="*/ 10249 w 325438"/>
                    <a:gd name="T53" fmla="*/ 3390 h 336550"/>
                    <a:gd name="T54" fmla="*/ 9310 w 325438"/>
                    <a:gd name="T55" fmla="*/ 8067 h 336550"/>
                    <a:gd name="T56" fmla="*/ 8370 w 325438"/>
                    <a:gd name="T57" fmla="*/ 3390 h 336550"/>
                    <a:gd name="T58" fmla="*/ 7195 w 325438"/>
                    <a:gd name="T59" fmla="*/ 6664 h 336550"/>
                    <a:gd name="T60" fmla="*/ 4963 w 325438"/>
                    <a:gd name="T61" fmla="*/ 5612 h 336550"/>
                    <a:gd name="T62" fmla="*/ 5812 w 325438"/>
                    <a:gd name="T63" fmla="*/ 424 h 336550"/>
                    <a:gd name="T64" fmla="*/ 5812 w 325438"/>
                    <a:gd name="T65" fmla="*/ 7204 h 336550"/>
                    <a:gd name="T66" fmla="*/ 5812 w 325438"/>
                    <a:gd name="T67" fmla="*/ 424 h 336550"/>
                    <a:gd name="T68" fmla="*/ 8899 w 325438"/>
                    <a:gd name="T69" fmla="*/ 6728 h 336550"/>
                    <a:gd name="T70" fmla="*/ 9747 w 325438"/>
                    <a:gd name="T71" fmla="*/ 900 h 336550"/>
                    <a:gd name="T72" fmla="*/ 12290 w 325438"/>
                    <a:gd name="T73" fmla="*/ 900 h 336550"/>
                    <a:gd name="T74" fmla="*/ 13137 w 325438"/>
                    <a:gd name="T75" fmla="*/ 6728 h 336550"/>
                    <a:gd name="T76" fmla="*/ 16245 w 325438"/>
                    <a:gd name="T77" fmla="*/ 424 h 336550"/>
                    <a:gd name="T78" fmla="*/ 16245 w 325438"/>
                    <a:gd name="T79" fmla="*/ 7204 h 336550"/>
                    <a:gd name="T80" fmla="*/ 16245 w 325438"/>
                    <a:gd name="T81" fmla="*/ 424 h 336550"/>
                    <a:gd name="T82" fmla="*/ 19211 w 325438"/>
                    <a:gd name="T83" fmla="*/ 6728 h 336550"/>
                    <a:gd name="T84" fmla="*/ 20059 w 325438"/>
                    <a:gd name="T85" fmla="*/ 900 h 336550"/>
                    <a:gd name="T86" fmla="*/ 22743 w 325438"/>
                    <a:gd name="T87" fmla="*/ 900 h 336550"/>
                    <a:gd name="T88" fmla="*/ 23449 w 325438"/>
                    <a:gd name="T89" fmla="*/ 6728 h 336550"/>
                    <a:gd name="T90" fmla="*/ 5768 w 325438"/>
                    <a:gd name="T91" fmla="*/ 0 h 336550"/>
                    <a:gd name="T92" fmla="*/ 8358 w 325438"/>
                    <a:gd name="T93" fmla="*/ 1287 h 336550"/>
                    <a:gd name="T94" fmla="*/ 10241 w 325438"/>
                    <a:gd name="T95" fmla="*/ 936 h 336550"/>
                    <a:gd name="T96" fmla="*/ 11889 w 325438"/>
                    <a:gd name="T97" fmla="*/ 936 h 336550"/>
                    <a:gd name="T98" fmla="*/ 13655 w 325438"/>
                    <a:gd name="T99" fmla="*/ 1287 h 336550"/>
                    <a:gd name="T100" fmla="*/ 16245 w 325438"/>
                    <a:gd name="T101" fmla="*/ 0 h 336550"/>
                    <a:gd name="T102" fmla="*/ 18717 w 325438"/>
                    <a:gd name="T103" fmla="*/ 1287 h 336550"/>
                    <a:gd name="T104" fmla="*/ 20600 w 325438"/>
                    <a:gd name="T105" fmla="*/ 936 h 336550"/>
                    <a:gd name="T106" fmla="*/ 22248 w 325438"/>
                    <a:gd name="T107" fmla="*/ 936 h 336550"/>
                    <a:gd name="T108" fmla="*/ 24014 w 325438"/>
                    <a:gd name="T109" fmla="*/ 1287 h 336550"/>
                    <a:gd name="T110" fmla="*/ 28958 w 325438"/>
                    <a:gd name="T111" fmla="*/ 25735 h 336550"/>
                    <a:gd name="T112" fmla="*/ 0 w 325438"/>
                    <a:gd name="T113" fmla="*/ 25735 h 336550"/>
                    <a:gd name="T114" fmla="*/ 4944 w 325438"/>
                    <a:gd name="T115" fmla="*/ 1287 h 336550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325438"/>
                    <a:gd name="T175" fmla="*/ 0 h 336550"/>
                    <a:gd name="T176" fmla="*/ 325438 w 325438"/>
                    <a:gd name="T177" fmla="*/ 336550 h 336550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325438" h="336550">
                      <a:moveTo>
                        <a:pt x="233363" y="249238"/>
                      </a:moveTo>
                      <a:lnTo>
                        <a:pt x="279401" y="249238"/>
                      </a:lnTo>
                      <a:lnTo>
                        <a:pt x="279401" y="290513"/>
                      </a:lnTo>
                      <a:lnTo>
                        <a:pt x="233363" y="290513"/>
                      </a:lnTo>
                      <a:close/>
                      <a:moveTo>
                        <a:pt x="171450" y="249238"/>
                      </a:moveTo>
                      <a:lnTo>
                        <a:pt x="217488" y="249238"/>
                      </a:lnTo>
                      <a:lnTo>
                        <a:pt x="217488" y="290513"/>
                      </a:lnTo>
                      <a:lnTo>
                        <a:pt x="171450" y="290513"/>
                      </a:lnTo>
                      <a:close/>
                      <a:moveTo>
                        <a:pt x="107950" y="249238"/>
                      </a:moveTo>
                      <a:lnTo>
                        <a:pt x="155575" y="249238"/>
                      </a:lnTo>
                      <a:lnTo>
                        <a:pt x="155575" y="290513"/>
                      </a:lnTo>
                      <a:lnTo>
                        <a:pt x="107950" y="290513"/>
                      </a:lnTo>
                      <a:close/>
                      <a:moveTo>
                        <a:pt x="46038" y="249238"/>
                      </a:moveTo>
                      <a:lnTo>
                        <a:pt x="93663" y="249238"/>
                      </a:lnTo>
                      <a:lnTo>
                        <a:pt x="93663" y="290513"/>
                      </a:lnTo>
                      <a:lnTo>
                        <a:pt x="46038" y="290513"/>
                      </a:lnTo>
                      <a:close/>
                      <a:moveTo>
                        <a:pt x="233363" y="195263"/>
                      </a:moveTo>
                      <a:lnTo>
                        <a:pt x="279401" y="195263"/>
                      </a:lnTo>
                      <a:lnTo>
                        <a:pt x="279401" y="234951"/>
                      </a:lnTo>
                      <a:lnTo>
                        <a:pt x="233363" y="234951"/>
                      </a:lnTo>
                      <a:close/>
                      <a:moveTo>
                        <a:pt x="171450" y="195263"/>
                      </a:moveTo>
                      <a:lnTo>
                        <a:pt x="217488" y="195263"/>
                      </a:lnTo>
                      <a:lnTo>
                        <a:pt x="217488" y="234951"/>
                      </a:lnTo>
                      <a:lnTo>
                        <a:pt x="171450" y="234951"/>
                      </a:lnTo>
                      <a:close/>
                      <a:moveTo>
                        <a:pt x="107950" y="195263"/>
                      </a:moveTo>
                      <a:lnTo>
                        <a:pt x="155575" y="195263"/>
                      </a:lnTo>
                      <a:lnTo>
                        <a:pt x="155575" y="234951"/>
                      </a:lnTo>
                      <a:lnTo>
                        <a:pt x="107950" y="234951"/>
                      </a:lnTo>
                      <a:close/>
                      <a:moveTo>
                        <a:pt x="46038" y="195263"/>
                      </a:moveTo>
                      <a:lnTo>
                        <a:pt x="93663" y="195263"/>
                      </a:lnTo>
                      <a:lnTo>
                        <a:pt x="93663" y="234951"/>
                      </a:lnTo>
                      <a:lnTo>
                        <a:pt x="46038" y="234951"/>
                      </a:lnTo>
                      <a:close/>
                      <a:moveTo>
                        <a:pt x="233363" y="139700"/>
                      </a:moveTo>
                      <a:lnTo>
                        <a:pt x="279401" y="139700"/>
                      </a:lnTo>
                      <a:lnTo>
                        <a:pt x="279401" y="180975"/>
                      </a:lnTo>
                      <a:lnTo>
                        <a:pt x="233363" y="180975"/>
                      </a:lnTo>
                      <a:close/>
                      <a:moveTo>
                        <a:pt x="171450" y="139700"/>
                      </a:moveTo>
                      <a:lnTo>
                        <a:pt x="217488" y="139700"/>
                      </a:lnTo>
                      <a:lnTo>
                        <a:pt x="217488" y="180975"/>
                      </a:lnTo>
                      <a:lnTo>
                        <a:pt x="171450" y="180975"/>
                      </a:lnTo>
                      <a:close/>
                      <a:moveTo>
                        <a:pt x="107950" y="139700"/>
                      </a:moveTo>
                      <a:lnTo>
                        <a:pt x="155575" y="139700"/>
                      </a:lnTo>
                      <a:lnTo>
                        <a:pt x="155575" y="180975"/>
                      </a:lnTo>
                      <a:lnTo>
                        <a:pt x="107950" y="180975"/>
                      </a:lnTo>
                      <a:close/>
                      <a:moveTo>
                        <a:pt x="49167" y="38100"/>
                      </a:moveTo>
                      <a:cubicBezTo>
                        <a:pt x="35963" y="38100"/>
                        <a:pt x="25400" y="48613"/>
                        <a:pt x="25400" y="61753"/>
                      </a:cubicBezTo>
                      <a:cubicBezTo>
                        <a:pt x="25400" y="61753"/>
                        <a:pt x="25400" y="61753"/>
                        <a:pt x="25400" y="289085"/>
                      </a:cubicBezTo>
                      <a:cubicBezTo>
                        <a:pt x="25400" y="302226"/>
                        <a:pt x="35963" y="312738"/>
                        <a:pt x="49167" y="312738"/>
                      </a:cubicBezTo>
                      <a:cubicBezTo>
                        <a:pt x="49167" y="312738"/>
                        <a:pt x="49167" y="312738"/>
                        <a:pt x="276271" y="312738"/>
                      </a:cubicBezTo>
                      <a:cubicBezTo>
                        <a:pt x="289475" y="312738"/>
                        <a:pt x="300038" y="302226"/>
                        <a:pt x="300038" y="289085"/>
                      </a:cubicBezTo>
                      <a:cubicBezTo>
                        <a:pt x="300038" y="289085"/>
                        <a:pt x="300038" y="289085"/>
                        <a:pt x="300038" y="61753"/>
                      </a:cubicBezTo>
                      <a:cubicBezTo>
                        <a:pt x="300038" y="48613"/>
                        <a:pt x="289475" y="38100"/>
                        <a:pt x="276271" y="38100"/>
                      </a:cubicBezTo>
                      <a:cubicBezTo>
                        <a:pt x="276271" y="38100"/>
                        <a:pt x="276271" y="38100"/>
                        <a:pt x="269669" y="38100"/>
                      </a:cubicBezTo>
                      <a:cubicBezTo>
                        <a:pt x="269669" y="38100"/>
                        <a:pt x="269669" y="38100"/>
                        <a:pt x="269669" y="63067"/>
                      </a:cubicBezTo>
                      <a:cubicBezTo>
                        <a:pt x="273631" y="65695"/>
                        <a:pt x="276271" y="70951"/>
                        <a:pt x="276271" y="74894"/>
                      </a:cubicBezTo>
                      <a:cubicBezTo>
                        <a:pt x="276271" y="84092"/>
                        <a:pt x="268349" y="90662"/>
                        <a:pt x="260427" y="90662"/>
                      </a:cubicBezTo>
                      <a:cubicBezTo>
                        <a:pt x="251184" y="90662"/>
                        <a:pt x="244582" y="84092"/>
                        <a:pt x="244582" y="74894"/>
                      </a:cubicBezTo>
                      <a:cubicBezTo>
                        <a:pt x="244582" y="70951"/>
                        <a:pt x="245903" y="65695"/>
                        <a:pt x="249864" y="63067"/>
                      </a:cubicBezTo>
                      <a:cubicBezTo>
                        <a:pt x="249864" y="63067"/>
                        <a:pt x="249864" y="63067"/>
                        <a:pt x="249864" y="38100"/>
                      </a:cubicBezTo>
                      <a:cubicBezTo>
                        <a:pt x="249864" y="38100"/>
                        <a:pt x="249864" y="38100"/>
                        <a:pt x="231379" y="38100"/>
                      </a:cubicBezTo>
                      <a:cubicBezTo>
                        <a:pt x="231379" y="38100"/>
                        <a:pt x="231379" y="38100"/>
                        <a:pt x="231379" y="63067"/>
                      </a:cubicBezTo>
                      <a:cubicBezTo>
                        <a:pt x="234019" y="65695"/>
                        <a:pt x="236660" y="70951"/>
                        <a:pt x="236660" y="74894"/>
                      </a:cubicBezTo>
                      <a:cubicBezTo>
                        <a:pt x="236660" y="84092"/>
                        <a:pt x="230058" y="90662"/>
                        <a:pt x="220816" y="90662"/>
                      </a:cubicBezTo>
                      <a:cubicBezTo>
                        <a:pt x="212893" y="90662"/>
                        <a:pt x="204971" y="84092"/>
                        <a:pt x="204971" y="74894"/>
                      </a:cubicBezTo>
                      <a:cubicBezTo>
                        <a:pt x="204971" y="70951"/>
                        <a:pt x="207612" y="65695"/>
                        <a:pt x="210253" y="63067"/>
                      </a:cubicBezTo>
                      <a:cubicBezTo>
                        <a:pt x="210253" y="63067"/>
                        <a:pt x="210253" y="63067"/>
                        <a:pt x="210253" y="38100"/>
                      </a:cubicBezTo>
                      <a:cubicBezTo>
                        <a:pt x="210253" y="38100"/>
                        <a:pt x="210253" y="38100"/>
                        <a:pt x="191767" y="38100"/>
                      </a:cubicBezTo>
                      <a:cubicBezTo>
                        <a:pt x="191767" y="38100"/>
                        <a:pt x="191767" y="38100"/>
                        <a:pt x="191767" y="63067"/>
                      </a:cubicBezTo>
                      <a:cubicBezTo>
                        <a:pt x="195728" y="65695"/>
                        <a:pt x="198369" y="70951"/>
                        <a:pt x="198369" y="74894"/>
                      </a:cubicBezTo>
                      <a:cubicBezTo>
                        <a:pt x="198369" y="84092"/>
                        <a:pt x="190447" y="90662"/>
                        <a:pt x="182525" y="90662"/>
                      </a:cubicBezTo>
                      <a:cubicBezTo>
                        <a:pt x="173282" y="90662"/>
                        <a:pt x="166680" y="84092"/>
                        <a:pt x="166680" y="74894"/>
                      </a:cubicBezTo>
                      <a:cubicBezTo>
                        <a:pt x="166680" y="70951"/>
                        <a:pt x="168001" y="65695"/>
                        <a:pt x="171962" y="63067"/>
                      </a:cubicBezTo>
                      <a:cubicBezTo>
                        <a:pt x="171962" y="63067"/>
                        <a:pt x="171962" y="63067"/>
                        <a:pt x="171962" y="38100"/>
                      </a:cubicBezTo>
                      <a:cubicBezTo>
                        <a:pt x="171962" y="38100"/>
                        <a:pt x="171962" y="38100"/>
                        <a:pt x="153476" y="38100"/>
                      </a:cubicBezTo>
                      <a:cubicBezTo>
                        <a:pt x="153476" y="38100"/>
                        <a:pt x="153476" y="38100"/>
                        <a:pt x="153476" y="63067"/>
                      </a:cubicBezTo>
                      <a:cubicBezTo>
                        <a:pt x="157438" y="65695"/>
                        <a:pt x="158758" y="70951"/>
                        <a:pt x="158758" y="74894"/>
                      </a:cubicBezTo>
                      <a:cubicBezTo>
                        <a:pt x="158758" y="84092"/>
                        <a:pt x="152156" y="90662"/>
                        <a:pt x="142913" y="90662"/>
                      </a:cubicBezTo>
                      <a:cubicBezTo>
                        <a:pt x="134991" y="90662"/>
                        <a:pt x="127069" y="84092"/>
                        <a:pt x="127069" y="74894"/>
                      </a:cubicBezTo>
                      <a:cubicBezTo>
                        <a:pt x="127069" y="70951"/>
                        <a:pt x="129710" y="65695"/>
                        <a:pt x="133671" y="63067"/>
                      </a:cubicBezTo>
                      <a:cubicBezTo>
                        <a:pt x="133671" y="63067"/>
                        <a:pt x="133671" y="63067"/>
                        <a:pt x="133671" y="38100"/>
                      </a:cubicBezTo>
                      <a:cubicBezTo>
                        <a:pt x="133671" y="38100"/>
                        <a:pt x="133671" y="38100"/>
                        <a:pt x="115186" y="38100"/>
                      </a:cubicBezTo>
                      <a:cubicBezTo>
                        <a:pt x="115186" y="38100"/>
                        <a:pt x="115186" y="38100"/>
                        <a:pt x="115186" y="63067"/>
                      </a:cubicBezTo>
                      <a:cubicBezTo>
                        <a:pt x="117826" y="65695"/>
                        <a:pt x="120467" y="70951"/>
                        <a:pt x="120467" y="74894"/>
                      </a:cubicBezTo>
                      <a:cubicBezTo>
                        <a:pt x="120467" y="84092"/>
                        <a:pt x="112545" y="90662"/>
                        <a:pt x="104623" y="90662"/>
                      </a:cubicBezTo>
                      <a:cubicBezTo>
                        <a:pt x="95380" y="90662"/>
                        <a:pt x="88778" y="84092"/>
                        <a:pt x="88778" y="74894"/>
                      </a:cubicBezTo>
                      <a:cubicBezTo>
                        <a:pt x="88778" y="70951"/>
                        <a:pt x="91419" y="65695"/>
                        <a:pt x="94060" y="63067"/>
                      </a:cubicBezTo>
                      <a:cubicBezTo>
                        <a:pt x="94060" y="63067"/>
                        <a:pt x="94060" y="63067"/>
                        <a:pt x="94060" y="38100"/>
                      </a:cubicBezTo>
                      <a:cubicBezTo>
                        <a:pt x="94060" y="38100"/>
                        <a:pt x="94060" y="38100"/>
                        <a:pt x="75574" y="38100"/>
                      </a:cubicBezTo>
                      <a:cubicBezTo>
                        <a:pt x="75574" y="38100"/>
                        <a:pt x="75574" y="38100"/>
                        <a:pt x="75574" y="63067"/>
                      </a:cubicBezTo>
                      <a:cubicBezTo>
                        <a:pt x="79535" y="65695"/>
                        <a:pt x="80856" y="70951"/>
                        <a:pt x="80856" y="74894"/>
                      </a:cubicBezTo>
                      <a:cubicBezTo>
                        <a:pt x="80856" y="84092"/>
                        <a:pt x="74254" y="90662"/>
                        <a:pt x="65011" y="90662"/>
                      </a:cubicBezTo>
                      <a:cubicBezTo>
                        <a:pt x="57089" y="90662"/>
                        <a:pt x="49167" y="84092"/>
                        <a:pt x="49167" y="74894"/>
                      </a:cubicBezTo>
                      <a:cubicBezTo>
                        <a:pt x="49167" y="70951"/>
                        <a:pt x="51808" y="65695"/>
                        <a:pt x="55769" y="63067"/>
                      </a:cubicBezTo>
                      <a:cubicBezTo>
                        <a:pt x="55769" y="63067"/>
                        <a:pt x="55769" y="63067"/>
                        <a:pt x="55769" y="38100"/>
                      </a:cubicBezTo>
                      <a:cubicBezTo>
                        <a:pt x="55769" y="38100"/>
                        <a:pt x="55769" y="38100"/>
                        <a:pt x="49167" y="38100"/>
                      </a:cubicBezTo>
                      <a:close/>
                      <a:moveTo>
                        <a:pt x="65315" y="4763"/>
                      </a:moveTo>
                      <a:cubicBezTo>
                        <a:pt x="63047" y="4763"/>
                        <a:pt x="61913" y="7437"/>
                        <a:pt x="61913" y="10110"/>
                      </a:cubicBezTo>
                      <a:lnTo>
                        <a:pt x="61913" y="75616"/>
                      </a:lnTo>
                      <a:cubicBezTo>
                        <a:pt x="61913" y="79626"/>
                        <a:pt x="63047" y="80963"/>
                        <a:pt x="65315" y="80963"/>
                      </a:cubicBezTo>
                      <a:cubicBezTo>
                        <a:pt x="68717" y="80963"/>
                        <a:pt x="69851" y="79626"/>
                        <a:pt x="69851" y="75616"/>
                      </a:cubicBezTo>
                      <a:cubicBezTo>
                        <a:pt x="69851" y="75616"/>
                        <a:pt x="69851" y="75616"/>
                        <a:pt x="69851" y="10110"/>
                      </a:cubicBezTo>
                      <a:cubicBezTo>
                        <a:pt x="69851" y="7437"/>
                        <a:pt x="68717" y="4763"/>
                        <a:pt x="65315" y="4763"/>
                      </a:cubicBezTo>
                      <a:close/>
                      <a:moveTo>
                        <a:pt x="104776" y="4763"/>
                      </a:moveTo>
                      <a:cubicBezTo>
                        <a:pt x="102394" y="4763"/>
                        <a:pt x="100013" y="7437"/>
                        <a:pt x="100013" y="10110"/>
                      </a:cubicBezTo>
                      <a:lnTo>
                        <a:pt x="100013" y="75616"/>
                      </a:lnTo>
                      <a:cubicBezTo>
                        <a:pt x="100013" y="79626"/>
                        <a:pt x="102394" y="80963"/>
                        <a:pt x="104776" y="80963"/>
                      </a:cubicBezTo>
                      <a:cubicBezTo>
                        <a:pt x="107157" y="80963"/>
                        <a:pt x="109538" y="79626"/>
                        <a:pt x="109538" y="75616"/>
                      </a:cubicBezTo>
                      <a:cubicBezTo>
                        <a:pt x="109538" y="75616"/>
                        <a:pt x="109538" y="75616"/>
                        <a:pt x="109538" y="10110"/>
                      </a:cubicBezTo>
                      <a:cubicBezTo>
                        <a:pt x="109538" y="7437"/>
                        <a:pt x="107157" y="4763"/>
                        <a:pt x="104776" y="4763"/>
                      </a:cubicBezTo>
                      <a:close/>
                      <a:moveTo>
                        <a:pt x="142876" y="4763"/>
                      </a:moveTo>
                      <a:cubicBezTo>
                        <a:pt x="140494" y="4763"/>
                        <a:pt x="138113" y="7437"/>
                        <a:pt x="138113" y="10110"/>
                      </a:cubicBezTo>
                      <a:lnTo>
                        <a:pt x="138113" y="75616"/>
                      </a:lnTo>
                      <a:cubicBezTo>
                        <a:pt x="138113" y="79626"/>
                        <a:pt x="140494" y="80963"/>
                        <a:pt x="142876" y="80963"/>
                      </a:cubicBezTo>
                      <a:cubicBezTo>
                        <a:pt x="145257" y="80963"/>
                        <a:pt x="147638" y="79626"/>
                        <a:pt x="147638" y="75616"/>
                      </a:cubicBezTo>
                      <a:cubicBezTo>
                        <a:pt x="147638" y="75616"/>
                        <a:pt x="147638" y="75616"/>
                        <a:pt x="147638" y="10110"/>
                      </a:cubicBezTo>
                      <a:cubicBezTo>
                        <a:pt x="147638" y="7437"/>
                        <a:pt x="145257" y="4763"/>
                        <a:pt x="142876" y="4763"/>
                      </a:cubicBezTo>
                      <a:close/>
                      <a:moveTo>
                        <a:pt x="182563" y="4763"/>
                      </a:moveTo>
                      <a:cubicBezTo>
                        <a:pt x="180181" y="4763"/>
                        <a:pt x="177800" y="7437"/>
                        <a:pt x="177800" y="10110"/>
                      </a:cubicBezTo>
                      <a:lnTo>
                        <a:pt x="177800" y="75616"/>
                      </a:lnTo>
                      <a:cubicBezTo>
                        <a:pt x="177800" y="79626"/>
                        <a:pt x="180181" y="80963"/>
                        <a:pt x="182563" y="80963"/>
                      </a:cubicBezTo>
                      <a:cubicBezTo>
                        <a:pt x="184944" y="80963"/>
                        <a:pt x="187325" y="79626"/>
                        <a:pt x="187325" y="75616"/>
                      </a:cubicBezTo>
                      <a:cubicBezTo>
                        <a:pt x="187325" y="75616"/>
                        <a:pt x="187325" y="75616"/>
                        <a:pt x="187325" y="10110"/>
                      </a:cubicBezTo>
                      <a:cubicBezTo>
                        <a:pt x="187325" y="7437"/>
                        <a:pt x="184944" y="4763"/>
                        <a:pt x="182563" y="4763"/>
                      </a:cubicBezTo>
                      <a:close/>
                      <a:moveTo>
                        <a:pt x="220663" y="4763"/>
                      </a:moveTo>
                      <a:cubicBezTo>
                        <a:pt x="218281" y="4763"/>
                        <a:pt x="215900" y="7437"/>
                        <a:pt x="215900" y="10110"/>
                      </a:cubicBezTo>
                      <a:lnTo>
                        <a:pt x="215900" y="75616"/>
                      </a:lnTo>
                      <a:cubicBezTo>
                        <a:pt x="215900" y="79626"/>
                        <a:pt x="218281" y="80963"/>
                        <a:pt x="220663" y="80963"/>
                      </a:cubicBezTo>
                      <a:cubicBezTo>
                        <a:pt x="223044" y="80963"/>
                        <a:pt x="225425" y="79626"/>
                        <a:pt x="225425" y="75616"/>
                      </a:cubicBezTo>
                      <a:cubicBezTo>
                        <a:pt x="225425" y="75616"/>
                        <a:pt x="225425" y="75616"/>
                        <a:pt x="225425" y="10110"/>
                      </a:cubicBezTo>
                      <a:cubicBezTo>
                        <a:pt x="225425" y="7437"/>
                        <a:pt x="223044" y="4763"/>
                        <a:pt x="220663" y="4763"/>
                      </a:cubicBezTo>
                      <a:close/>
                      <a:moveTo>
                        <a:pt x="260124" y="4763"/>
                      </a:moveTo>
                      <a:cubicBezTo>
                        <a:pt x="256722" y="4763"/>
                        <a:pt x="255588" y="7437"/>
                        <a:pt x="255588" y="10110"/>
                      </a:cubicBezTo>
                      <a:lnTo>
                        <a:pt x="255588" y="75616"/>
                      </a:lnTo>
                      <a:cubicBezTo>
                        <a:pt x="255588" y="79626"/>
                        <a:pt x="256722" y="80963"/>
                        <a:pt x="260124" y="80963"/>
                      </a:cubicBezTo>
                      <a:cubicBezTo>
                        <a:pt x="262392" y="80963"/>
                        <a:pt x="263526" y="79626"/>
                        <a:pt x="263526" y="75616"/>
                      </a:cubicBezTo>
                      <a:cubicBezTo>
                        <a:pt x="263526" y="75616"/>
                        <a:pt x="263526" y="75616"/>
                        <a:pt x="263526" y="10110"/>
                      </a:cubicBezTo>
                      <a:cubicBezTo>
                        <a:pt x="263526" y="7437"/>
                        <a:pt x="262392" y="4763"/>
                        <a:pt x="260124" y="4763"/>
                      </a:cubicBezTo>
                      <a:close/>
                      <a:moveTo>
                        <a:pt x="64823" y="0"/>
                      </a:moveTo>
                      <a:cubicBezTo>
                        <a:pt x="71438" y="0"/>
                        <a:pt x="75406" y="3944"/>
                        <a:pt x="75406" y="10517"/>
                      </a:cubicBezTo>
                      <a:cubicBezTo>
                        <a:pt x="75406" y="10517"/>
                        <a:pt x="75406" y="10517"/>
                        <a:pt x="75406" y="14461"/>
                      </a:cubicBezTo>
                      <a:cubicBezTo>
                        <a:pt x="75406" y="14461"/>
                        <a:pt x="75406" y="14461"/>
                        <a:pt x="93927" y="14461"/>
                      </a:cubicBezTo>
                      <a:cubicBezTo>
                        <a:pt x="93927" y="14461"/>
                        <a:pt x="93927" y="14461"/>
                        <a:pt x="93927" y="10517"/>
                      </a:cubicBezTo>
                      <a:cubicBezTo>
                        <a:pt x="93927" y="3944"/>
                        <a:pt x="99219" y="0"/>
                        <a:pt x="104511" y="0"/>
                      </a:cubicBezTo>
                      <a:cubicBezTo>
                        <a:pt x="109802" y="0"/>
                        <a:pt x="115094" y="3944"/>
                        <a:pt x="115094" y="10517"/>
                      </a:cubicBezTo>
                      <a:cubicBezTo>
                        <a:pt x="115094" y="10517"/>
                        <a:pt x="115094" y="10517"/>
                        <a:pt x="115094" y="14461"/>
                      </a:cubicBezTo>
                      <a:cubicBezTo>
                        <a:pt x="115094" y="14461"/>
                        <a:pt x="115094" y="14461"/>
                        <a:pt x="133615" y="14461"/>
                      </a:cubicBezTo>
                      <a:cubicBezTo>
                        <a:pt x="133615" y="14461"/>
                        <a:pt x="133615" y="14461"/>
                        <a:pt x="133615" y="10517"/>
                      </a:cubicBezTo>
                      <a:cubicBezTo>
                        <a:pt x="133615" y="3944"/>
                        <a:pt x="137584" y="0"/>
                        <a:pt x="142875" y="0"/>
                      </a:cubicBezTo>
                      <a:cubicBezTo>
                        <a:pt x="149490" y="0"/>
                        <a:pt x="153459" y="3944"/>
                        <a:pt x="153459" y="10517"/>
                      </a:cubicBezTo>
                      <a:cubicBezTo>
                        <a:pt x="153459" y="10517"/>
                        <a:pt x="153459" y="10517"/>
                        <a:pt x="153459" y="14461"/>
                      </a:cubicBezTo>
                      <a:cubicBezTo>
                        <a:pt x="153459" y="14461"/>
                        <a:pt x="153459" y="14461"/>
                        <a:pt x="171980" y="14461"/>
                      </a:cubicBezTo>
                      <a:cubicBezTo>
                        <a:pt x="171980" y="14461"/>
                        <a:pt x="171980" y="14461"/>
                        <a:pt x="171980" y="10517"/>
                      </a:cubicBezTo>
                      <a:cubicBezTo>
                        <a:pt x="171980" y="3944"/>
                        <a:pt x="175948" y="0"/>
                        <a:pt x="182563" y="0"/>
                      </a:cubicBezTo>
                      <a:cubicBezTo>
                        <a:pt x="187855" y="0"/>
                        <a:pt x="191823" y="3944"/>
                        <a:pt x="191823" y="10517"/>
                      </a:cubicBezTo>
                      <a:cubicBezTo>
                        <a:pt x="191823" y="10517"/>
                        <a:pt x="191823" y="10517"/>
                        <a:pt x="191823" y="14461"/>
                      </a:cubicBezTo>
                      <a:cubicBezTo>
                        <a:pt x="191823" y="14461"/>
                        <a:pt x="191823" y="14461"/>
                        <a:pt x="210344" y="14461"/>
                      </a:cubicBezTo>
                      <a:cubicBezTo>
                        <a:pt x="210344" y="14461"/>
                        <a:pt x="210344" y="14461"/>
                        <a:pt x="210344" y="10517"/>
                      </a:cubicBezTo>
                      <a:cubicBezTo>
                        <a:pt x="210344" y="3944"/>
                        <a:pt x="215636" y="0"/>
                        <a:pt x="220927" y="0"/>
                      </a:cubicBezTo>
                      <a:cubicBezTo>
                        <a:pt x="226219" y="0"/>
                        <a:pt x="231511" y="3944"/>
                        <a:pt x="231511" y="10517"/>
                      </a:cubicBezTo>
                      <a:cubicBezTo>
                        <a:pt x="231511" y="10517"/>
                        <a:pt x="231511" y="10517"/>
                        <a:pt x="231511" y="14461"/>
                      </a:cubicBezTo>
                      <a:cubicBezTo>
                        <a:pt x="231511" y="14461"/>
                        <a:pt x="231511" y="14461"/>
                        <a:pt x="250032" y="14461"/>
                      </a:cubicBezTo>
                      <a:cubicBezTo>
                        <a:pt x="250032" y="14461"/>
                        <a:pt x="250032" y="14461"/>
                        <a:pt x="250032" y="10517"/>
                      </a:cubicBezTo>
                      <a:cubicBezTo>
                        <a:pt x="250032" y="3944"/>
                        <a:pt x="254000" y="0"/>
                        <a:pt x="260615" y="0"/>
                      </a:cubicBezTo>
                      <a:cubicBezTo>
                        <a:pt x="265907" y="0"/>
                        <a:pt x="269875" y="3944"/>
                        <a:pt x="269875" y="10517"/>
                      </a:cubicBezTo>
                      <a:cubicBezTo>
                        <a:pt x="269875" y="10517"/>
                        <a:pt x="269875" y="10517"/>
                        <a:pt x="269875" y="14461"/>
                      </a:cubicBezTo>
                      <a:cubicBezTo>
                        <a:pt x="269875" y="14461"/>
                        <a:pt x="269875" y="14461"/>
                        <a:pt x="276490" y="14461"/>
                      </a:cubicBezTo>
                      <a:cubicBezTo>
                        <a:pt x="302948" y="14461"/>
                        <a:pt x="325438" y="35496"/>
                        <a:pt x="325438" y="61789"/>
                      </a:cubicBezTo>
                      <a:cubicBezTo>
                        <a:pt x="325438" y="61789"/>
                        <a:pt x="325438" y="61789"/>
                        <a:pt x="325438" y="289223"/>
                      </a:cubicBezTo>
                      <a:cubicBezTo>
                        <a:pt x="325438" y="315516"/>
                        <a:pt x="302948" y="336550"/>
                        <a:pt x="276490" y="336550"/>
                      </a:cubicBezTo>
                      <a:cubicBezTo>
                        <a:pt x="276490" y="336550"/>
                        <a:pt x="276490" y="336550"/>
                        <a:pt x="48948" y="336550"/>
                      </a:cubicBezTo>
                      <a:cubicBezTo>
                        <a:pt x="22490" y="336550"/>
                        <a:pt x="0" y="315516"/>
                        <a:pt x="0" y="289223"/>
                      </a:cubicBezTo>
                      <a:cubicBezTo>
                        <a:pt x="0" y="289223"/>
                        <a:pt x="0" y="289223"/>
                        <a:pt x="0" y="61789"/>
                      </a:cubicBezTo>
                      <a:cubicBezTo>
                        <a:pt x="0" y="35496"/>
                        <a:pt x="22490" y="14461"/>
                        <a:pt x="48948" y="14461"/>
                      </a:cubicBezTo>
                      <a:cubicBezTo>
                        <a:pt x="48948" y="14461"/>
                        <a:pt x="48948" y="14461"/>
                        <a:pt x="55563" y="14461"/>
                      </a:cubicBezTo>
                      <a:cubicBezTo>
                        <a:pt x="55563" y="14461"/>
                        <a:pt x="55563" y="14461"/>
                        <a:pt x="55563" y="10517"/>
                      </a:cubicBezTo>
                      <a:cubicBezTo>
                        <a:pt x="55563" y="3944"/>
                        <a:pt x="59531" y="0"/>
                        <a:pt x="6482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sp>
            <p:nvSpPr>
              <p:cNvPr id="2063" name="文本框 11"/>
              <p:cNvSpPr txBox="1">
                <a:spLocks noChangeArrowheads="1"/>
              </p:cNvSpPr>
              <p:nvPr/>
            </p:nvSpPr>
            <p:spPr bwMode="auto">
              <a:xfrm>
                <a:off x="3788130" y="5961032"/>
                <a:ext cx="2549709" cy="4610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0" lang="zh-CN" altLang="en-US" sz="2400" b="1" dirty="0">
                    <a:solidFill>
                      <a:srgbClr val="292F39"/>
                    </a:solidFill>
                    <a:latin typeface="SimHei" pitchFamily="49" charset="-122"/>
                    <a:ea typeface="SimHei" pitchFamily="49" charset="-122"/>
                    <a:cs typeface="思源黑体"/>
                  </a:rPr>
                  <a:t>时间：</a:t>
                </a:r>
                <a:r>
                  <a:rPr kumimoji="0" lang="en-US" altLang="zh-CN" sz="2400" b="1" dirty="0" smtClean="0">
                    <a:solidFill>
                      <a:srgbClr val="292F39"/>
                    </a:solidFill>
                    <a:latin typeface="SimHei" pitchFamily="49" charset="-122"/>
                    <a:ea typeface="SimHei" pitchFamily="49" charset="-122"/>
                    <a:cs typeface="思源黑体"/>
                  </a:rPr>
                  <a:t>2021.8</a:t>
                </a:r>
                <a:endParaRPr kumimoji="0" lang="zh-CN" altLang="en-US" sz="2400" b="1" dirty="0">
                  <a:solidFill>
                    <a:srgbClr val="292F39"/>
                  </a:solidFill>
                  <a:latin typeface="SimHei" pitchFamily="49" charset="-122"/>
                  <a:ea typeface="SimHei" pitchFamily="49" charset="-122"/>
                  <a:cs typeface="思源黑体"/>
                </a:endParaRPr>
              </a:p>
            </p:txBody>
          </p:sp>
        </p:grpSp>
        <p:grpSp>
          <p:nvGrpSpPr>
            <p:cNvPr id="2057" name="组合 16"/>
            <p:cNvGrpSpPr>
              <a:grpSpLocks/>
            </p:cNvGrpSpPr>
            <p:nvPr/>
          </p:nvGrpSpPr>
          <p:grpSpPr bwMode="auto">
            <a:xfrm>
              <a:off x="4010025" y="5961065"/>
              <a:ext cx="2517775" cy="461665"/>
              <a:chOff x="6290819" y="5961037"/>
              <a:chExt cx="2517483" cy="461368"/>
            </a:xfrm>
          </p:grpSpPr>
          <p:sp>
            <p:nvSpPr>
              <p:cNvPr id="2058" name="文本框 17"/>
              <p:cNvSpPr txBox="1">
                <a:spLocks noChangeArrowheads="1"/>
              </p:cNvSpPr>
              <p:nvPr/>
            </p:nvSpPr>
            <p:spPr bwMode="auto">
              <a:xfrm>
                <a:off x="6642755" y="5961037"/>
                <a:ext cx="2165547" cy="461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0" lang="zh-CN" altLang="en-US" sz="2400" b="1">
                    <a:solidFill>
                      <a:srgbClr val="292F39"/>
                    </a:solidFill>
                    <a:latin typeface="SimHei" pitchFamily="49" charset="-122"/>
                    <a:ea typeface="SimHei" pitchFamily="49" charset="-122"/>
                    <a:cs typeface="思源黑体"/>
                  </a:rPr>
                  <a:t>報告人：高林</a:t>
                </a:r>
              </a:p>
            </p:txBody>
          </p:sp>
          <p:grpSp>
            <p:nvGrpSpPr>
              <p:cNvPr id="2059" name="组合 18"/>
              <p:cNvGrpSpPr>
                <a:grpSpLocks/>
              </p:cNvGrpSpPr>
              <p:nvPr/>
            </p:nvGrpSpPr>
            <p:grpSpPr bwMode="auto">
              <a:xfrm>
                <a:off x="6290819" y="6064441"/>
                <a:ext cx="290479" cy="291912"/>
                <a:chOff x="6112795" y="6053793"/>
                <a:chExt cx="290479" cy="291912"/>
              </a:xfrm>
            </p:grpSpPr>
            <p:sp>
              <p:nvSpPr>
                <p:cNvPr id="20" name="椭圆 19"/>
                <p:cNvSpPr/>
                <p:nvPr/>
              </p:nvSpPr>
              <p:spPr>
                <a:xfrm>
                  <a:off x="6112795" y="6053441"/>
                  <a:ext cx="290442" cy="291726"/>
                </a:xfrm>
                <a:prstGeom prst="ellipse">
                  <a:avLst/>
                </a:prstGeom>
                <a:solidFill>
                  <a:srgbClr val="F4650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CN" altLang="en-US" dirty="0">
                    <a:solidFill>
                      <a:srgbClr val="292F39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endParaRPr>
                </a:p>
              </p:txBody>
            </p:sp>
            <p:sp>
              <p:nvSpPr>
                <p:cNvPr id="2061" name="student-graduation-cap-shape_52041"/>
                <p:cNvSpPr>
                  <a:spLocks noChangeAspect="1"/>
                </p:cNvSpPr>
                <p:nvPr/>
              </p:nvSpPr>
              <p:spPr bwMode="auto">
                <a:xfrm>
                  <a:off x="6195064" y="6123934"/>
                  <a:ext cx="125885" cy="151633"/>
                </a:xfrm>
                <a:custGeom>
                  <a:avLst/>
                  <a:gdLst>
                    <a:gd name="T0" fmla="*/ 474 w 279400"/>
                    <a:gd name="T1" fmla="*/ 1607 h 336550"/>
                    <a:gd name="T2" fmla="*/ 1874 w 279400"/>
                    <a:gd name="T3" fmla="*/ 1607 h 336550"/>
                    <a:gd name="T4" fmla="*/ 2337 w 279400"/>
                    <a:gd name="T5" fmla="*/ 2073 h 336550"/>
                    <a:gd name="T6" fmla="*/ 2337 w 279400"/>
                    <a:gd name="T7" fmla="*/ 2815 h 336550"/>
                    <a:gd name="T8" fmla="*/ 1477 w 279400"/>
                    <a:gd name="T9" fmla="*/ 2815 h 336550"/>
                    <a:gd name="T10" fmla="*/ 1323 w 279400"/>
                    <a:gd name="T11" fmla="*/ 2050 h 336550"/>
                    <a:gd name="T12" fmla="*/ 1268 w 279400"/>
                    <a:gd name="T13" fmla="*/ 2006 h 336550"/>
                    <a:gd name="T14" fmla="*/ 1400 w 279400"/>
                    <a:gd name="T15" fmla="*/ 1784 h 336550"/>
                    <a:gd name="T16" fmla="*/ 1400 w 279400"/>
                    <a:gd name="T17" fmla="*/ 1751 h 336550"/>
                    <a:gd name="T18" fmla="*/ 1367 w 279400"/>
                    <a:gd name="T19" fmla="*/ 1740 h 336550"/>
                    <a:gd name="T20" fmla="*/ 1014 w 279400"/>
                    <a:gd name="T21" fmla="*/ 1740 h 336550"/>
                    <a:gd name="T22" fmla="*/ 992 w 279400"/>
                    <a:gd name="T23" fmla="*/ 1751 h 336550"/>
                    <a:gd name="T24" fmla="*/ 992 w 279400"/>
                    <a:gd name="T25" fmla="*/ 1784 h 336550"/>
                    <a:gd name="T26" fmla="*/ 1125 w 279400"/>
                    <a:gd name="T27" fmla="*/ 2006 h 336550"/>
                    <a:gd name="T28" fmla="*/ 1058 w 279400"/>
                    <a:gd name="T29" fmla="*/ 2050 h 336550"/>
                    <a:gd name="T30" fmla="*/ 926 w 279400"/>
                    <a:gd name="T31" fmla="*/ 2815 h 336550"/>
                    <a:gd name="T32" fmla="*/ 0 w 279400"/>
                    <a:gd name="T33" fmla="*/ 2815 h 336550"/>
                    <a:gd name="T34" fmla="*/ 0 w 279400"/>
                    <a:gd name="T35" fmla="*/ 2073 h 336550"/>
                    <a:gd name="T36" fmla="*/ 474 w 279400"/>
                    <a:gd name="T37" fmla="*/ 1607 h 336550"/>
                    <a:gd name="T38" fmla="*/ 1162 w 279400"/>
                    <a:gd name="T39" fmla="*/ 0 h 336550"/>
                    <a:gd name="T40" fmla="*/ 1833 w 279400"/>
                    <a:gd name="T41" fmla="*/ 670 h 336550"/>
                    <a:gd name="T42" fmla="*/ 1162 w 279400"/>
                    <a:gd name="T43" fmla="*/ 1341 h 336550"/>
                    <a:gd name="T44" fmla="*/ 491 w 279400"/>
                    <a:gd name="T45" fmla="*/ 670 h 336550"/>
                    <a:gd name="T46" fmla="*/ 1162 w 279400"/>
                    <a:gd name="T47" fmla="*/ 0 h 336550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279400"/>
                    <a:gd name="T73" fmla="*/ 0 h 336550"/>
                    <a:gd name="T74" fmla="*/ 279400 w 279400"/>
                    <a:gd name="T75" fmla="*/ 336550 h 336550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279400" h="336550">
                      <a:moveTo>
                        <a:pt x="56671" y="192087"/>
                      </a:moveTo>
                      <a:cubicBezTo>
                        <a:pt x="56671" y="192087"/>
                        <a:pt x="56671" y="192087"/>
                        <a:pt x="224047" y="192087"/>
                      </a:cubicBezTo>
                      <a:cubicBezTo>
                        <a:pt x="254360" y="192087"/>
                        <a:pt x="279400" y="217269"/>
                        <a:pt x="279400" y="247752"/>
                      </a:cubicBezTo>
                      <a:cubicBezTo>
                        <a:pt x="279400" y="247752"/>
                        <a:pt x="279400" y="247752"/>
                        <a:pt x="279400" y="336550"/>
                      </a:cubicBezTo>
                      <a:cubicBezTo>
                        <a:pt x="279400" y="336550"/>
                        <a:pt x="279400" y="336550"/>
                        <a:pt x="176602" y="336550"/>
                      </a:cubicBezTo>
                      <a:cubicBezTo>
                        <a:pt x="176602" y="336550"/>
                        <a:pt x="176602" y="336550"/>
                        <a:pt x="158151" y="245101"/>
                      </a:cubicBezTo>
                      <a:cubicBezTo>
                        <a:pt x="158151" y="242450"/>
                        <a:pt x="154197" y="239800"/>
                        <a:pt x="151562" y="239800"/>
                      </a:cubicBezTo>
                      <a:cubicBezTo>
                        <a:pt x="151562" y="239800"/>
                        <a:pt x="151562" y="239800"/>
                        <a:pt x="167377" y="213293"/>
                      </a:cubicBezTo>
                      <a:cubicBezTo>
                        <a:pt x="167377" y="211967"/>
                        <a:pt x="167377" y="210642"/>
                        <a:pt x="167377" y="209317"/>
                      </a:cubicBezTo>
                      <a:cubicBezTo>
                        <a:pt x="166059" y="207991"/>
                        <a:pt x="164741" y="207991"/>
                        <a:pt x="163423" y="207991"/>
                      </a:cubicBezTo>
                      <a:cubicBezTo>
                        <a:pt x="163423" y="207991"/>
                        <a:pt x="163423" y="207991"/>
                        <a:pt x="121249" y="207991"/>
                      </a:cubicBezTo>
                      <a:cubicBezTo>
                        <a:pt x="119931" y="207991"/>
                        <a:pt x="118613" y="207991"/>
                        <a:pt x="118613" y="209317"/>
                      </a:cubicBezTo>
                      <a:cubicBezTo>
                        <a:pt x="117296" y="210642"/>
                        <a:pt x="117296" y="211967"/>
                        <a:pt x="118613" y="213293"/>
                      </a:cubicBezTo>
                      <a:cubicBezTo>
                        <a:pt x="118613" y="213293"/>
                        <a:pt x="118613" y="213293"/>
                        <a:pt x="134429" y="239800"/>
                      </a:cubicBezTo>
                      <a:cubicBezTo>
                        <a:pt x="130475" y="239800"/>
                        <a:pt x="127839" y="242450"/>
                        <a:pt x="126521" y="245101"/>
                      </a:cubicBezTo>
                      <a:cubicBezTo>
                        <a:pt x="126521" y="245101"/>
                        <a:pt x="126521" y="245101"/>
                        <a:pt x="110706" y="336550"/>
                      </a:cubicBezTo>
                      <a:cubicBezTo>
                        <a:pt x="110706" y="336550"/>
                        <a:pt x="110706" y="336550"/>
                        <a:pt x="0" y="336550"/>
                      </a:cubicBezTo>
                      <a:cubicBezTo>
                        <a:pt x="0" y="336550"/>
                        <a:pt x="0" y="336550"/>
                        <a:pt x="0" y="247752"/>
                      </a:cubicBezTo>
                      <a:cubicBezTo>
                        <a:pt x="0" y="217269"/>
                        <a:pt x="25040" y="192087"/>
                        <a:pt x="56671" y="192087"/>
                      </a:cubicBezTo>
                      <a:close/>
                      <a:moveTo>
                        <a:pt x="138907" y="0"/>
                      </a:moveTo>
                      <a:cubicBezTo>
                        <a:pt x="183183" y="0"/>
                        <a:pt x="219076" y="35893"/>
                        <a:pt x="219076" y="80169"/>
                      </a:cubicBezTo>
                      <a:cubicBezTo>
                        <a:pt x="219076" y="124445"/>
                        <a:pt x="183183" y="160338"/>
                        <a:pt x="138907" y="160338"/>
                      </a:cubicBezTo>
                      <a:cubicBezTo>
                        <a:pt x="94631" y="160338"/>
                        <a:pt x="58738" y="124445"/>
                        <a:pt x="58738" y="80169"/>
                      </a:cubicBezTo>
                      <a:cubicBezTo>
                        <a:pt x="58738" y="35893"/>
                        <a:pt x="94631" y="0"/>
                        <a:pt x="13890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</p:grpSp>
      <p:sp>
        <p:nvSpPr>
          <p:cNvPr id="2055" name="Title 1"/>
          <p:cNvSpPr txBox="1">
            <a:spLocks/>
          </p:cNvSpPr>
          <p:nvPr/>
        </p:nvSpPr>
        <p:spPr bwMode="auto">
          <a:xfrm>
            <a:off x="1504950" y="1217613"/>
            <a:ext cx="9401175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kumimoji="0" lang="en-US" altLang="zh-CN" sz="20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</a:rPr>
              <a:t>Talent comes from diligence and knowledge is gained by accumulation</a:t>
            </a:r>
            <a:endParaRPr kumimoji="0" lang="en-US" altLang="zh-TW" sz="2000">
              <a:solidFill>
                <a:schemeClr val="bg1"/>
              </a:solidFill>
              <a:latin typeface="SimHei" pitchFamily="49" charset="-122"/>
              <a:ea typeface="SimHei" pitchFamily="49" charset="-122"/>
              <a:cs typeface="Aparajita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rot="16200000">
            <a:off x="-2394743" y="2394743"/>
            <a:ext cx="6858000" cy="2068513"/>
          </a:xfrm>
          <a:custGeom>
            <a:avLst/>
            <a:gdLst>
              <a:gd name="connsiteX0" fmla="*/ 0 w 10325100"/>
              <a:gd name="connsiteY0" fmla="*/ 0 h 2501900"/>
              <a:gd name="connsiteX1" fmla="*/ 10325100 w 10325100"/>
              <a:gd name="connsiteY1" fmla="*/ 0 h 2501900"/>
              <a:gd name="connsiteX2" fmla="*/ 10325100 w 10325100"/>
              <a:gd name="connsiteY2" fmla="*/ 1497178 h 2501900"/>
              <a:gd name="connsiteX3" fmla="*/ 9320378 w 10325100"/>
              <a:gd name="connsiteY3" fmla="*/ 2501900 h 2501900"/>
              <a:gd name="connsiteX4" fmla="*/ 1004722 w 10325100"/>
              <a:gd name="connsiteY4" fmla="*/ 2501900 h 2501900"/>
              <a:gd name="connsiteX5" fmla="*/ 0 w 10325100"/>
              <a:gd name="connsiteY5" fmla="*/ 1497178 h 250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25100" h="2501900">
                <a:moveTo>
                  <a:pt x="0" y="0"/>
                </a:moveTo>
                <a:lnTo>
                  <a:pt x="10325100" y="0"/>
                </a:lnTo>
                <a:lnTo>
                  <a:pt x="10325100" y="1497178"/>
                </a:lnTo>
                <a:cubicBezTo>
                  <a:pt x="10325100" y="2052071"/>
                  <a:pt x="9875271" y="2501900"/>
                  <a:pt x="9320378" y="2501900"/>
                </a:cubicBezTo>
                <a:lnTo>
                  <a:pt x="1004722" y="2501900"/>
                </a:lnTo>
                <a:cubicBezTo>
                  <a:pt x="449829" y="2501900"/>
                  <a:pt x="0" y="2052071"/>
                  <a:pt x="0" y="1497178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2540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 rot="16200000">
            <a:off x="-3376612" y="3376612"/>
            <a:ext cx="6858000" cy="104775"/>
          </a:xfrm>
          <a:prstGeom prst="rect">
            <a:avLst/>
          </a:pr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076" name="Title 1"/>
          <p:cNvSpPr txBox="1">
            <a:spLocks/>
          </p:cNvSpPr>
          <p:nvPr/>
        </p:nvSpPr>
        <p:spPr bwMode="auto">
          <a:xfrm rot="5400000">
            <a:off x="-669131" y="3863181"/>
            <a:ext cx="274002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685800">
              <a:lnSpc>
                <a:spcPct val="90000"/>
              </a:lnSpc>
            </a:pPr>
            <a:r>
              <a:rPr kumimoji="0" lang="en-US" altLang="zh-CN" sz="3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CONTENTS</a:t>
            </a:r>
            <a:endParaRPr kumimoji="0" lang="en-US" altLang="zh-TW" sz="3200">
              <a:solidFill>
                <a:schemeClr val="bg1"/>
              </a:solidFill>
              <a:latin typeface="SimHei" pitchFamily="49" charset="-122"/>
              <a:ea typeface="SimHei" pitchFamily="49" charset="-122"/>
              <a:cs typeface="思源黑体"/>
            </a:endParaRPr>
          </a:p>
        </p:txBody>
      </p:sp>
      <p:sp>
        <p:nvSpPr>
          <p:cNvPr id="3077" name="Title 1"/>
          <p:cNvSpPr txBox="1">
            <a:spLocks/>
          </p:cNvSpPr>
          <p:nvPr/>
        </p:nvSpPr>
        <p:spPr bwMode="auto">
          <a:xfrm>
            <a:off x="911225" y="2530475"/>
            <a:ext cx="1006475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685800"/>
            <a:r>
              <a:rPr kumimoji="0" lang="zh-CN" altLang="en-US" sz="5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目錄</a:t>
            </a:r>
            <a:endParaRPr kumimoji="0" lang="en-US" sz="5400" b="1">
              <a:solidFill>
                <a:schemeClr val="bg1"/>
              </a:solidFill>
              <a:latin typeface="SimHei" pitchFamily="49" charset="-122"/>
              <a:ea typeface="SimHei" pitchFamily="49" charset="-122"/>
              <a:cs typeface="思源黑体"/>
            </a:endParaRPr>
          </a:p>
        </p:txBody>
      </p:sp>
      <p:grpSp>
        <p:nvGrpSpPr>
          <p:cNvPr id="3078" name="组合 34"/>
          <p:cNvGrpSpPr>
            <a:grpSpLocks/>
          </p:cNvGrpSpPr>
          <p:nvPr/>
        </p:nvGrpSpPr>
        <p:grpSpPr bwMode="auto">
          <a:xfrm>
            <a:off x="2959100" y="2428875"/>
            <a:ext cx="2090738" cy="2657475"/>
            <a:chOff x="3299147" y="2109572"/>
            <a:chExt cx="2090172" cy="2657300"/>
          </a:xfrm>
        </p:grpSpPr>
        <p:sp>
          <p:nvSpPr>
            <p:cNvPr id="8" name="Title 1"/>
            <p:cNvSpPr txBox="1">
              <a:spLocks/>
            </p:cNvSpPr>
            <p:nvPr/>
          </p:nvSpPr>
          <p:spPr>
            <a:xfrm>
              <a:off x="3299147" y="3431873"/>
              <a:ext cx="1874330" cy="506379"/>
            </a:xfrm>
            <a:prstGeom prst="rect">
              <a:avLst/>
            </a:prstGeom>
            <a:noFill/>
            <a:effectLst/>
          </p:spPr>
          <p:txBody>
            <a:bodyPr anchor="ctr"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85800" fontAlgn="auto">
                <a:spcAft>
                  <a:spcPts val="0"/>
                </a:spcAft>
                <a:defRPr/>
              </a:pPr>
              <a:r>
                <a:rPr kumimoji="0" lang="zh-CN" altLang="en-US" sz="2400" b="1" spc="300" dirty="0" smtClean="0">
                  <a:solidFill>
                    <a:srgbClr val="292F39"/>
                  </a:solidFill>
                  <a:latin typeface="SimHei" pitchFamily="49" charset="-122"/>
                  <a:ea typeface="SimHei" pitchFamily="49" charset="-122"/>
                </a:rPr>
                <a:t>個人簡介</a:t>
              </a:r>
              <a:endParaRPr kumimoji="0" lang="zh-CN" altLang="en-US" sz="2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9" name="TextBox 91"/>
            <p:cNvSpPr txBox="1">
              <a:spLocks noChangeArrowheads="1"/>
            </p:cNvSpPr>
            <p:nvPr/>
          </p:nvSpPr>
          <p:spPr bwMode="auto">
            <a:xfrm>
              <a:off x="3524511" y="3863644"/>
              <a:ext cx="1864808" cy="3190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72308" tIns="36154" rIns="72308" bIns="36154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imHei" pitchFamily="49" charset="-122"/>
                  <a:ea typeface="SimHei" pitchFamily="49" charset="-122"/>
                  <a:cs typeface="+mn-ea"/>
                  <a:sym typeface="+mn-lt"/>
                </a:rPr>
                <a:t>Personal Profile</a:t>
              </a:r>
              <a:endParaRPr kumimoji="0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endParaRPr>
            </a:p>
          </p:txBody>
        </p:sp>
        <p:grpSp>
          <p:nvGrpSpPr>
            <p:cNvPr id="3105" name="组合 31"/>
            <p:cNvGrpSpPr>
              <a:grpSpLocks/>
            </p:cNvGrpSpPr>
            <p:nvPr/>
          </p:nvGrpSpPr>
          <p:grpSpPr bwMode="auto">
            <a:xfrm>
              <a:off x="3816621" y="2109572"/>
              <a:ext cx="839532" cy="839532"/>
              <a:chOff x="3791899" y="2109572"/>
              <a:chExt cx="839532" cy="839532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3791810" y="2109572"/>
                <a:ext cx="839561" cy="839733"/>
              </a:xfrm>
              <a:prstGeom prst="ellipse">
                <a:avLst/>
              </a:prstGeom>
              <a:solidFill>
                <a:srgbClr val="292F39"/>
              </a:solidFill>
              <a:ln w="38100">
                <a:noFill/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200" dirty="0">
                  <a:solidFill>
                    <a:srgbClr val="292F3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21" name="Title 1"/>
              <p:cNvSpPr txBox="1">
                <a:spLocks/>
              </p:cNvSpPr>
              <p:nvPr/>
            </p:nvSpPr>
            <p:spPr>
              <a:xfrm>
                <a:off x="3812442" y="2344507"/>
                <a:ext cx="798296" cy="363514"/>
              </a:xfrm>
              <a:prstGeom prst="rect">
                <a:avLst/>
              </a:prstGeom>
              <a:noFill/>
              <a:effectLst>
                <a:outerShdw blurRad="25400" dist="254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wrap="none" anchor="ctr"/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defTabSz="685800" fontAlgn="auto">
                  <a:spcAft>
                    <a:spcPts val="0"/>
                  </a:spcAft>
                  <a:defRPr/>
                </a:pPr>
                <a:r>
                  <a:rPr kumimoji="0" lang="en-US" altLang="zh-CN" sz="3600" dirty="0"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01</a:t>
                </a:r>
                <a:endParaRPr kumimoji="0" lang="en-US" sz="3600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cxnSp>
          <p:nvCxnSpPr>
            <p:cNvPr id="34" name="直接连接符 33"/>
            <p:cNvCxnSpPr/>
            <p:nvPr/>
          </p:nvCxnSpPr>
          <p:spPr>
            <a:xfrm>
              <a:off x="3930801" y="4766872"/>
              <a:ext cx="611023" cy="0"/>
            </a:xfrm>
            <a:prstGeom prst="line">
              <a:avLst/>
            </a:prstGeom>
            <a:ln w="28575">
              <a:solidFill>
                <a:srgbClr val="F465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9" name="组合 35"/>
          <p:cNvGrpSpPr>
            <a:grpSpLocks/>
          </p:cNvGrpSpPr>
          <p:nvPr/>
        </p:nvGrpSpPr>
        <p:grpSpPr bwMode="auto">
          <a:xfrm>
            <a:off x="5194300" y="2428875"/>
            <a:ext cx="2066925" cy="2657475"/>
            <a:chOff x="3299147" y="2109572"/>
            <a:chExt cx="2065925" cy="2657300"/>
          </a:xfrm>
        </p:grpSpPr>
        <p:sp>
          <p:nvSpPr>
            <p:cNvPr id="37" name="Title 1"/>
            <p:cNvSpPr txBox="1">
              <a:spLocks/>
            </p:cNvSpPr>
            <p:nvPr/>
          </p:nvSpPr>
          <p:spPr>
            <a:xfrm>
              <a:off x="3299147" y="3431873"/>
              <a:ext cx="1873931" cy="506379"/>
            </a:xfrm>
            <a:prstGeom prst="rect">
              <a:avLst/>
            </a:prstGeom>
            <a:noFill/>
            <a:effectLst/>
          </p:spPr>
          <p:txBody>
            <a:bodyPr anchor="ctr"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85800" fontAlgn="auto">
                <a:spcAft>
                  <a:spcPts val="0"/>
                </a:spcAft>
                <a:defRPr/>
              </a:pPr>
              <a:r>
                <a:rPr kumimoji="0" lang="zh-CN" altLang="en-US" sz="2400" b="1" spc="300" dirty="0" smtClean="0">
                  <a:solidFill>
                    <a:srgbClr val="292F39"/>
                  </a:solidFill>
                  <a:latin typeface="SimHei" pitchFamily="49" charset="-122"/>
                  <a:ea typeface="SimHei" pitchFamily="49" charset="-122"/>
                </a:rPr>
                <a:t>工作經歷</a:t>
              </a:r>
              <a:endParaRPr kumimoji="0" lang="zh-CN" altLang="en-US" sz="2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38" name="TextBox 91"/>
            <p:cNvSpPr txBox="1">
              <a:spLocks noChangeArrowheads="1"/>
            </p:cNvSpPr>
            <p:nvPr/>
          </p:nvSpPr>
          <p:spPr bwMode="auto">
            <a:xfrm>
              <a:off x="3497489" y="3863644"/>
              <a:ext cx="1867583" cy="3190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72308" tIns="36154" rIns="72308" bIns="36154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imHei" pitchFamily="49" charset="-122"/>
                  <a:ea typeface="SimHei" pitchFamily="49" charset="-122"/>
                  <a:cs typeface="+mn-ea"/>
                  <a:sym typeface="+mn-lt"/>
                </a:rPr>
                <a:t>Work Experience</a:t>
              </a:r>
              <a:endParaRPr kumimoji="0"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endParaRPr>
            </a:p>
          </p:txBody>
        </p:sp>
        <p:grpSp>
          <p:nvGrpSpPr>
            <p:cNvPr id="3099" name="组合 38"/>
            <p:cNvGrpSpPr>
              <a:grpSpLocks/>
            </p:cNvGrpSpPr>
            <p:nvPr/>
          </p:nvGrpSpPr>
          <p:grpSpPr bwMode="auto">
            <a:xfrm>
              <a:off x="3816621" y="2109572"/>
              <a:ext cx="839532" cy="839532"/>
              <a:chOff x="3791899" y="2109572"/>
              <a:chExt cx="839532" cy="839532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3791700" y="2109572"/>
                <a:ext cx="839382" cy="839733"/>
              </a:xfrm>
              <a:prstGeom prst="ellipse">
                <a:avLst/>
              </a:prstGeom>
              <a:solidFill>
                <a:srgbClr val="292F39"/>
              </a:solidFill>
              <a:ln w="38100">
                <a:noFill/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200" dirty="0">
                  <a:solidFill>
                    <a:srgbClr val="292F3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42" name="Title 1"/>
              <p:cNvSpPr txBox="1">
                <a:spLocks/>
              </p:cNvSpPr>
              <p:nvPr/>
            </p:nvSpPr>
            <p:spPr>
              <a:xfrm>
                <a:off x="3812328" y="2344507"/>
                <a:ext cx="798126" cy="363514"/>
              </a:xfrm>
              <a:prstGeom prst="rect">
                <a:avLst/>
              </a:prstGeom>
              <a:noFill/>
              <a:effectLst>
                <a:outerShdw blurRad="25400" dist="254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wrap="none" anchor="ctr"/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defTabSz="685800" fontAlgn="auto">
                  <a:spcAft>
                    <a:spcPts val="0"/>
                  </a:spcAft>
                  <a:defRPr/>
                </a:pPr>
                <a:r>
                  <a:rPr kumimoji="0" lang="en-US" altLang="zh-CN" sz="3600" dirty="0"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  <a:endParaRPr kumimoji="0" lang="en-US" sz="3600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>
              <a:off x="3930666" y="4766872"/>
              <a:ext cx="610892" cy="0"/>
            </a:xfrm>
            <a:prstGeom prst="line">
              <a:avLst/>
            </a:prstGeom>
            <a:ln w="28575">
              <a:solidFill>
                <a:srgbClr val="F465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80" name="组合 42"/>
          <p:cNvGrpSpPr>
            <a:grpSpLocks/>
          </p:cNvGrpSpPr>
          <p:nvPr/>
        </p:nvGrpSpPr>
        <p:grpSpPr bwMode="auto">
          <a:xfrm>
            <a:off x="7429500" y="2428875"/>
            <a:ext cx="1973263" cy="2657475"/>
            <a:chOff x="3299147" y="2109572"/>
            <a:chExt cx="1973444" cy="2657300"/>
          </a:xfrm>
        </p:grpSpPr>
        <p:sp>
          <p:nvSpPr>
            <p:cNvPr id="44" name="Title 1"/>
            <p:cNvSpPr txBox="1">
              <a:spLocks/>
            </p:cNvSpPr>
            <p:nvPr/>
          </p:nvSpPr>
          <p:spPr>
            <a:xfrm>
              <a:off x="3299147" y="3431873"/>
              <a:ext cx="1875010" cy="506379"/>
            </a:xfrm>
            <a:prstGeom prst="rect">
              <a:avLst/>
            </a:prstGeom>
            <a:noFill/>
            <a:effectLst/>
          </p:spPr>
          <p:txBody>
            <a:bodyPr anchor="ctr"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85800" fontAlgn="auto">
                <a:spcAft>
                  <a:spcPts val="0"/>
                </a:spcAft>
                <a:defRPr/>
              </a:pPr>
              <a:r>
                <a:rPr kumimoji="0" lang="zh-CN" altLang="en-US" sz="2400" b="1" spc="300" dirty="0" smtClean="0">
                  <a:solidFill>
                    <a:srgbClr val="292F39"/>
                  </a:solidFill>
                  <a:latin typeface="SimHei" pitchFamily="49" charset="-122"/>
                  <a:ea typeface="SimHei" pitchFamily="49" charset="-122"/>
                </a:rPr>
                <a:t>過往業績</a:t>
              </a:r>
              <a:endParaRPr kumimoji="0" lang="zh-CN" altLang="en-US" sz="2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45" name="TextBox 91"/>
            <p:cNvSpPr txBox="1">
              <a:spLocks noChangeArrowheads="1"/>
            </p:cNvSpPr>
            <p:nvPr/>
          </p:nvSpPr>
          <p:spPr bwMode="auto">
            <a:xfrm>
              <a:off x="3497603" y="3863644"/>
              <a:ext cx="1774988" cy="3190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72308" tIns="36154" rIns="72308" bIns="36154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imHei" pitchFamily="49" charset="-122"/>
                  <a:ea typeface="SimHei" pitchFamily="49" charset="-122"/>
                  <a:cs typeface="+mn-ea"/>
                  <a:sym typeface="+mn-lt"/>
                </a:rPr>
                <a:t>Past Performance</a:t>
              </a:r>
              <a:endParaRPr kumimoji="0"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endParaRPr>
            </a:p>
          </p:txBody>
        </p:sp>
        <p:grpSp>
          <p:nvGrpSpPr>
            <p:cNvPr id="3093" name="组合 45"/>
            <p:cNvGrpSpPr>
              <a:grpSpLocks/>
            </p:cNvGrpSpPr>
            <p:nvPr/>
          </p:nvGrpSpPr>
          <p:grpSpPr bwMode="auto">
            <a:xfrm>
              <a:off x="3816621" y="2109572"/>
              <a:ext cx="839532" cy="839532"/>
              <a:chOff x="3791899" y="2109572"/>
              <a:chExt cx="839532" cy="839532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3791997" y="2109572"/>
                <a:ext cx="839865" cy="839733"/>
              </a:xfrm>
              <a:prstGeom prst="ellipse">
                <a:avLst/>
              </a:prstGeom>
              <a:solidFill>
                <a:srgbClr val="292F39"/>
              </a:solidFill>
              <a:ln w="38100">
                <a:noFill/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200" dirty="0">
                  <a:solidFill>
                    <a:srgbClr val="292F3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49" name="Title 1"/>
              <p:cNvSpPr txBox="1">
                <a:spLocks/>
              </p:cNvSpPr>
              <p:nvPr/>
            </p:nvSpPr>
            <p:spPr>
              <a:xfrm>
                <a:off x="3812637" y="2344507"/>
                <a:ext cx="798585" cy="363514"/>
              </a:xfrm>
              <a:prstGeom prst="rect">
                <a:avLst/>
              </a:prstGeom>
              <a:noFill/>
              <a:effectLst>
                <a:outerShdw blurRad="25400" dist="254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wrap="none" anchor="ctr"/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defTabSz="685800" fontAlgn="auto">
                  <a:spcAft>
                    <a:spcPts val="0"/>
                  </a:spcAft>
                  <a:defRPr/>
                </a:pPr>
                <a:r>
                  <a:rPr kumimoji="0" lang="en-US" altLang="zh-CN" sz="3600" dirty="0"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03</a:t>
                </a:r>
                <a:endParaRPr kumimoji="0" lang="en-US" sz="3600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cxnSp>
          <p:nvCxnSpPr>
            <p:cNvPr id="47" name="直接连接符 46"/>
            <p:cNvCxnSpPr/>
            <p:nvPr/>
          </p:nvCxnSpPr>
          <p:spPr>
            <a:xfrm>
              <a:off x="3931030" y="4766872"/>
              <a:ext cx="611244" cy="0"/>
            </a:xfrm>
            <a:prstGeom prst="line">
              <a:avLst/>
            </a:prstGeom>
            <a:ln w="28575">
              <a:solidFill>
                <a:srgbClr val="F465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81" name="组合 49"/>
          <p:cNvGrpSpPr>
            <a:grpSpLocks/>
          </p:cNvGrpSpPr>
          <p:nvPr/>
        </p:nvGrpSpPr>
        <p:grpSpPr bwMode="auto">
          <a:xfrm>
            <a:off x="9664700" y="2428875"/>
            <a:ext cx="1922463" cy="2657475"/>
            <a:chOff x="3299147" y="2109572"/>
            <a:chExt cx="1921887" cy="2657300"/>
          </a:xfrm>
        </p:grpSpPr>
        <p:sp>
          <p:nvSpPr>
            <p:cNvPr id="51" name="Title 1"/>
            <p:cNvSpPr txBox="1">
              <a:spLocks/>
            </p:cNvSpPr>
            <p:nvPr/>
          </p:nvSpPr>
          <p:spPr>
            <a:xfrm>
              <a:off x="3299147" y="3431873"/>
              <a:ext cx="1874276" cy="506379"/>
            </a:xfrm>
            <a:prstGeom prst="rect">
              <a:avLst/>
            </a:prstGeom>
            <a:noFill/>
            <a:effectLst/>
          </p:spPr>
          <p:txBody>
            <a:bodyPr anchor="ctr"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685800" fontAlgn="auto">
                <a:spcAft>
                  <a:spcPts val="0"/>
                </a:spcAft>
                <a:defRPr/>
              </a:pPr>
              <a:r>
                <a:rPr kumimoji="0" lang="zh-CN" altLang="en-US" sz="2400" b="1" spc="300" dirty="0" smtClean="0">
                  <a:solidFill>
                    <a:srgbClr val="292F39"/>
                  </a:solidFill>
                  <a:latin typeface="SimHei" pitchFamily="49" charset="-122"/>
                  <a:ea typeface="SimHei" pitchFamily="49" charset="-122"/>
                </a:rPr>
                <a:t>職涯規劃</a:t>
              </a:r>
              <a:endParaRPr kumimoji="0" lang="zh-CN" altLang="en-US" sz="2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52" name="TextBox 91"/>
            <p:cNvSpPr txBox="1">
              <a:spLocks noChangeArrowheads="1"/>
            </p:cNvSpPr>
            <p:nvPr/>
          </p:nvSpPr>
          <p:spPr bwMode="auto">
            <a:xfrm>
              <a:off x="3488003" y="3863644"/>
              <a:ext cx="1733031" cy="3190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72308" tIns="36154" rIns="72308" bIns="36154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imHei" pitchFamily="49" charset="-122"/>
                  <a:ea typeface="SimHei" pitchFamily="49" charset="-122"/>
                  <a:cs typeface="+mn-ea"/>
                  <a:sym typeface="+mn-lt"/>
                </a:rPr>
                <a:t>Career Planning</a:t>
              </a:r>
              <a:endParaRPr kumimoji="0"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endParaRPr>
            </a:p>
          </p:txBody>
        </p:sp>
        <p:grpSp>
          <p:nvGrpSpPr>
            <p:cNvPr id="3087" name="组合 52"/>
            <p:cNvGrpSpPr>
              <a:grpSpLocks/>
            </p:cNvGrpSpPr>
            <p:nvPr/>
          </p:nvGrpSpPr>
          <p:grpSpPr bwMode="auto">
            <a:xfrm>
              <a:off x="3816621" y="2109572"/>
              <a:ext cx="839532" cy="839532"/>
              <a:chOff x="3791899" y="2109572"/>
              <a:chExt cx="839532" cy="839532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3791795" y="2109572"/>
                <a:ext cx="839536" cy="839733"/>
              </a:xfrm>
              <a:prstGeom prst="ellipse">
                <a:avLst/>
              </a:prstGeom>
              <a:solidFill>
                <a:srgbClr val="292F39"/>
              </a:solidFill>
              <a:ln w="38100">
                <a:noFill/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200" dirty="0">
                  <a:solidFill>
                    <a:srgbClr val="292F39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6" name="Title 1"/>
              <p:cNvSpPr txBox="1">
                <a:spLocks/>
              </p:cNvSpPr>
              <p:nvPr/>
            </p:nvSpPr>
            <p:spPr>
              <a:xfrm>
                <a:off x="3812427" y="2344507"/>
                <a:ext cx="798272" cy="363514"/>
              </a:xfrm>
              <a:prstGeom prst="rect">
                <a:avLst/>
              </a:prstGeom>
              <a:noFill/>
              <a:effectLst>
                <a:outerShdw blurRad="25400" dist="254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wrap="none" anchor="ctr"/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defTabSz="685800" fontAlgn="auto">
                  <a:spcAft>
                    <a:spcPts val="0"/>
                  </a:spcAft>
                  <a:defRPr/>
                </a:pPr>
                <a:r>
                  <a:rPr kumimoji="0" lang="en-US" altLang="zh-CN" sz="3600" dirty="0"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04</a:t>
                </a:r>
                <a:endParaRPr kumimoji="0" lang="en-US" sz="3600" dirty="0"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cxnSp>
          <p:nvCxnSpPr>
            <p:cNvPr id="54" name="直接连接符 53"/>
            <p:cNvCxnSpPr/>
            <p:nvPr/>
          </p:nvCxnSpPr>
          <p:spPr>
            <a:xfrm>
              <a:off x="3930783" y="4766872"/>
              <a:ext cx="611005" cy="0"/>
            </a:xfrm>
            <a:prstGeom prst="line">
              <a:avLst/>
            </a:prstGeom>
            <a:ln w="28575">
              <a:solidFill>
                <a:srgbClr val="F465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连接符 57"/>
          <p:cNvCxnSpPr/>
          <p:nvPr/>
        </p:nvCxnSpPr>
        <p:spPr>
          <a:xfrm>
            <a:off x="4968875" y="2218545"/>
            <a:ext cx="0" cy="3043003"/>
          </a:xfrm>
          <a:prstGeom prst="line">
            <a:avLst/>
          </a:prstGeom>
          <a:ln>
            <a:gradFill>
              <a:gsLst>
                <a:gs pos="50000">
                  <a:srgbClr val="292F39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7186613" y="2218545"/>
            <a:ext cx="0" cy="3043003"/>
          </a:xfrm>
          <a:prstGeom prst="line">
            <a:avLst/>
          </a:prstGeom>
          <a:ln>
            <a:gradFill>
              <a:gsLst>
                <a:gs pos="50000">
                  <a:srgbClr val="292F39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9436100" y="2218545"/>
            <a:ext cx="0" cy="3043003"/>
          </a:xfrm>
          <a:prstGeom prst="line">
            <a:avLst/>
          </a:prstGeom>
          <a:ln>
            <a:gradFill>
              <a:gsLst>
                <a:gs pos="50000">
                  <a:srgbClr val="292F39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996950" y="1365250"/>
            <a:ext cx="3117850" cy="4167188"/>
          </a:xfrm>
          <a:prstGeom prst="roundRect">
            <a:avLst>
              <a:gd name="adj" fmla="val 8013"/>
            </a:avLst>
          </a:pr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267200" y="1365250"/>
            <a:ext cx="6397625" cy="4167188"/>
          </a:xfrm>
          <a:custGeom>
            <a:avLst/>
            <a:gdLst>
              <a:gd name="connsiteX0" fmla="*/ 273956 w 6397520"/>
              <a:gd name="connsiteY0" fmla="*/ 0 h 4167265"/>
              <a:gd name="connsiteX1" fmla="*/ 6397520 w 6397520"/>
              <a:gd name="connsiteY1" fmla="*/ 0 h 4167265"/>
              <a:gd name="connsiteX2" fmla="*/ 6397520 w 6397520"/>
              <a:gd name="connsiteY2" fmla="*/ 4167265 h 4167265"/>
              <a:gd name="connsiteX3" fmla="*/ 273956 w 6397520"/>
              <a:gd name="connsiteY3" fmla="*/ 4167265 h 4167265"/>
              <a:gd name="connsiteX4" fmla="*/ 0 w 6397520"/>
              <a:gd name="connsiteY4" fmla="*/ 3893309 h 4167265"/>
              <a:gd name="connsiteX5" fmla="*/ 0 w 6397520"/>
              <a:gd name="connsiteY5" fmla="*/ 273956 h 4167265"/>
              <a:gd name="connsiteX6" fmla="*/ 273956 w 6397520"/>
              <a:gd name="connsiteY6" fmla="*/ 0 h 41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97520" h="4167265">
                <a:moveTo>
                  <a:pt x="273956" y="0"/>
                </a:moveTo>
                <a:lnTo>
                  <a:pt x="6397520" y="0"/>
                </a:lnTo>
                <a:lnTo>
                  <a:pt x="6397520" y="4167265"/>
                </a:lnTo>
                <a:lnTo>
                  <a:pt x="273956" y="4167265"/>
                </a:lnTo>
                <a:cubicBezTo>
                  <a:pt x="122654" y="4167265"/>
                  <a:pt x="0" y="4044611"/>
                  <a:pt x="0" y="3893309"/>
                </a:cubicBezTo>
                <a:lnTo>
                  <a:pt x="0" y="273956"/>
                </a:lnTo>
                <a:cubicBezTo>
                  <a:pt x="0" y="122654"/>
                  <a:pt x="122654" y="0"/>
                  <a:pt x="273956" y="0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15465" y="1365121"/>
            <a:ext cx="2175776" cy="4167265"/>
          </a:xfrm>
          <a:prstGeom prst="rect">
            <a:avLst/>
          </a:prstGeom>
          <a:blipFill dpi="0" rotWithShape="1">
            <a:blip r:embed="rId3" cstate="print">
              <a:extLst/>
            </a:blip>
            <a:srcRect/>
            <a:stretch>
              <a:fillRect l="-185811" r="-1485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0" name="TextBox 48"/>
          <p:cNvSpPr txBox="1"/>
          <p:nvPr/>
        </p:nvSpPr>
        <p:spPr>
          <a:xfrm>
            <a:off x="4697413" y="2695575"/>
            <a:ext cx="3243262" cy="68580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000" b="1" spc="6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個人簡介</a:t>
            </a:r>
          </a:p>
        </p:txBody>
      </p:sp>
      <p:sp>
        <p:nvSpPr>
          <p:cNvPr id="4104" name="TextBox 13"/>
          <p:cNvSpPr txBox="1">
            <a:spLocks noChangeArrowheads="1"/>
          </p:cNvSpPr>
          <p:nvPr/>
        </p:nvSpPr>
        <p:spPr bwMode="auto">
          <a:xfrm>
            <a:off x="4948238" y="3535363"/>
            <a:ext cx="1109662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基本信息</a:t>
            </a:r>
          </a:p>
        </p:txBody>
      </p:sp>
      <p:sp>
        <p:nvSpPr>
          <p:cNvPr id="4105" name="TextBox 14"/>
          <p:cNvSpPr txBox="1">
            <a:spLocks noChangeArrowheads="1"/>
          </p:cNvSpPr>
          <p:nvPr/>
        </p:nvSpPr>
        <p:spPr bwMode="auto">
          <a:xfrm>
            <a:off x="6126163" y="3535363"/>
            <a:ext cx="107473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個人履歷</a:t>
            </a:r>
          </a:p>
        </p:txBody>
      </p:sp>
      <p:sp>
        <p:nvSpPr>
          <p:cNvPr id="4106" name="Freeform 16"/>
          <p:cNvSpPr>
            <a:spLocks/>
          </p:cNvSpPr>
          <p:nvPr/>
        </p:nvSpPr>
        <p:spPr bwMode="auto">
          <a:xfrm>
            <a:off x="4811713" y="3616325"/>
            <a:ext cx="142875" cy="115888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07" name="Freeform 16"/>
          <p:cNvSpPr>
            <a:spLocks/>
          </p:cNvSpPr>
          <p:nvPr/>
        </p:nvSpPr>
        <p:spPr bwMode="auto">
          <a:xfrm>
            <a:off x="5989638" y="3616325"/>
            <a:ext cx="142875" cy="115888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Box 48"/>
          <p:cNvSpPr txBox="1"/>
          <p:nvPr/>
        </p:nvSpPr>
        <p:spPr>
          <a:xfrm>
            <a:off x="1671638" y="2025650"/>
            <a:ext cx="1811337" cy="108585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6600" spc="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01</a:t>
            </a:r>
            <a:endParaRPr kumimoji="0" lang="en-GB" altLang="zh-CN" sz="6600" spc="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406650" y="3386138"/>
            <a:ext cx="274638" cy="274637"/>
          </a:xfrm>
          <a:custGeom>
            <a:avLst/>
            <a:gdLst>
              <a:gd name="connsiteX0" fmla="*/ 92158 w 353350"/>
              <a:gd name="connsiteY0" fmla="*/ 140861 h 353350"/>
              <a:gd name="connsiteX1" fmla="*/ 176675 w 353350"/>
              <a:gd name="connsiteY1" fmla="*/ 241543 h 353350"/>
              <a:gd name="connsiteX2" fmla="*/ 261192 w 353350"/>
              <a:gd name="connsiteY2" fmla="*/ 140861 h 353350"/>
              <a:gd name="connsiteX3" fmla="*/ 176675 w 353350"/>
              <a:gd name="connsiteY3" fmla="*/ 0 h 353350"/>
              <a:gd name="connsiteX4" fmla="*/ 353350 w 353350"/>
              <a:gd name="connsiteY4" fmla="*/ 176675 h 353350"/>
              <a:gd name="connsiteX5" fmla="*/ 176675 w 353350"/>
              <a:gd name="connsiteY5" fmla="*/ 353350 h 353350"/>
              <a:gd name="connsiteX6" fmla="*/ 0 w 353350"/>
              <a:gd name="connsiteY6" fmla="*/ 176675 h 353350"/>
              <a:gd name="connsiteX7" fmla="*/ 176675 w 353350"/>
              <a:gd name="connsiteY7" fmla="*/ 0 h 35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350" h="353350">
                <a:moveTo>
                  <a:pt x="92158" y="140861"/>
                </a:moveTo>
                <a:lnTo>
                  <a:pt x="176675" y="241543"/>
                </a:lnTo>
                <a:lnTo>
                  <a:pt x="261192" y="140861"/>
                </a:lnTo>
                <a:close/>
                <a:moveTo>
                  <a:pt x="176675" y="0"/>
                </a:moveTo>
                <a:cubicBezTo>
                  <a:pt x="274250" y="0"/>
                  <a:pt x="353350" y="79100"/>
                  <a:pt x="353350" y="176675"/>
                </a:cubicBezTo>
                <a:cubicBezTo>
                  <a:pt x="353350" y="274250"/>
                  <a:pt x="274250" y="353350"/>
                  <a:pt x="176675" y="353350"/>
                </a:cubicBezTo>
                <a:cubicBezTo>
                  <a:pt x="79100" y="353350"/>
                  <a:pt x="0" y="274250"/>
                  <a:pt x="0" y="176675"/>
                </a:cubicBezTo>
                <a:cubicBezTo>
                  <a:pt x="0" y="79100"/>
                  <a:pt x="79100" y="0"/>
                  <a:pt x="176675" y="0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4110" name="矩形 29"/>
          <p:cNvSpPr>
            <a:spLocks noChangeArrowheads="1"/>
          </p:cNvSpPr>
          <p:nvPr/>
        </p:nvSpPr>
        <p:spPr bwMode="auto">
          <a:xfrm>
            <a:off x="1320800" y="4445000"/>
            <a:ext cx="2451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kumimoji="0" lang="en-US" altLang="zh-CN" sz="3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  <a:sym typeface="+mn-lt"/>
              </a:rPr>
              <a:t>Part One</a:t>
            </a: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4659313" y="4057650"/>
            <a:ext cx="4068762" cy="677863"/>
          </a:xfrm>
          <a:prstGeom prst="rect">
            <a:avLst/>
          </a:prstGeom>
          <a:noFill/>
          <a:ln>
            <a:noFill/>
          </a:ln>
          <a:extLst/>
        </p:spPr>
        <p:txBody>
          <a:bodyPr lIns="121909" tIns="60954" rIns="121909" bIns="60954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2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本人性格活潑、開朗、有親和力，善於與人溝通，表達能力強，能認真對待自己的工作崗位，吃苦耐勞，認真細心。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1549400" y="4171950"/>
            <a:ext cx="2011363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13" name="组合 41"/>
          <p:cNvGrpSpPr>
            <a:grpSpLocks/>
          </p:cNvGrpSpPr>
          <p:nvPr/>
        </p:nvGrpSpPr>
        <p:grpSpPr bwMode="auto">
          <a:xfrm>
            <a:off x="3830638" y="3205163"/>
            <a:ext cx="654050" cy="654050"/>
            <a:chOff x="4078923" y="3112851"/>
            <a:chExt cx="653586" cy="653586"/>
          </a:xfrm>
        </p:grpSpPr>
        <p:sp>
          <p:nvSpPr>
            <p:cNvPr id="43" name="椭圆 42"/>
            <p:cNvSpPr/>
            <p:nvPr/>
          </p:nvSpPr>
          <p:spPr>
            <a:xfrm>
              <a:off x="4078923" y="3112851"/>
              <a:ext cx="653586" cy="653586"/>
            </a:xfrm>
            <a:prstGeom prst="ellips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116" name="Freeform 135"/>
            <p:cNvSpPr>
              <a:spLocks noEditPoints="1"/>
            </p:cNvSpPr>
            <p:nvPr/>
          </p:nvSpPr>
          <p:spPr bwMode="auto">
            <a:xfrm>
              <a:off x="4254474" y="3237278"/>
              <a:ext cx="302484" cy="404732"/>
            </a:xfrm>
            <a:custGeom>
              <a:avLst/>
              <a:gdLst>
                <a:gd name="T0" fmla="*/ 2147483647 w 428"/>
                <a:gd name="T1" fmla="*/ 2147483647 h 571"/>
                <a:gd name="T2" fmla="*/ 2147483647 w 428"/>
                <a:gd name="T3" fmla="*/ 2147483647 h 571"/>
                <a:gd name="T4" fmla="*/ 2147483647 w 428"/>
                <a:gd name="T5" fmla="*/ 2147483647 h 571"/>
                <a:gd name="T6" fmla="*/ 2147483647 w 428"/>
                <a:gd name="T7" fmla="*/ 2147483647 h 571"/>
                <a:gd name="T8" fmla="*/ 2147483647 w 428"/>
                <a:gd name="T9" fmla="*/ 2147483647 h 571"/>
                <a:gd name="T10" fmla="*/ 2147483647 w 428"/>
                <a:gd name="T11" fmla="*/ 2147483647 h 571"/>
                <a:gd name="T12" fmla="*/ 2147483647 w 428"/>
                <a:gd name="T13" fmla="*/ 2147483647 h 571"/>
                <a:gd name="T14" fmla="*/ 2147483647 w 428"/>
                <a:gd name="T15" fmla="*/ 2147483647 h 571"/>
                <a:gd name="T16" fmla="*/ 2147483647 w 428"/>
                <a:gd name="T17" fmla="*/ 2147483647 h 571"/>
                <a:gd name="T18" fmla="*/ 2147483647 w 428"/>
                <a:gd name="T19" fmla="*/ 2147483647 h 571"/>
                <a:gd name="T20" fmla="*/ 2147483647 w 428"/>
                <a:gd name="T21" fmla="*/ 2147483647 h 571"/>
                <a:gd name="T22" fmla="*/ 2147483647 w 428"/>
                <a:gd name="T23" fmla="*/ 2147483647 h 571"/>
                <a:gd name="T24" fmla="*/ 2147483647 w 428"/>
                <a:gd name="T25" fmla="*/ 2147483647 h 571"/>
                <a:gd name="T26" fmla="*/ 2147483647 w 428"/>
                <a:gd name="T27" fmla="*/ 2147483647 h 571"/>
                <a:gd name="T28" fmla="*/ 2147483647 w 428"/>
                <a:gd name="T29" fmla="*/ 2147483647 h 571"/>
                <a:gd name="T30" fmla="*/ 0 w 428"/>
                <a:gd name="T31" fmla="*/ 2147483647 h 571"/>
                <a:gd name="T32" fmla="*/ 2147483647 w 428"/>
                <a:gd name="T33" fmla="*/ 2147483647 h 571"/>
                <a:gd name="T34" fmla="*/ 2147483647 w 428"/>
                <a:gd name="T35" fmla="*/ 2147483647 h 571"/>
                <a:gd name="T36" fmla="*/ 2147483647 w 428"/>
                <a:gd name="T37" fmla="*/ 2147483647 h 571"/>
                <a:gd name="T38" fmla="*/ 2147483647 w 428"/>
                <a:gd name="T39" fmla="*/ 2147483647 h 571"/>
                <a:gd name="T40" fmla="*/ 2147483647 w 428"/>
                <a:gd name="T41" fmla="*/ 2147483647 h 571"/>
                <a:gd name="T42" fmla="*/ 2147483647 w 428"/>
                <a:gd name="T43" fmla="*/ 2147483647 h 571"/>
                <a:gd name="T44" fmla="*/ 2147483647 w 428"/>
                <a:gd name="T45" fmla="*/ 2147483647 h 571"/>
                <a:gd name="T46" fmla="*/ 2147483647 w 428"/>
                <a:gd name="T47" fmla="*/ 2147483647 h 571"/>
                <a:gd name="T48" fmla="*/ 2147483647 w 428"/>
                <a:gd name="T49" fmla="*/ 2147483647 h 571"/>
                <a:gd name="T50" fmla="*/ 2147483647 w 428"/>
                <a:gd name="T51" fmla="*/ 2147483647 h 571"/>
                <a:gd name="T52" fmla="*/ 2147483647 w 428"/>
                <a:gd name="T53" fmla="*/ 2147483647 h 571"/>
                <a:gd name="T54" fmla="*/ 2147483647 w 428"/>
                <a:gd name="T55" fmla="*/ 2147483647 h 571"/>
                <a:gd name="T56" fmla="*/ 2147483647 w 428"/>
                <a:gd name="T57" fmla="*/ 2147483647 h 571"/>
                <a:gd name="T58" fmla="*/ 2147483647 w 428"/>
                <a:gd name="T59" fmla="*/ 2147483647 h 571"/>
                <a:gd name="T60" fmla="*/ 2147483647 w 428"/>
                <a:gd name="T61" fmla="*/ 2147483647 h 571"/>
                <a:gd name="T62" fmla="*/ 2147483647 w 428"/>
                <a:gd name="T63" fmla="*/ 2147483647 h 571"/>
                <a:gd name="T64" fmla="*/ 2147483647 w 428"/>
                <a:gd name="T65" fmla="*/ 2147483647 h 571"/>
                <a:gd name="T66" fmla="*/ 2147483647 w 428"/>
                <a:gd name="T67" fmla="*/ 2147483647 h 571"/>
                <a:gd name="T68" fmla="*/ 2147483647 w 428"/>
                <a:gd name="T69" fmla="*/ 2147483647 h 571"/>
                <a:gd name="T70" fmla="*/ 2147483647 w 428"/>
                <a:gd name="T71" fmla="*/ 2147483647 h 571"/>
                <a:gd name="T72" fmla="*/ 2147483647 w 428"/>
                <a:gd name="T73" fmla="*/ 2147483647 h 571"/>
                <a:gd name="T74" fmla="*/ 2147483647 w 428"/>
                <a:gd name="T75" fmla="*/ 2147483647 h 571"/>
                <a:gd name="T76" fmla="*/ 2147483647 w 428"/>
                <a:gd name="T77" fmla="*/ 2147483647 h 571"/>
                <a:gd name="T78" fmla="*/ 2147483647 w 428"/>
                <a:gd name="T79" fmla="*/ 2147483647 h 571"/>
                <a:gd name="T80" fmla="*/ 2147483647 w 428"/>
                <a:gd name="T81" fmla="*/ 2147483647 h 571"/>
                <a:gd name="T82" fmla="*/ 2147483647 w 428"/>
                <a:gd name="T83" fmla="*/ 2147483647 h 571"/>
                <a:gd name="T84" fmla="*/ 2147483647 w 428"/>
                <a:gd name="T85" fmla="*/ 2147483647 h 571"/>
                <a:gd name="T86" fmla="*/ 2147483647 w 428"/>
                <a:gd name="T87" fmla="*/ 2147483647 h 571"/>
                <a:gd name="T88" fmla="*/ 2147483647 w 428"/>
                <a:gd name="T89" fmla="*/ 2147483647 h 571"/>
                <a:gd name="T90" fmla="*/ 2147483647 w 428"/>
                <a:gd name="T91" fmla="*/ 2147483647 h 571"/>
                <a:gd name="T92" fmla="*/ 2147483647 w 428"/>
                <a:gd name="T93" fmla="*/ 2147483647 h 571"/>
                <a:gd name="T94" fmla="*/ 2147483647 w 428"/>
                <a:gd name="T95" fmla="*/ 2147483647 h 571"/>
                <a:gd name="T96" fmla="*/ 2147483647 w 428"/>
                <a:gd name="T97" fmla="*/ 2147483647 h 571"/>
                <a:gd name="T98" fmla="*/ 2147483647 w 428"/>
                <a:gd name="T99" fmla="*/ 2147483647 h 571"/>
                <a:gd name="T100" fmla="*/ 2147483647 w 428"/>
                <a:gd name="T101" fmla="*/ 2147483647 h 5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8"/>
                <a:gd name="T154" fmla="*/ 0 h 571"/>
                <a:gd name="T155" fmla="*/ 428 w 428"/>
                <a:gd name="T156" fmla="*/ 571 h 5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8" h="571">
                  <a:moveTo>
                    <a:pt x="376" y="290"/>
                  </a:moveTo>
                  <a:lnTo>
                    <a:pt x="285" y="382"/>
                  </a:lnTo>
                  <a:lnTo>
                    <a:pt x="212" y="455"/>
                  </a:lnTo>
                  <a:lnTo>
                    <a:pt x="193" y="472"/>
                  </a:lnTo>
                  <a:lnTo>
                    <a:pt x="189" y="477"/>
                  </a:lnTo>
                  <a:lnTo>
                    <a:pt x="183" y="482"/>
                  </a:lnTo>
                  <a:lnTo>
                    <a:pt x="177" y="485"/>
                  </a:lnTo>
                  <a:lnTo>
                    <a:pt x="171" y="487"/>
                  </a:lnTo>
                  <a:lnTo>
                    <a:pt x="165" y="490"/>
                  </a:lnTo>
                  <a:lnTo>
                    <a:pt x="159" y="491"/>
                  </a:lnTo>
                  <a:lnTo>
                    <a:pt x="152" y="492"/>
                  </a:lnTo>
                  <a:lnTo>
                    <a:pt x="146" y="492"/>
                  </a:lnTo>
                  <a:lnTo>
                    <a:pt x="139" y="492"/>
                  </a:lnTo>
                  <a:lnTo>
                    <a:pt x="133" y="491"/>
                  </a:lnTo>
                  <a:lnTo>
                    <a:pt x="126" y="490"/>
                  </a:lnTo>
                  <a:lnTo>
                    <a:pt x="120" y="487"/>
                  </a:lnTo>
                  <a:lnTo>
                    <a:pt x="115" y="485"/>
                  </a:lnTo>
                  <a:lnTo>
                    <a:pt x="109" y="482"/>
                  </a:lnTo>
                  <a:lnTo>
                    <a:pt x="103" y="477"/>
                  </a:lnTo>
                  <a:lnTo>
                    <a:pt x="98" y="472"/>
                  </a:lnTo>
                  <a:lnTo>
                    <a:pt x="93" y="467"/>
                  </a:lnTo>
                  <a:lnTo>
                    <a:pt x="90" y="462"/>
                  </a:lnTo>
                  <a:lnTo>
                    <a:pt x="86" y="456"/>
                  </a:lnTo>
                  <a:lnTo>
                    <a:pt x="83" y="450"/>
                  </a:lnTo>
                  <a:lnTo>
                    <a:pt x="81" y="444"/>
                  </a:lnTo>
                  <a:lnTo>
                    <a:pt x="79" y="438"/>
                  </a:lnTo>
                  <a:lnTo>
                    <a:pt x="78" y="431"/>
                  </a:lnTo>
                  <a:lnTo>
                    <a:pt x="78" y="425"/>
                  </a:lnTo>
                  <a:lnTo>
                    <a:pt x="78" y="418"/>
                  </a:lnTo>
                  <a:lnTo>
                    <a:pt x="79" y="412"/>
                  </a:lnTo>
                  <a:lnTo>
                    <a:pt x="81" y="405"/>
                  </a:lnTo>
                  <a:lnTo>
                    <a:pt x="83" y="399"/>
                  </a:lnTo>
                  <a:lnTo>
                    <a:pt x="86" y="394"/>
                  </a:lnTo>
                  <a:lnTo>
                    <a:pt x="90" y="388"/>
                  </a:lnTo>
                  <a:lnTo>
                    <a:pt x="93" y="382"/>
                  </a:lnTo>
                  <a:lnTo>
                    <a:pt x="98" y="377"/>
                  </a:lnTo>
                  <a:lnTo>
                    <a:pt x="189" y="287"/>
                  </a:lnTo>
                  <a:lnTo>
                    <a:pt x="197" y="280"/>
                  </a:lnTo>
                  <a:lnTo>
                    <a:pt x="206" y="274"/>
                  </a:lnTo>
                  <a:lnTo>
                    <a:pt x="216" y="270"/>
                  </a:lnTo>
                  <a:lnTo>
                    <a:pt x="226" y="268"/>
                  </a:lnTo>
                  <a:lnTo>
                    <a:pt x="294" y="200"/>
                  </a:lnTo>
                  <a:lnTo>
                    <a:pt x="280" y="194"/>
                  </a:lnTo>
                  <a:lnTo>
                    <a:pt x="266" y="190"/>
                  </a:lnTo>
                  <a:lnTo>
                    <a:pt x="251" y="188"/>
                  </a:lnTo>
                  <a:lnTo>
                    <a:pt x="237" y="188"/>
                  </a:lnTo>
                  <a:lnTo>
                    <a:pt x="223" y="188"/>
                  </a:lnTo>
                  <a:lnTo>
                    <a:pt x="208" y="190"/>
                  </a:lnTo>
                  <a:lnTo>
                    <a:pt x="194" y="194"/>
                  </a:lnTo>
                  <a:lnTo>
                    <a:pt x="181" y="199"/>
                  </a:lnTo>
                  <a:lnTo>
                    <a:pt x="169" y="205"/>
                  </a:lnTo>
                  <a:lnTo>
                    <a:pt x="156" y="212"/>
                  </a:lnTo>
                  <a:lnTo>
                    <a:pt x="144" y="221"/>
                  </a:lnTo>
                  <a:lnTo>
                    <a:pt x="132" y="230"/>
                  </a:lnTo>
                  <a:lnTo>
                    <a:pt x="42" y="321"/>
                  </a:lnTo>
                  <a:lnTo>
                    <a:pt x="32" y="332"/>
                  </a:lnTo>
                  <a:lnTo>
                    <a:pt x="23" y="344"/>
                  </a:lnTo>
                  <a:lnTo>
                    <a:pt x="16" y="356"/>
                  </a:lnTo>
                  <a:lnTo>
                    <a:pt x="10" y="370"/>
                  </a:lnTo>
                  <a:lnTo>
                    <a:pt x="5" y="383"/>
                  </a:lnTo>
                  <a:lnTo>
                    <a:pt x="2" y="397"/>
                  </a:lnTo>
                  <a:lnTo>
                    <a:pt x="0" y="411"/>
                  </a:lnTo>
                  <a:lnTo>
                    <a:pt x="0" y="425"/>
                  </a:lnTo>
                  <a:lnTo>
                    <a:pt x="0" y="439"/>
                  </a:lnTo>
                  <a:lnTo>
                    <a:pt x="2" y="452"/>
                  </a:lnTo>
                  <a:lnTo>
                    <a:pt x="5" y="466"/>
                  </a:lnTo>
                  <a:lnTo>
                    <a:pt x="10" y="480"/>
                  </a:lnTo>
                  <a:lnTo>
                    <a:pt x="16" y="493"/>
                  </a:lnTo>
                  <a:lnTo>
                    <a:pt x="23" y="505"/>
                  </a:lnTo>
                  <a:lnTo>
                    <a:pt x="32" y="518"/>
                  </a:lnTo>
                  <a:lnTo>
                    <a:pt x="42" y="528"/>
                  </a:lnTo>
                  <a:lnTo>
                    <a:pt x="54" y="539"/>
                  </a:lnTo>
                  <a:lnTo>
                    <a:pt x="65" y="547"/>
                  </a:lnTo>
                  <a:lnTo>
                    <a:pt x="77" y="554"/>
                  </a:lnTo>
                  <a:lnTo>
                    <a:pt x="91" y="560"/>
                  </a:lnTo>
                  <a:lnTo>
                    <a:pt x="104" y="565"/>
                  </a:lnTo>
                  <a:lnTo>
                    <a:pt x="118" y="568"/>
                  </a:lnTo>
                  <a:lnTo>
                    <a:pt x="132" y="571"/>
                  </a:lnTo>
                  <a:lnTo>
                    <a:pt x="146" y="571"/>
                  </a:lnTo>
                  <a:lnTo>
                    <a:pt x="160" y="571"/>
                  </a:lnTo>
                  <a:lnTo>
                    <a:pt x="174" y="568"/>
                  </a:lnTo>
                  <a:lnTo>
                    <a:pt x="187" y="565"/>
                  </a:lnTo>
                  <a:lnTo>
                    <a:pt x="201" y="560"/>
                  </a:lnTo>
                  <a:lnTo>
                    <a:pt x="214" y="554"/>
                  </a:lnTo>
                  <a:lnTo>
                    <a:pt x="226" y="547"/>
                  </a:lnTo>
                  <a:lnTo>
                    <a:pt x="239" y="539"/>
                  </a:lnTo>
                  <a:lnTo>
                    <a:pt x="250" y="528"/>
                  </a:lnTo>
                  <a:lnTo>
                    <a:pt x="340" y="438"/>
                  </a:lnTo>
                  <a:lnTo>
                    <a:pt x="351" y="426"/>
                  </a:lnTo>
                  <a:lnTo>
                    <a:pt x="359" y="415"/>
                  </a:lnTo>
                  <a:lnTo>
                    <a:pt x="366" y="403"/>
                  </a:lnTo>
                  <a:lnTo>
                    <a:pt x="373" y="390"/>
                  </a:lnTo>
                  <a:lnTo>
                    <a:pt x="376" y="376"/>
                  </a:lnTo>
                  <a:lnTo>
                    <a:pt x="380" y="362"/>
                  </a:lnTo>
                  <a:lnTo>
                    <a:pt x="382" y="348"/>
                  </a:lnTo>
                  <a:lnTo>
                    <a:pt x="383" y="334"/>
                  </a:lnTo>
                  <a:lnTo>
                    <a:pt x="382" y="323"/>
                  </a:lnTo>
                  <a:lnTo>
                    <a:pt x="381" y="311"/>
                  </a:lnTo>
                  <a:lnTo>
                    <a:pt x="379" y="301"/>
                  </a:lnTo>
                  <a:lnTo>
                    <a:pt x="376" y="290"/>
                  </a:lnTo>
                  <a:close/>
                  <a:moveTo>
                    <a:pt x="385" y="44"/>
                  </a:moveTo>
                  <a:lnTo>
                    <a:pt x="385" y="44"/>
                  </a:lnTo>
                  <a:lnTo>
                    <a:pt x="395" y="54"/>
                  </a:lnTo>
                  <a:lnTo>
                    <a:pt x="403" y="66"/>
                  </a:lnTo>
                  <a:lnTo>
                    <a:pt x="412" y="79"/>
                  </a:lnTo>
                  <a:lnTo>
                    <a:pt x="417" y="92"/>
                  </a:lnTo>
                  <a:lnTo>
                    <a:pt x="422" y="105"/>
                  </a:lnTo>
                  <a:lnTo>
                    <a:pt x="426" y="119"/>
                  </a:lnTo>
                  <a:lnTo>
                    <a:pt x="427" y="133"/>
                  </a:lnTo>
                  <a:lnTo>
                    <a:pt x="428" y="147"/>
                  </a:lnTo>
                  <a:lnTo>
                    <a:pt x="427" y="161"/>
                  </a:lnTo>
                  <a:lnTo>
                    <a:pt x="426" y="175"/>
                  </a:lnTo>
                  <a:lnTo>
                    <a:pt x="422" y="189"/>
                  </a:lnTo>
                  <a:lnTo>
                    <a:pt x="417" y="202"/>
                  </a:lnTo>
                  <a:lnTo>
                    <a:pt x="412" y="215"/>
                  </a:lnTo>
                  <a:lnTo>
                    <a:pt x="403" y="228"/>
                  </a:lnTo>
                  <a:lnTo>
                    <a:pt x="395" y="240"/>
                  </a:lnTo>
                  <a:lnTo>
                    <a:pt x="385" y="250"/>
                  </a:lnTo>
                  <a:lnTo>
                    <a:pt x="294" y="342"/>
                  </a:lnTo>
                  <a:lnTo>
                    <a:pt x="284" y="351"/>
                  </a:lnTo>
                  <a:lnTo>
                    <a:pt x="272" y="359"/>
                  </a:lnTo>
                  <a:lnTo>
                    <a:pt x="259" y="368"/>
                  </a:lnTo>
                  <a:lnTo>
                    <a:pt x="246" y="374"/>
                  </a:lnTo>
                  <a:lnTo>
                    <a:pt x="232" y="378"/>
                  </a:lnTo>
                  <a:lnTo>
                    <a:pt x="219" y="382"/>
                  </a:lnTo>
                  <a:lnTo>
                    <a:pt x="205" y="383"/>
                  </a:lnTo>
                  <a:lnTo>
                    <a:pt x="191" y="384"/>
                  </a:lnTo>
                  <a:lnTo>
                    <a:pt x="176" y="383"/>
                  </a:lnTo>
                  <a:lnTo>
                    <a:pt x="160" y="381"/>
                  </a:lnTo>
                  <a:lnTo>
                    <a:pt x="145" y="377"/>
                  </a:lnTo>
                  <a:lnTo>
                    <a:pt x="131" y="371"/>
                  </a:lnTo>
                  <a:lnTo>
                    <a:pt x="198" y="304"/>
                  </a:lnTo>
                  <a:lnTo>
                    <a:pt x="208" y="303"/>
                  </a:lnTo>
                  <a:lnTo>
                    <a:pt x="219" y="298"/>
                  </a:lnTo>
                  <a:lnTo>
                    <a:pt x="230" y="293"/>
                  </a:lnTo>
                  <a:lnTo>
                    <a:pt x="239" y="286"/>
                  </a:lnTo>
                  <a:lnTo>
                    <a:pt x="329" y="195"/>
                  </a:lnTo>
                  <a:lnTo>
                    <a:pt x="334" y="189"/>
                  </a:lnTo>
                  <a:lnTo>
                    <a:pt x="338" y="185"/>
                  </a:lnTo>
                  <a:lnTo>
                    <a:pt x="341" y="179"/>
                  </a:lnTo>
                  <a:lnTo>
                    <a:pt x="343" y="173"/>
                  </a:lnTo>
                  <a:lnTo>
                    <a:pt x="346" y="166"/>
                  </a:lnTo>
                  <a:lnTo>
                    <a:pt x="347" y="160"/>
                  </a:lnTo>
                  <a:lnTo>
                    <a:pt x="348" y="154"/>
                  </a:lnTo>
                  <a:lnTo>
                    <a:pt x="349" y="147"/>
                  </a:lnTo>
                  <a:lnTo>
                    <a:pt x="348" y="140"/>
                  </a:lnTo>
                  <a:lnTo>
                    <a:pt x="347" y="134"/>
                  </a:lnTo>
                  <a:lnTo>
                    <a:pt x="346" y="128"/>
                  </a:lnTo>
                  <a:lnTo>
                    <a:pt x="343" y="121"/>
                  </a:lnTo>
                  <a:lnTo>
                    <a:pt x="341" y="115"/>
                  </a:lnTo>
                  <a:lnTo>
                    <a:pt x="338" y="109"/>
                  </a:lnTo>
                  <a:lnTo>
                    <a:pt x="334" y="105"/>
                  </a:lnTo>
                  <a:lnTo>
                    <a:pt x="329" y="99"/>
                  </a:lnTo>
                  <a:lnTo>
                    <a:pt x="324" y="94"/>
                  </a:lnTo>
                  <a:lnTo>
                    <a:pt x="319" y="91"/>
                  </a:lnTo>
                  <a:lnTo>
                    <a:pt x="313" y="87"/>
                  </a:lnTo>
                  <a:lnTo>
                    <a:pt x="307" y="85"/>
                  </a:lnTo>
                  <a:lnTo>
                    <a:pt x="300" y="82"/>
                  </a:lnTo>
                  <a:lnTo>
                    <a:pt x="294" y="81"/>
                  </a:lnTo>
                  <a:lnTo>
                    <a:pt x="288" y="80"/>
                  </a:lnTo>
                  <a:lnTo>
                    <a:pt x="281" y="80"/>
                  </a:lnTo>
                  <a:lnTo>
                    <a:pt x="274" y="80"/>
                  </a:lnTo>
                  <a:lnTo>
                    <a:pt x="268" y="81"/>
                  </a:lnTo>
                  <a:lnTo>
                    <a:pt x="262" y="82"/>
                  </a:lnTo>
                  <a:lnTo>
                    <a:pt x="255" y="85"/>
                  </a:lnTo>
                  <a:lnTo>
                    <a:pt x="250" y="87"/>
                  </a:lnTo>
                  <a:lnTo>
                    <a:pt x="244" y="91"/>
                  </a:lnTo>
                  <a:lnTo>
                    <a:pt x="239" y="94"/>
                  </a:lnTo>
                  <a:lnTo>
                    <a:pt x="233" y="99"/>
                  </a:lnTo>
                  <a:lnTo>
                    <a:pt x="143" y="189"/>
                  </a:lnTo>
                  <a:lnTo>
                    <a:pt x="139" y="194"/>
                  </a:lnTo>
                  <a:lnTo>
                    <a:pt x="136" y="199"/>
                  </a:lnTo>
                  <a:lnTo>
                    <a:pt x="51" y="283"/>
                  </a:lnTo>
                  <a:lnTo>
                    <a:pt x="48" y="271"/>
                  </a:lnTo>
                  <a:lnTo>
                    <a:pt x="46" y="261"/>
                  </a:lnTo>
                  <a:lnTo>
                    <a:pt x="44" y="249"/>
                  </a:lnTo>
                  <a:lnTo>
                    <a:pt x="44" y="237"/>
                  </a:lnTo>
                  <a:lnTo>
                    <a:pt x="45" y="223"/>
                  </a:lnTo>
                  <a:lnTo>
                    <a:pt x="46" y="209"/>
                  </a:lnTo>
                  <a:lnTo>
                    <a:pt x="50" y="196"/>
                  </a:lnTo>
                  <a:lnTo>
                    <a:pt x="55" y="182"/>
                  </a:lnTo>
                  <a:lnTo>
                    <a:pt x="61" y="169"/>
                  </a:lnTo>
                  <a:lnTo>
                    <a:pt x="69" y="156"/>
                  </a:lnTo>
                  <a:lnTo>
                    <a:pt x="77" y="145"/>
                  </a:lnTo>
                  <a:lnTo>
                    <a:pt x="88" y="134"/>
                  </a:lnTo>
                  <a:lnTo>
                    <a:pt x="178" y="44"/>
                  </a:lnTo>
                  <a:lnTo>
                    <a:pt x="189" y="33"/>
                  </a:lnTo>
                  <a:lnTo>
                    <a:pt x="200" y="25"/>
                  </a:lnTo>
                  <a:lnTo>
                    <a:pt x="213" y="17"/>
                  </a:lnTo>
                  <a:lnTo>
                    <a:pt x="226" y="11"/>
                  </a:lnTo>
                  <a:lnTo>
                    <a:pt x="239" y="6"/>
                  </a:lnTo>
                  <a:lnTo>
                    <a:pt x="253" y="3"/>
                  </a:lnTo>
                  <a:lnTo>
                    <a:pt x="267" y="1"/>
                  </a:lnTo>
                  <a:lnTo>
                    <a:pt x="281" y="0"/>
                  </a:lnTo>
                  <a:lnTo>
                    <a:pt x="295" y="1"/>
                  </a:lnTo>
                  <a:lnTo>
                    <a:pt x="309" y="3"/>
                  </a:lnTo>
                  <a:lnTo>
                    <a:pt x="324" y="6"/>
                  </a:lnTo>
                  <a:lnTo>
                    <a:pt x="336" y="11"/>
                  </a:lnTo>
                  <a:lnTo>
                    <a:pt x="349" y="17"/>
                  </a:lnTo>
                  <a:lnTo>
                    <a:pt x="362" y="25"/>
                  </a:lnTo>
                  <a:lnTo>
                    <a:pt x="374" y="33"/>
                  </a:lnTo>
                  <a:lnTo>
                    <a:pt x="385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4781550" y="3997325"/>
            <a:ext cx="3792538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群組 2"/>
          <p:cNvGrpSpPr>
            <a:grpSpLocks/>
          </p:cNvGrpSpPr>
          <p:nvPr/>
        </p:nvGrpSpPr>
        <p:grpSpPr bwMode="auto">
          <a:xfrm>
            <a:off x="873125" y="117475"/>
            <a:ext cx="4630738" cy="6477000"/>
            <a:chOff x="808355" y="89766"/>
            <a:chExt cx="4610623" cy="6476217"/>
          </a:xfrm>
        </p:grpSpPr>
        <p:sp>
          <p:nvSpPr>
            <p:cNvPr id="142" name="矩形 141"/>
            <p:cNvSpPr/>
            <p:nvPr/>
          </p:nvSpPr>
          <p:spPr>
            <a:xfrm>
              <a:off x="808355" y="780246"/>
              <a:ext cx="4610623" cy="5785737"/>
            </a:xfrm>
            <a:prstGeom prst="rect">
              <a:avLst/>
            </a:prstGeom>
            <a:solidFill>
              <a:srgbClr val="3A3B46"/>
            </a:solidFill>
            <a:ln>
              <a:noFill/>
            </a:ln>
            <a:effectLst>
              <a:outerShdw blurRad="63500" sx="102000" sy="102000" algn="ctr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/>
            </a:p>
          </p:txBody>
        </p:sp>
        <p:pic>
          <p:nvPicPr>
            <p:cNvPr id="141" name="圖片 140" descr="Linda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3220" y="89766"/>
              <a:ext cx="1459132" cy="1493381"/>
            </a:xfrm>
            <a:prstGeom prst="ellipse">
              <a:avLst/>
            </a:prstGeom>
            <a:ln w="63500" cap="rnd">
              <a:noFill/>
            </a:ln>
            <a:effectLst>
              <a:glow rad="127000">
                <a:schemeClr val="bg1">
                  <a:alpha val="40000"/>
                </a:schemeClr>
              </a:glow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5123" name="TextBox 27"/>
          <p:cNvSpPr txBox="1">
            <a:spLocks noChangeArrowheads="1"/>
          </p:cNvSpPr>
          <p:nvPr/>
        </p:nvSpPr>
        <p:spPr bwMode="auto">
          <a:xfrm>
            <a:off x="873125" y="1060450"/>
            <a:ext cx="40084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kumimoji="0" lang="zh-CN" altLang="en-US" sz="160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5124" name="TextBox 40"/>
          <p:cNvSpPr txBox="1">
            <a:spLocks noChangeArrowheads="1"/>
          </p:cNvSpPr>
          <p:nvPr/>
        </p:nvSpPr>
        <p:spPr bwMode="auto">
          <a:xfrm>
            <a:off x="1785938" y="2668588"/>
            <a:ext cx="3465512" cy="353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出生年月：</a:t>
            </a:r>
            <a:r>
              <a:rPr kumimoji="0" lang="en-US" altLang="zh-CN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1987/4</a:t>
            </a:r>
            <a:endParaRPr kumimoji="0" lang="zh-CN" altLang="en-US" sz="1600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學歷：大學本科</a:t>
            </a:r>
          </a:p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畢業院校：西安外國語大學</a:t>
            </a:r>
          </a:p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專業：英語（</a:t>
            </a:r>
            <a:r>
              <a:rPr kumimoji="0" lang="en-US" altLang="zh-CN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TEM-8</a:t>
            </a: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）</a:t>
            </a:r>
          </a:p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資格證書：企業人力資源管理師二級</a:t>
            </a:r>
          </a:p>
          <a:p>
            <a:pPr>
              <a:lnSpc>
                <a:spcPct val="200000"/>
              </a:lnSpc>
            </a:pPr>
            <a:r>
              <a:rPr kumimoji="0"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自我評價：愛學習、有計劃、樂觀向上、勤奮踏實，擁有較強的適應能力。</a:t>
            </a:r>
          </a:p>
        </p:txBody>
      </p:sp>
      <p:grpSp>
        <p:nvGrpSpPr>
          <p:cNvPr id="5125" name="群組 16"/>
          <p:cNvGrpSpPr>
            <a:grpSpLocks/>
          </p:cNvGrpSpPr>
          <p:nvPr/>
        </p:nvGrpSpPr>
        <p:grpSpPr bwMode="auto">
          <a:xfrm>
            <a:off x="6362700" y="1211263"/>
            <a:ext cx="4883150" cy="4657725"/>
            <a:chOff x="6514676" y="1567703"/>
            <a:chExt cx="4240833" cy="3909620"/>
          </a:xfrm>
        </p:grpSpPr>
        <p:sp>
          <p:nvSpPr>
            <p:cNvPr id="18" name="出自【趣你的PPT】(微信:qunideppt)：最优质的PPT资源库"/>
            <p:cNvSpPr>
              <a:spLocks noEditPoints="1"/>
            </p:cNvSpPr>
            <p:nvPr/>
          </p:nvSpPr>
          <p:spPr bwMode="auto">
            <a:xfrm flipH="1">
              <a:off x="7084073" y="2138022"/>
              <a:ext cx="2215545" cy="219732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46">
                  <a:moveTo>
                    <a:pt x="176" y="346"/>
                  </a:moveTo>
                  <a:cubicBezTo>
                    <a:pt x="176" y="346"/>
                    <a:pt x="176" y="346"/>
                    <a:pt x="176" y="346"/>
                  </a:cubicBezTo>
                  <a:cubicBezTo>
                    <a:pt x="172" y="346"/>
                    <a:pt x="167" y="346"/>
                    <a:pt x="163" y="345"/>
                  </a:cubicBezTo>
                  <a:cubicBezTo>
                    <a:pt x="69" y="338"/>
                    <a:pt x="0" y="256"/>
                    <a:pt x="7" y="163"/>
                  </a:cubicBezTo>
                  <a:cubicBezTo>
                    <a:pt x="15" y="71"/>
                    <a:pt x="96" y="0"/>
                    <a:pt x="190" y="7"/>
                  </a:cubicBezTo>
                  <a:cubicBezTo>
                    <a:pt x="235" y="11"/>
                    <a:pt x="276" y="32"/>
                    <a:pt x="306" y="67"/>
                  </a:cubicBezTo>
                  <a:cubicBezTo>
                    <a:pt x="335" y="101"/>
                    <a:pt x="349" y="145"/>
                    <a:pt x="345" y="190"/>
                  </a:cubicBezTo>
                  <a:cubicBezTo>
                    <a:pt x="338" y="278"/>
                    <a:pt x="264" y="346"/>
                    <a:pt x="176" y="346"/>
                  </a:cubicBezTo>
                  <a:close/>
                  <a:moveTo>
                    <a:pt x="176" y="34"/>
                  </a:moveTo>
                  <a:cubicBezTo>
                    <a:pt x="103" y="34"/>
                    <a:pt x="41" y="92"/>
                    <a:pt x="35" y="165"/>
                  </a:cubicBezTo>
                  <a:cubicBezTo>
                    <a:pt x="32" y="203"/>
                    <a:pt x="43" y="240"/>
                    <a:pt x="68" y="268"/>
                  </a:cubicBezTo>
                  <a:cubicBezTo>
                    <a:pt x="93" y="297"/>
                    <a:pt x="127" y="315"/>
                    <a:pt x="165" y="318"/>
                  </a:cubicBezTo>
                  <a:cubicBezTo>
                    <a:pt x="244" y="325"/>
                    <a:pt x="312" y="265"/>
                    <a:pt x="318" y="188"/>
                  </a:cubicBezTo>
                  <a:cubicBezTo>
                    <a:pt x="321" y="150"/>
                    <a:pt x="309" y="113"/>
                    <a:pt x="285" y="84"/>
                  </a:cubicBezTo>
                  <a:cubicBezTo>
                    <a:pt x="260" y="55"/>
                    <a:pt x="226" y="38"/>
                    <a:pt x="188" y="35"/>
                  </a:cubicBezTo>
                  <a:cubicBezTo>
                    <a:pt x="184" y="34"/>
                    <a:pt x="180" y="34"/>
                    <a:pt x="176" y="3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0" name="出自【趣你的PPT】(微信:qunideppt)：最优质的PPT资源库"/>
            <p:cNvSpPr>
              <a:spLocks/>
            </p:cNvSpPr>
            <p:nvPr/>
          </p:nvSpPr>
          <p:spPr bwMode="auto">
            <a:xfrm flipH="1">
              <a:off x="8928753" y="3832991"/>
              <a:ext cx="639710" cy="57831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489">
                  <a:moveTo>
                    <a:pt x="97" y="489"/>
                  </a:moveTo>
                  <a:lnTo>
                    <a:pt x="0" y="381"/>
                  </a:lnTo>
                  <a:lnTo>
                    <a:pt x="446" y="0"/>
                  </a:lnTo>
                  <a:lnTo>
                    <a:pt x="542" y="113"/>
                  </a:lnTo>
                  <a:lnTo>
                    <a:pt x="97" y="489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1" name="出自【趣你的PPT】(微信:qunideppt)：最优质的PPT资源库"/>
            <p:cNvSpPr>
              <a:spLocks/>
            </p:cNvSpPr>
            <p:nvPr/>
          </p:nvSpPr>
          <p:spPr bwMode="auto">
            <a:xfrm flipH="1">
              <a:off x="9340979" y="4170118"/>
              <a:ext cx="1414530" cy="130720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206">
                  <a:moveTo>
                    <a:pt x="15" y="132"/>
                  </a:moveTo>
                  <a:cubicBezTo>
                    <a:pt x="0" y="144"/>
                    <a:pt x="0" y="168"/>
                    <a:pt x="15" y="185"/>
                  </a:cubicBezTo>
                  <a:cubicBezTo>
                    <a:pt x="29" y="202"/>
                    <a:pt x="53" y="206"/>
                    <a:pt x="67" y="194"/>
                  </a:cubicBezTo>
                  <a:cubicBezTo>
                    <a:pt x="209" y="74"/>
                    <a:pt x="209" y="74"/>
                    <a:pt x="209" y="74"/>
                  </a:cubicBezTo>
                  <a:cubicBezTo>
                    <a:pt x="223" y="62"/>
                    <a:pt x="223" y="38"/>
                    <a:pt x="208" y="21"/>
                  </a:cubicBezTo>
                  <a:cubicBezTo>
                    <a:pt x="194" y="4"/>
                    <a:pt x="170" y="0"/>
                    <a:pt x="156" y="12"/>
                  </a:cubicBezTo>
                  <a:lnTo>
                    <a:pt x="15" y="13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2" name="出自【趣你的PPT】(微信:qunideppt)：最优质的PPT资源库"/>
            <p:cNvSpPr>
              <a:spLocks/>
            </p:cNvSpPr>
            <p:nvPr/>
          </p:nvSpPr>
          <p:spPr bwMode="auto">
            <a:xfrm flipH="1">
              <a:off x="9582249" y="4283383"/>
              <a:ext cx="1090539" cy="91544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44">
                  <a:moveTo>
                    <a:pt x="2" y="141"/>
                  </a:moveTo>
                  <a:cubicBezTo>
                    <a:pt x="0" y="137"/>
                    <a:pt x="34" y="104"/>
                    <a:pt x="80" y="66"/>
                  </a:cubicBezTo>
                  <a:cubicBezTo>
                    <a:pt x="126" y="28"/>
                    <a:pt x="166" y="0"/>
                    <a:pt x="169" y="3"/>
                  </a:cubicBezTo>
                  <a:cubicBezTo>
                    <a:pt x="172" y="7"/>
                    <a:pt x="137" y="40"/>
                    <a:pt x="91" y="78"/>
                  </a:cubicBezTo>
                  <a:cubicBezTo>
                    <a:pt x="45" y="116"/>
                    <a:pt x="5" y="144"/>
                    <a:pt x="2" y="141"/>
                  </a:cubicBezTo>
                </a:path>
              </a:pathLst>
            </a:custGeom>
            <a:solidFill>
              <a:schemeClr val="bg1">
                <a:alpha val="45000"/>
              </a:schemeClr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175537" y="3722391"/>
              <a:ext cx="212317" cy="21453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44">
                  <a:moveTo>
                    <a:pt x="4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2"/>
                    <a:pt x="2" y="44"/>
                    <a:pt x="4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2" y="44"/>
                    <a:pt x="44" y="42"/>
                    <a:pt x="44" y="4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08535" y="3753039"/>
              <a:ext cx="77206" cy="153240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2">
                  <a:moveTo>
                    <a:pt x="13" y="1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4" y="6"/>
                    <a:pt x="2" y="7"/>
                    <a:pt x="0" y="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" y="24"/>
                    <a:pt x="4" y="26"/>
                    <a:pt x="5" y="2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4" y="32"/>
                    <a:pt x="16" y="31"/>
                    <a:pt x="16" y="29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4" y="0"/>
                    <a:pt x="13" y="1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510557" y="3904947"/>
              <a:ext cx="157170" cy="15590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45">
                  <a:moveTo>
                    <a:pt x="31" y="5"/>
                  </a:moveTo>
                  <a:cubicBezTo>
                    <a:pt x="27" y="6"/>
                    <a:pt x="21" y="10"/>
                    <a:pt x="18" y="1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4"/>
                    <a:pt x="1" y="35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4" y="45"/>
                    <a:pt x="15" y="4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4"/>
                    <a:pt x="39" y="18"/>
                    <a:pt x="40" y="14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31" y="5"/>
                  </a:lnTo>
                  <a:close/>
                  <a:moveTo>
                    <a:pt x="20" y="34"/>
                  </a:moveTo>
                  <a:cubicBezTo>
                    <a:pt x="17" y="36"/>
                    <a:pt x="13" y="36"/>
                    <a:pt x="11" y="34"/>
                  </a:cubicBezTo>
                  <a:cubicBezTo>
                    <a:pt x="9" y="32"/>
                    <a:pt x="9" y="28"/>
                    <a:pt x="11" y="25"/>
                  </a:cubicBezTo>
                  <a:cubicBezTo>
                    <a:pt x="13" y="23"/>
                    <a:pt x="17" y="23"/>
                    <a:pt x="20" y="25"/>
                  </a:cubicBezTo>
                  <a:cubicBezTo>
                    <a:pt x="22" y="28"/>
                    <a:pt x="22" y="32"/>
                    <a:pt x="20" y="34"/>
                  </a:cubicBezTo>
                  <a:close/>
                  <a:moveTo>
                    <a:pt x="31" y="23"/>
                  </a:moveTo>
                  <a:cubicBezTo>
                    <a:pt x="29" y="25"/>
                    <a:pt x="25" y="25"/>
                    <a:pt x="22" y="23"/>
                  </a:cubicBezTo>
                  <a:cubicBezTo>
                    <a:pt x="20" y="20"/>
                    <a:pt x="20" y="16"/>
                    <a:pt x="22" y="14"/>
                  </a:cubicBezTo>
                  <a:cubicBezTo>
                    <a:pt x="25" y="12"/>
                    <a:pt x="29" y="12"/>
                    <a:pt x="31" y="14"/>
                  </a:cubicBezTo>
                  <a:cubicBezTo>
                    <a:pt x="33" y="16"/>
                    <a:pt x="33" y="20"/>
                    <a:pt x="31" y="23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52653" y="3966243"/>
              <a:ext cx="73070" cy="6662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7" y="17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3" y="0"/>
                    <a:pt x="10" y="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6"/>
                    <a:pt x="1" y="17"/>
                  </a:cubicBezTo>
                  <a:cubicBezTo>
                    <a:pt x="3" y="19"/>
                    <a:pt x="5" y="19"/>
                    <a:pt x="7" y="1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538131" y="4047526"/>
              <a:ext cx="66177" cy="7195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>
                  <a:moveTo>
                    <a:pt x="2" y="14"/>
                  </a:moveTo>
                  <a:cubicBezTo>
                    <a:pt x="0" y="16"/>
                    <a:pt x="0" y="18"/>
                    <a:pt x="2" y="20"/>
                  </a:cubicBezTo>
                  <a:cubicBezTo>
                    <a:pt x="3" y="21"/>
                    <a:pt x="6" y="21"/>
                    <a:pt x="7" y="20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9" y="8"/>
                    <a:pt x="19" y="3"/>
                    <a:pt x="16" y="0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98149" y="4036866"/>
              <a:ext cx="37225" cy="3864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1" y="2"/>
                  </a:moveTo>
                  <a:cubicBezTo>
                    <a:pt x="0" y="2"/>
                    <a:pt x="0" y="4"/>
                    <a:pt x="1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9" y="11"/>
                    <a:pt x="9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2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44381" y="4056854"/>
              <a:ext cx="70312" cy="6929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cubicBezTo>
                    <a:pt x="8" y="16"/>
                    <a:pt x="20" y="8"/>
                    <a:pt x="16" y="4"/>
                  </a:cubicBezTo>
                  <a:cubicBezTo>
                    <a:pt x="12" y="0"/>
                    <a:pt x="4" y="12"/>
                    <a:pt x="0" y="2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88499" y="3502525"/>
              <a:ext cx="314340" cy="33446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" h="64">
                  <a:moveTo>
                    <a:pt x="59" y="40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9"/>
                    <a:pt x="33" y="0"/>
                    <a:pt x="30" y="0"/>
                  </a:cubicBezTo>
                  <a:cubicBezTo>
                    <a:pt x="27" y="0"/>
                    <a:pt x="24" y="9"/>
                    <a:pt x="24" y="12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1" y="44"/>
                  </a:cubicBezTo>
                  <a:cubicBezTo>
                    <a:pt x="1" y="44"/>
                    <a:pt x="2" y="44"/>
                    <a:pt x="2" y="4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6" y="60"/>
                    <a:pt x="16" y="61"/>
                    <a:pt x="16" y="62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6" y="63"/>
                    <a:pt x="16" y="63"/>
                    <a:pt x="17" y="64"/>
                  </a:cubicBezTo>
                  <a:cubicBezTo>
                    <a:pt x="17" y="64"/>
                    <a:pt x="18" y="64"/>
                    <a:pt x="19" y="64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2" y="64"/>
                    <a:pt x="43" y="64"/>
                    <a:pt x="43" y="64"/>
                  </a:cubicBezTo>
                  <a:cubicBezTo>
                    <a:pt x="44" y="63"/>
                    <a:pt x="44" y="63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1"/>
                    <a:pt x="44" y="60"/>
                    <a:pt x="43" y="6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4"/>
                    <a:pt x="59" y="44"/>
                    <a:pt x="59" y="44"/>
                  </a:cubicBezTo>
                  <a:cubicBezTo>
                    <a:pt x="60" y="43"/>
                    <a:pt x="60" y="43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251365" y="3529176"/>
              <a:ext cx="193016" cy="14524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14">
                  <a:moveTo>
                    <a:pt x="67" y="19"/>
                  </a:moveTo>
                  <a:lnTo>
                    <a:pt x="50" y="0"/>
                  </a:lnTo>
                  <a:lnTo>
                    <a:pt x="0" y="0"/>
                  </a:lnTo>
                  <a:lnTo>
                    <a:pt x="0" y="114"/>
                  </a:lnTo>
                  <a:lnTo>
                    <a:pt x="152" y="114"/>
                  </a:lnTo>
                  <a:lnTo>
                    <a:pt x="152" y="19"/>
                  </a:lnTo>
                  <a:lnTo>
                    <a:pt x="67" y="19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631882" y="3315972"/>
              <a:ext cx="232997" cy="23319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6" y="17"/>
                  </a:moveTo>
                  <a:cubicBezTo>
                    <a:pt x="56" y="16"/>
                    <a:pt x="56" y="16"/>
                    <a:pt x="56" y="16"/>
                  </a:cubicBezTo>
                  <a:cubicBezTo>
                    <a:pt x="56" y="10"/>
                    <a:pt x="51" y="5"/>
                    <a:pt x="45" y="4"/>
                  </a:cubicBezTo>
                  <a:cubicBezTo>
                    <a:pt x="43" y="2"/>
                    <a:pt x="40" y="0"/>
                    <a:pt x="36" y="0"/>
                  </a:cubicBezTo>
                  <a:cubicBezTo>
                    <a:pt x="32" y="0"/>
                    <a:pt x="28" y="2"/>
                    <a:pt x="26" y="6"/>
                  </a:cubicBezTo>
                  <a:cubicBezTo>
                    <a:pt x="24" y="5"/>
                    <a:pt x="22" y="4"/>
                    <a:pt x="20" y="4"/>
                  </a:cubicBezTo>
                  <a:cubicBezTo>
                    <a:pt x="13" y="4"/>
                    <a:pt x="8" y="9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3" y="18"/>
                    <a:pt x="0" y="23"/>
                    <a:pt x="0" y="28"/>
                  </a:cubicBezTo>
                  <a:cubicBezTo>
                    <a:pt x="0" y="35"/>
                    <a:pt x="5" y="40"/>
                    <a:pt x="12" y="40"/>
                  </a:cubicBezTo>
                  <a:cubicBezTo>
                    <a:pt x="14" y="40"/>
                    <a:pt x="16" y="39"/>
                    <a:pt x="18" y="38"/>
                  </a:cubicBezTo>
                  <a:cubicBezTo>
                    <a:pt x="20" y="39"/>
                    <a:pt x="22" y="40"/>
                    <a:pt x="24" y="40"/>
                  </a:cubicBezTo>
                  <a:cubicBezTo>
                    <a:pt x="25" y="40"/>
                    <a:pt x="27" y="40"/>
                    <a:pt x="28" y="3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2" y="40"/>
                    <a:pt x="44" y="39"/>
                    <a:pt x="46" y="38"/>
                  </a:cubicBezTo>
                  <a:cubicBezTo>
                    <a:pt x="48" y="39"/>
                    <a:pt x="50" y="40"/>
                    <a:pt x="52" y="40"/>
                  </a:cubicBezTo>
                  <a:cubicBezTo>
                    <a:pt x="59" y="40"/>
                    <a:pt x="64" y="35"/>
                    <a:pt x="64" y="28"/>
                  </a:cubicBezTo>
                  <a:cubicBezTo>
                    <a:pt x="64" y="23"/>
                    <a:pt x="61" y="18"/>
                    <a:pt x="56" y="17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502285" y="3419909"/>
              <a:ext cx="78585" cy="15723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8">
                  <a:moveTo>
                    <a:pt x="1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4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9521587" y="3367940"/>
              <a:ext cx="38603" cy="39976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266530" y="3268001"/>
              <a:ext cx="215075" cy="21453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4">
                  <a:moveTo>
                    <a:pt x="55" y="26"/>
                  </a:moveTo>
                  <a:cubicBezTo>
                    <a:pt x="36" y="46"/>
                    <a:pt x="36" y="46"/>
                    <a:pt x="36" y="46"/>
                  </a:cubicBezTo>
                  <a:cubicBezTo>
                    <a:pt x="31" y="51"/>
                    <a:pt x="23" y="51"/>
                    <a:pt x="18" y="46"/>
                  </a:cubicBezTo>
                  <a:cubicBezTo>
                    <a:pt x="13" y="41"/>
                    <a:pt x="13" y="33"/>
                    <a:pt x="18" y="28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0" y="29"/>
                    <a:pt x="0" y="45"/>
                    <a:pt x="10" y="54"/>
                  </a:cubicBezTo>
                  <a:cubicBezTo>
                    <a:pt x="19" y="64"/>
                    <a:pt x="35" y="64"/>
                    <a:pt x="44" y="54"/>
                  </a:cubicBezTo>
                  <a:cubicBezTo>
                    <a:pt x="64" y="35"/>
                    <a:pt x="64" y="35"/>
                    <a:pt x="64" y="35"/>
                  </a:cubicBezTo>
                  <a:lnTo>
                    <a:pt x="55" y="26"/>
                  </a:lnTo>
                  <a:close/>
                  <a:moveTo>
                    <a:pt x="29" y="4"/>
                  </a:moveTo>
                  <a:cubicBezTo>
                    <a:pt x="33" y="9"/>
                    <a:pt x="33" y="9"/>
                    <a:pt x="33" y="9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3" y="11"/>
                    <a:pt x="23" y="11"/>
                    <a:pt x="23" y="11"/>
                  </a:cubicBezTo>
                  <a:lnTo>
                    <a:pt x="29" y="4"/>
                  </a:lnTo>
                  <a:close/>
                  <a:moveTo>
                    <a:pt x="49" y="37"/>
                  </a:moveTo>
                  <a:cubicBezTo>
                    <a:pt x="55" y="31"/>
                    <a:pt x="55" y="31"/>
                    <a:pt x="55" y="31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49" y="37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269287" y="2925543"/>
              <a:ext cx="250921" cy="26650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64">
                  <a:moveTo>
                    <a:pt x="32" y="4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12" y="5"/>
                    <a:pt x="0" y="18"/>
                    <a:pt x="0" y="34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1"/>
                    <a:pt x="5" y="28"/>
                    <a:pt x="10" y="28"/>
                  </a:cubicBezTo>
                  <a:cubicBezTo>
                    <a:pt x="15" y="28"/>
                    <a:pt x="19" y="31"/>
                    <a:pt x="20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2"/>
                    <a:pt x="24" y="29"/>
                    <a:pt x="28" y="28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60"/>
                    <a:pt x="26" y="60"/>
                    <a:pt x="22" y="60"/>
                  </a:cubicBezTo>
                  <a:cubicBezTo>
                    <a:pt x="16" y="60"/>
                    <a:pt x="16" y="58"/>
                    <a:pt x="16" y="54"/>
                  </a:cubicBezTo>
                  <a:cubicBezTo>
                    <a:pt x="16" y="53"/>
                    <a:pt x="15" y="52"/>
                    <a:pt x="14" y="52"/>
                  </a:cubicBezTo>
                  <a:cubicBezTo>
                    <a:pt x="13" y="52"/>
                    <a:pt x="12" y="53"/>
                    <a:pt x="12" y="54"/>
                  </a:cubicBezTo>
                  <a:cubicBezTo>
                    <a:pt x="12" y="58"/>
                    <a:pt x="12" y="64"/>
                    <a:pt x="22" y="64"/>
                  </a:cubicBezTo>
                  <a:cubicBezTo>
                    <a:pt x="27" y="64"/>
                    <a:pt x="32" y="63"/>
                    <a:pt x="32" y="50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6" y="29"/>
                    <a:pt x="39" y="32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1"/>
                    <a:pt x="45" y="28"/>
                    <a:pt x="50" y="28"/>
                  </a:cubicBezTo>
                  <a:cubicBezTo>
                    <a:pt x="55" y="28"/>
                    <a:pt x="59" y="31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5"/>
                    <a:pt x="60" y="35"/>
                    <a:pt x="60" y="34"/>
                  </a:cubicBezTo>
                  <a:cubicBezTo>
                    <a:pt x="60" y="18"/>
                    <a:pt x="48" y="5"/>
                    <a:pt x="32" y="4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447138" y="3202707"/>
              <a:ext cx="24816" cy="131920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4">
                  <a:moveTo>
                    <a:pt x="0" y="8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4" y="44"/>
                    <a:pt x="8" y="4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482984" y="3166730"/>
              <a:ext cx="121324" cy="16789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56">
                  <a:moveTo>
                    <a:pt x="32" y="4"/>
                  </a:moveTo>
                  <a:cubicBezTo>
                    <a:pt x="32" y="2"/>
                    <a:pt x="30" y="0"/>
                    <a:pt x="2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8" y="2"/>
                    <a:pt x="8" y="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32" y="12"/>
                    <a:pt x="32" y="12"/>
                    <a:pt x="32" y="12"/>
                  </a:cubicBezTo>
                  <a:lnTo>
                    <a:pt x="32" y="4"/>
                  </a:lnTo>
                  <a:close/>
                  <a:moveTo>
                    <a:pt x="28" y="12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8" y="4"/>
                    <a:pt x="28" y="4"/>
                    <a:pt x="28" y="4"/>
                  </a:cubicBezTo>
                  <a:lnTo>
                    <a:pt x="28" y="1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3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616716" y="3202707"/>
              <a:ext cx="23438" cy="131920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4" y="44"/>
                    <a:pt x="8" y="40"/>
                    <a:pt x="8" y="3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0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9681514" y="3190715"/>
              <a:ext cx="82721" cy="82616"/>
            </a:xfrm>
            <a:prstGeom prst="rect">
              <a:avLst/>
            </a:pr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1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9778022" y="3190715"/>
              <a:ext cx="81342" cy="82616"/>
            </a:xfrm>
            <a:prstGeom prst="rect">
              <a:avLst/>
            </a:pr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2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667727" y="3054798"/>
              <a:ext cx="206803" cy="12259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0" h="36">
                  <a:moveTo>
                    <a:pt x="36" y="20"/>
                  </a:moveTo>
                  <a:cubicBezTo>
                    <a:pt x="36" y="20"/>
                    <a:pt x="36" y="20"/>
                    <a:pt x="36" y="20"/>
                  </a:cubicBezTo>
                  <a:cubicBezTo>
                    <a:pt x="42" y="19"/>
                    <a:pt x="52" y="17"/>
                    <a:pt x="52" y="10"/>
                  </a:cubicBezTo>
                  <a:cubicBezTo>
                    <a:pt x="52" y="5"/>
                    <a:pt x="47" y="0"/>
                    <a:pt x="42" y="0"/>
                  </a:cubicBezTo>
                  <a:cubicBezTo>
                    <a:pt x="37" y="0"/>
                    <a:pt x="33" y="4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4"/>
                    <a:pt x="23" y="0"/>
                    <a:pt x="18" y="0"/>
                  </a:cubicBezTo>
                  <a:cubicBezTo>
                    <a:pt x="13" y="0"/>
                    <a:pt x="8" y="5"/>
                    <a:pt x="8" y="10"/>
                  </a:cubicBezTo>
                  <a:cubicBezTo>
                    <a:pt x="8" y="17"/>
                    <a:pt x="18" y="19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20"/>
                    <a:pt x="60" y="20"/>
                    <a:pt x="60" y="20"/>
                  </a:cubicBezTo>
                  <a:lnTo>
                    <a:pt x="36" y="20"/>
                  </a:lnTo>
                  <a:close/>
                  <a:moveTo>
                    <a:pt x="12" y="10"/>
                  </a:moveTo>
                  <a:cubicBezTo>
                    <a:pt x="12" y="7"/>
                    <a:pt x="15" y="4"/>
                    <a:pt x="18" y="4"/>
                  </a:cubicBezTo>
                  <a:cubicBezTo>
                    <a:pt x="21" y="4"/>
                    <a:pt x="23" y="8"/>
                    <a:pt x="24" y="16"/>
                  </a:cubicBezTo>
                  <a:cubicBezTo>
                    <a:pt x="18" y="15"/>
                    <a:pt x="12" y="13"/>
                    <a:pt x="12" y="10"/>
                  </a:cubicBezTo>
                  <a:close/>
                  <a:moveTo>
                    <a:pt x="42" y="4"/>
                  </a:moveTo>
                  <a:cubicBezTo>
                    <a:pt x="45" y="4"/>
                    <a:pt x="48" y="7"/>
                    <a:pt x="48" y="10"/>
                  </a:cubicBezTo>
                  <a:cubicBezTo>
                    <a:pt x="48" y="13"/>
                    <a:pt x="42" y="15"/>
                    <a:pt x="36" y="16"/>
                  </a:cubicBezTo>
                  <a:cubicBezTo>
                    <a:pt x="37" y="8"/>
                    <a:pt x="39" y="4"/>
                    <a:pt x="42" y="4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575355" y="2770970"/>
              <a:ext cx="231619" cy="22119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3" h="50">
                  <a:moveTo>
                    <a:pt x="49" y="8"/>
                  </a:moveTo>
                  <a:cubicBezTo>
                    <a:pt x="51" y="8"/>
                    <a:pt x="53" y="6"/>
                    <a:pt x="53" y="4"/>
                  </a:cubicBezTo>
                  <a:cubicBezTo>
                    <a:pt x="53" y="2"/>
                    <a:pt x="51" y="0"/>
                    <a:pt x="49" y="0"/>
                  </a:cubicBezTo>
                  <a:cubicBezTo>
                    <a:pt x="46" y="0"/>
                    <a:pt x="45" y="2"/>
                    <a:pt x="45" y="4"/>
                  </a:cubicBezTo>
                  <a:cubicBezTo>
                    <a:pt x="45" y="5"/>
                    <a:pt x="45" y="6"/>
                    <a:pt x="45" y="6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0"/>
                    <a:pt x="4" y="0"/>
                    <a:pt x="3" y="1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6"/>
                    <a:pt x="5" y="28"/>
                    <a:pt x="14" y="37"/>
                  </a:cubicBezTo>
                  <a:cubicBezTo>
                    <a:pt x="22" y="46"/>
                    <a:pt x="34" y="50"/>
                    <a:pt x="46" y="50"/>
                  </a:cubicBezTo>
                  <a:cubicBezTo>
                    <a:pt x="48" y="50"/>
                    <a:pt x="49" y="49"/>
                    <a:pt x="50" y="48"/>
                  </a:cubicBezTo>
                  <a:cubicBezTo>
                    <a:pt x="51" y="46"/>
                    <a:pt x="50" y="44"/>
                    <a:pt x="49" y="43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8"/>
                    <a:pt x="48" y="8"/>
                    <a:pt x="49" y="8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565705" y="2950861"/>
              <a:ext cx="113052" cy="10260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23">
                  <a:moveTo>
                    <a:pt x="23" y="9"/>
                  </a:moveTo>
                  <a:cubicBezTo>
                    <a:pt x="22" y="8"/>
                    <a:pt x="22" y="8"/>
                    <a:pt x="22" y="8"/>
                  </a:cubicBezTo>
                  <a:cubicBezTo>
                    <a:pt x="18" y="6"/>
                    <a:pt x="15" y="3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1"/>
                    <a:pt x="0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3"/>
                    <a:pt x="25" y="23"/>
                    <a:pt x="26" y="22"/>
                  </a:cubicBezTo>
                  <a:cubicBezTo>
                    <a:pt x="26" y="22"/>
                    <a:pt x="26" y="21"/>
                    <a:pt x="26" y="20"/>
                  </a:cubicBezTo>
                  <a:lnTo>
                    <a:pt x="23" y="9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212762" y="2536446"/>
              <a:ext cx="300553" cy="34245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  <a:gd name="T76" fmla="*/ 2318 h 2362"/>
                <a:gd name="T77" fmla="*/ 2318 h 2362"/>
                <a:gd name="T78" fmla="*/ 2318 h 2362"/>
                <a:gd name="T79" fmla="*/ 2318 h 2362"/>
                <a:gd name="T80" fmla="*/ 2318 h 2362"/>
                <a:gd name="T81" fmla="*/ 2318 h 2362"/>
                <a:gd name="T82" fmla="*/ 2318 h 2362"/>
                <a:gd name="T83" fmla="*/ 2318 h 2362"/>
                <a:gd name="T84" fmla="*/ 2318 h 2362"/>
                <a:gd name="T85" fmla="*/ 2318 h 2362"/>
                <a:gd name="T86" fmla="*/ 2318 h 2362"/>
                <a:gd name="T87" fmla="*/ 2318 h 2362"/>
                <a:gd name="T88" fmla="*/ 2318 h 2362"/>
                <a:gd name="T89" fmla="*/ 2318 h 2362"/>
                <a:gd name="T90" fmla="*/ 2318 h 2362"/>
                <a:gd name="T9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64">
                  <a:moveTo>
                    <a:pt x="48" y="60"/>
                  </a:moveTo>
                  <a:cubicBezTo>
                    <a:pt x="45" y="60"/>
                    <a:pt x="45" y="60"/>
                    <a:pt x="45" y="60"/>
                  </a:cubicBezTo>
                  <a:cubicBezTo>
                    <a:pt x="52" y="56"/>
                    <a:pt x="56" y="48"/>
                    <a:pt x="56" y="40"/>
                  </a:cubicBezTo>
                  <a:cubicBezTo>
                    <a:pt x="56" y="29"/>
                    <a:pt x="48" y="19"/>
                    <a:pt x="38" y="17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3" y="7"/>
                    <a:pt x="43" y="6"/>
                    <a:pt x="42" y="5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30" y="0"/>
                    <a:pt x="29" y="0"/>
                  </a:cubicBezTo>
                  <a:cubicBezTo>
                    <a:pt x="29" y="0"/>
                    <a:pt x="28" y="1"/>
                    <a:pt x="28" y="1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8"/>
                    <a:pt x="15" y="30"/>
                    <a:pt x="17" y="31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6" y="35"/>
                    <a:pt x="29" y="35"/>
                    <a:pt x="30" y="32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42" y="25"/>
                    <a:pt x="48" y="32"/>
                    <a:pt x="48" y="40"/>
                  </a:cubicBezTo>
                  <a:cubicBezTo>
                    <a:pt x="48" y="49"/>
                    <a:pt x="41" y="56"/>
                    <a:pt x="32" y="56"/>
                  </a:cubicBezTo>
                  <a:cubicBezTo>
                    <a:pt x="28" y="56"/>
                    <a:pt x="23" y="54"/>
                    <a:pt x="20" y="52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9"/>
                    <a:pt x="21" y="48"/>
                    <a:pt x="2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8" y="60"/>
                    <a:pt x="4" y="60"/>
                    <a:pt x="4" y="64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6" y="60"/>
                    <a:pt x="52" y="60"/>
                    <a:pt x="48" y="60"/>
                  </a:cubicBezTo>
                  <a:close/>
                  <a:moveTo>
                    <a:pt x="34" y="5"/>
                  </a:moveTo>
                  <a:cubicBezTo>
                    <a:pt x="33" y="6"/>
                    <a:pt x="33" y="6"/>
                    <a:pt x="33" y="7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30" y="4"/>
                    <a:pt x="30" y="4"/>
                  </a:cubicBezTo>
                  <a:cubicBezTo>
                    <a:pt x="31" y="4"/>
                    <a:pt x="31" y="4"/>
                    <a:pt x="32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542267" y="2575090"/>
              <a:ext cx="158549" cy="14257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" h="40">
                  <a:moveTo>
                    <a:pt x="36" y="32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3" y="40"/>
                    <a:pt x="44" y="39"/>
                    <a:pt x="44" y="38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6" y="0"/>
                    <a:pt x="36" y="0"/>
                    <a:pt x="36" y="0"/>
                  </a:cubicBezTo>
                  <a:lnTo>
                    <a:pt x="36" y="32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513315" y="2488475"/>
              <a:ext cx="216453" cy="7062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20">
                  <a:moveTo>
                    <a:pt x="56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39" y="0"/>
                    <a:pt x="3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10"/>
                    <a:pt x="0" y="1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0"/>
                    <a:pt x="60" y="18"/>
                    <a:pt x="60" y="16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0"/>
                    <a:pt x="58" y="8"/>
                    <a:pt x="56" y="8"/>
                  </a:cubicBezTo>
                  <a:close/>
                  <a:moveTo>
                    <a:pt x="24" y="8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8"/>
                    <a:pt x="36" y="8"/>
                    <a:pt x="36" y="8"/>
                  </a:cubicBezTo>
                  <a:lnTo>
                    <a:pt x="24" y="8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9295483" y="2201984"/>
              <a:ext cx="271600" cy="26383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7" h="94">
                  <a:moveTo>
                    <a:pt x="96" y="16"/>
                  </a:moveTo>
                  <a:cubicBezTo>
                    <a:pt x="95" y="16"/>
                    <a:pt x="94" y="16"/>
                    <a:pt x="94" y="16"/>
                  </a:cubicBezTo>
                  <a:cubicBezTo>
                    <a:pt x="94" y="16"/>
                    <a:pt x="94" y="16"/>
                    <a:pt x="87" y="27"/>
                  </a:cubicBezTo>
                  <a:cubicBezTo>
                    <a:pt x="87" y="27"/>
                    <a:pt x="87" y="27"/>
                    <a:pt x="81" y="27"/>
                  </a:cubicBezTo>
                  <a:cubicBezTo>
                    <a:pt x="81" y="27"/>
                    <a:pt x="81" y="27"/>
                    <a:pt x="73" y="19"/>
                  </a:cubicBezTo>
                  <a:cubicBezTo>
                    <a:pt x="73" y="19"/>
                    <a:pt x="73" y="19"/>
                    <a:pt x="73" y="12"/>
                  </a:cubicBezTo>
                  <a:cubicBezTo>
                    <a:pt x="73" y="12"/>
                    <a:pt x="73" y="12"/>
                    <a:pt x="83" y="4"/>
                  </a:cubicBezTo>
                  <a:cubicBezTo>
                    <a:pt x="83" y="3"/>
                    <a:pt x="83" y="2"/>
                    <a:pt x="82" y="2"/>
                  </a:cubicBezTo>
                  <a:cubicBezTo>
                    <a:pt x="82" y="2"/>
                    <a:pt x="82" y="2"/>
                    <a:pt x="81" y="2"/>
                  </a:cubicBezTo>
                  <a:cubicBezTo>
                    <a:pt x="81" y="2"/>
                    <a:pt x="79" y="2"/>
                    <a:pt x="77" y="2"/>
                  </a:cubicBezTo>
                  <a:cubicBezTo>
                    <a:pt x="77" y="1"/>
                    <a:pt x="76" y="1"/>
                    <a:pt x="75" y="1"/>
                  </a:cubicBezTo>
                  <a:cubicBezTo>
                    <a:pt x="69" y="0"/>
                    <a:pt x="66" y="3"/>
                    <a:pt x="64" y="5"/>
                  </a:cubicBezTo>
                  <a:cubicBezTo>
                    <a:pt x="62" y="8"/>
                    <a:pt x="61" y="10"/>
                    <a:pt x="61" y="10"/>
                  </a:cubicBezTo>
                  <a:cubicBezTo>
                    <a:pt x="61" y="10"/>
                    <a:pt x="61" y="11"/>
                    <a:pt x="61" y="14"/>
                  </a:cubicBezTo>
                  <a:cubicBezTo>
                    <a:pt x="61" y="18"/>
                    <a:pt x="61" y="23"/>
                    <a:pt x="62" y="26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2" y="30"/>
                    <a:pt x="59" y="35"/>
                    <a:pt x="59" y="35"/>
                  </a:cubicBezTo>
                  <a:cubicBezTo>
                    <a:pt x="59" y="35"/>
                    <a:pt x="59" y="35"/>
                    <a:pt x="52" y="42"/>
                  </a:cubicBezTo>
                  <a:cubicBezTo>
                    <a:pt x="52" y="42"/>
                    <a:pt x="52" y="42"/>
                    <a:pt x="50" y="45"/>
                  </a:cubicBezTo>
                  <a:cubicBezTo>
                    <a:pt x="50" y="45"/>
                    <a:pt x="50" y="45"/>
                    <a:pt x="43" y="39"/>
                  </a:cubicBezTo>
                  <a:cubicBezTo>
                    <a:pt x="43" y="40"/>
                    <a:pt x="42" y="41"/>
                    <a:pt x="42" y="41"/>
                  </a:cubicBezTo>
                  <a:cubicBezTo>
                    <a:pt x="42" y="41"/>
                    <a:pt x="42" y="41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5" y="33"/>
                    <a:pt x="34" y="31"/>
                  </a:cubicBezTo>
                  <a:cubicBezTo>
                    <a:pt x="34" y="31"/>
                    <a:pt x="34" y="31"/>
                    <a:pt x="31" y="29"/>
                  </a:cubicBezTo>
                  <a:cubicBezTo>
                    <a:pt x="31" y="29"/>
                    <a:pt x="31" y="29"/>
                    <a:pt x="33" y="27"/>
                  </a:cubicBezTo>
                  <a:cubicBezTo>
                    <a:pt x="33" y="27"/>
                    <a:pt x="33" y="27"/>
                    <a:pt x="31" y="26"/>
                  </a:cubicBezTo>
                  <a:cubicBezTo>
                    <a:pt x="31" y="25"/>
                    <a:pt x="31" y="24"/>
                    <a:pt x="31" y="23"/>
                  </a:cubicBezTo>
                  <a:cubicBezTo>
                    <a:pt x="32" y="22"/>
                    <a:pt x="39" y="20"/>
                    <a:pt x="45" y="18"/>
                  </a:cubicBezTo>
                  <a:cubicBezTo>
                    <a:pt x="45" y="18"/>
                    <a:pt x="45" y="18"/>
                    <a:pt x="47" y="17"/>
                  </a:cubicBezTo>
                  <a:cubicBezTo>
                    <a:pt x="47" y="17"/>
                    <a:pt x="47" y="17"/>
                    <a:pt x="46" y="15"/>
                  </a:cubicBezTo>
                  <a:cubicBezTo>
                    <a:pt x="46" y="15"/>
                    <a:pt x="46" y="15"/>
                    <a:pt x="45" y="12"/>
                  </a:cubicBezTo>
                  <a:cubicBezTo>
                    <a:pt x="45" y="12"/>
                    <a:pt x="45" y="12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3" y="10"/>
                    <a:pt x="38" y="10"/>
                    <a:pt x="32" y="11"/>
                  </a:cubicBezTo>
                  <a:cubicBezTo>
                    <a:pt x="23" y="13"/>
                    <a:pt x="17" y="17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4"/>
                  </a:cubicBezTo>
                  <a:cubicBezTo>
                    <a:pt x="11" y="27"/>
                    <a:pt x="11" y="29"/>
                    <a:pt x="11" y="30"/>
                  </a:cubicBezTo>
                  <a:cubicBezTo>
                    <a:pt x="11" y="31"/>
                    <a:pt x="11" y="33"/>
                    <a:pt x="9" y="33"/>
                  </a:cubicBezTo>
                  <a:cubicBezTo>
                    <a:pt x="9" y="33"/>
                    <a:pt x="9" y="33"/>
                    <a:pt x="6" y="31"/>
                  </a:cubicBezTo>
                  <a:cubicBezTo>
                    <a:pt x="6" y="31"/>
                    <a:pt x="6" y="31"/>
                    <a:pt x="0" y="38"/>
                  </a:cubicBezTo>
                  <a:cubicBezTo>
                    <a:pt x="0" y="38"/>
                    <a:pt x="0" y="38"/>
                    <a:pt x="10" y="48"/>
                  </a:cubicBezTo>
                  <a:cubicBezTo>
                    <a:pt x="10" y="48"/>
                    <a:pt x="10" y="48"/>
                    <a:pt x="17" y="41"/>
                  </a:cubicBezTo>
                  <a:cubicBezTo>
                    <a:pt x="17" y="41"/>
                    <a:pt x="17" y="41"/>
                    <a:pt x="13" y="37"/>
                  </a:cubicBezTo>
                  <a:cubicBezTo>
                    <a:pt x="14" y="37"/>
                    <a:pt x="15" y="37"/>
                    <a:pt x="16" y="36"/>
                  </a:cubicBezTo>
                  <a:cubicBezTo>
                    <a:pt x="17" y="35"/>
                    <a:pt x="21" y="35"/>
                    <a:pt x="23" y="36"/>
                  </a:cubicBezTo>
                  <a:cubicBezTo>
                    <a:pt x="23" y="36"/>
                    <a:pt x="23" y="36"/>
                    <a:pt x="24" y="37"/>
                  </a:cubicBezTo>
                  <a:cubicBezTo>
                    <a:pt x="24" y="37"/>
                    <a:pt x="24" y="37"/>
                    <a:pt x="25" y="36"/>
                  </a:cubicBezTo>
                  <a:cubicBezTo>
                    <a:pt x="25" y="36"/>
                    <a:pt x="25" y="36"/>
                    <a:pt x="27" y="39"/>
                  </a:cubicBezTo>
                  <a:cubicBezTo>
                    <a:pt x="27" y="39"/>
                    <a:pt x="27" y="39"/>
                    <a:pt x="29" y="40"/>
                  </a:cubicBezTo>
                  <a:cubicBezTo>
                    <a:pt x="29" y="40"/>
                    <a:pt x="29" y="40"/>
                    <a:pt x="29" y="39"/>
                  </a:cubicBezTo>
                  <a:cubicBezTo>
                    <a:pt x="29" y="39"/>
                    <a:pt x="29" y="39"/>
                    <a:pt x="37" y="47"/>
                  </a:cubicBezTo>
                  <a:cubicBezTo>
                    <a:pt x="36" y="48"/>
                    <a:pt x="36" y="48"/>
                    <a:pt x="36" y="49"/>
                  </a:cubicBezTo>
                  <a:cubicBezTo>
                    <a:pt x="36" y="49"/>
                    <a:pt x="36" y="49"/>
                    <a:pt x="42" y="55"/>
                  </a:cubicBezTo>
                  <a:cubicBezTo>
                    <a:pt x="42" y="55"/>
                    <a:pt x="42" y="55"/>
                    <a:pt x="15" y="84"/>
                  </a:cubicBezTo>
                  <a:cubicBezTo>
                    <a:pt x="13" y="86"/>
                    <a:pt x="14" y="89"/>
                    <a:pt x="17" y="91"/>
                  </a:cubicBezTo>
                  <a:cubicBezTo>
                    <a:pt x="19" y="93"/>
                    <a:pt x="22" y="94"/>
                    <a:pt x="23" y="93"/>
                  </a:cubicBezTo>
                  <a:cubicBezTo>
                    <a:pt x="23" y="93"/>
                    <a:pt x="23" y="93"/>
                    <a:pt x="50" y="63"/>
                  </a:cubicBezTo>
                  <a:cubicBezTo>
                    <a:pt x="50" y="63"/>
                    <a:pt x="50" y="63"/>
                    <a:pt x="77" y="89"/>
                  </a:cubicBezTo>
                  <a:cubicBezTo>
                    <a:pt x="79" y="91"/>
                    <a:pt x="82" y="90"/>
                    <a:pt x="84" y="88"/>
                  </a:cubicBezTo>
                  <a:cubicBezTo>
                    <a:pt x="86" y="85"/>
                    <a:pt x="87" y="82"/>
                    <a:pt x="85" y="81"/>
                  </a:cubicBezTo>
                  <a:cubicBezTo>
                    <a:pt x="85" y="81"/>
                    <a:pt x="85" y="81"/>
                    <a:pt x="58" y="54"/>
                  </a:cubicBezTo>
                  <a:cubicBezTo>
                    <a:pt x="58" y="54"/>
                    <a:pt x="58" y="54"/>
                    <a:pt x="59" y="53"/>
                  </a:cubicBezTo>
                  <a:cubicBezTo>
                    <a:pt x="59" y="53"/>
                    <a:pt x="59" y="53"/>
                    <a:pt x="59" y="52"/>
                  </a:cubicBezTo>
                  <a:cubicBezTo>
                    <a:pt x="59" y="52"/>
                    <a:pt x="65" y="45"/>
                    <a:pt x="69" y="42"/>
                  </a:cubicBezTo>
                  <a:cubicBezTo>
                    <a:pt x="71" y="40"/>
                    <a:pt x="73" y="39"/>
                    <a:pt x="74" y="38"/>
                  </a:cubicBezTo>
                  <a:cubicBezTo>
                    <a:pt x="75" y="38"/>
                    <a:pt x="77" y="38"/>
                    <a:pt x="77" y="38"/>
                  </a:cubicBezTo>
                  <a:cubicBezTo>
                    <a:pt x="77" y="38"/>
                    <a:pt x="83" y="39"/>
                    <a:pt x="83" y="39"/>
                  </a:cubicBezTo>
                  <a:cubicBezTo>
                    <a:pt x="92" y="39"/>
                    <a:pt x="96" y="28"/>
                    <a:pt x="96" y="28"/>
                  </a:cubicBezTo>
                  <a:cubicBezTo>
                    <a:pt x="96" y="28"/>
                    <a:pt x="96" y="27"/>
                    <a:pt x="97" y="21"/>
                  </a:cubicBezTo>
                  <a:cubicBezTo>
                    <a:pt x="97" y="19"/>
                    <a:pt x="97" y="18"/>
                    <a:pt x="97" y="17"/>
                  </a:cubicBezTo>
                  <a:cubicBezTo>
                    <a:pt x="96" y="16"/>
                    <a:pt x="96" y="16"/>
                    <a:pt x="96" y="1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49" name="出自【趣你的PPT】(微信:qunideppt)：最优质的PPT资源库"/>
            <p:cNvSpPr>
              <a:spLocks noEditPoints="1"/>
            </p:cNvSpPr>
            <p:nvPr/>
          </p:nvSpPr>
          <p:spPr bwMode="auto">
            <a:xfrm rot="21545399">
              <a:off x="9109360" y="2281935"/>
              <a:ext cx="151655" cy="37044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  <a:gd name="T76" fmla="*/ 2318 h 2362"/>
                <a:gd name="T77" fmla="*/ 2318 h 2362"/>
                <a:gd name="T78" fmla="*/ 2318 h 2362"/>
                <a:gd name="T79" fmla="*/ 2318 h 2362"/>
                <a:gd name="T80" fmla="*/ 2318 h 2362"/>
                <a:gd name="T81" fmla="*/ 2318 h 2362"/>
                <a:gd name="T82" fmla="*/ 2318 h 2362"/>
                <a:gd name="T83" fmla="*/ 2318 h 2362"/>
                <a:gd name="T84" fmla="*/ 2318 h 2362"/>
                <a:gd name="T85" fmla="*/ 2318 h 2362"/>
                <a:gd name="T86" fmla="*/ 2318 h 2362"/>
                <a:gd name="T87" fmla="*/ 2318 h 2362"/>
                <a:gd name="T88" fmla="*/ 2318 h 2362"/>
                <a:gd name="T89" fmla="*/ 2318 h 2362"/>
                <a:gd name="T90" fmla="*/ 2318 h 2362"/>
                <a:gd name="T91" fmla="*/ 2318 h 2362"/>
                <a:gd name="T92" fmla="*/ 2318 h 2362"/>
                <a:gd name="T93" fmla="*/ 2318 h 2362"/>
                <a:gd name="T94" fmla="*/ 2318 h 2362"/>
                <a:gd name="T9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7" h="358">
                  <a:moveTo>
                    <a:pt x="120" y="22"/>
                  </a:moveTo>
                  <a:lnTo>
                    <a:pt x="108" y="0"/>
                  </a:lnTo>
                  <a:lnTo>
                    <a:pt x="40" y="0"/>
                  </a:lnTo>
                  <a:lnTo>
                    <a:pt x="25" y="22"/>
                  </a:lnTo>
                  <a:lnTo>
                    <a:pt x="42" y="73"/>
                  </a:lnTo>
                  <a:lnTo>
                    <a:pt x="0" y="278"/>
                  </a:lnTo>
                  <a:lnTo>
                    <a:pt x="72" y="358"/>
                  </a:lnTo>
                  <a:lnTo>
                    <a:pt x="147" y="278"/>
                  </a:lnTo>
                  <a:lnTo>
                    <a:pt x="104" y="73"/>
                  </a:lnTo>
                  <a:lnTo>
                    <a:pt x="120" y="22"/>
                  </a:lnTo>
                  <a:close/>
                  <a:moveTo>
                    <a:pt x="49" y="17"/>
                  </a:moveTo>
                  <a:lnTo>
                    <a:pt x="96" y="17"/>
                  </a:lnTo>
                  <a:lnTo>
                    <a:pt x="101" y="24"/>
                  </a:lnTo>
                  <a:lnTo>
                    <a:pt x="87" y="62"/>
                  </a:lnTo>
                  <a:lnTo>
                    <a:pt x="57" y="62"/>
                  </a:lnTo>
                  <a:lnTo>
                    <a:pt x="45" y="24"/>
                  </a:lnTo>
                  <a:lnTo>
                    <a:pt x="49" y="17"/>
                  </a:lnTo>
                  <a:close/>
                  <a:moveTo>
                    <a:pt x="32" y="211"/>
                  </a:moveTo>
                  <a:lnTo>
                    <a:pt x="109" y="292"/>
                  </a:lnTo>
                  <a:lnTo>
                    <a:pt x="94" y="307"/>
                  </a:lnTo>
                  <a:lnTo>
                    <a:pt x="27" y="240"/>
                  </a:lnTo>
                  <a:lnTo>
                    <a:pt x="32" y="211"/>
                  </a:lnTo>
                  <a:close/>
                  <a:moveTo>
                    <a:pt x="33" y="201"/>
                  </a:moveTo>
                  <a:lnTo>
                    <a:pt x="40" y="172"/>
                  </a:lnTo>
                  <a:lnTo>
                    <a:pt x="125" y="261"/>
                  </a:lnTo>
                  <a:lnTo>
                    <a:pt x="126" y="273"/>
                  </a:lnTo>
                  <a:lnTo>
                    <a:pt x="114" y="285"/>
                  </a:lnTo>
                  <a:lnTo>
                    <a:pt x="33" y="201"/>
                  </a:lnTo>
                  <a:close/>
                  <a:moveTo>
                    <a:pt x="42" y="162"/>
                  </a:moveTo>
                  <a:lnTo>
                    <a:pt x="47" y="137"/>
                  </a:lnTo>
                  <a:lnTo>
                    <a:pt x="111" y="201"/>
                  </a:lnTo>
                  <a:lnTo>
                    <a:pt x="121" y="245"/>
                  </a:lnTo>
                  <a:lnTo>
                    <a:pt x="42" y="162"/>
                  </a:lnTo>
                  <a:close/>
                  <a:moveTo>
                    <a:pt x="49" y="127"/>
                  </a:moveTo>
                  <a:lnTo>
                    <a:pt x="55" y="96"/>
                  </a:lnTo>
                  <a:lnTo>
                    <a:pt x="101" y="145"/>
                  </a:lnTo>
                  <a:lnTo>
                    <a:pt x="108" y="186"/>
                  </a:lnTo>
                  <a:lnTo>
                    <a:pt x="49" y="127"/>
                  </a:lnTo>
                  <a:close/>
                  <a:moveTo>
                    <a:pt x="23" y="250"/>
                  </a:moveTo>
                  <a:lnTo>
                    <a:pt x="87" y="314"/>
                  </a:lnTo>
                  <a:lnTo>
                    <a:pt x="72" y="331"/>
                  </a:lnTo>
                  <a:lnTo>
                    <a:pt x="20" y="273"/>
                  </a:lnTo>
                  <a:lnTo>
                    <a:pt x="23" y="250"/>
                  </a:lnTo>
                  <a:close/>
                  <a:moveTo>
                    <a:pt x="87" y="81"/>
                  </a:moveTo>
                  <a:lnTo>
                    <a:pt x="98" y="128"/>
                  </a:lnTo>
                  <a:lnTo>
                    <a:pt x="57" y="86"/>
                  </a:lnTo>
                  <a:lnTo>
                    <a:pt x="59" y="81"/>
                  </a:lnTo>
                  <a:lnTo>
                    <a:pt x="87" y="81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0" name="出自【趣你的PPT】(微信:qunideppt)：最优质的PPT资源库"/>
            <p:cNvSpPr>
              <a:spLocks noEditPoints="1"/>
            </p:cNvSpPr>
            <p:nvPr/>
          </p:nvSpPr>
          <p:spPr bwMode="auto">
            <a:xfrm rot="21545399">
              <a:off x="9103845" y="1967460"/>
              <a:ext cx="279873" cy="26250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2" h="264">
                  <a:moveTo>
                    <a:pt x="159" y="0"/>
                  </a:moveTo>
                  <a:cubicBezTo>
                    <a:pt x="53" y="0"/>
                    <a:pt x="0" y="106"/>
                    <a:pt x="0" y="176"/>
                  </a:cubicBezTo>
                  <a:cubicBezTo>
                    <a:pt x="0" y="194"/>
                    <a:pt x="35" y="229"/>
                    <a:pt x="53" y="176"/>
                  </a:cubicBezTo>
                  <a:cubicBezTo>
                    <a:pt x="61" y="153"/>
                    <a:pt x="106" y="159"/>
                    <a:pt x="106" y="194"/>
                  </a:cubicBezTo>
                  <a:cubicBezTo>
                    <a:pt x="106" y="233"/>
                    <a:pt x="123" y="264"/>
                    <a:pt x="159" y="264"/>
                  </a:cubicBezTo>
                  <a:cubicBezTo>
                    <a:pt x="264" y="264"/>
                    <a:pt x="282" y="176"/>
                    <a:pt x="282" y="124"/>
                  </a:cubicBezTo>
                  <a:cubicBezTo>
                    <a:pt x="282" y="71"/>
                    <a:pt x="264" y="0"/>
                    <a:pt x="159" y="0"/>
                  </a:cubicBezTo>
                  <a:close/>
                  <a:moveTo>
                    <a:pt x="71" y="128"/>
                  </a:moveTo>
                  <a:cubicBezTo>
                    <a:pt x="58" y="128"/>
                    <a:pt x="49" y="118"/>
                    <a:pt x="49" y="106"/>
                  </a:cubicBezTo>
                  <a:cubicBezTo>
                    <a:pt x="49" y="94"/>
                    <a:pt x="58" y="84"/>
                    <a:pt x="71" y="84"/>
                  </a:cubicBezTo>
                  <a:cubicBezTo>
                    <a:pt x="83" y="84"/>
                    <a:pt x="93" y="94"/>
                    <a:pt x="93" y="106"/>
                  </a:cubicBezTo>
                  <a:cubicBezTo>
                    <a:pt x="93" y="118"/>
                    <a:pt x="83" y="128"/>
                    <a:pt x="71" y="128"/>
                  </a:cubicBezTo>
                  <a:close/>
                  <a:moveTo>
                    <a:pt x="110" y="62"/>
                  </a:moveTo>
                  <a:cubicBezTo>
                    <a:pt x="110" y="50"/>
                    <a:pt x="120" y="40"/>
                    <a:pt x="132" y="40"/>
                  </a:cubicBezTo>
                  <a:cubicBezTo>
                    <a:pt x="144" y="40"/>
                    <a:pt x="154" y="50"/>
                    <a:pt x="154" y="62"/>
                  </a:cubicBezTo>
                  <a:cubicBezTo>
                    <a:pt x="154" y="74"/>
                    <a:pt x="144" y="84"/>
                    <a:pt x="132" y="84"/>
                  </a:cubicBezTo>
                  <a:cubicBezTo>
                    <a:pt x="120" y="84"/>
                    <a:pt x="110" y="74"/>
                    <a:pt x="110" y="62"/>
                  </a:cubicBezTo>
                  <a:close/>
                  <a:moveTo>
                    <a:pt x="167" y="216"/>
                  </a:moveTo>
                  <a:cubicBezTo>
                    <a:pt x="150" y="216"/>
                    <a:pt x="137" y="202"/>
                    <a:pt x="137" y="185"/>
                  </a:cubicBezTo>
                  <a:cubicBezTo>
                    <a:pt x="137" y="168"/>
                    <a:pt x="150" y="154"/>
                    <a:pt x="167" y="154"/>
                  </a:cubicBezTo>
                  <a:cubicBezTo>
                    <a:pt x="184" y="154"/>
                    <a:pt x="198" y="168"/>
                    <a:pt x="198" y="185"/>
                  </a:cubicBezTo>
                  <a:cubicBezTo>
                    <a:pt x="198" y="202"/>
                    <a:pt x="184" y="216"/>
                    <a:pt x="167" y="216"/>
                  </a:cubicBezTo>
                  <a:close/>
                  <a:moveTo>
                    <a:pt x="220" y="163"/>
                  </a:moveTo>
                  <a:cubicBezTo>
                    <a:pt x="213" y="163"/>
                    <a:pt x="207" y="157"/>
                    <a:pt x="207" y="150"/>
                  </a:cubicBezTo>
                  <a:cubicBezTo>
                    <a:pt x="207" y="143"/>
                    <a:pt x="213" y="137"/>
                    <a:pt x="220" y="137"/>
                  </a:cubicBezTo>
                  <a:cubicBezTo>
                    <a:pt x="227" y="137"/>
                    <a:pt x="233" y="143"/>
                    <a:pt x="233" y="150"/>
                  </a:cubicBezTo>
                  <a:cubicBezTo>
                    <a:pt x="233" y="157"/>
                    <a:pt x="227" y="163"/>
                    <a:pt x="220" y="163"/>
                  </a:cubicBezTo>
                  <a:close/>
                  <a:moveTo>
                    <a:pt x="203" y="110"/>
                  </a:moveTo>
                  <a:cubicBezTo>
                    <a:pt x="186" y="110"/>
                    <a:pt x="172" y="97"/>
                    <a:pt x="172" y="80"/>
                  </a:cubicBezTo>
                  <a:cubicBezTo>
                    <a:pt x="172" y="63"/>
                    <a:pt x="186" y="49"/>
                    <a:pt x="203" y="49"/>
                  </a:cubicBezTo>
                  <a:cubicBezTo>
                    <a:pt x="220" y="49"/>
                    <a:pt x="233" y="63"/>
                    <a:pt x="233" y="80"/>
                  </a:cubicBezTo>
                  <a:cubicBezTo>
                    <a:pt x="233" y="97"/>
                    <a:pt x="220" y="110"/>
                    <a:pt x="203" y="110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1" name="出自【趣你的PPT】(微信:qunideppt)：最优质的PPT资源库"/>
            <p:cNvSpPr>
              <a:spLocks noEditPoints="1"/>
            </p:cNvSpPr>
            <p:nvPr/>
          </p:nvSpPr>
          <p:spPr bwMode="auto">
            <a:xfrm rot="21545399">
              <a:off x="8846032" y="2134024"/>
              <a:ext cx="239891" cy="26517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5" h="160">
                  <a:moveTo>
                    <a:pt x="132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55"/>
                    <a:pt x="6" y="160"/>
                    <a:pt x="13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9" y="160"/>
                    <a:pt x="145" y="155"/>
                    <a:pt x="145" y="147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5" y="6"/>
                    <a:pt x="139" y="0"/>
                    <a:pt x="132" y="0"/>
                  </a:cubicBezTo>
                  <a:close/>
                  <a:moveTo>
                    <a:pt x="10" y="147"/>
                  </a:move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2" y="10"/>
                    <a:pt x="13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50"/>
                    <a:pt x="36" y="150"/>
                    <a:pt x="36" y="150"/>
                  </a:cubicBezTo>
                  <a:cubicBezTo>
                    <a:pt x="13" y="150"/>
                    <a:pt x="13" y="150"/>
                    <a:pt x="13" y="150"/>
                  </a:cubicBezTo>
                  <a:cubicBezTo>
                    <a:pt x="12" y="150"/>
                    <a:pt x="10" y="149"/>
                    <a:pt x="10" y="147"/>
                  </a:cubicBezTo>
                  <a:close/>
                  <a:moveTo>
                    <a:pt x="134" y="147"/>
                  </a:moveTo>
                  <a:cubicBezTo>
                    <a:pt x="134" y="149"/>
                    <a:pt x="133" y="150"/>
                    <a:pt x="132" y="150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3" y="10"/>
                    <a:pt x="134" y="12"/>
                    <a:pt x="134" y="13"/>
                  </a:cubicBezTo>
                  <a:lnTo>
                    <a:pt x="134" y="147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2" name="出自【趣你的PPT】(微信:qunideppt)：最优质的PPT资源库"/>
            <p:cNvSpPr>
              <a:spLocks/>
            </p:cNvSpPr>
            <p:nvPr/>
          </p:nvSpPr>
          <p:spPr bwMode="auto">
            <a:xfrm rot="21545399">
              <a:off x="8835002" y="1747593"/>
              <a:ext cx="343292" cy="33179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17">
                  <a:moveTo>
                    <a:pt x="118" y="199"/>
                  </a:moveTo>
                  <a:cubicBezTo>
                    <a:pt x="116" y="185"/>
                    <a:pt x="116" y="185"/>
                    <a:pt x="116" y="185"/>
                  </a:cubicBezTo>
                  <a:cubicBezTo>
                    <a:pt x="106" y="183"/>
                    <a:pt x="97" y="175"/>
                    <a:pt x="93" y="164"/>
                  </a:cubicBezTo>
                  <a:cubicBezTo>
                    <a:pt x="88" y="148"/>
                    <a:pt x="96" y="131"/>
                    <a:pt x="112" y="126"/>
                  </a:cubicBezTo>
                  <a:cubicBezTo>
                    <a:pt x="129" y="121"/>
                    <a:pt x="146" y="129"/>
                    <a:pt x="151" y="145"/>
                  </a:cubicBezTo>
                  <a:cubicBezTo>
                    <a:pt x="155" y="157"/>
                    <a:pt x="151" y="169"/>
                    <a:pt x="144" y="176"/>
                  </a:cubicBezTo>
                  <a:cubicBezTo>
                    <a:pt x="149" y="185"/>
                    <a:pt x="149" y="185"/>
                    <a:pt x="149" y="185"/>
                  </a:cubicBezTo>
                  <a:cubicBezTo>
                    <a:pt x="164" y="178"/>
                    <a:pt x="175" y="173"/>
                    <a:pt x="175" y="173"/>
                  </a:cubicBezTo>
                  <a:cubicBezTo>
                    <a:pt x="179" y="171"/>
                    <a:pt x="182" y="166"/>
                    <a:pt x="180" y="162"/>
                  </a:cubicBezTo>
                  <a:cubicBezTo>
                    <a:pt x="180" y="162"/>
                    <a:pt x="172" y="143"/>
                    <a:pt x="163" y="121"/>
                  </a:cubicBezTo>
                  <a:cubicBezTo>
                    <a:pt x="169" y="117"/>
                    <a:pt x="169" y="117"/>
                    <a:pt x="169" y="117"/>
                  </a:cubicBezTo>
                  <a:cubicBezTo>
                    <a:pt x="176" y="125"/>
                    <a:pt x="188" y="128"/>
                    <a:pt x="200" y="124"/>
                  </a:cubicBezTo>
                  <a:cubicBezTo>
                    <a:pt x="216" y="119"/>
                    <a:pt x="224" y="102"/>
                    <a:pt x="219" y="86"/>
                  </a:cubicBezTo>
                  <a:cubicBezTo>
                    <a:pt x="214" y="70"/>
                    <a:pt x="197" y="61"/>
                    <a:pt x="181" y="66"/>
                  </a:cubicBezTo>
                  <a:cubicBezTo>
                    <a:pt x="170" y="70"/>
                    <a:pt x="162" y="79"/>
                    <a:pt x="160" y="90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47" y="74"/>
                    <a:pt x="143" y="57"/>
                    <a:pt x="142" y="46"/>
                  </a:cubicBezTo>
                  <a:cubicBezTo>
                    <a:pt x="139" y="42"/>
                    <a:pt x="136" y="38"/>
                    <a:pt x="131" y="40"/>
                  </a:cubicBezTo>
                  <a:cubicBezTo>
                    <a:pt x="131" y="40"/>
                    <a:pt x="110" y="50"/>
                    <a:pt x="84" y="60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9" y="48"/>
                    <a:pt x="92" y="36"/>
                    <a:pt x="89" y="24"/>
                  </a:cubicBezTo>
                  <a:cubicBezTo>
                    <a:pt x="83" y="8"/>
                    <a:pt x="66" y="0"/>
                    <a:pt x="50" y="5"/>
                  </a:cubicBezTo>
                  <a:cubicBezTo>
                    <a:pt x="34" y="10"/>
                    <a:pt x="25" y="27"/>
                    <a:pt x="31" y="43"/>
                  </a:cubicBezTo>
                  <a:cubicBezTo>
                    <a:pt x="34" y="54"/>
                    <a:pt x="44" y="62"/>
                    <a:pt x="54" y="64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35" y="78"/>
                    <a:pt x="16" y="83"/>
                    <a:pt x="6" y="81"/>
                  </a:cubicBezTo>
                  <a:cubicBezTo>
                    <a:pt x="2" y="84"/>
                    <a:pt x="0" y="88"/>
                    <a:pt x="1" y="92"/>
                  </a:cubicBezTo>
                  <a:cubicBezTo>
                    <a:pt x="0" y="103"/>
                    <a:pt x="5" y="121"/>
                    <a:pt x="11" y="140"/>
                  </a:cubicBezTo>
                  <a:cubicBezTo>
                    <a:pt x="22" y="139"/>
                    <a:pt x="22" y="139"/>
                    <a:pt x="22" y="139"/>
                  </a:cubicBezTo>
                  <a:cubicBezTo>
                    <a:pt x="24" y="128"/>
                    <a:pt x="31" y="119"/>
                    <a:pt x="42" y="115"/>
                  </a:cubicBezTo>
                  <a:cubicBezTo>
                    <a:pt x="58" y="110"/>
                    <a:pt x="75" y="119"/>
                    <a:pt x="81" y="135"/>
                  </a:cubicBezTo>
                  <a:cubicBezTo>
                    <a:pt x="86" y="151"/>
                    <a:pt x="77" y="168"/>
                    <a:pt x="61" y="173"/>
                  </a:cubicBezTo>
                  <a:cubicBezTo>
                    <a:pt x="50" y="177"/>
                    <a:pt x="38" y="174"/>
                    <a:pt x="30" y="166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31" y="192"/>
                    <a:pt x="39" y="208"/>
                    <a:pt x="39" y="208"/>
                  </a:cubicBezTo>
                  <a:cubicBezTo>
                    <a:pt x="40" y="213"/>
                    <a:pt x="40" y="212"/>
                    <a:pt x="50" y="214"/>
                  </a:cubicBezTo>
                  <a:cubicBezTo>
                    <a:pt x="65" y="217"/>
                    <a:pt x="93" y="209"/>
                    <a:pt x="118" y="199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3" name="出自【趣你的PPT】(微信:qunideppt)：最优质的PPT资源库"/>
            <p:cNvSpPr>
              <a:spLocks noEditPoints="1"/>
            </p:cNvSpPr>
            <p:nvPr/>
          </p:nvSpPr>
          <p:spPr bwMode="auto">
            <a:xfrm rot="21545399">
              <a:off x="8566158" y="2054073"/>
              <a:ext cx="230241" cy="21453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9" h="166">
                  <a:moveTo>
                    <a:pt x="90" y="25"/>
                  </a:moveTo>
                  <a:cubicBezTo>
                    <a:pt x="23" y="0"/>
                    <a:pt x="0" y="38"/>
                    <a:pt x="0" y="76"/>
                  </a:cubicBezTo>
                  <a:cubicBezTo>
                    <a:pt x="0" y="115"/>
                    <a:pt x="46" y="166"/>
                    <a:pt x="64" y="166"/>
                  </a:cubicBezTo>
                  <a:cubicBezTo>
                    <a:pt x="90" y="166"/>
                    <a:pt x="90" y="153"/>
                    <a:pt x="90" y="153"/>
                  </a:cubicBezTo>
                  <a:cubicBezTo>
                    <a:pt x="90" y="153"/>
                    <a:pt x="89" y="166"/>
                    <a:pt x="115" y="166"/>
                  </a:cubicBezTo>
                  <a:cubicBezTo>
                    <a:pt x="134" y="166"/>
                    <a:pt x="179" y="115"/>
                    <a:pt x="179" y="76"/>
                  </a:cubicBezTo>
                  <a:cubicBezTo>
                    <a:pt x="179" y="38"/>
                    <a:pt x="157" y="0"/>
                    <a:pt x="90" y="25"/>
                  </a:cubicBezTo>
                  <a:close/>
                  <a:moveTo>
                    <a:pt x="39" y="127"/>
                  </a:moveTo>
                  <a:cubicBezTo>
                    <a:pt x="0" y="76"/>
                    <a:pt x="39" y="38"/>
                    <a:pt x="39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39" y="64"/>
                    <a:pt x="39" y="127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4" name="出自【趣你的PPT】(微信:qunideppt)：最优质的PPT资源库"/>
            <p:cNvSpPr>
              <a:spLocks/>
            </p:cNvSpPr>
            <p:nvPr/>
          </p:nvSpPr>
          <p:spPr bwMode="auto">
            <a:xfrm rot="21545399">
              <a:off x="8614413" y="2006102"/>
              <a:ext cx="66177" cy="6529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51" y="51"/>
                  </a:moveTo>
                  <a:cubicBezTo>
                    <a:pt x="38" y="25"/>
                    <a:pt x="25" y="0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51"/>
                    <a:pt x="38" y="51"/>
                    <a:pt x="38" y="51"/>
                  </a:cubicBezTo>
                  <a:lnTo>
                    <a:pt x="51" y="51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5" name="出自【趣你的PPT】(微信:qunideppt)：最优质的PPT资源库"/>
            <p:cNvSpPr>
              <a:spLocks/>
            </p:cNvSpPr>
            <p:nvPr/>
          </p:nvSpPr>
          <p:spPr bwMode="auto">
            <a:xfrm rot="21545399">
              <a:off x="8680590" y="2004770"/>
              <a:ext cx="81342" cy="6529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" h="51">
                  <a:moveTo>
                    <a:pt x="63" y="0"/>
                  </a:moveTo>
                  <a:cubicBezTo>
                    <a:pt x="63" y="0"/>
                    <a:pt x="0" y="0"/>
                    <a:pt x="0" y="51"/>
                  </a:cubicBezTo>
                  <a:cubicBezTo>
                    <a:pt x="0" y="51"/>
                    <a:pt x="63" y="51"/>
                    <a:pt x="63" y="0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6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502739" y="1625001"/>
              <a:ext cx="319855" cy="33046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6" h="192">
                  <a:moveTo>
                    <a:pt x="186" y="108"/>
                  </a:moveTo>
                  <a:cubicBezTo>
                    <a:pt x="186" y="99"/>
                    <a:pt x="179" y="91"/>
                    <a:pt x="170" y="89"/>
                  </a:cubicBezTo>
                  <a:cubicBezTo>
                    <a:pt x="171" y="85"/>
                    <a:pt x="171" y="81"/>
                    <a:pt x="171" y="77"/>
                  </a:cubicBezTo>
                  <a:cubicBezTo>
                    <a:pt x="171" y="35"/>
                    <a:pt x="137" y="0"/>
                    <a:pt x="94" y="0"/>
                  </a:cubicBezTo>
                  <a:cubicBezTo>
                    <a:pt x="51" y="0"/>
                    <a:pt x="17" y="35"/>
                    <a:pt x="17" y="77"/>
                  </a:cubicBezTo>
                  <a:cubicBezTo>
                    <a:pt x="17" y="81"/>
                    <a:pt x="17" y="84"/>
                    <a:pt x="18" y="87"/>
                  </a:cubicBezTo>
                  <a:cubicBezTo>
                    <a:pt x="8" y="88"/>
                    <a:pt x="0" y="96"/>
                    <a:pt x="0" y="106"/>
                  </a:cubicBezTo>
                  <a:cubicBezTo>
                    <a:pt x="0" y="117"/>
                    <a:pt x="8" y="125"/>
                    <a:pt x="19" y="125"/>
                  </a:cubicBezTo>
                  <a:cubicBezTo>
                    <a:pt x="20" y="125"/>
                    <a:pt x="21" y="125"/>
                    <a:pt x="22" y="125"/>
                  </a:cubicBezTo>
                  <a:cubicBezTo>
                    <a:pt x="22" y="133"/>
                    <a:pt x="22" y="133"/>
                    <a:pt x="22" y="133"/>
                  </a:cubicBezTo>
                  <a:cubicBezTo>
                    <a:pt x="22" y="137"/>
                    <a:pt x="25" y="141"/>
                    <a:pt x="30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8" y="141"/>
                    <a:pt x="51" y="137"/>
                    <a:pt x="51" y="133"/>
                  </a:cubicBezTo>
                  <a:cubicBezTo>
                    <a:pt x="51" y="81"/>
                    <a:pt x="51" y="81"/>
                    <a:pt x="51" y="81"/>
                  </a:cubicBezTo>
                  <a:cubicBezTo>
                    <a:pt x="51" y="77"/>
                    <a:pt x="48" y="73"/>
                    <a:pt x="43" y="73"/>
                  </a:cubicBezTo>
                  <a:cubicBezTo>
                    <a:pt x="30" y="73"/>
                    <a:pt x="30" y="73"/>
                    <a:pt x="30" y="73"/>
                  </a:cubicBezTo>
                  <a:cubicBezTo>
                    <a:pt x="29" y="73"/>
                    <a:pt x="27" y="74"/>
                    <a:pt x="26" y="74"/>
                  </a:cubicBezTo>
                  <a:cubicBezTo>
                    <a:pt x="32" y="42"/>
                    <a:pt x="60" y="18"/>
                    <a:pt x="94" y="18"/>
                  </a:cubicBezTo>
                  <a:cubicBezTo>
                    <a:pt x="129" y="18"/>
                    <a:pt x="157" y="43"/>
                    <a:pt x="162" y="76"/>
                  </a:cubicBezTo>
                  <a:cubicBezTo>
                    <a:pt x="161" y="74"/>
                    <a:pt x="159" y="73"/>
                    <a:pt x="156" y="73"/>
                  </a:cubicBezTo>
                  <a:cubicBezTo>
                    <a:pt x="143" y="73"/>
                    <a:pt x="143" y="73"/>
                    <a:pt x="143" y="73"/>
                  </a:cubicBezTo>
                  <a:cubicBezTo>
                    <a:pt x="138" y="73"/>
                    <a:pt x="135" y="77"/>
                    <a:pt x="135" y="81"/>
                  </a:cubicBezTo>
                  <a:cubicBezTo>
                    <a:pt x="135" y="133"/>
                    <a:pt x="135" y="133"/>
                    <a:pt x="135" y="133"/>
                  </a:cubicBezTo>
                  <a:cubicBezTo>
                    <a:pt x="135" y="137"/>
                    <a:pt x="138" y="141"/>
                    <a:pt x="143" y="141"/>
                  </a:cubicBezTo>
                  <a:cubicBezTo>
                    <a:pt x="156" y="141"/>
                    <a:pt x="156" y="141"/>
                    <a:pt x="156" y="141"/>
                  </a:cubicBezTo>
                  <a:cubicBezTo>
                    <a:pt x="157" y="141"/>
                    <a:pt x="158" y="141"/>
                    <a:pt x="159" y="140"/>
                  </a:cubicBezTo>
                  <a:cubicBezTo>
                    <a:pt x="151" y="157"/>
                    <a:pt x="138" y="169"/>
                    <a:pt x="122" y="174"/>
                  </a:cubicBezTo>
                  <a:cubicBezTo>
                    <a:pt x="120" y="168"/>
                    <a:pt x="114" y="163"/>
                    <a:pt x="106" y="163"/>
                  </a:cubicBezTo>
                  <a:cubicBezTo>
                    <a:pt x="97" y="163"/>
                    <a:pt x="89" y="170"/>
                    <a:pt x="89" y="178"/>
                  </a:cubicBezTo>
                  <a:cubicBezTo>
                    <a:pt x="89" y="186"/>
                    <a:pt x="97" y="192"/>
                    <a:pt x="106" y="192"/>
                  </a:cubicBezTo>
                  <a:cubicBezTo>
                    <a:pt x="113" y="192"/>
                    <a:pt x="119" y="188"/>
                    <a:pt x="122" y="183"/>
                  </a:cubicBezTo>
                  <a:cubicBezTo>
                    <a:pt x="146" y="178"/>
                    <a:pt x="166" y="156"/>
                    <a:pt x="171" y="126"/>
                  </a:cubicBezTo>
                  <a:cubicBezTo>
                    <a:pt x="179" y="125"/>
                    <a:pt x="186" y="117"/>
                    <a:pt x="186" y="108"/>
                  </a:cubicBezTo>
                  <a:close/>
                  <a:moveTo>
                    <a:pt x="164" y="126"/>
                  </a:moveTo>
                  <a:cubicBezTo>
                    <a:pt x="164" y="126"/>
                    <a:pt x="164" y="126"/>
                    <a:pt x="164" y="126"/>
                  </a:cubicBezTo>
                  <a:cubicBezTo>
                    <a:pt x="164" y="127"/>
                    <a:pt x="164" y="127"/>
                    <a:pt x="164" y="127"/>
                  </a:cubicBezTo>
                  <a:lnTo>
                    <a:pt x="164" y="126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11192" y="1617006"/>
              <a:ext cx="329506" cy="33313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6" h="166">
                  <a:moveTo>
                    <a:pt x="158" y="51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33" y="55"/>
                    <a:pt x="133" y="55"/>
                    <a:pt x="133" y="55"/>
                  </a:cubicBezTo>
                  <a:cubicBezTo>
                    <a:pt x="137" y="64"/>
                    <a:pt x="140" y="73"/>
                    <a:pt x="140" y="83"/>
                  </a:cubicBezTo>
                  <a:cubicBezTo>
                    <a:pt x="140" y="114"/>
                    <a:pt x="114" y="140"/>
                    <a:pt x="83" y="140"/>
                  </a:cubicBezTo>
                  <a:cubicBezTo>
                    <a:pt x="51" y="140"/>
                    <a:pt x="26" y="114"/>
                    <a:pt x="26" y="83"/>
                  </a:cubicBezTo>
                  <a:cubicBezTo>
                    <a:pt x="26" y="51"/>
                    <a:pt x="51" y="26"/>
                    <a:pt x="83" y="26"/>
                  </a:cubicBezTo>
                  <a:cubicBezTo>
                    <a:pt x="93" y="26"/>
                    <a:pt x="103" y="29"/>
                    <a:pt x="112" y="3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05" y="2"/>
                    <a:pt x="94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6"/>
                    <a:pt x="83" y="166"/>
                  </a:cubicBezTo>
                  <a:cubicBezTo>
                    <a:pt x="129" y="166"/>
                    <a:pt x="166" y="129"/>
                    <a:pt x="166" y="83"/>
                  </a:cubicBezTo>
                  <a:cubicBezTo>
                    <a:pt x="166" y="72"/>
                    <a:pt x="164" y="61"/>
                    <a:pt x="160" y="52"/>
                  </a:cubicBezTo>
                  <a:lnTo>
                    <a:pt x="158" y="51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5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266984" y="1567703"/>
              <a:ext cx="226104" cy="22652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3" h="113">
                  <a:moveTo>
                    <a:pt x="97" y="16"/>
                  </a:moveTo>
                  <a:cubicBezTo>
                    <a:pt x="95" y="13"/>
                    <a:pt x="91" y="13"/>
                    <a:pt x="88" y="16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0" y="104"/>
                    <a:pt x="0" y="108"/>
                    <a:pt x="2" y="111"/>
                  </a:cubicBezTo>
                  <a:cubicBezTo>
                    <a:pt x="5" y="113"/>
                    <a:pt x="9" y="113"/>
                    <a:pt x="11" y="111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7" y="25"/>
                    <a:pt x="97" y="25"/>
                    <a:pt x="97" y="25"/>
                  </a:cubicBezTo>
                  <a:cubicBezTo>
                    <a:pt x="100" y="22"/>
                    <a:pt x="100" y="18"/>
                    <a:pt x="97" y="1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93914" y="1702287"/>
              <a:ext cx="164064" cy="16390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2">
                  <a:moveTo>
                    <a:pt x="55" y="50"/>
                  </a:moveTo>
                  <a:cubicBezTo>
                    <a:pt x="49" y="56"/>
                    <a:pt x="39" y="56"/>
                    <a:pt x="33" y="50"/>
                  </a:cubicBezTo>
                  <a:cubicBezTo>
                    <a:pt x="27" y="44"/>
                    <a:pt x="27" y="34"/>
                    <a:pt x="33" y="28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3" y="1"/>
                    <a:pt x="47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3"/>
                    <a:pt x="18" y="82"/>
                    <a:pt x="41" y="82"/>
                  </a:cubicBezTo>
                  <a:cubicBezTo>
                    <a:pt x="63" y="82"/>
                    <a:pt x="82" y="63"/>
                    <a:pt x="82" y="41"/>
                  </a:cubicBezTo>
                  <a:cubicBezTo>
                    <a:pt x="82" y="35"/>
                    <a:pt x="81" y="30"/>
                    <a:pt x="79" y="26"/>
                  </a:cubicBezTo>
                  <a:lnTo>
                    <a:pt x="55" y="5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4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8317995" y="2112704"/>
              <a:ext cx="59284" cy="58631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5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8450349" y="2112704"/>
              <a:ext cx="59284" cy="58631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6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289043" y="1963462"/>
              <a:ext cx="237134" cy="16256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44">
                  <a:moveTo>
                    <a:pt x="6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3"/>
                    <a:pt x="0" y="25"/>
                    <a:pt x="0" y="2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41"/>
                    <a:pt x="1" y="4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4" y="44"/>
                    <a:pt x="5" y="44"/>
                  </a:cubicBezTo>
                  <a:cubicBezTo>
                    <a:pt x="7" y="39"/>
                    <a:pt x="11" y="36"/>
                    <a:pt x="16" y="36"/>
                  </a:cubicBezTo>
                  <a:cubicBezTo>
                    <a:pt x="21" y="36"/>
                    <a:pt x="26" y="39"/>
                    <a:pt x="27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39"/>
                    <a:pt x="47" y="36"/>
                    <a:pt x="52" y="36"/>
                  </a:cubicBezTo>
                  <a:cubicBezTo>
                    <a:pt x="57" y="36"/>
                    <a:pt x="61" y="39"/>
                    <a:pt x="63" y="44"/>
                  </a:cubicBezTo>
                  <a:cubicBezTo>
                    <a:pt x="64" y="43"/>
                    <a:pt x="64" y="43"/>
                    <a:pt x="64" y="4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lose/>
                  <a:moveTo>
                    <a:pt x="20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0" y="12"/>
                    <a:pt x="20" y="12"/>
                    <a:pt x="20" y="12"/>
                  </a:cubicBezTo>
                  <a:lnTo>
                    <a:pt x="20" y="24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013306" y="1922154"/>
              <a:ext cx="186122" cy="10526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32">
                  <a:moveTo>
                    <a:pt x="4" y="32"/>
                  </a:moveTo>
                  <a:cubicBezTo>
                    <a:pt x="52" y="32"/>
                    <a:pt x="52" y="32"/>
                    <a:pt x="52" y="32"/>
                  </a:cubicBezTo>
                  <a:cubicBezTo>
                    <a:pt x="54" y="32"/>
                    <a:pt x="56" y="30"/>
                    <a:pt x="56" y="28"/>
                  </a:cubicBezTo>
                  <a:cubicBezTo>
                    <a:pt x="56" y="26"/>
                    <a:pt x="54" y="24"/>
                    <a:pt x="52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8" y="24"/>
                    <a:pt x="36" y="22"/>
                    <a:pt x="36" y="2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0" y="2"/>
                    <a:pt x="20" y="4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2"/>
                    <a:pt x="18" y="24"/>
                    <a:pt x="16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30"/>
                    <a:pt x="2" y="32"/>
                    <a:pt x="4" y="32"/>
                  </a:cubicBezTo>
                  <a:close/>
                  <a:moveTo>
                    <a:pt x="26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2" y="5"/>
                    <a:pt x="32" y="6"/>
                  </a:cubicBezTo>
                  <a:cubicBezTo>
                    <a:pt x="32" y="7"/>
                    <a:pt x="31" y="8"/>
                    <a:pt x="30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5" y="8"/>
                    <a:pt x="24" y="7"/>
                    <a:pt x="24" y="6"/>
                  </a:cubicBezTo>
                  <a:cubicBezTo>
                    <a:pt x="24" y="5"/>
                    <a:pt x="25" y="4"/>
                    <a:pt x="26" y="4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013306" y="2042081"/>
              <a:ext cx="186122" cy="93277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28">
                  <a:moveTo>
                    <a:pt x="5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1"/>
                    <a:pt x="51" y="0"/>
                    <a:pt x="50" y="0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9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725161" y="1894171"/>
              <a:ext cx="266087" cy="267837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1" h="152">
                  <a:moveTo>
                    <a:pt x="0" y="0"/>
                  </a:moveTo>
                  <a:lnTo>
                    <a:pt x="19" y="133"/>
                  </a:lnTo>
                  <a:lnTo>
                    <a:pt x="76" y="152"/>
                  </a:lnTo>
                  <a:lnTo>
                    <a:pt x="132" y="133"/>
                  </a:lnTo>
                  <a:lnTo>
                    <a:pt x="151" y="0"/>
                  </a:lnTo>
                  <a:lnTo>
                    <a:pt x="0" y="0"/>
                  </a:lnTo>
                  <a:close/>
                  <a:moveTo>
                    <a:pt x="121" y="38"/>
                  </a:moveTo>
                  <a:lnTo>
                    <a:pt x="54" y="38"/>
                  </a:lnTo>
                  <a:lnTo>
                    <a:pt x="57" y="57"/>
                  </a:lnTo>
                  <a:lnTo>
                    <a:pt x="118" y="57"/>
                  </a:lnTo>
                  <a:lnTo>
                    <a:pt x="113" y="114"/>
                  </a:lnTo>
                  <a:lnTo>
                    <a:pt x="76" y="123"/>
                  </a:lnTo>
                  <a:lnTo>
                    <a:pt x="38" y="114"/>
                  </a:lnTo>
                  <a:lnTo>
                    <a:pt x="35" y="85"/>
                  </a:lnTo>
                  <a:lnTo>
                    <a:pt x="57" y="85"/>
                  </a:lnTo>
                  <a:lnTo>
                    <a:pt x="59" y="99"/>
                  </a:lnTo>
                  <a:lnTo>
                    <a:pt x="76" y="104"/>
                  </a:lnTo>
                  <a:lnTo>
                    <a:pt x="94" y="99"/>
                  </a:lnTo>
                  <a:lnTo>
                    <a:pt x="97" y="76"/>
                  </a:lnTo>
                  <a:lnTo>
                    <a:pt x="33" y="76"/>
                  </a:lnTo>
                  <a:lnTo>
                    <a:pt x="28" y="19"/>
                  </a:lnTo>
                  <a:lnTo>
                    <a:pt x="123" y="19"/>
                  </a:lnTo>
                  <a:lnTo>
                    <a:pt x="121" y="38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0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798232" y="1579695"/>
              <a:ext cx="253678" cy="273167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" h="64">
                  <a:moveTo>
                    <a:pt x="56" y="16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9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6" y="2"/>
                    <a:pt x="16" y="4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8" y="48"/>
                    <a:pt x="60" y="46"/>
                    <a:pt x="60" y="44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18"/>
                    <a:pt x="58" y="16"/>
                    <a:pt x="56" y="16"/>
                  </a:cubicBezTo>
                  <a:close/>
                  <a:moveTo>
                    <a:pt x="32" y="60"/>
                  </a:moveTo>
                  <a:cubicBezTo>
                    <a:pt x="28" y="60"/>
                    <a:pt x="28" y="60"/>
                    <a:pt x="28" y="6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2" y="48"/>
                    <a:pt x="32" y="48"/>
                    <a:pt x="32" y="48"/>
                  </a:cubicBezTo>
                  <a:lnTo>
                    <a:pt x="32" y="60"/>
                  </a:lnTo>
                  <a:close/>
                  <a:moveTo>
                    <a:pt x="56" y="44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4"/>
                    <a:pt x="18" y="36"/>
                    <a:pt x="20" y="36"/>
                  </a:cubicBezTo>
                  <a:cubicBezTo>
                    <a:pt x="22" y="36"/>
                    <a:pt x="24" y="34"/>
                    <a:pt x="24" y="3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56" y="20"/>
                    <a:pt x="56" y="20"/>
                    <a:pt x="56" y="20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1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292254" y="1767581"/>
              <a:ext cx="209560" cy="21053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28" y="8"/>
                  </a:lnTo>
                  <a:close/>
                  <a:moveTo>
                    <a:pt x="32" y="53"/>
                  </a:moveTo>
                  <a:cubicBezTo>
                    <a:pt x="20" y="53"/>
                    <a:pt x="11" y="44"/>
                    <a:pt x="11" y="32"/>
                  </a:cubicBezTo>
                  <a:cubicBezTo>
                    <a:pt x="11" y="24"/>
                    <a:pt x="16" y="16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0" y="22"/>
                    <a:pt x="17" y="27"/>
                    <a:pt x="17" y="32"/>
                  </a:cubicBezTo>
                  <a:cubicBezTo>
                    <a:pt x="17" y="40"/>
                    <a:pt x="24" y="47"/>
                    <a:pt x="32" y="47"/>
                  </a:cubicBezTo>
                  <a:cubicBezTo>
                    <a:pt x="40" y="47"/>
                    <a:pt x="47" y="40"/>
                    <a:pt x="47" y="32"/>
                  </a:cubicBezTo>
                  <a:cubicBezTo>
                    <a:pt x="47" y="27"/>
                    <a:pt x="44" y="22"/>
                    <a:pt x="40" y="20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8" y="16"/>
                    <a:pt x="53" y="24"/>
                    <a:pt x="53" y="32"/>
                  </a:cubicBezTo>
                  <a:cubicBezTo>
                    <a:pt x="53" y="44"/>
                    <a:pt x="44" y="53"/>
                    <a:pt x="32" y="53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2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434259" y="2011432"/>
              <a:ext cx="257814" cy="25584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51">
                  <a:moveTo>
                    <a:pt x="0" y="0"/>
                  </a:moveTo>
                  <a:lnTo>
                    <a:pt x="0" y="151"/>
                  </a:lnTo>
                  <a:lnTo>
                    <a:pt x="152" y="151"/>
                  </a:lnTo>
                  <a:lnTo>
                    <a:pt x="152" y="0"/>
                  </a:lnTo>
                  <a:lnTo>
                    <a:pt x="0" y="0"/>
                  </a:lnTo>
                  <a:close/>
                  <a:moveTo>
                    <a:pt x="57" y="19"/>
                  </a:moveTo>
                  <a:lnTo>
                    <a:pt x="67" y="19"/>
                  </a:lnTo>
                  <a:lnTo>
                    <a:pt x="67" y="28"/>
                  </a:lnTo>
                  <a:lnTo>
                    <a:pt x="57" y="28"/>
                  </a:lnTo>
                  <a:lnTo>
                    <a:pt x="57" y="19"/>
                  </a:lnTo>
                  <a:close/>
                  <a:moveTo>
                    <a:pt x="38" y="19"/>
                  </a:moveTo>
                  <a:lnTo>
                    <a:pt x="48" y="19"/>
                  </a:lnTo>
                  <a:lnTo>
                    <a:pt x="48" y="28"/>
                  </a:lnTo>
                  <a:lnTo>
                    <a:pt x="38" y="28"/>
                  </a:lnTo>
                  <a:lnTo>
                    <a:pt x="38" y="19"/>
                  </a:lnTo>
                  <a:close/>
                  <a:moveTo>
                    <a:pt x="19" y="19"/>
                  </a:moveTo>
                  <a:lnTo>
                    <a:pt x="29" y="19"/>
                  </a:lnTo>
                  <a:lnTo>
                    <a:pt x="29" y="28"/>
                  </a:lnTo>
                  <a:lnTo>
                    <a:pt x="19" y="28"/>
                  </a:lnTo>
                  <a:lnTo>
                    <a:pt x="19" y="19"/>
                  </a:lnTo>
                  <a:close/>
                  <a:moveTo>
                    <a:pt x="133" y="132"/>
                  </a:moveTo>
                  <a:lnTo>
                    <a:pt x="19" y="132"/>
                  </a:lnTo>
                  <a:lnTo>
                    <a:pt x="19" y="38"/>
                  </a:lnTo>
                  <a:lnTo>
                    <a:pt x="133" y="38"/>
                  </a:lnTo>
                  <a:lnTo>
                    <a:pt x="133" y="132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50068" y="1667642"/>
              <a:ext cx="46875" cy="4530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50068" y="1736933"/>
              <a:ext cx="46875" cy="4663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5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50068" y="1807557"/>
              <a:ext cx="46875" cy="4797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6"/>
                    <a:pt x="16" y="15"/>
                    <a:pt x="16" y="14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620381" y="1667642"/>
              <a:ext cx="117189" cy="4530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6">
                  <a:moveTo>
                    <a:pt x="3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9" y="16"/>
                    <a:pt x="40" y="15"/>
                    <a:pt x="40" y="14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39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620381" y="1736933"/>
              <a:ext cx="117189" cy="4663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6">
                  <a:moveTo>
                    <a:pt x="3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9" y="16"/>
                    <a:pt x="40" y="15"/>
                    <a:pt x="40" y="14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39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620381" y="1807557"/>
              <a:ext cx="117189" cy="4797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6">
                  <a:moveTo>
                    <a:pt x="3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9" y="16"/>
                    <a:pt x="40" y="15"/>
                    <a:pt x="40" y="14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39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79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285361" y="2035418"/>
              <a:ext cx="93751" cy="15590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40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19"/>
                    <a:pt x="4" y="2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2" y="19"/>
                    <a:pt x="24" y="16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  <a:moveTo>
                    <a:pt x="12" y="20"/>
                  </a:moveTo>
                  <a:cubicBezTo>
                    <a:pt x="8" y="20"/>
                    <a:pt x="4" y="16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6" y="4"/>
                    <a:pt x="20" y="8"/>
                    <a:pt x="20" y="12"/>
                  </a:cubicBezTo>
                  <a:cubicBezTo>
                    <a:pt x="20" y="16"/>
                    <a:pt x="16" y="20"/>
                    <a:pt x="12" y="2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144735" y="1940809"/>
              <a:ext cx="202666" cy="25051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152">
                  <a:moveTo>
                    <a:pt x="64" y="133"/>
                  </a:moveTo>
                  <a:lnTo>
                    <a:pt x="19" y="133"/>
                  </a:lnTo>
                  <a:lnTo>
                    <a:pt x="19" y="19"/>
                  </a:lnTo>
                  <a:lnTo>
                    <a:pt x="71" y="19"/>
                  </a:lnTo>
                  <a:lnTo>
                    <a:pt x="100" y="48"/>
                  </a:lnTo>
                  <a:lnTo>
                    <a:pt x="123" y="48"/>
                  </a:lnTo>
                  <a:lnTo>
                    <a:pt x="123" y="43"/>
                  </a:lnTo>
                  <a:lnTo>
                    <a:pt x="81" y="0"/>
                  </a:lnTo>
                  <a:lnTo>
                    <a:pt x="0" y="0"/>
                  </a:lnTo>
                  <a:lnTo>
                    <a:pt x="0" y="152"/>
                  </a:lnTo>
                  <a:lnTo>
                    <a:pt x="81" y="152"/>
                  </a:lnTo>
                  <a:lnTo>
                    <a:pt x="64" y="133"/>
                  </a:lnTo>
                  <a:lnTo>
                    <a:pt x="64" y="133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1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7192989" y="2020761"/>
              <a:ext cx="77206" cy="1465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2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7192989" y="2051408"/>
              <a:ext cx="77206" cy="1465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3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7192989" y="2083389"/>
              <a:ext cx="77206" cy="1465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4" name="出自【趣你的PPT】(微信:qunideppt)：最优质的PPT资源库"/>
            <p:cNvSpPr>
              <a:spLocks/>
            </p:cNvSpPr>
            <p:nvPr/>
          </p:nvSpPr>
          <p:spPr bwMode="auto">
            <a:xfrm rot="21346805">
              <a:off x="6918631" y="2030088"/>
              <a:ext cx="170957" cy="17189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9">
                  <a:moveTo>
                    <a:pt x="37" y="2"/>
                  </a:moveTo>
                  <a:cubicBezTo>
                    <a:pt x="34" y="0"/>
                    <a:pt x="31" y="3"/>
                    <a:pt x="31" y="3"/>
                  </a:cubicBezTo>
                  <a:cubicBezTo>
                    <a:pt x="31" y="3"/>
                    <a:pt x="15" y="19"/>
                    <a:pt x="12" y="22"/>
                  </a:cubicBezTo>
                  <a:cubicBezTo>
                    <a:pt x="9" y="25"/>
                    <a:pt x="0" y="29"/>
                    <a:pt x="0" y="2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4" y="30"/>
                    <a:pt x="17" y="27"/>
                  </a:cubicBezTo>
                  <a:cubicBezTo>
                    <a:pt x="20" y="24"/>
                    <a:pt x="36" y="8"/>
                    <a:pt x="36" y="8"/>
                  </a:cubicBezTo>
                  <a:cubicBezTo>
                    <a:pt x="36" y="8"/>
                    <a:pt x="39" y="5"/>
                    <a:pt x="37" y="2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5" name="出自【趣你的PPT】(微信:qunideppt)：最优质的PPT资源库"/>
            <p:cNvSpPr>
              <a:spLocks noEditPoints="1"/>
            </p:cNvSpPr>
            <p:nvPr/>
          </p:nvSpPr>
          <p:spPr bwMode="auto">
            <a:xfrm rot="21346805">
              <a:off x="6822123" y="2180663"/>
              <a:ext cx="135111" cy="14524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33">
                  <a:moveTo>
                    <a:pt x="12" y="7"/>
                  </a:moveTo>
                  <a:cubicBezTo>
                    <a:pt x="7" y="19"/>
                    <a:pt x="8" y="25"/>
                    <a:pt x="0" y="27"/>
                  </a:cubicBezTo>
                  <a:cubicBezTo>
                    <a:pt x="31" y="33"/>
                    <a:pt x="31" y="10"/>
                    <a:pt x="31" y="1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14" y="2"/>
                    <a:pt x="12" y="7"/>
                  </a:cubicBezTo>
                  <a:close/>
                  <a:moveTo>
                    <a:pt x="9" y="24"/>
                  </a:moveTo>
                  <a:cubicBezTo>
                    <a:pt x="11" y="21"/>
                    <a:pt x="15" y="8"/>
                    <a:pt x="20" y="4"/>
                  </a:cubicBezTo>
                  <a:cubicBezTo>
                    <a:pt x="23" y="7"/>
                    <a:pt x="20" y="17"/>
                    <a:pt x="9" y="24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6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982050" y="2204649"/>
              <a:ext cx="299174" cy="30248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1" h="152">
                  <a:moveTo>
                    <a:pt x="76" y="38"/>
                  </a:moveTo>
                  <a:lnTo>
                    <a:pt x="76" y="0"/>
                  </a:lnTo>
                  <a:lnTo>
                    <a:pt x="9" y="0"/>
                  </a:lnTo>
                  <a:lnTo>
                    <a:pt x="9" y="142"/>
                  </a:lnTo>
                  <a:lnTo>
                    <a:pt x="0" y="142"/>
                  </a:lnTo>
                  <a:lnTo>
                    <a:pt x="0" y="152"/>
                  </a:lnTo>
                  <a:lnTo>
                    <a:pt x="151" y="152"/>
                  </a:lnTo>
                  <a:lnTo>
                    <a:pt x="151" y="38"/>
                  </a:lnTo>
                  <a:lnTo>
                    <a:pt x="76" y="38"/>
                  </a:lnTo>
                  <a:close/>
                  <a:moveTo>
                    <a:pt x="57" y="142"/>
                  </a:moveTo>
                  <a:lnTo>
                    <a:pt x="28" y="142"/>
                  </a:lnTo>
                  <a:lnTo>
                    <a:pt x="28" y="123"/>
                  </a:lnTo>
                  <a:lnTo>
                    <a:pt x="57" y="123"/>
                  </a:lnTo>
                  <a:lnTo>
                    <a:pt x="57" y="142"/>
                  </a:lnTo>
                  <a:close/>
                  <a:moveTo>
                    <a:pt x="66" y="104"/>
                  </a:moveTo>
                  <a:lnTo>
                    <a:pt x="19" y="104"/>
                  </a:lnTo>
                  <a:lnTo>
                    <a:pt x="19" y="95"/>
                  </a:lnTo>
                  <a:lnTo>
                    <a:pt x="66" y="95"/>
                  </a:lnTo>
                  <a:lnTo>
                    <a:pt x="66" y="104"/>
                  </a:lnTo>
                  <a:close/>
                  <a:moveTo>
                    <a:pt x="66" y="85"/>
                  </a:moveTo>
                  <a:lnTo>
                    <a:pt x="19" y="85"/>
                  </a:lnTo>
                  <a:lnTo>
                    <a:pt x="19" y="76"/>
                  </a:lnTo>
                  <a:lnTo>
                    <a:pt x="66" y="76"/>
                  </a:lnTo>
                  <a:lnTo>
                    <a:pt x="66" y="85"/>
                  </a:lnTo>
                  <a:close/>
                  <a:moveTo>
                    <a:pt x="66" y="66"/>
                  </a:moveTo>
                  <a:lnTo>
                    <a:pt x="19" y="66"/>
                  </a:lnTo>
                  <a:lnTo>
                    <a:pt x="19" y="57"/>
                  </a:lnTo>
                  <a:lnTo>
                    <a:pt x="66" y="57"/>
                  </a:lnTo>
                  <a:lnTo>
                    <a:pt x="66" y="66"/>
                  </a:lnTo>
                  <a:close/>
                  <a:moveTo>
                    <a:pt x="66" y="47"/>
                  </a:moveTo>
                  <a:lnTo>
                    <a:pt x="19" y="47"/>
                  </a:lnTo>
                  <a:lnTo>
                    <a:pt x="19" y="38"/>
                  </a:lnTo>
                  <a:lnTo>
                    <a:pt x="66" y="38"/>
                  </a:lnTo>
                  <a:lnTo>
                    <a:pt x="66" y="47"/>
                  </a:lnTo>
                  <a:close/>
                  <a:moveTo>
                    <a:pt x="66" y="29"/>
                  </a:moveTo>
                  <a:lnTo>
                    <a:pt x="19" y="29"/>
                  </a:lnTo>
                  <a:lnTo>
                    <a:pt x="19" y="19"/>
                  </a:lnTo>
                  <a:lnTo>
                    <a:pt x="66" y="19"/>
                  </a:lnTo>
                  <a:lnTo>
                    <a:pt x="66" y="29"/>
                  </a:lnTo>
                  <a:close/>
                  <a:moveTo>
                    <a:pt x="113" y="133"/>
                  </a:moveTo>
                  <a:lnTo>
                    <a:pt x="95" y="133"/>
                  </a:lnTo>
                  <a:lnTo>
                    <a:pt x="95" y="114"/>
                  </a:lnTo>
                  <a:lnTo>
                    <a:pt x="113" y="114"/>
                  </a:lnTo>
                  <a:lnTo>
                    <a:pt x="113" y="133"/>
                  </a:lnTo>
                  <a:close/>
                  <a:moveTo>
                    <a:pt x="113" y="104"/>
                  </a:moveTo>
                  <a:lnTo>
                    <a:pt x="95" y="104"/>
                  </a:lnTo>
                  <a:lnTo>
                    <a:pt x="95" y="85"/>
                  </a:lnTo>
                  <a:lnTo>
                    <a:pt x="113" y="85"/>
                  </a:lnTo>
                  <a:lnTo>
                    <a:pt x="113" y="104"/>
                  </a:lnTo>
                  <a:close/>
                  <a:moveTo>
                    <a:pt x="113" y="76"/>
                  </a:moveTo>
                  <a:lnTo>
                    <a:pt x="95" y="76"/>
                  </a:lnTo>
                  <a:lnTo>
                    <a:pt x="95" y="57"/>
                  </a:lnTo>
                  <a:lnTo>
                    <a:pt x="113" y="57"/>
                  </a:lnTo>
                  <a:lnTo>
                    <a:pt x="113" y="76"/>
                  </a:lnTo>
                  <a:close/>
                  <a:moveTo>
                    <a:pt x="142" y="133"/>
                  </a:moveTo>
                  <a:lnTo>
                    <a:pt x="123" y="133"/>
                  </a:lnTo>
                  <a:lnTo>
                    <a:pt x="123" y="114"/>
                  </a:lnTo>
                  <a:lnTo>
                    <a:pt x="142" y="114"/>
                  </a:lnTo>
                  <a:lnTo>
                    <a:pt x="142" y="133"/>
                  </a:lnTo>
                  <a:close/>
                  <a:moveTo>
                    <a:pt x="142" y="104"/>
                  </a:moveTo>
                  <a:lnTo>
                    <a:pt x="123" y="104"/>
                  </a:lnTo>
                  <a:lnTo>
                    <a:pt x="123" y="85"/>
                  </a:lnTo>
                  <a:lnTo>
                    <a:pt x="142" y="85"/>
                  </a:lnTo>
                  <a:lnTo>
                    <a:pt x="142" y="104"/>
                  </a:lnTo>
                  <a:close/>
                  <a:moveTo>
                    <a:pt x="142" y="76"/>
                  </a:moveTo>
                  <a:lnTo>
                    <a:pt x="123" y="76"/>
                  </a:lnTo>
                  <a:lnTo>
                    <a:pt x="123" y="57"/>
                  </a:lnTo>
                  <a:lnTo>
                    <a:pt x="142" y="57"/>
                  </a:lnTo>
                  <a:lnTo>
                    <a:pt x="142" y="76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687012" y="2373878"/>
              <a:ext cx="263328" cy="23185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56">
                  <a:moveTo>
                    <a:pt x="48" y="38"/>
                  </a:moveTo>
                  <a:cubicBezTo>
                    <a:pt x="48" y="26"/>
                    <a:pt x="48" y="16"/>
                    <a:pt x="51" y="6"/>
                  </a:cubicBezTo>
                  <a:cubicBezTo>
                    <a:pt x="52" y="5"/>
                    <a:pt x="51" y="4"/>
                    <a:pt x="50" y="3"/>
                  </a:cubicBezTo>
                  <a:cubicBezTo>
                    <a:pt x="47" y="2"/>
                    <a:pt x="41" y="0"/>
                    <a:pt x="32" y="0"/>
                  </a:cubicBezTo>
                  <a:cubicBezTo>
                    <a:pt x="23" y="0"/>
                    <a:pt x="17" y="2"/>
                    <a:pt x="14" y="3"/>
                  </a:cubicBezTo>
                  <a:cubicBezTo>
                    <a:pt x="13" y="4"/>
                    <a:pt x="12" y="5"/>
                    <a:pt x="13" y="6"/>
                  </a:cubicBezTo>
                  <a:cubicBezTo>
                    <a:pt x="16" y="16"/>
                    <a:pt x="16" y="26"/>
                    <a:pt x="16" y="38"/>
                  </a:cubicBezTo>
                  <a:cubicBezTo>
                    <a:pt x="6" y="36"/>
                    <a:pt x="0" y="35"/>
                    <a:pt x="0" y="40"/>
                  </a:cubicBezTo>
                  <a:cubicBezTo>
                    <a:pt x="0" y="43"/>
                    <a:pt x="4" y="48"/>
                    <a:pt x="12" y="52"/>
                  </a:cubicBezTo>
                  <a:cubicBezTo>
                    <a:pt x="17" y="54"/>
                    <a:pt x="24" y="56"/>
                    <a:pt x="32" y="56"/>
                  </a:cubicBezTo>
                  <a:cubicBezTo>
                    <a:pt x="40" y="56"/>
                    <a:pt x="47" y="54"/>
                    <a:pt x="52" y="52"/>
                  </a:cubicBezTo>
                  <a:cubicBezTo>
                    <a:pt x="60" y="48"/>
                    <a:pt x="64" y="43"/>
                    <a:pt x="64" y="40"/>
                  </a:cubicBezTo>
                  <a:cubicBezTo>
                    <a:pt x="64" y="35"/>
                    <a:pt x="58" y="36"/>
                    <a:pt x="48" y="38"/>
                  </a:cubicBezTo>
                  <a:close/>
                  <a:moveTo>
                    <a:pt x="24" y="7"/>
                  </a:moveTo>
                  <a:cubicBezTo>
                    <a:pt x="24" y="7"/>
                    <a:pt x="24" y="7"/>
                    <a:pt x="24" y="7"/>
                  </a:cubicBezTo>
                  <a:cubicBezTo>
                    <a:pt x="26" y="15"/>
                    <a:pt x="27" y="23"/>
                    <a:pt x="27" y="32"/>
                  </a:cubicBezTo>
                  <a:cubicBezTo>
                    <a:pt x="27" y="35"/>
                    <a:pt x="27" y="37"/>
                    <a:pt x="27" y="40"/>
                  </a:cubicBezTo>
                  <a:cubicBezTo>
                    <a:pt x="26" y="39"/>
                    <a:pt x="20" y="39"/>
                    <a:pt x="19" y="39"/>
                  </a:cubicBezTo>
                  <a:cubicBezTo>
                    <a:pt x="19" y="37"/>
                    <a:pt x="19" y="35"/>
                    <a:pt x="19" y="33"/>
                  </a:cubicBezTo>
                  <a:cubicBezTo>
                    <a:pt x="19" y="24"/>
                    <a:pt x="18" y="15"/>
                    <a:pt x="16" y="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7"/>
                    <a:pt x="22" y="7"/>
                    <a:pt x="24" y="7"/>
                  </a:cubicBezTo>
                  <a:close/>
                  <a:moveTo>
                    <a:pt x="61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58" y="45"/>
                    <a:pt x="55" y="46"/>
                    <a:pt x="52" y="48"/>
                  </a:cubicBezTo>
                  <a:cubicBezTo>
                    <a:pt x="47" y="51"/>
                    <a:pt x="40" y="52"/>
                    <a:pt x="32" y="52"/>
                  </a:cubicBezTo>
                  <a:cubicBezTo>
                    <a:pt x="25" y="52"/>
                    <a:pt x="17" y="51"/>
                    <a:pt x="12" y="48"/>
                  </a:cubicBezTo>
                  <a:cubicBezTo>
                    <a:pt x="9" y="46"/>
                    <a:pt x="6" y="45"/>
                    <a:pt x="4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4" y="40"/>
                    <a:pt x="5" y="40"/>
                  </a:cubicBezTo>
                  <a:cubicBezTo>
                    <a:pt x="6" y="39"/>
                    <a:pt x="7" y="39"/>
                    <a:pt x="7" y="40"/>
                  </a:cubicBezTo>
                  <a:cubicBezTo>
                    <a:pt x="9" y="41"/>
                    <a:pt x="10" y="42"/>
                    <a:pt x="12" y="43"/>
                  </a:cubicBezTo>
                  <a:cubicBezTo>
                    <a:pt x="17" y="45"/>
                    <a:pt x="25" y="47"/>
                    <a:pt x="32" y="47"/>
                  </a:cubicBezTo>
                  <a:cubicBezTo>
                    <a:pt x="39" y="47"/>
                    <a:pt x="47" y="45"/>
                    <a:pt x="52" y="43"/>
                  </a:cubicBezTo>
                  <a:cubicBezTo>
                    <a:pt x="54" y="42"/>
                    <a:pt x="55" y="41"/>
                    <a:pt x="57" y="40"/>
                  </a:cubicBezTo>
                  <a:cubicBezTo>
                    <a:pt x="58" y="39"/>
                    <a:pt x="59" y="39"/>
                    <a:pt x="59" y="40"/>
                  </a:cubicBezTo>
                  <a:cubicBezTo>
                    <a:pt x="60" y="40"/>
                    <a:pt x="61" y="41"/>
                    <a:pt x="61" y="42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315692" y="2269942"/>
              <a:ext cx="110295" cy="109267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" h="54">
                  <a:moveTo>
                    <a:pt x="37" y="23"/>
                  </a:moveTo>
                  <a:cubicBezTo>
                    <a:pt x="35" y="21"/>
                    <a:pt x="33" y="21"/>
                    <a:pt x="31" y="23"/>
                  </a:cubicBezTo>
                  <a:cubicBezTo>
                    <a:pt x="31" y="23"/>
                    <a:pt x="37" y="17"/>
                    <a:pt x="28" y="8"/>
                  </a:cubicBezTo>
                  <a:cubicBezTo>
                    <a:pt x="26" y="6"/>
                    <a:pt x="20" y="0"/>
                    <a:pt x="20" y="0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6" y="25"/>
                    <a:pt x="9" y="28"/>
                  </a:cubicBezTo>
                  <a:cubicBezTo>
                    <a:pt x="17" y="37"/>
                    <a:pt x="23" y="31"/>
                    <a:pt x="23" y="31"/>
                  </a:cubicBezTo>
                  <a:cubicBezTo>
                    <a:pt x="21" y="33"/>
                    <a:pt x="21" y="35"/>
                    <a:pt x="23" y="37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54" y="40"/>
                    <a:pt x="54" y="40"/>
                    <a:pt x="54" y="40"/>
                  </a:cubicBezTo>
                  <a:lnTo>
                    <a:pt x="37" y="23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8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403928" y="2355223"/>
              <a:ext cx="44118" cy="4663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23">
                  <a:moveTo>
                    <a:pt x="17" y="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2" y="17"/>
                  </a:cubicBezTo>
                  <a:cubicBezTo>
                    <a:pt x="8" y="23"/>
                    <a:pt x="21" y="22"/>
                    <a:pt x="21" y="22"/>
                  </a:cubicBezTo>
                  <a:cubicBezTo>
                    <a:pt x="21" y="22"/>
                    <a:pt x="22" y="9"/>
                    <a:pt x="17" y="3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0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064771" y="2608402"/>
              <a:ext cx="88236" cy="8794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5"/>
                    <a:pt x="16" y="0"/>
                    <a:pt x="10" y="0"/>
                  </a:cubicBezTo>
                  <a:close/>
                  <a:moveTo>
                    <a:pt x="7" y="16"/>
                  </a:moveTo>
                  <a:cubicBezTo>
                    <a:pt x="6" y="15"/>
                    <a:pt x="5" y="13"/>
                    <a:pt x="5" y="11"/>
                  </a:cubicBezTo>
                  <a:cubicBezTo>
                    <a:pt x="5" y="8"/>
                    <a:pt x="8" y="5"/>
                    <a:pt x="11" y="5"/>
                  </a:cubicBezTo>
                  <a:cubicBezTo>
                    <a:pt x="13" y="5"/>
                    <a:pt x="15" y="6"/>
                    <a:pt x="16" y="8"/>
                  </a:cubicBezTo>
                  <a:cubicBezTo>
                    <a:pt x="11" y="8"/>
                    <a:pt x="8" y="11"/>
                    <a:pt x="7" y="16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1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964127" y="2547106"/>
              <a:ext cx="244028" cy="19321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6" h="44">
                  <a:moveTo>
                    <a:pt x="52" y="4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8" y="2"/>
                    <a:pt x="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6"/>
                    <a:pt x="0" y="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2"/>
                    <a:pt x="2" y="44"/>
                    <a:pt x="4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4" y="44"/>
                    <a:pt x="56" y="42"/>
                    <a:pt x="56" y="4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6"/>
                    <a:pt x="54" y="4"/>
                    <a:pt x="52" y="4"/>
                  </a:cubicBezTo>
                  <a:close/>
                  <a:moveTo>
                    <a:pt x="10" y="17"/>
                  </a:moveTo>
                  <a:cubicBezTo>
                    <a:pt x="8" y="17"/>
                    <a:pt x="7" y="16"/>
                    <a:pt x="7" y="15"/>
                  </a:cubicBezTo>
                  <a:cubicBezTo>
                    <a:pt x="7" y="13"/>
                    <a:pt x="8" y="12"/>
                    <a:pt x="10" y="12"/>
                  </a:cubicBezTo>
                  <a:cubicBezTo>
                    <a:pt x="11" y="12"/>
                    <a:pt x="12" y="13"/>
                    <a:pt x="12" y="15"/>
                  </a:cubicBezTo>
                  <a:cubicBezTo>
                    <a:pt x="12" y="16"/>
                    <a:pt x="11" y="17"/>
                    <a:pt x="10" y="17"/>
                  </a:cubicBezTo>
                  <a:close/>
                  <a:moveTo>
                    <a:pt x="33" y="40"/>
                  </a:moveTo>
                  <a:cubicBezTo>
                    <a:pt x="25" y="40"/>
                    <a:pt x="18" y="33"/>
                    <a:pt x="18" y="24"/>
                  </a:cubicBezTo>
                  <a:cubicBezTo>
                    <a:pt x="18" y="16"/>
                    <a:pt x="25" y="9"/>
                    <a:pt x="33" y="9"/>
                  </a:cubicBezTo>
                  <a:cubicBezTo>
                    <a:pt x="41" y="9"/>
                    <a:pt x="48" y="16"/>
                    <a:pt x="48" y="24"/>
                  </a:cubicBezTo>
                  <a:cubicBezTo>
                    <a:pt x="48" y="33"/>
                    <a:pt x="41" y="40"/>
                    <a:pt x="33" y="4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2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953098" y="2764308"/>
              <a:ext cx="124082" cy="6129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16">
                  <a:moveTo>
                    <a:pt x="32" y="8"/>
                  </a:move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32" y="8"/>
                  </a:lnTo>
                  <a:close/>
                  <a:moveTo>
                    <a:pt x="16" y="12"/>
                  </a:moveTo>
                  <a:cubicBezTo>
                    <a:pt x="14" y="12"/>
                    <a:pt x="12" y="10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10"/>
                    <a:pt x="18" y="12"/>
                    <a:pt x="16" y="12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3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907601" y="2794955"/>
              <a:ext cx="215075" cy="21720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" h="133">
                  <a:moveTo>
                    <a:pt x="113" y="0"/>
                  </a:moveTo>
                  <a:lnTo>
                    <a:pt x="113" y="29"/>
                  </a:lnTo>
                  <a:lnTo>
                    <a:pt x="19" y="2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33"/>
                  </a:lnTo>
                  <a:lnTo>
                    <a:pt x="132" y="133"/>
                  </a:lnTo>
                  <a:lnTo>
                    <a:pt x="132" y="0"/>
                  </a:lnTo>
                  <a:lnTo>
                    <a:pt x="113" y="0"/>
                  </a:lnTo>
                  <a:close/>
                  <a:moveTo>
                    <a:pt x="61" y="111"/>
                  </a:moveTo>
                  <a:lnTo>
                    <a:pt x="54" y="107"/>
                  </a:lnTo>
                  <a:lnTo>
                    <a:pt x="28" y="78"/>
                  </a:lnTo>
                  <a:lnTo>
                    <a:pt x="42" y="66"/>
                  </a:lnTo>
                  <a:lnTo>
                    <a:pt x="61" y="85"/>
                  </a:lnTo>
                  <a:lnTo>
                    <a:pt x="99" y="47"/>
                  </a:lnTo>
                  <a:lnTo>
                    <a:pt x="113" y="62"/>
                  </a:lnTo>
                  <a:lnTo>
                    <a:pt x="61" y="111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698041" y="2744320"/>
              <a:ext cx="102023" cy="103937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4" y="25"/>
                  </a:moveTo>
                  <a:cubicBezTo>
                    <a:pt x="24" y="15"/>
                    <a:pt x="24" y="15"/>
                    <a:pt x="24" y="15"/>
                  </a:cubicBezTo>
                  <a:cubicBezTo>
                    <a:pt x="26" y="14"/>
                    <a:pt x="26" y="12"/>
                    <a:pt x="24" y="1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5"/>
                    <a:pt x="2" y="26"/>
                    <a:pt x="4" y="25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619456" y="2644381"/>
              <a:ext cx="253678" cy="25451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4" h="64">
                  <a:moveTo>
                    <a:pt x="5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61" y="64"/>
                    <a:pt x="64" y="61"/>
                    <a:pt x="64" y="58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3"/>
                    <a:pt x="61" y="0"/>
                    <a:pt x="58" y="0"/>
                  </a:cubicBezTo>
                  <a:close/>
                  <a:moveTo>
                    <a:pt x="40" y="4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2" y="4"/>
                    <a:pt x="32" y="4"/>
                    <a:pt x="32" y="4"/>
                  </a:cubicBezTo>
                  <a:lnTo>
                    <a:pt x="40" y="4"/>
                  </a:lnTo>
                  <a:close/>
                  <a:moveTo>
                    <a:pt x="24" y="4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24" y="4"/>
                  </a:lnTo>
                  <a:close/>
                  <a:moveTo>
                    <a:pt x="4" y="6"/>
                  </a:moveTo>
                  <a:cubicBezTo>
                    <a:pt x="4" y="5"/>
                    <a:pt x="5" y="4"/>
                    <a:pt x="6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4" y="6"/>
                  </a:lnTo>
                  <a:close/>
                  <a:moveTo>
                    <a:pt x="60" y="58"/>
                  </a:moveTo>
                  <a:cubicBezTo>
                    <a:pt x="60" y="59"/>
                    <a:pt x="59" y="60"/>
                    <a:pt x="58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5" y="60"/>
                    <a:pt x="4" y="59"/>
                    <a:pt x="4" y="5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60" y="16"/>
                    <a:pt x="60" y="16"/>
                    <a:pt x="60" y="16"/>
                  </a:cubicBezTo>
                  <a:lnTo>
                    <a:pt x="60" y="58"/>
                  </a:lnTo>
                  <a:close/>
                  <a:moveTo>
                    <a:pt x="52" y="12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60" y="12"/>
                    <a:pt x="60" y="12"/>
                    <a:pt x="60" y="12"/>
                  </a:cubicBezTo>
                  <a:lnTo>
                    <a:pt x="52" y="12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652544" y="3715729"/>
              <a:ext cx="347428" cy="25984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4" h="48">
                  <a:moveTo>
                    <a:pt x="56" y="18"/>
                  </a:moveTo>
                  <a:cubicBezTo>
                    <a:pt x="56" y="18"/>
                    <a:pt x="56" y="18"/>
                    <a:pt x="56" y="18"/>
                  </a:cubicBezTo>
                  <a:cubicBezTo>
                    <a:pt x="56" y="8"/>
                    <a:pt x="48" y="0"/>
                    <a:pt x="38" y="0"/>
                  </a:cubicBezTo>
                  <a:cubicBezTo>
                    <a:pt x="31" y="0"/>
                    <a:pt x="26" y="4"/>
                    <a:pt x="22" y="9"/>
                  </a:cubicBezTo>
                  <a:cubicBezTo>
                    <a:pt x="21" y="8"/>
                    <a:pt x="20" y="8"/>
                    <a:pt x="18" y="8"/>
                  </a:cubicBezTo>
                  <a:cubicBezTo>
                    <a:pt x="12" y="8"/>
                    <a:pt x="8" y="12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3" y="21"/>
                    <a:pt x="0" y="26"/>
                    <a:pt x="0" y="32"/>
                  </a:cubicBezTo>
                  <a:cubicBezTo>
                    <a:pt x="0" y="41"/>
                    <a:pt x="7" y="48"/>
                    <a:pt x="16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9" y="44"/>
                    <a:pt x="4" y="39"/>
                    <a:pt x="4" y="32"/>
                  </a:cubicBezTo>
                  <a:cubicBezTo>
                    <a:pt x="4" y="28"/>
                    <a:pt x="6" y="24"/>
                    <a:pt x="10" y="22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5"/>
                    <a:pt x="15" y="12"/>
                    <a:pt x="18" y="12"/>
                  </a:cubicBezTo>
                  <a:cubicBezTo>
                    <a:pt x="19" y="12"/>
                    <a:pt x="20" y="12"/>
                    <a:pt x="21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8" y="7"/>
                    <a:pt x="33" y="4"/>
                    <a:pt x="38" y="4"/>
                  </a:cubicBezTo>
                  <a:cubicBezTo>
                    <a:pt x="46" y="4"/>
                    <a:pt x="52" y="10"/>
                    <a:pt x="52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8" y="24"/>
                    <a:pt x="60" y="28"/>
                    <a:pt x="60" y="32"/>
                  </a:cubicBezTo>
                  <a:cubicBezTo>
                    <a:pt x="60" y="39"/>
                    <a:pt x="55" y="44"/>
                    <a:pt x="48" y="44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7" y="48"/>
                    <a:pt x="64" y="41"/>
                    <a:pt x="64" y="32"/>
                  </a:cubicBezTo>
                  <a:cubicBezTo>
                    <a:pt x="64" y="26"/>
                    <a:pt x="61" y="21"/>
                    <a:pt x="56" y="18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761461" y="3823663"/>
              <a:ext cx="130975" cy="19588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85">
                  <a:moveTo>
                    <a:pt x="28" y="0"/>
                  </a:moveTo>
                  <a:lnTo>
                    <a:pt x="0" y="38"/>
                  </a:lnTo>
                  <a:lnTo>
                    <a:pt x="19" y="38"/>
                  </a:lnTo>
                  <a:lnTo>
                    <a:pt x="19" y="85"/>
                  </a:lnTo>
                  <a:lnTo>
                    <a:pt x="38" y="85"/>
                  </a:lnTo>
                  <a:lnTo>
                    <a:pt x="38" y="38"/>
                  </a:lnTo>
                  <a:lnTo>
                    <a:pt x="57" y="3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644272" y="3073453"/>
              <a:ext cx="157170" cy="23585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85">
                  <a:moveTo>
                    <a:pt x="38" y="0"/>
                  </a:moveTo>
                  <a:lnTo>
                    <a:pt x="19" y="0"/>
                  </a:lnTo>
                  <a:lnTo>
                    <a:pt x="19" y="47"/>
                  </a:lnTo>
                  <a:lnTo>
                    <a:pt x="0" y="47"/>
                  </a:lnTo>
                  <a:lnTo>
                    <a:pt x="28" y="85"/>
                  </a:lnTo>
                  <a:lnTo>
                    <a:pt x="57" y="47"/>
                  </a:lnTo>
                  <a:lnTo>
                    <a:pt x="38" y="4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9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514676" y="2944198"/>
              <a:ext cx="417742" cy="311810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48">
                  <a:moveTo>
                    <a:pt x="56" y="18"/>
                  </a:moveTo>
                  <a:cubicBezTo>
                    <a:pt x="56" y="18"/>
                    <a:pt x="56" y="18"/>
                    <a:pt x="56" y="18"/>
                  </a:cubicBezTo>
                  <a:cubicBezTo>
                    <a:pt x="56" y="8"/>
                    <a:pt x="48" y="0"/>
                    <a:pt x="38" y="0"/>
                  </a:cubicBezTo>
                  <a:cubicBezTo>
                    <a:pt x="31" y="0"/>
                    <a:pt x="26" y="4"/>
                    <a:pt x="22" y="9"/>
                  </a:cubicBezTo>
                  <a:cubicBezTo>
                    <a:pt x="21" y="8"/>
                    <a:pt x="20" y="8"/>
                    <a:pt x="18" y="8"/>
                  </a:cubicBezTo>
                  <a:cubicBezTo>
                    <a:pt x="12" y="8"/>
                    <a:pt x="8" y="12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3" y="21"/>
                    <a:pt x="0" y="26"/>
                    <a:pt x="0" y="32"/>
                  </a:cubicBezTo>
                  <a:cubicBezTo>
                    <a:pt x="0" y="41"/>
                    <a:pt x="7" y="48"/>
                    <a:pt x="16" y="4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9" y="44"/>
                    <a:pt x="4" y="39"/>
                    <a:pt x="4" y="32"/>
                  </a:cubicBezTo>
                  <a:cubicBezTo>
                    <a:pt x="4" y="28"/>
                    <a:pt x="6" y="24"/>
                    <a:pt x="10" y="22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5"/>
                    <a:pt x="15" y="12"/>
                    <a:pt x="18" y="12"/>
                  </a:cubicBezTo>
                  <a:cubicBezTo>
                    <a:pt x="19" y="12"/>
                    <a:pt x="20" y="12"/>
                    <a:pt x="21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8" y="7"/>
                    <a:pt x="33" y="4"/>
                    <a:pt x="38" y="4"/>
                  </a:cubicBezTo>
                  <a:cubicBezTo>
                    <a:pt x="46" y="4"/>
                    <a:pt x="52" y="10"/>
                    <a:pt x="52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8" y="24"/>
                    <a:pt x="60" y="28"/>
                    <a:pt x="60" y="32"/>
                  </a:cubicBezTo>
                  <a:cubicBezTo>
                    <a:pt x="60" y="39"/>
                    <a:pt x="55" y="44"/>
                    <a:pt x="48" y="44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7" y="48"/>
                    <a:pt x="64" y="41"/>
                    <a:pt x="64" y="32"/>
                  </a:cubicBezTo>
                  <a:cubicBezTo>
                    <a:pt x="64" y="26"/>
                    <a:pt x="61" y="21"/>
                    <a:pt x="56" y="18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0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6982050" y="3101436"/>
              <a:ext cx="56526" cy="59964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6953098" y="3185385"/>
              <a:ext cx="114431" cy="22652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47">
                  <a:moveTo>
                    <a:pt x="18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2" y="1"/>
                    <a:pt x="20" y="0"/>
                    <a:pt x="1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2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604291" y="3381265"/>
              <a:ext cx="278494" cy="18388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64">
                  <a:moveTo>
                    <a:pt x="9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2"/>
                    <a:pt x="2" y="64"/>
                    <a:pt x="4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4" y="64"/>
                    <a:pt x="96" y="62"/>
                    <a:pt x="96" y="60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4" y="0"/>
                    <a:pt x="92" y="0"/>
                  </a:cubicBezTo>
                  <a:close/>
                  <a:moveTo>
                    <a:pt x="92" y="60"/>
                  </a:moveTo>
                  <a:cubicBezTo>
                    <a:pt x="4" y="60"/>
                    <a:pt x="4" y="60"/>
                    <a:pt x="4" y="6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92" y="4"/>
                    <a:pt x="92" y="4"/>
                    <a:pt x="92" y="4"/>
                  </a:cubicBezTo>
                  <a:lnTo>
                    <a:pt x="92" y="60"/>
                  </a:lnTo>
                  <a:close/>
                </a:path>
              </a:pathLst>
            </a:custGeom>
            <a:solidFill>
              <a:srgbClr val="1D7DFE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3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6558794" y="3334627"/>
              <a:ext cx="368109" cy="34645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20">
                  <a:moveTo>
                    <a:pt x="11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9"/>
                    <a:pt x="5" y="104"/>
                    <a:pt x="12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2" y="109"/>
                    <a:pt x="52" y="109"/>
                    <a:pt x="52" y="109"/>
                  </a:cubicBezTo>
                  <a:cubicBezTo>
                    <a:pt x="27" y="112"/>
                    <a:pt x="27" y="112"/>
                    <a:pt x="27" y="112"/>
                  </a:cubicBezTo>
                  <a:cubicBezTo>
                    <a:pt x="25" y="113"/>
                    <a:pt x="24" y="114"/>
                    <a:pt x="24" y="116"/>
                  </a:cubicBezTo>
                  <a:cubicBezTo>
                    <a:pt x="24" y="118"/>
                    <a:pt x="26" y="120"/>
                    <a:pt x="28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2" y="120"/>
                    <a:pt x="104" y="118"/>
                    <a:pt x="104" y="116"/>
                  </a:cubicBezTo>
                  <a:cubicBezTo>
                    <a:pt x="104" y="114"/>
                    <a:pt x="103" y="113"/>
                    <a:pt x="101" y="112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116" y="104"/>
                    <a:pt x="116" y="104"/>
                    <a:pt x="116" y="104"/>
                  </a:cubicBezTo>
                  <a:cubicBezTo>
                    <a:pt x="123" y="104"/>
                    <a:pt x="128" y="99"/>
                    <a:pt x="128" y="9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92"/>
                  </a:moveTo>
                  <a:cubicBezTo>
                    <a:pt x="120" y="94"/>
                    <a:pt x="118" y="96"/>
                    <a:pt x="116" y="96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6"/>
                    <a:pt x="8" y="94"/>
                    <a:pt x="8" y="9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4" name="出自【趣你的PPT】(微信:qunideppt)：最优质的PPT资源库"/>
            <p:cNvSpPr>
              <a:spLocks noEditPoints="1"/>
            </p:cNvSpPr>
            <p:nvPr/>
          </p:nvSpPr>
          <p:spPr bwMode="auto">
            <a:xfrm rot="18900000">
              <a:off x="6926903" y="3525178"/>
              <a:ext cx="217832" cy="21720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  <a:gd name="T76" fmla="*/ 2318 h 2362"/>
                <a:gd name="T77" fmla="*/ 2318 h 2362"/>
                <a:gd name="T78" fmla="*/ 2318 h 2362"/>
                <a:gd name="T79" fmla="*/ 2318 h 2362"/>
                <a:gd name="T80" fmla="*/ 2318 h 2362"/>
                <a:gd name="T81" fmla="*/ 2318 h 2362"/>
                <a:gd name="T82" fmla="*/ 2318 h 2362"/>
                <a:gd name="T8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8">
                  <a:moveTo>
                    <a:pt x="88" y="0"/>
                  </a:moveTo>
                  <a:cubicBezTo>
                    <a:pt x="66" y="0"/>
                    <a:pt x="48" y="18"/>
                    <a:pt x="48" y="40"/>
                  </a:cubicBezTo>
                  <a:cubicBezTo>
                    <a:pt x="48" y="45"/>
                    <a:pt x="49" y="50"/>
                    <a:pt x="51" y="55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1" y="105"/>
                    <a:pt x="0" y="106"/>
                    <a:pt x="0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4"/>
                    <a:pt x="4" y="128"/>
                    <a:pt x="8" y="128"/>
                  </a:cubicBezTo>
                  <a:cubicBezTo>
                    <a:pt x="20" y="128"/>
                    <a:pt x="20" y="128"/>
                    <a:pt x="20" y="128"/>
                  </a:cubicBezTo>
                  <a:cubicBezTo>
                    <a:pt x="22" y="128"/>
                    <a:pt x="23" y="127"/>
                    <a:pt x="25" y="12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4" y="120"/>
                    <a:pt x="48" y="116"/>
                    <a:pt x="48" y="112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0" y="104"/>
                    <a:pt x="64" y="100"/>
                    <a:pt x="64" y="96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8" y="79"/>
                    <a:pt x="83" y="80"/>
                    <a:pt x="88" y="80"/>
                  </a:cubicBezTo>
                  <a:cubicBezTo>
                    <a:pt x="110" y="80"/>
                    <a:pt x="128" y="62"/>
                    <a:pt x="128" y="40"/>
                  </a:cubicBezTo>
                  <a:cubicBezTo>
                    <a:pt x="128" y="18"/>
                    <a:pt x="110" y="0"/>
                    <a:pt x="88" y="0"/>
                  </a:cubicBezTo>
                  <a:close/>
                  <a:moveTo>
                    <a:pt x="88" y="72"/>
                  </a:moveTo>
                  <a:cubicBezTo>
                    <a:pt x="82" y="72"/>
                    <a:pt x="77" y="70"/>
                    <a:pt x="72" y="67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57" y="82"/>
                    <a:pt x="56" y="85"/>
                    <a:pt x="56" y="87"/>
                  </a:cubicBezTo>
                  <a:cubicBezTo>
                    <a:pt x="56" y="96"/>
                    <a:pt x="56" y="96"/>
                    <a:pt x="56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44" y="96"/>
                    <a:pt x="40" y="100"/>
                    <a:pt x="40" y="104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29" y="112"/>
                    <a:pt x="26" y="113"/>
                    <a:pt x="25" y="114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8" y="51"/>
                    <a:pt x="56" y="46"/>
                    <a:pt x="56" y="40"/>
                  </a:cubicBezTo>
                  <a:cubicBezTo>
                    <a:pt x="56" y="22"/>
                    <a:pt x="70" y="8"/>
                    <a:pt x="88" y="8"/>
                  </a:cubicBezTo>
                  <a:cubicBezTo>
                    <a:pt x="106" y="8"/>
                    <a:pt x="120" y="22"/>
                    <a:pt x="120" y="40"/>
                  </a:cubicBezTo>
                  <a:cubicBezTo>
                    <a:pt x="120" y="58"/>
                    <a:pt x="106" y="72"/>
                    <a:pt x="88" y="72"/>
                  </a:cubicBez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5" name="出自【趣你的PPT】(微信:qunideppt)：最优质的PPT资源库"/>
            <p:cNvSpPr>
              <a:spLocks noEditPoints="1"/>
            </p:cNvSpPr>
            <p:nvPr/>
          </p:nvSpPr>
          <p:spPr bwMode="auto">
            <a:xfrm rot="18900000">
              <a:off x="7008245" y="3530508"/>
              <a:ext cx="53769" cy="5330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32">
                  <a:moveTo>
                    <a:pt x="31" y="17"/>
                  </a:moveTo>
                  <a:cubicBezTo>
                    <a:pt x="27" y="11"/>
                    <a:pt x="21" y="5"/>
                    <a:pt x="15" y="1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6" y="2"/>
                    <a:pt x="2" y="6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4"/>
                    <a:pt x="0" y="14"/>
                    <a:pt x="1" y="15"/>
                  </a:cubicBezTo>
                  <a:cubicBezTo>
                    <a:pt x="5" y="21"/>
                    <a:pt x="11" y="27"/>
                    <a:pt x="17" y="31"/>
                  </a:cubicBezTo>
                  <a:cubicBezTo>
                    <a:pt x="18" y="32"/>
                    <a:pt x="19" y="32"/>
                    <a:pt x="20" y="32"/>
                  </a:cubicBezTo>
                  <a:cubicBezTo>
                    <a:pt x="26" y="30"/>
                    <a:pt x="30" y="26"/>
                    <a:pt x="32" y="20"/>
                  </a:cubicBezTo>
                  <a:cubicBezTo>
                    <a:pt x="32" y="20"/>
                    <a:pt x="32" y="20"/>
                    <a:pt x="32" y="19"/>
                  </a:cubicBezTo>
                  <a:cubicBezTo>
                    <a:pt x="32" y="18"/>
                    <a:pt x="32" y="18"/>
                    <a:pt x="31" y="17"/>
                  </a:cubicBezTo>
                  <a:close/>
                  <a:moveTo>
                    <a:pt x="19" y="28"/>
                  </a:moveTo>
                  <a:cubicBezTo>
                    <a:pt x="13" y="24"/>
                    <a:pt x="8" y="19"/>
                    <a:pt x="4" y="13"/>
                  </a:cubicBezTo>
                  <a:cubicBezTo>
                    <a:pt x="6" y="8"/>
                    <a:pt x="8" y="6"/>
                    <a:pt x="13" y="4"/>
                  </a:cubicBezTo>
                  <a:cubicBezTo>
                    <a:pt x="19" y="8"/>
                    <a:pt x="24" y="13"/>
                    <a:pt x="28" y="19"/>
                  </a:cubicBezTo>
                  <a:cubicBezTo>
                    <a:pt x="26" y="24"/>
                    <a:pt x="24" y="26"/>
                    <a:pt x="19" y="28"/>
                  </a:cubicBezTo>
                  <a:close/>
                </a:path>
              </a:pathLst>
            </a:custGeom>
            <a:solidFill>
              <a:srgbClr val="1D7DFE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070286" y="3834323"/>
              <a:ext cx="78585" cy="5063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solidFill>
              <a:srgbClr val="1D7DFE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037198" y="3801010"/>
              <a:ext cx="217832" cy="18921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8" name="出自【趣你的PPT】(微信:qunideppt)：最优质的PPT资源库"/>
            <p:cNvSpPr>
              <a:spLocks noEditPoints="1"/>
            </p:cNvSpPr>
            <p:nvPr/>
          </p:nvSpPr>
          <p:spPr bwMode="auto">
            <a:xfrm rot="404393">
              <a:off x="6784898" y="4070180"/>
              <a:ext cx="292281" cy="28782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2">
                  <a:moveTo>
                    <a:pt x="69" y="112"/>
                  </a:moveTo>
                  <a:cubicBezTo>
                    <a:pt x="68" y="112"/>
                    <a:pt x="67" y="111"/>
                    <a:pt x="66" y="111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1" y="46"/>
                    <a:pt x="0" y="45"/>
                    <a:pt x="0" y="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8" y="1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4" y="66"/>
                    <a:pt x="114" y="69"/>
                    <a:pt x="112" y="71"/>
                  </a:cubicBezTo>
                  <a:cubicBezTo>
                    <a:pt x="72" y="111"/>
                    <a:pt x="72" y="111"/>
                    <a:pt x="72" y="111"/>
                  </a:cubicBezTo>
                  <a:cubicBezTo>
                    <a:pt x="71" y="111"/>
                    <a:pt x="70" y="112"/>
                    <a:pt x="69" y="112"/>
                  </a:cubicBezTo>
                  <a:close/>
                  <a:moveTo>
                    <a:pt x="8" y="42"/>
                  </a:moveTo>
                  <a:cubicBezTo>
                    <a:pt x="69" y="102"/>
                    <a:pt x="69" y="102"/>
                    <a:pt x="69" y="10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8" y="8"/>
                    <a:pt x="8" y="8"/>
                    <a:pt x="8" y="8"/>
                  </a:cubicBezTo>
                  <a:lnTo>
                    <a:pt x="8" y="42"/>
                  </a:ln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09" name="出自【趣你的PPT】(微信:qunideppt)：最优质的PPT资源库"/>
            <p:cNvSpPr>
              <a:spLocks noEditPoints="1"/>
            </p:cNvSpPr>
            <p:nvPr/>
          </p:nvSpPr>
          <p:spPr bwMode="auto">
            <a:xfrm rot="404393">
              <a:off x="6834531" y="4103492"/>
              <a:ext cx="62041" cy="6262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moveTo>
                    <a:pt x="12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9" y="24"/>
                    <a:pt x="24" y="18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</a:path>
              </a:pathLst>
            </a:custGeom>
            <a:solidFill>
              <a:srgbClr val="1D7DFE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0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052363" y="3975570"/>
              <a:ext cx="268844" cy="31847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2" h="676">
                  <a:moveTo>
                    <a:pt x="572" y="489"/>
                  </a:moveTo>
                  <a:lnTo>
                    <a:pt x="572" y="186"/>
                  </a:lnTo>
                  <a:lnTo>
                    <a:pt x="286" y="0"/>
                  </a:lnTo>
                  <a:lnTo>
                    <a:pt x="0" y="186"/>
                  </a:lnTo>
                  <a:lnTo>
                    <a:pt x="0" y="489"/>
                  </a:lnTo>
                  <a:lnTo>
                    <a:pt x="286" y="676"/>
                  </a:lnTo>
                  <a:lnTo>
                    <a:pt x="572" y="489"/>
                  </a:lnTo>
                  <a:close/>
                  <a:moveTo>
                    <a:pt x="528" y="202"/>
                  </a:moveTo>
                  <a:lnTo>
                    <a:pt x="287" y="359"/>
                  </a:lnTo>
                  <a:lnTo>
                    <a:pt x="190" y="295"/>
                  </a:lnTo>
                  <a:lnTo>
                    <a:pt x="429" y="138"/>
                  </a:lnTo>
                  <a:lnTo>
                    <a:pt x="528" y="202"/>
                  </a:lnTo>
                  <a:close/>
                  <a:moveTo>
                    <a:pt x="137" y="259"/>
                  </a:moveTo>
                  <a:lnTo>
                    <a:pt x="47" y="200"/>
                  </a:lnTo>
                  <a:lnTo>
                    <a:pt x="286" y="45"/>
                  </a:lnTo>
                  <a:lnTo>
                    <a:pt x="375" y="103"/>
                  </a:lnTo>
                  <a:lnTo>
                    <a:pt x="137" y="259"/>
                  </a:lnTo>
                  <a:close/>
                  <a:moveTo>
                    <a:pt x="38" y="469"/>
                  </a:moveTo>
                  <a:lnTo>
                    <a:pt x="38" y="222"/>
                  </a:lnTo>
                  <a:lnTo>
                    <a:pt x="127" y="280"/>
                  </a:lnTo>
                  <a:lnTo>
                    <a:pt x="127" y="386"/>
                  </a:lnTo>
                  <a:lnTo>
                    <a:pt x="180" y="417"/>
                  </a:lnTo>
                  <a:lnTo>
                    <a:pt x="180" y="315"/>
                  </a:lnTo>
                  <a:lnTo>
                    <a:pt x="274" y="376"/>
                  </a:lnTo>
                  <a:lnTo>
                    <a:pt x="274" y="624"/>
                  </a:lnTo>
                  <a:lnTo>
                    <a:pt x="38" y="469"/>
                  </a:lnTo>
                  <a:close/>
                  <a:moveTo>
                    <a:pt x="295" y="378"/>
                  </a:moveTo>
                  <a:lnTo>
                    <a:pt x="535" y="221"/>
                  </a:lnTo>
                  <a:lnTo>
                    <a:pt x="535" y="469"/>
                  </a:lnTo>
                  <a:lnTo>
                    <a:pt x="295" y="626"/>
                  </a:lnTo>
                  <a:lnTo>
                    <a:pt x="295" y="378"/>
                  </a:lnTo>
                  <a:close/>
                </a:path>
              </a:pathLst>
            </a:custGeom>
            <a:solidFill>
              <a:srgbClr val="F46501"/>
            </a:solidFill>
            <a:ln>
              <a:solidFill>
                <a:srgbClr val="F46501"/>
              </a:solidFill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1" name="出自【趣你的PPT】(微信:qunideppt)：最优质的PPT资源库"/>
            <p:cNvSpPr>
              <a:spLocks noEditPoints="1"/>
            </p:cNvSpPr>
            <p:nvPr/>
          </p:nvSpPr>
          <p:spPr bwMode="auto">
            <a:xfrm flipH="1">
              <a:off x="7049606" y="4315364"/>
              <a:ext cx="239891" cy="23852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  <a:gd name="T76" fmla="*/ 2318 h 2362"/>
                <a:gd name="T77" fmla="*/ 2318 h 2362"/>
                <a:gd name="T78" fmla="*/ 2318 h 2362"/>
                <a:gd name="T79" fmla="*/ 2318 h 2362"/>
                <a:gd name="T80" fmla="*/ 2318 h 2362"/>
                <a:gd name="T81" fmla="*/ 2318 h 2362"/>
                <a:gd name="T82" fmla="*/ 2318 h 2362"/>
                <a:gd name="T8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1" h="60">
                  <a:moveTo>
                    <a:pt x="59" y="2"/>
                  </a:moveTo>
                  <a:cubicBezTo>
                    <a:pt x="57" y="1"/>
                    <a:pt x="55" y="0"/>
                    <a:pt x="5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6" y="0"/>
                    <a:pt x="10" y="7"/>
                    <a:pt x="10" y="12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41"/>
                    <a:pt x="9" y="42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3" y="44"/>
                    <a:pt x="0" y="48"/>
                    <a:pt x="0" y="52"/>
                  </a:cubicBezTo>
                  <a:cubicBezTo>
                    <a:pt x="0" y="56"/>
                    <a:pt x="3" y="60"/>
                    <a:pt x="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5" y="60"/>
                    <a:pt x="46" y="40"/>
                    <a:pt x="46" y="40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7" y="16"/>
                    <a:pt x="61" y="12"/>
                    <a:pt x="61" y="8"/>
                  </a:cubicBezTo>
                  <a:cubicBezTo>
                    <a:pt x="61" y="5"/>
                    <a:pt x="60" y="4"/>
                    <a:pt x="59" y="2"/>
                  </a:cubicBezTo>
                  <a:close/>
                  <a:moveTo>
                    <a:pt x="42" y="11"/>
                  </a:moveTo>
                  <a:cubicBezTo>
                    <a:pt x="42" y="11"/>
                    <a:pt x="42" y="12"/>
                    <a:pt x="42" y="1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5"/>
                    <a:pt x="40" y="55"/>
                    <a:pt x="3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6" y="56"/>
                    <a:pt x="6" y="55"/>
                  </a:cubicBezTo>
                  <a:cubicBezTo>
                    <a:pt x="4" y="54"/>
                    <a:pt x="4" y="53"/>
                    <a:pt x="4" y="52"/>
                  </a:cubicBezTo>
                  <a:cubicBezTo>
                    <a:pt x="4" y="51"/>
                    <a:pt x="5" y="49"/>
                    <a:pt x="6" y="48"/>
                  </a:cubicBezTo>
                  <a:cubicBezTo>
                    <a:pt x="7" y="48"/>
                    <a:pt x="7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5" y="48"/>
                    <a:pt x="36" y="47"/>
                    <a:pt x="36" y="46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4" y="43"/>
                    <a:pt x="14" y="41"/>
                    <a:pt x="14" y="4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9"/>
                    <a:pt x="18" y="4"/>
                    <a:pt x="25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6"/>
                    <a:pt x="42" y="9"/>
                    <a:pt x="42" y="11"/>
                  </a:cubicBezTo>
                  <a:close/>
                  <a:moveTo>
                    <a:pt x="56" y="11"/>
                  </a:moveTo>
                  <a:cubicBezTo>
                    <a:pt x="55" y="11"/>
                    <a:pt x="54" y="12"/>
                    <a:pt x="52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2"/>
                    <a:pt x="46" y="11"/>
                    <a:pt x="46" y="10"/>
                  </a:cubicBezTo>
                  <a:cubicBezTo>
                    <a:pt x="46" y="8"/>
                    <a:pt x="46" y="6"/>
                    <a:pt x="47" y="5"/>
                  </a:cubicBezTo>
                  <a:cubicBezTo>
                    <a:pt x="48" y="4"/>
                    <a:pt x="49" y="4"/>
                    <a:pt x="51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5" y="4"/>
                    <a:pt x="57" y="5"/>
                    <a:pt x="57" y="8"/>
                  </a:cubicBezTo>
                  <a:cubicBezTo>
                    <a:pt x="57" y="9"/>
                    <a:pt x="56" y="10"/>
                    <a:pt x="56" y="11"/>
                  </a:cubicBezTo>
                  <a:close/>
                </a:path>
              </a:pathLst>
            </a:custGeom>
            <a:solidFill>
              <a:srgbClr val="F46501"/>
            </a:solidFill>
            <a:ln>
              <a:solidFill>
                <a:srgbClr val="F46501"/>
              </a:solidFill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261923" y="4246073"/>
              <a:ext cx="186123" cy="19721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1" h="128">
                  <a:moveTo>
                    <a:pt x="47" y="128"/>
                  </a:moveTo>
                  <a:cubicBezTo>
                    <a:pt x="37" y="128"/>
                    <a:pt x="28" y="125"/>
                    <a:pt x="22" y="118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0" y="96"/>
                    <a:pt x="0" y="72"/>
                    <a:pt x="14" y="58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70" y="2"/>
                    <a:pt x="81" y="0"/>
                    <a:pt x="89" y="0"/>
                  </a:cubicBezTo>
                  <a:cubicBezTo>
                    <a:pt x="100" y="1"/>
                    <a:pt x="111" y="7"/>
                    <a:pt x="119" y="18"/>
                  </a:cubicBezTo>
                  <a:cubicBezTo>
                    <a:pt x="121" y="21"/>
                    <a:pt x="120" y="25"/>
                    <a:pt x="118" y="27"/>
                  </a:cubicBezTo>
                  <a:cubicBezTo>
                    <a:pt x="115" y="29"/>
                    <a:pt x="111" y="28"/>
                    <a:pt x="109" y="26"/>
                  </a:cubicBezTo>
                  <a:cubicBezTo>
                    <a:pt x="103" y="17"/>
                    <a:pt x="96" y="13"/>
                    <a:pt x="88" y="12"/>
                  </a:cubicBezTo>
                  <a:cubicBezTo>
                    <a:pt x="81" y="12"/>
                    <a:pt x="73" y="15"/>
                    <a:pt x="66" y="22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13" y="76"/>
                    <a:pt x="13" y="92"/>
                    <a:pt x="22" y="102"/>
                  </a:cubicBezTo>
                  <a:cubicBezTo>
                    <a:pt x="30" y="110"/>
                    <a:pt x="30" y="110"/>
                    <a:pt x="30" y="110"/>
                  </a:cubicBezTo>
                  <a:cubicBezTo>
                    <a:pt x="35" y="114"/>
                    <a:pt x="41" y="117"/>
                    <a:pt x="48" y="116"/>
                  </a:cubicBezTo>
                  <a:cubicBezTo>
                    <a:pt x="56" y="116"/>
                    <a:pt x="63" y="112"/>
                    <a:pt x="70" y="106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104" y="71"/>
                    <a:pt x="108" y="71"/>
                    <a:pt x="110" y="74"/>
                  </a:cubicBezTo>
                  <a:cubicBezTo>
                    <a:pt x="113" y="76"/>
                    <a:pt x="113" y="80"/>
                    <a:pt x="110" y="82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0" y="123"/>
                    <a:pt x="59" y="128"/>
                    <a:pt x="49" y="128"/>
                  </a:cubicBezTo>
                  <a:cubicBezTo>
                    <a:pt x="48" y="128"/>
                    <a:pt x="47" y="128"/>
                    <a:pt x="47" y="128"/>
                  </a:cubicBez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390141" y="4147466"/>
              <a:ext cx="168199" cy="20254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0" h="132">
                  <a:moveTo>
                    <a:pt x="29" y="132"/>
                  </a:moveTo>
                  <a:cubicBezTo>
                    <a:pt x="28" y="132"/>
                    <a:pt x="27" y="132"/>
                    <a:pt x="26" y="132"/>
                  </a:cubicBezTo>
                  <a:cubicBezTo>
                    <a:pt x="16" y="131"/>
                    <a:pt x="7" y="126"/>
                    <a:pt x="2" y="118"/>
                  </a:cubicBezTo>
                  <a:cubicBezTo>
                    <a:pt x="0" y="116"/>
                    <a:pt x="1" y="112"/>
                    <a:pt x="4" y="110"/>
                  </a:cubicBezTo>
                  <a:cubicBezTo>
                    <a:pt x="6" y="108"/>
                    <a:pt x="10" y="109"/>
                    <a:pt x="12" y="112"/>
                  </a:cubicBezTo>
                  <a:cubicBezTo>
                    <a:pt x="15" y="116"/>
                    <a:pt x="21" y="120"/>
                    <a:pt x="27" y="120"/>
                  </a:cubicBezTo>
                  <a:cubicBezTo>
                    <a:pt x="33" y="121"/>
                    <a:pt x="39" y="119"/>
                    <a:pt x="43" y="115"/>
                  </a:cubicBezTo>
                  <a:cubicBezTo>
                    <a:pt x="91" y="67"/>
                    <a:pt x="91" y="67"/>
                    <a:pt x="91" y="67"/>
                  </a:cubicBezTo>
                  <a:cubicBezTo>
                    <a:pt x="95" y="62"/>
                    <a:pt x="98" y="57"/>
                    <a:pt x="98" y="51"/>
                  </a:cubicBezTo>
                  <a:cubicBezTo>
                    <a:pt x="98" y="45"/>
                    <a:pt x="95" y="40"/>
                    <a:pt x="91" y="35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73" y="18"/>
                    <a:pt x="57" y="14"/>
                    <a:pt x="47" y="23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62"/>
                    <a:pt x="5" y="62"/>
                    <a:pt x="3" y="59"/>
                  </a:cubicBezTo>
                  <a:cubicBezTo>
                    <a:pt x="0" y="57"/>
                    <a:pt x="0" y="53"/>
                    <a:pt x="3" y="51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53" y="0"/>
                    <a:pt x="78" y="5"/>
                    <a:pt x="91" y="19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06" y="34"/>
                    <a:pt x="110" y="42"/>
                    <a:pt x="110" y="51"/>
                  </a:cubicBezTo>
                  <a:cubicBezTo>
                    <a:pt x="110" y="60"/>
                    <a:pt x="106" y="68"/>
                    <a:pt x="99" y="75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45" y="129"/>
                    <a:pt x="38" y="132"/>
                    <a:pt x="29" y="132"/>
                  </a:cubicBez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4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7456318" y="4619179"/>
              <a:ext cx="28952" cy="27983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343266" y="4499252"/>
              <a:ext cx="232997" cy="21853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24"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5"/>
                    <a:pt x="111" y="0"/>
                    <a:pt x="10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4"/>
                    <a:pt x="10" y="124"/>
                    <a:pt x="22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106" y="124"/>
                    <a:pt x="116" y="114"/>
                    <a:pt x="116" y="102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32" y="84"/>
                    <a:pt x="132" y="60"/>
                    <a:pt x="116" y="48"/>
                  </a:cubicBezTo>
                  <a:close/>
                  <a:moveTo>
                    <a:pt x="22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8" y="10"/>
                    <a:pt x="108" y="1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7" y="36"/>
                    <a:pt x="105" y="36"/>
                    <a:pt x="104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4"/>
                    <a:pt x="102" y="12"/>
                    <a:pt x="100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4" y="12"/>
                    <a:pt x="12" y="14"/>
                    <a:pt x="12" y="16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0" y="29"/>
                    <a:pt x="8" y="26"/>
                    <a:pt x="8" y="22"/>
                  </a:cubicBezTo>
                  <a:cubicBezTo>
                    <a:pt x="8" y="14"/>
                    <a:pt x="14" y="8"/>
                    <a:pt x="22" y="8"/>
                  </a:cubicBezTo>
                  <a:close/>
                  <a:moveTo>
                    <a:pt x="100" y="20"/>
                  </a:moveTo>
                  <a:cubicBezTo>
                    <a:pt x="16" y="20"/>
                    <a:pt x="16" y="20"/>
                    <a:pt x="16" y="2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00" y="16"/>
                    <a:pt x="100" y="16"/>
                    <a:pt x="100" y="16"/>
                  </a:cubicBezTo>
                  <a:lnTo>
                    <a:pt x="100" y="20"/>
                  </a:lnTo>
                  <a:close/>
                  <a:moveTo>
                    <a:pt x="100" y="24"/>
                  </a:moveTo>
                  <a:cubicBezTo>
                    <a:pt x="100" y="28"/>
                    <a:pt x="100" y="28"/>
                    <a:pt x="100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100" y="24"/>
                  </a:lnTo>
                  <a:close/>
                  <a:moveTo>
                    <a:pt x="100" y="32"/>
                  </a:moveTo>
                  <a:cubicBezTo>
                    <a:pt x="100" y="36"/>
                    <a:pt x="100" y="36"/>
                    <a:pt x="100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6"/>
                    <a:pt x="18" y="35"/>
                    <a:pt x="16" y="35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00" y="32"/>
                  </a:lnTo>
                  <a:close/>
                  <a:moveTo>
                    <a:pt x="108" y="102"/>
                  </a:moveTo>
                  <a:cubicBezTo>
                    <a:pt x="108" y="110"/>
                    <a:pt x="102" y="116"/>
                    <a:pt x="94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14" y="116"/>
                    <a:pt x="8" y="110"/>
                    <a:pt x="8" y="10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2" y="42"/>
                    <a:pt x="17" y="44"/>
                    <a:pt x="22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6" y="44"/>
                    <a:pt x="108" y="46"/>
                    <a:pt x="108" y="48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1" y="56"/>
                    <a:pt x="52" y="65"/>
                    <a:pt x="52" y="76"/>
                  </a:cubicBezTo>
                  <a:cubicBezTo>
                    <a:pt x="52" y="87"/>
                    <a:pt x="61" y="96"/>
                    <a:pt x="72" y="96"/>
                  </a:cubicBezTo>
                  <a:cubicBezTo>
                    <a:pt x="108" y="96"/>
                    <a:pt x="108" y="96"/>
                    <a:pt x="108" y="96"/>
                  </a:cubicBezTo>
                  <a:lnTo>
                    <a:pt x="108" y="102"/>
                  </a:lnTo>
                  <a:close/>
                  <a:moveTo>
                    <a:pt x="113" y="88"/>
                  </a:moveTo>
                  <a:cubicBezTo>
                    <a:pt x="72" y="88"/>
                    <a:pt x="72" y="88"/>
                    <a:pt x="72" y="88"/>
                  </a:cubicBezTo>
                  <a:cubicBezTo>
                    <a:pt x="65" y="88"/>
                    <a:pt x="60" y="83"/>
                    <a:pt x="60" y="76"/>
                  </a:cubicBezTo>
                  <a:cubicBezTo>
                    <a:pt x="60" y="69"/>
                    <a:pt x="65" y="64"/>
                    <a:pt x="72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3" y="63"/>
                    <a:pt x="114" y="61"/>
                  </a:cubicBezTo>
                  <a:cubicBezTo>
                    <a:pt x="115" y="60"/>
                    <a:pt x="115" y="60"/>
                    <a:pt x="115" y="59"/>
                  </a:cubicBezTo>
                  <a:cubicBezTo>
                    <a:pt x="115" y="59"/>
                    <a:pt x="116" y="59"/>
                    <a:pt x="116" y="59"/>
                  </a:cubicBezTo>
                  <a:cubicBezTo>
                    <a:pt x="118" y="62"/>
                    <a:pt x="120" y="67"/>
                    <a:pt x="120" y="72"/>
                  </a:cubicBezTo>
                  <a:cubicBezTo>
                    <a:pt x="120" y="78"/>
                    <a:pt x="118" y="84"/>
                    <a:pt x="113" y="88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6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559719" y="4306036"/>
              <a:ext cx="352943" cy="35311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2">
                  <a:moveTo>
                    <a:pt x="50" y="49"/>
                  </a:moveTo>
                  <a:cubicBezTo>
                    <a:pt x="47" y="49"/>
                    <a:pt x="45" y="51"/>
                    <a:pt x="44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3" y="52"/>
                    <a:pt x="22" y="51"/>
                    <a:pt x="21" y="50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3" y="49"/>
                    <a:pt x="10" y="52"/>
                    <a:pt x="10" y="55"/>
                  </a:cubicBezTo>
                  <a:cubicBezTo>
                    <a:pt x="10" y="59"/>
                    <a:pt x="13" y="62"/>
                    <a:pt x="17" y="62"/>
                  </a:cubicBezTo>
                  <a:cubicBezTo>
                    <a:pt x="20" y="62"/>
                    <a:pt x="22" y="60"/>
                    <a:pt x="23" y="58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5" y="60"/>
                    <a:pt x="47" y="62"/>
                    <a:pt x="50" y="62"/>
                  </a:cubicBezTo>
                  <a:cubicBezTo>
                    <a:pt x="54" y="62"/>
                    <a:pt x="57" y="59"/>
                    <a:pt x="57" y="55"/>
                  </a:cubicBezTo>
                  <a:cubicBezTo>
                    <a:pt x="57" y="52"/>
                    <a:pt x="54" y="49"/>
                    <a:pt x="50" y="49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7" name="出自【趣你的PPT】(微信:qunideppt)：最优质的PPT资源库"/>
            <p:cNvSpPr>
              <a:spLocks/>
            </p:cNvSpPr>
            <p:nvPr/>
          </p:nvSpPr>
          <p:spPr bwMode="auto">
            <a:xfrm rot="5400000">
              <a:off x="7644452" y="4679882"/>
              <a:ext cx="155906" cy="23437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0">
                  <a:moveTo>
                    <a:pt x="77" y="20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5" y="20"/>
                    <a:pt x="64" y="22"/>
                    <a:pt x="64" y="24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34"/>
                    <a:pt x="65" y="36"/>
                    <a:pt x="67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8" y="47"/>
                    <a:pt x="60" y="51"/>
                    <a:pt x="52" y="56"/>
                  </a:cubicBezTo>
                  <a:cubicBezTo>
                    <a:pt x="49" y="57"/>
                    <a:pt x="46" y="59"/>
                    <a:pt x="44" y="60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75"/>
                    <a:pt x="36" y="75"/>
                    <a:pt x="36" y="75"/>
                  </a:cubicBezTo>
                  <a:cubicBezTo>
                    <a:pt x="34" y="73"/>
                    <a:pt x="31" y="72"/>
                    <a:pt x="29" y="71"/>
                  </a:cubicBezTo>
                  <a:cubicBezTo>
                    <a:pt x="21" y="66"/>
                    <a:pt x="13" y="62"/>
                    <a:pt x="12" y="51"/>
                  </a:cubicBezTo>
                  <a:cubicBezTo>
                    <a:pt x="14" y="50"/>
                    <a:pt x="16" y="48"/>
                    <a:pt x="16" y="46"/>
                  </a:cubicBezTo>
                  <a:cubicBezTo>
                    <a:pt x="16" y="43"/>
                    <a:pt x="12" y="40"/>
                    <a:pt x="8" y="40"/>
                  </a:cubicBezTo>
                  <a:cubicBezTo>
                    <a:pt x="4" y="40"/>
                    <a:pt x="0" y="43"/>
                    <a:pt x="0" y="46"/>
                  </a:cubicBezTo>
                  <a:cubicBezTo>
                    <a:pt x="0" y="48"/>
                    <a:pt x="2" y="50"/>
                    <a:pt x="4" y="51"/>
                  </a:cubicBezTo>
                  <a:cubicBezTo>
                    <a:pt x="6" y="67"/>
                    <a:pt x="17" y="73"/>
                    <a:pt x="25" y="78"/>
                  </a:cubicBezTo>
                  <a:cubicBezTo>
                    <a:pt x="32" y="81"/>
                    <a:pt x="36" y="84"/>
                    <a:pt x="36" y="88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1" y="98"/>
                    <a:pt x="28" y="103"/>
                    <a:pt x="28" y="108"/>
                  </a:cubicBezTo>
                  <a:cubicBezTo>
                    <a:pt x="28" y="115"/>
                    <a:pt x="33" y="120"/>
                    <a:pt x="40" y="120"/>
                  </a:cubicBezTo>
                  <a:cubicBezTo>
                    <a:pt x="47" y="120"/>
                    <a:pt x="52" y="115"/>
                    <a:pt x="52" y="108"/>
                  </a:cubicBezTo>
                  <a:cubicBezTo>
                    <a:pt x="52" y="103"/>
                    <a:pt x="49" y="98"/>
                    <a:pt x="44" y="97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69"/>
                    <a:pt x="48" y="67"/>
                    <a:pt x="56" y="63"/>
                  </a:cubicBezTo>
                  <a:cubicBezTo>
                    <a:pt x="65" y="58"/>
                    <a:pt x="76" y="52"/>
                    <a:pt x="76" y="36"/>
                  </a:cubicBezTo>
                  <a:cubicBezTo>
                    <a:pt x="77" y="36"/>
                    <a:pt x="77" y="36"/>
                    <a:pt x="77" y="36"/>
                  </a:cubicBezTo>
                  <a:cubicBezTo>
                    <a:pt x="79" y="36"/>
                    <a:pt x="80" y="34"/>
                    <a:pt x="80" y="32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2"/>
                    <a:pt x="79" y="20"/>
                    <a:pt x="77" y="2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8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960916" y="4387320"/>
              <a:ext cx="282630" cy="28649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" h="64">
                  <a:moveTo>
                    <a:pt x="60" y="48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6" y="18"/>
                    <a:pt x="54" y="16"/>
                    <a:pt x="52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0" y="16"/>
                    <a:pt x="8" y="18"/>
                    <a:pt x="8" y="20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48"/>
                    <a:pt x="64" y="48"/>
                    <a:pt x="64" y="48"/>
                  </a:cubicBezTo>
                  <a:lnTo>
                    <a:pt x="60" y="48"/>
                  </a:lnTo>
                  <a:close/>
                  <a:moveTo>
                    <a:pt x="44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4" y="28"/>
                    <a:pt x="44" y="28"/>
                    <a:pt x="44" y="28"/>
                  </a:cubicBezTo>
                  <a:lnTo>
                    <a:pt x="44" y="24"/>
                  </a:lnTo>
                  <a:close/>
                  <a:moveTo>
                    <a:pt x="44" y="32"/>
                  </a:moveTo>
                  <a:cubicBezTo>
                    <a:pt x="48" y="32"/>
                    <a:pt x="48" y="32"/>
                    <a:pt x="48" y="32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4" y="36"/>
                    <a:pt x="44" y="36"/>
                    <a:pt x="44" y="36"/>
                  </a:cubicBezTo>
                  <a:lnTo>
                    <a:pt x="44" y="32"/>
                  </a:lnTo>
                  <a:close/>
                  <a:moveTo>
                    <a:pt x="44" y="40"/>
                  </a:moveTo>
                  <a:cubicBezTo>
                    <a:pt x="48" y="40"/>
                    <a:pt x="48" y="40"/>
                    <a:pt x="48" y="40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4" y="44"/>
                    <a:pt x="44" y="44"/>
                    <a:pt x="44" y="44"/>
                  </a:cubicBezTo>
                  <a:lnTo>
                    <a:pt x="44" y="40"/>
                  </a:lnTo>
                  <a:close/>
                  <a:moveTo>
                    <a:pt x="32" y="8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8"/>
                    <a:pt x="48" y="8"/>
                    <a:pt x="48" y="8"/>
                  </a:cubicBezTo>
                  <a:lnTo>
                    <a:pt x="32" y="8"/>
                  </a:lnTo>
                  <a:close/>
                  <a:moveTo>
                    <a:pt x="36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6" y="28"/>
                    <a:pt x="36" y="28"/>
                    <a:pt x="36" y="28"/>
                  </a:cubicBezTo>
                  <a:lnTo>
                    <a:pt x="36" y="24"/>
                  </a:lnTo>
                  <a:close/>
                  <a:moveTo>
                    <a:pt x="36" y="32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6" y="36"/>
                    <a:pt x="36" y="36"/>
                    <a:pt x="36" y="36"/>
                  </a:cubicBezTo>
                  <a:lnTo>
                    <a:pt x="36" y="32"/>
                  </a:lnTo>
                  <a:close/>
                  <a:moveTo>
                    <a:pt x="36" y="40"/>
                  </a:moveTo>
                  <a:cubicBezTo>
                    <a:pt x="40" y="40"/>
                    <a:pt x="40" y="40"/>
                    <a:pt x="40" y="4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36" y="40"/>
                  </a:lnTo>
                  <a:close/>
                  <a:moveTo>
                    <a:pt x="12" y="24"/>
                  </a:moveTo>
                  <a:cubicBezTo>
                    <a:pt x="28" y="24"/>
                    <a:pt x="28" y="24"/>
                    <a:pt x="28" y="24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12" y="24"/>
                  </a:lnTo>
                  <a:close/>
                  <a:moveTo>
                    <a:pt x="60" y="56"/>
                  </a:moveTo>
                  <a:cubicBezTo>
                    <a:pt x="4" y="56"/>
                    <a:pt x="4" y="56"/>
                    <a:pt x="4" y="5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0" y="52"/>
                    <a:pt x="60" y="52"/>
                    <a:pt x="60" y="52"/>
                  </a:cubicBezTo>
                  <a:lnTo>
                    <a:pt x="60" y="5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19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885088" y="4729778"/>
              <a:ext cx="183365" cy="18655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38">
                  <a:moveTo>
                    <a:pt x="136" y="120"/>
                  </a:moveTo>
                  <a:lnTo>
                    <a:pt x="81" y="65"/>
                  </a:lnTo>
                  <a:lnTo>
                    <a:pt x="126" y="43"/>
                  </a:lnTo>
                  <a:lnTo>
                    <a:pt x="0" y="0"/>
                  </a:lnTo>
                  <a:lnTo>
                    <a:pt x="42" y="128"/>
                  </a:lnTo>
                  <a:lnTo>
                    <a:pt x="64" y="83"/>
                  </a:lnTo>
                  <a:lnTo>
                    <a:pt x="118" y="138"/>
                  </a:lnTo>
                  <a:lnTo>
                    <a:pt x="136" y="120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0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122222" y="4717785"/>
              <a:ext cx="303311" cy="131919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8" h="56">
                  <a:moveTo>
                    <a:pt x="64" y="8"/>
                  </a:moveTo>
                  <a:cubicBezTo>
                    <a:pt x="120" y="30"/>
                    <a:pt x="120" y="30"/>
                    <a:pt x="120" y="30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64" y="8"/>
                    <a:pt x="64" y="8"/>
                    <a:pt x="64" y="8"/>
                  </a:cubicBezTo>
                  <a:moveTo>
                    <a:pt x="64" y="0"/>
                  </a:moveTo>
                  <a:cubicBezTo>
                    <a:pt x="63" y="0"/>
                    <a:pt x="62" y="0"/>
                    <a:pt x="61" y="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2" y="24"/>
                    <a:pt x="0" y="27"/>
                    <a:pt x="0" y="30"/>
                  </a:cubicBezTo>
                  <a:cubicBezTo>
                    <a:pt x="0" y="34"/>
                    <a:pt x="2" y="37"/>
                    <a:pt x="6" y="38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56"/>
                    <a:pt x="63" y="56"/>
                    <a:pt x="64" y="56"/>
                  </a:cubicBezTo>
                  <a:cubicBezTo>
                    <a:pt x="65" y="56"/>
                    <a:pt x="66" y="56"/>
                    <a:pt x="66" y="56"/>
                  </a:cubicBezTo>
                  <a:cubicBezTo>
                    <a:pt x="122" y="38"/>
                    <a:pt x="122" y="38"/>
                    <a:pt x="122" y="38"/>
                  </a:cubicBezTo>
                  <a:cubicBezTo>
                    <a:pt x="126" y="37"/>
                    <a:pt x="128" y="34"/>
                    <a:pt x="128" y="30"/>
                  </a:cubicBezTo>
                  <a:cubicBezTo>
                    <a:pt x="128" y="27"/>
                    <a:pt x="126" y="24"/>
                    <a:pt x="123" y="22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0"/>
                    <a:pt x="65" y="0"/>
                    <a:pt x="64" y="0"/>
                  </a:cubicBezTo>
                  <a:close/>
                </a:path>
              </a:pathLst>
            </a:custGeom>
            <a:solidFill>
              <a:srgbClr val="F46501"/>
            </a:solidFill>
            <a:ln w="9525">
              <a:solidFill>
                <a:srgbClr val="F46501"/>
              </a:solidFill>
              <a:round/>
              <a:headEnd/>
              <a:tailEnd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1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19465" y="4821722"/>
              <a:ext cx="306068" cy="6662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9" h="28">
                  <a:moveTo>
                    <a:pt x="65" y="28"/>
                  </a:moveTo>
                  <a:cubicBezTo>
                    <a:pt x="65" y="28"/>
                    <a:pt x="64" y="28"/>
                    <a:pt x="64" y="2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6" y="0"/>
                    <a:pt x="128" y="1"/>
                    <a:pt x="129" y="3"/>
                  </a:cubicBezTo>
                  <a:cubicBezTo>
                    <a:pt x="129" y="5"/>
                    <a:pt x="128" y="7"/>
                    <a:pt x="126" y="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5" y="28"/>
                    <a:pt x="65" y="28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2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19465" y="4860365"/>
              <a:ext cx="306068" cy="6529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9" h="28">
                  <a:moveTo>
                    <a:pt x="65" y="28"/>
                  </a:moveTo>
                  <a:cubicBezTo>
                    <a:pt x="65" y="28"/>
                    <a:pt x="64" y="28"/>
                    <a:pt x="64" y="2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26" y="0"/>
                    <a:pt x="128" y="1"/>
                    <a:pt x="129" y="3"/>
                  </a:cubicBezTo>
                  <a:cubicBezTo>
                    <a:pt x="129" y="5"/>
                    <a:pt x="128" y="7"/>
                    <a:pt x="126" y="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5" y="28"/>
                    <a:pt x="65" y="28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3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283528" y="4369997"/>
              <a:ext cx="339156" cy="33979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  <a:gd name="T76" fmla="*/ 2318 h 2362"/>
                <a:gd name="T77" fmla="*/ 2318 h 2362"/>
                <a:gd name="T78" fmla="*/ 2318 h 2362"/>
                <a:gd name="T79" fmla="*/ 2318 h 2362"/>
                <a:gd name="T80" fmla="*/ 2318 h 2362"/>
                <a:gd name="T81" fmla="*/ 2318 h 2362"/>
                <a:gd name="T82" fmla="*/ 2318 h 2362"/>
                <a:gd name="T83" fmla="*/ 2318 h 2362"/>
                <a:gd name="T84" fmla="*/ 2318 h 2362"/>
                <a:gd name="T85" fmla="*/ 2318 h 2362"/>
                <a:gd name="T86" fmla="*/ 2318 h 2362"/>
                <a:gd name="T87" fmla="*/ 2318 h 2362"/>
                <a:gd name="T88" fmla="*/ 2318 h 2362"/>
                <a:gd name="T89" fmla="*/ 2318 h 2362"/>
                <a:gd name="T90" fmla="*/ 2318 h 2362"/>
                <a:gd name="T91" fmla="*/ 2318 h 2362"/>
                <a:gd name="T92" fmla="*/ 2318 h 2362"/>
                <a:gd name="T9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" h="112">
                  <a:moveTo>
                    <a:pt x="60" y="8"/>
                  </a:moveTo>
                  <a:cubicBezTo>
                    <a:pt x="62" y="8"/>
                    <a:pt x="64" y="10"/>
                    <a:pt x="64" y="1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9" y="18"/>
                    <a:pt x="74" y="20"/>
                    <a:pt x="78" y="23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2" y="18"/>
                    <a:pt x="83" y="18"/>
                    <a:pt x="84" y="18"/>
                  </a:cubicBezTo>
                  <a:cubicBezTo>
                    <a:pt x="85" y="18"/>
                    <a:pt x="86" y="18"/>
                    <a:pt x="87" y="19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4" y="26"/>
                    <a:pt x="94" y="29"/>
                    <a:pt x="93" y="31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92" y="38"/>
                    <a:pt x="94" y="43"/>
                    <a:pt x="95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2" y="48"/>
                    <a:pt x="104" y="50"/>
                    <a:pt x="104" y="5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62"/>
                    <a:pt x="102" y="64"/>
                    <a:pt x="100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4" y="69"/>
                    <a:pt x="92" y="74"/>
                    <a:pt x="89" y="78"/>
                  </a:cubicBezTo>
                  <a:cubicBezTo>
                    <a:pt x="93" y="81"/>
                    <a:pt x="93" y="81"/>
                    <a:pt x="93" y="81"/>
                  </a:cubicBezTo>
                  <a:cubicBezTo>
                    <a:pt x="94" y="83"/>
                    <a:pt x="94" y="86"/>
                    <a:pt x="93" y="87"/>
                  </a:cubicBezTo>
                  <a:cubicBezTo>
                    <a:pt x="87" y="93"/>
                    <a:pt x="87" y="93"/>
                    <a:pt x="87" y="93"/>
                  </a:cubicBezTo>
                  <a:cubicBezTo>
                    <a:pt x="86" y="94"/>
                    <a:pt x="85" y="94"/>
                    <a:pt x="84" y="94"/>
                  </a:cubicBezTo>
                  <a:cubicBezTo>
                    <a:pt x="83" y="94"/>
                    <a:pt x="82" y="94"/>
                    <a:pt x="81" y="93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4" y="92"/>
                    <a:pt x="69" y="94"/>
                    <a:pt x="64" y="95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4" y="102"/>
                    <a:pt x="62" y="104"/>
                    <a:pt x="60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0" y="104"/>
                    <a:pt x="48" y="102"/>
                    <a:pt x="48" y="100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3" y="94"/>
                    <a:pt x="38" y="92"/>
                    <a:pt x="34" y="89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4"/>
                    <a:pt x="29" y="94"/>
                    <a:pt x="28" y="94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3"/>
                    <a:pt x="19" y="81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0" y="74"/>
                    <a:pt x="18" y="69"/>
                    <a:pt x="1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0" y="64"/>
                    <a:pt x="8" y="62"/>
                    <a:pt x="8" y="6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0"/>
                    <a:pt x="10" y="48"/>
                    <a:pt x="12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8" y="43"/>
                    <a:pt x="20" y="38"/>
                    <a:pt x="23" y="34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9"/>
                    <a:pt x="18" y="26"/>
                    <a:pt x="19" y="25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7" y="18"/>
                    <a:pt x="28" y="18"/>
                  </a:cubicBezTo>
                  <a:cubicBezTo>
                    <a:pt x="29" y="18"/>
                    <a:pt x="30" y="18"/>
                    <a:pt x="31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8" y="20"/>
                    <a:pt x="43" y="18"/>
                    <a:pt x="48" y="17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0"/>
                    <a:pt x="50" y="8"/>
                    <a:pt x="52" y="8"/>
                  </a:cubicBezTo>
                  <a:cubicBezTo>
                    <a:pt x="60" y="8"/>
                    <a:pt x="60" y="8"/>
                    <a:pt x="60" y="8"/>
                  </a:cubicBezTo>
                  <a:moveTo>
                    <a:pt x="6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6" y="0"/>
                    <a:pt x="41" y="5"/>
                    <a:pt x="40" y="11"/>
                  </a:cubicBezTo>
                  <a:cubicBezTo>
                    <a:pt x="38" y="11"/>
                    <a:pt x="37" y="12"/>
                    <a:pt x="35" y="13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5" y="10"/>
                    <a:pt x="21" y="11"/>
                    <a:pt x="19" y="14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1" y="22"/>
                    <a:pt x="10" y="25"/>
                    <a:pt x="10" y="28"/>
                  </a:cubicBezTo>
                  <a:cubicBezTo>
                    <a:pt x="10" y="31"/>
                    <a:pt x="11" y="33"/>
                    <a:pt x="13" y="35"/>
                  </a:cubicBezTo>
                  <a:cubicBezTo>
                    <a:pt x="12" y="37"/>
                    <a:pt x="11" y="38"/>
                    <a:pt x="11" y="40"/>
                  </a:cubicBezTo>
                  <a:cubicBezTo>
                    <a:pt x="5" y="41"/>
                    <a:pt x="0" y="46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6"/>
                    <a:pt x="5" y="71"/>
                    <a:pt x="11" y="72"/>
                  </a:cubicBezTo>
                  <a:cubicBezTo>
                    <a:pt x="11" y="74"/>
                    <a:pt x="12" y="75"/>
                    <a:pt x="13" y="77"/>
                  </a:cubicBezTo>
                  <a:cubicBezTo>
                    <a:pt x="11" y="79"/>
                    <a:pt x="10" y="81"/>
                    <a:pt x="10" y="84"/>
                  </a:cubicBezTo>
                  <a:cubicBezTo>
                    <a:pt x="10" y="87"/>
                    <a:pt x="11" y="91"/>
                    <a:pt x="14" y="93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21" y="101"/>
                    <a:pt x="25" y="102"/>
                    <a:pt x="28" y="102"/>
                  </a:cubicBezTo>
                  <a:cubicBezTo>
                    <a:pt x="31" y="102"/>
                    <a:pt x="33" y="101"/>
                    <a:pt x="35" y="99"/>
                  </a:cubicBezTo>
                  <a:cubicBezTo>
                    <a:pt x="37" y="100"/>
                    <a:pt x="38" y="101"/>
                    <a:pt x="40" y="101"/>
                  </a:cubicBezTo>
                  <a:cubicBezTo>
                    <a:pt x="41" y="107"/>
                    <a:pt x="46" y="112"/>
                    <a:pt x="52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66" y="112"/>
                    <a:pt x="71" y="107"/>
                    <a:pt x="72" y="101"/>
                  </a:cubicBezTo>
                  <a:cubicBezTo>
                    <a:pt x="74" y="101"/>
                    <a:pt x="75" y="100"/>
                    <a:pt x="77" y="99"/>
                  </a:cubicBezTo>
                  <a:cubicBezTo>
                    <a:pt x="79" y="101"/>
                    <a:pt x="81" y="102"/>
                    <a:pt x="84" y="102"/>
                  </a:cubicBezTo>
                  <a:cubicBezTo>
                    <a:pt x="87" y="102"/>
                    <a:pt x="91" y="101"/>
                    <a:pt x="93" y="98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101" y="91"/>
                    <a:pt x="102" y="87"/>
                    <a:pt x="102" y="84"/>
                  </a:cubicBezTo>
                  <a:cubicBezTo>
                    <a:pt x="102" y="81"/>
                    <a:pt x="101" y="79"/>
                    <a:pt x="99" y="77"/>
                  </a:cubicBezTo>
                  <a:cubicBezTo>
                    <a:pt x="100" y="75"/>
                    <a:pt x="101" y="74"/>
                    <a:pt x="101" y="72"/>
                  </a:cubicBezTo>
                  <a:cubicBezTo>
                    <a:pt x="107" y="71"/>
                    <a:pt x="112" y="66"/>
                    <a:pt x="112" y="60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46"/>
                    <a:pt x="107" y="41"/>
                    <a:pt x="101" y="40"/>
                  </a:cubicBezTo>
                  <a:cubicBezTo>
                    <a:pt x="101" y="38"/>
                    <a:pt x="100" y="37"/>
                    <a:pt x="99" y="35"/>
                  </a:cubicBezTo>
                  <a:cubicBezTo>
                    <a:pt x="101" y="33"/>
                    <a:pt x="102" y="31"/>
                    <a:pt x="102" y="28"/>
                  </a:cubicBezTo>
                  <a:cubicBezTo>
                    <a:pt x="102" y="25"/>
                    <a:pt x="101" y="22"/>
                    <a:pt x="98" y="19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1" y="11"/>
                    <a:pt x="87" y="10"/>
                    <a:pt x="84" y="10"/>
                  </a:cubicBezTo>
                  <a:cubicBezTo>
                    <a:pt x="81" y="10"/>
                    <a:pt x="79" y="11"/>
                    <a:pt x="77" y="13"/>
                  </a:cubicBezTo>
                  <a:cubicBezTo>
                    <a:pt x="75" y="12"/>
                    <a:pt x="74" y="11"/>
                    <a:pt x="72" y="11"/>
                  </a:cubicBezTo>
                  <a:cubicBezTo>
                    <a:pt x="71" y="5"/>
                    <a:pt x="66" y="0"/>
                    <a:pt x="60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4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373142" y="4460608"/>
              <a:ext cx="157170" cy="15857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  <a:moveTo>
                    <a:pt x="26" y="4"/>
                  </a:moveTo>
                  <a:cubicBezTo>
                    <a:pt x="14" y="4"/>
                    <a:pt x="4" y="14"/>
                    <a:pt x="4" y="26"/>
                  </a:cubicBezTo>
                  <a:cubicBezTo>
                    <a:pt x="4" y="38"/>
                    <a:pt x="14" y="48"/>
                    <a:pt x="26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4"/>
                    <a:pt x="38" y="4"/>
                    <a:pt x="26" y="4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408988" y="4496587"/>
              <a:ext cx="85478" cy="8528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4"/>
                  </a:moveTo>
                  <a:cubicBezTo>
                    <a:pt x="8" y="4"/>
                    <a:pt x="4" y="8"/>
                    <a:pt x="4" y="14"/>
                  </a:cubicBezTo>
                  <a:cubicBezTo>
                    <a:pt x="4" y="20"/>
                    <a:pt x="8" y="24"/>
                    <a:pt x="14" y="24"/>
                  </a:cubicBezTo>
                  <a:cubicBezTo>
                    <a:pt x="20" y="24"/>
                    <a:pt x="24" y="20"/>
                    <a:pt x="24" y="14"/>
                  </a:cubicBezTo>
                  <a:cubicBezTo>
                    <a:pt x="24" y="8"/>
                    <a:pt x="20" y="4"/>
                    <a:pt x="14" y="4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6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497224" y="4661819"/>
              <a:ext cx="224726" cy="21720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28">
                  <a:moveTo>
                    <a:pt x="118" y="10"/>
                  </a:moveTo>
                  <a:cubicBezTo>
                    <a:pt x="111" y="4"/>
                    <a:pt x="102" y="0"/>
                    <a:pt x="94" y="0"/>
                  </a:cubicBezTo>
                  <a:cubicBezTo>
                    <a:pt x="87" y="0"/>
                    <a:pt x="80" y="3"/>
                    <a:pt x="75" y="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2" y="71"/>
                    <a:pt x="11" y="73"/>
                    <a:pt x="10" y="76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1" y="110"/>
                    <a:pt x="0" y="113"/>
                    <a:pt x="0" y="114"/>
                  </a:cubicBezTo>
                  <a:cubicBezTo>
                    <a:pt x="0" y="122"/>
                    <a:pt x="6" y="128"/>
                    <a:pt x="14" y="128"/>
                  </a:cubicBezTo>
                  <a:cubicBezTo>
                    <a:pt x="16" y="128"/>
                    <a:pt x="19" y="127"/>
                    <a:pt x="19" y="127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5" y="118"/>
                    <a:pt x="57" y="116"/>
                    <a:pt x="59" y="114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32" y="42"/>
                    <a:pt x="130" y="23"/>
                    <a:pt x="118" y="10"/>
                  </a:cubicBezTo>
                  <a:close/>
                  <a:moveTo>
                    <a:pt x="64" y="95"/>
                  </a:moveTo>
                  <a:cubicBezTo>
                    <a:pt x="64" y="92"/>
                    <a:pt x="63" y="88"/>
                    <a:pt x="61" y="85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101" y="54"/>
                    <a:pt x="100" y="62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95" y="67"/>
                    <a:pt x="95" y="67"/>
                    <a:pt x="95" y="67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97"/>
                    <a:pt x="64" y="96"/>
                    <a:pt x="64" y="95"/>
                  </a:cubicBezTo>
                  <a:close/>
                  <a:moveTo>
                    <a:pt x="59" y="81"/>
                  </a:moveTo>
                  <a:cubicBezTo>
                    <a:pt x="58" y="79"/>
                    <a:pt x="56" y="76"/>
                    <a:pt x="54" y="74"/>
                  </a:cubicBezTo>
                  <a:cubicBezTo>
                    <a:pt x="51" y="72"/>
                    <a:pt x="49" y="70"/>
                    <a:pt x="46" y="6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7" y="31"/>
                    <a:pt x="90" y="33"/>
                    <a:pt x="92" y="36"/>
                  </a:cubicBezTo>
                  <a:cubicBezTo>
                    <a:pt x="94" y="38"/>
                    <a:pt x="96" y="40"/>
                    <a:pt x="97" y="43"/>
                  </a:cubicBezTo>
                  <a:lnTo>
                    <a:pt x="59" y="81"/>
                  </a:lnTo>
                  <a:close/>
                  <a:moveTo>
                    <a:pt x="42" y="66"/>
                  </a:moveTo>
                  <a:cubicBezTo>
                    <a:pt x="38" y="65"/>
                    <a:pt x="34" y="64"/>
                    <a:pt x="30" y="6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6" y="28"/>
                    <a:pt x="73" y="27"/>
                    <a:pt x="80" y="29"/>
                  </a:cubicBezTo>
                  <a:lnTo>
                    <a:pt x="42" y="66"/>
                  </a:lnTo>
                  <a:close/>
                  <a:moveTo>
                    <a:pt x="17" y="119"/>
                  </a:moveTo>
                  <a:cubicBezTo>
                    <a:pt x="16" y="120"/>
                    <a:pt x="15" y="120"/>
                    <a:pt x="14" y="120"/>
                  </a:cubicBezTo>
                  <a:cubicBezTo>
                    <a:pt x="11" y="120"/>
                    <a:pt x="8" y="117"/>
                    <a:pt x="8" y="114"/>
                  </a:cubicBezTo>
                  <a:cubicBezTo>
                    <a:pt x="8" y="113"/>
                    <a:pt x="8" y="112"/>
                    <a:pt x="8" y="11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7" y="96"/>
                    <a:pt x="22" y="98"/>
                    <a:pt x="26" y="102"/>
                  </a:cubicBezTo>
                  <a:cubicBezTo>
                    <a:pt x="30" y="106"/>
                    <a:pt x="32" y="111"/>
                    <a:pt x="32" y="116"/>
                  </a:cubicBezTo>
                  <a:lnTo>
                    <a:pt x="17" y="119"/>
                  </a:lnTo>
                  <a:close/>
                  <a:moveTo>
                    <a:pt x="35" y="115"/>
                  </a:moveTo>
                  <a:cubicBezTo>
                    <a:pt x="35" y="109"/>
                    <a:pt x="33" y="104"/>
                    <a:pt x="29" y="99"/>
                  </a:cubicBezTo>
                  <a:cubicBezTo>
                    <a:pt x="25" y="95"/>
                    <a:pt x="19" y="93"/>
                    <a:pt x="14" y="92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7"/>
                    <a:pt x="19" y="76"/>
                    <a:pt x="19" y="75"/>
                  </a:cubicBezTo>
                  <a:cubicBezTo>
                    <a:pt x="27" y="69"/>
                    <a:pt x="40" y="71"/>
                    <a:pt x="48" y="80"/>
                  </a:cubicBezTo>
                  <a:cubicBezTo>
                    <a:pt x="57" y="89"/>
                    <a:pt x="59" y="102"/>
                    <a:pt x="52" y="110"/>
                  </a:cubicBezTo>
                  <a:cubicBezTo>
                    <a:pt x="51" y="110"/>
                    <a:pt x="51" y="111"/>
                    <a:pt x="50" y="111"/>
                  </a:cubicBezTo>
                  <a:lnTo>
                    <a:pt x="35" y="115"/>
                  </a:lnTo>
                  <a:close/>
                  <a:moveTo>
                    <a:pt x="115" y="47"/>
                  </a:moveTo>
                  <a:cubicBezTo>
                    <a:pt x="108" y="54"/>
                    <a:pt x="108" y="54"/>
                    <a:pt x="108" y="54"/>
                  </a:cubicBezTo>
                  <a:cubicBezTo>
                    <a:pt x="108" y="53"/>
                    <a:pt x="108" y="52"/>
                    <a:pt x="108" y="51"/>
                  </a:cubicBezTo>
                  <a:cubicBezTo>
                    <a:pt x="107" y="43"/>
                    <a:pt x="104" y="36"/>
                    <a:pt x="98" y="30"/>
                  </a:cubicBezTo>
                  <a:cubicBezTo>
                    <a:pt x="91" y="24"/>
                    <a:pt x="83" y="20"/>
                    <a:pt x="74" y="20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4" y="10"/>
                    <a:pt x="89" y="8"/>
                    <a:pt x="94" y="8"/>
                  </a:cubicBezTo>
                  <a:cubicBezTo>
                    <a:pt x="100" y="8"/>
                    <a:pt x="107" y="11"/>
                    <a:pt x="112" y="16"/>
                  </a:cubicBezTo>
                  <a:cubicBezTo>
                    <a:pt x="117" y="21"/>
                    <a:pt x="120" y="27"/>
                    <a:pt x="120" y="33"/>
                  </a:cubicBezTo>
                  <a:cubicBezTo>
                    <a:pt x="120" y="38"/>
                    <a:pt x="118" y="43"/>
                    <a:pt x="115" y="47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7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719193" y="4433958"/>
              <a:ext cx="311583" cy="31047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  <a:gd name="T70" fmla="*/ 2318 h 2362"/>
                <a:gd name="T71" fmla="*/ 2318 h 2362"/>
                <a:gd name="T72" fmla="*/ 2318 h 2362"/>
                <a:gd name="T73" fmla="*/ 2318 h 2362"/>
                <a:gd name="T74" fmla="*/ 2318 h 2362"/>
                <a:gd name="T7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6" h="136">
                  <a:moveTo>
                    <a:pt x="68" y="0"/>
                  </a:moveTo>
                  <a:cubicBezTo>
                    <a:pt x="31" y="0"/>
                    <a:pt x="0" y="30"/>
                    <a:pt x="0" y="68"/>
                  </a:cubicBezTo>
                  <a:cubicBezTo>
                    <a:pt x="0" y="105"/>
                    <a:pt x="31" y="136"/>
                    <a:pt x="68" y="136"/>
                  </a:cubicBezTo>
                  <a:cubicBezTo>
                    <a:pt x="106" y="136"/>
                    <a:pt x="136" y="105"/>
                    <a:pt x="136" y="68"/>
                  </a:cubicBezTo>
                  <a:cubicBezTo>
                    <a:pt x="136" y="30"/>
                    <a:pt x="106" y="0"/>
                    <a:pt x="68" y="0"/>
                  </a:cubicBezTo>
                  <a:close/>
                  <a:moveTo>
                    <a:pt x="63" y="40"/>
                  </a:moveTo>
                  <a:cubicBezTo>
                    <a:pt x="57" y="40"/>
                    <a:pt x="51" y="38"/>
                    <a:pt x="45" y="36"/>
                  </a:cubicBezTo>
                  <a:cubicBezTo>
                    <a:pt x="49" y="23"/>
                    <a:pt x="56" y="15"/>
                    <a:pt x="63" y="12"/>
                  </a:cubicBezTo>
                  <a:lnTo>
                    <a:pt x="63" y="40"/>
                  </a:lnTo>
                  <a:close/>
                  <a:moveTo>
                    <a:pt x="63" y="51"/>
                  </a:moveTo>
                  <a:cubicBezTo>
                    <a:pt x="63" y="63"/>
                    <a:pt x="63" y="63"/>
                    <a:pt x="63" y="63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1" y="57"/>
                    <a:pt x="41" y="51"/>
                    <a:pt x="43" y="46"/>
                  </a:cubicBezTo>
                  <a:cubicBezTo>
                    <a:pt x="49" y="49"/>
                    <a:pt x="56" y="50"/>
                    <a:pt x="63" y="51"/>
                  </a:cubicBezTo>
                  <a:close/>
                  <a:moveTo>
                    <a:pt x="63" y="73"/>
                  </a:moveTo>
                  <a:cubicBezTo>
                    <a:pt x="63" y="86"/>
                    <a:pt x="63" y="86"/>
                    <a:pt x="63" y="86"/>
                  </a:cubicBezTo>
                  <a:cubicBezTo>
                    <a:pt x="56" y="86"/>
                    <a:pt x="49" y="88"/>
                    <a:pt x="43" y="90"/>
                  </a:cubicBezTo>
                  <a:cubicBezTo>
                    <a:pt x="42" y="85"/>
                    <a:pt x="41" y="79"/>
                    <a:pt x="41" y="73"/>
                  </a:cubicBezTo>
                  <a:lnTo>
                    <a:pt x="63" y="73"/>
                  </a:lnTo>
                  <a:close/>
                  <a:moveTo>
                    <a:pt x="63" y="96"/>
                  </a:moveTo>
                  <a:cubicBezTo>
                    <a:pt x="63" y="124"/>
                    <a:pt x="63" y="124"/>
                    <a:pt x="63" y="124"/>
                  </a:cubicBezTo>
                  <a:cubicBezTo>
                    <a:pt x="56" y="121"/>
                    <a:pt x="50" y="113"/>
                    <a:pt x="45" y="100"/>
                  </a:cubicBezTo>
                  <a:cubicBezTo>
                    <a:pt x="51" y="98"/>
                    <a:pt x="57" y="97"/>
                    <a:pt x="63" y="96"/>
                  </a:cubicBezTo>
                  <a:close/>
                  <a:moveTo>
                    <a:pt x="74" y="96"/>
                  </a:moveTo>
                  <a:cubicBezTo>
                    <a:pt x="80" y="97"/>
                    <a:pt x="86" y="98"/>
                    <a:pt x="91" y="100"/>
                  </a:cubicBezTo>
                  <a:cubicBezTo>
                    <a:pt x="87" y="113"/>
                    <a:pt x="80" y="121"/>
                    <a:pt x="74" y="124"/>
                  </a:cubicBezTo>
                  <a:lnTo>
                    <a:pt x="74" y="96"/>
                  </a:lnTo>
                  <a:close/>
                  <a:moveTo>
                    <a:pt x="74" y="86"/>
                  </a:moveTo>
                  <a:cubicBezTo>
                    <a:pt x="74" y="73"/>
                    <a:pt x="74" y="73"/>
                    <a:pt x="74" y="73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6" y="79"/>
                    <a:pt x="95" y="85"/>
                    <a:pt x="94" y="90"/>
                  </a:cubicBezTo>
                  <a:cubicBezTo>
                    <a:pt x="87" y="88"/>
                    <a:pt x="81" y="86"/>
                    <a:pt x="74" y="86"/>
                  </a:cubicBezTo>
                  <a:close/>
                  <a:moveTo>
                    <a:pt x="74" y="63"/>
                  </a:moveTo>
                  <a:cubicBezTo>
                    <a:pt x="74" y="51"/>
                    <a:pt x="74" y="51"/>
                    <a:pt x="74" y="51"/>
                  </a:cubicBezTo>
                  <a:cubicBezTo>
                    <a:pt x="81" y="50"/>
                    <a:pt x="88" y="49"/>
                    <a:pt x="94" y="46"/>
                  </a:cubicBezTo>
                  <a:cubicBezTo>
                    <a:pt x="95" y="51"/>
                    <a:pt x="96" y="57"/>
                    <a:pt x="96" y="63"/>
                  </a:cubicBezTo>
                  <a:lnTo>
                    <a:pt x="74" y="63"/>
                  </a:lnTo>
                  <a:close/>
                  <a:moveTo>
                    <a:pt x="74" y="40"/>
                  </a:moveTo>
                  <a:cubicBezTo>
                    <a:pt x="74" y="12"/>
                    <a:pt x="74" y="12"/>
                    <a:pt x="74" y="12"/>
                  </a:cubicBezTo>
                  <a:cubicBezTo>
                    <a:pt x="81" y="15"/>
                    <a:pt x="87" y="23"/>
                    <a:pt x="92" y="36"/>
                  </a:cubicBezTo>
                  <a:cubicBezTo>
                    <a:pt x="86" y="38"/>
                    <a:pt x="80" y="40"/>
                    <a:pt x="74" y="40"/>
                  </a:cubicBezTo>
                  <a:close/>
                  <a:moveTo>
                    <a:pt x="94" y="16"/>
                  </a:moveTo>
                  <a:cubicBezTo>
                    <a:pt x="99" y="19"/>
                    <a:pt x="104" y="22"/>
                    <a:pt x="108" y="26"/>
                  </a:cubicBezTo>
                  <a:cubicBezTo>
                    <a:pt x="106" y="28"/>
                    <a:pt x="103" y="30"/>
                    <a:pt x="101" y="31"/>
                  </a:cubicBezTo>
                  <a:cubicBezTo>
                    <a:pt x="99" y="26"/>
                    <a:pt x="97" y="21"/>
                    <a:pt x="94" y="16"/>
                  </a:cubicBezTo>
                  <a:close/>
                  <a:moveTo>
                    <a:pt x="36" y="31"/>
                  </a:moveTo>
                  <a:cubicBezTo>
                    <a:pt x="33" y="30"/>
                    <a:pt x="31" y="28"/>
                    <a:pt x="29" y="26"/>
                  </a:cubicBezTo>
                  <a:cubicBezTo>
                    <a:pt x="33" y="22"/>
                    <a:pt x="38" y="19"/>
                    <a:pt x="43" y="16"/>
                  </a:cubicBezTo>
                  <a:cubicBezTo>
                    <a:pt x="40" y="21"/>
                    <a:pt x="38" y="26"/>
                    <a:pt x="36" y="31"/>
                  </a:cubicBezTo>
                  <a:close/>
                  <a:moveTo>
                    <a:pt x="33" y="42"/>
                  </a:moveTo>
                  <a:cubicBezTo>
                    <a:pt x="31" y="48"/>
                    <a:pt x="30" y="55"/>
                    <a:pt x="30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2" y="52"/>
                    <a:pt x="16" y="43"/>
                    <a:pt x="22" y="34"/>
                  </a:cubicBezTo>
                  <a:cubicBezTo>
                    <a:pt x="25" y="37"/>
                    <a:pt x="29" y="40"/>
                    <a:pt x="33" y="42"/>
                  </a:cubicBezTo>
                  <a:close/>
                  <a:moveTo>
                    <a:pt x="30" y="73"/>
                  </a:moveTo>
                  <a:cubicBezTo>
                    <a:pt x="30" y="81"/>
                    <a:pt x="31" y="88"/>
                    <a:pt x="33" y="95"/>
                  </a:cubicBezTo>
                  <a:cubicBezTo>
                    <a:pt x="29" y="97"/>
                    <a:pt x="25" y="99"/>
                    <a:pt x="22" y="102"/>
                  </a:cubicBezTo>
                  <a:cubicBezTo>
                    <a:pt x="16" y="94"/>
                    <a:pt x="12" y="84"/>
                    <a:pt x="11" y="73"/>
                  </a:cubicBezTo>
                  <a:lnTo>
                    <a:pt x="30" y="73"/>
                  </a:lnTo>
                  <a:close/>
                  <a:moveTo>
                    <a:pt x="36" y="105"/>
                  </a:moveTo>
                  <a:cubicBezTo>
                    <a:pt x="38" y="110"/>
                    <a:pt x="40" y="115"/>
                    <a:pt x="43" y="120"/>
                  </a:cubicBezTo>
                  <a:cubicBezTo>
                    <a:pt x="38" y="117"/>
                    <a:pt x="33" y="114"/>
                    <a:pt x="29" y="110"/>
                  </a:cubicBezTo>
                  <a:cubicBezTo>
                    <a:pt x="31" y="108"/>
                    <a:pt x="34" y="106"/>
                    <a:pt x="36" y="105"/>
                  </a:cubicBezTo>
                  <a:close/>
                  <a:moveTo>
                    <a:pt x="101" y="105"/>
                  </a:moveTo>
                  <a:cubicBezTo>
                    <a:pt x="103" y="106"/>
                    <a:pt x="106" y="108"/>
                    <a:pt x="108" y="110"/>
                  </a:cubicBezTo>
                  <a:cubicBezTo>
                    <a:pt x="104" y="114"/>
                    <a:pt x="99" y="117"/>
                    <a:pt x="94" y="120"/>
                  </a:cubicBezTo>
                  <a:cubicBezTo>
                    <a:pt x="96" y="115"/>
                    <a:pt x="99" y="110"/>
                    <a:pt x="101" y="105"/>
                  </a:cubicBezTo>
                  <a:close/>
                  <a:moveTo>
                    <a:pt x="104" y="95"/>
                  </a:moveTo>
                  <a:cubicBezTo>
                    <a:pt x="105" y="88"/>
                    <a:pt x="106" y="81"/>
                    <a:pt x="107" y="73"/>
                  </a:cubicBezTo>
                  <a:cubicBezTo>
                    <a:pt x="126" y="73"/>
                    <a:pt x="126" y="73"/>
                    <a:pt x="126" y="73"/>
                  </a:cubicBezTo>
                  <a:cubicBezTo>
                    <a:pt x="125" y="84"/>
                    <a:pt x="121" y="94"/>
                    <a:pt x="115" y="102"/>
                  </a:cubicBezTo>
                  <a:cubicBezTo>
                    <a:pt x="111" y="99"/>
                    <a:pt x="108" y="97"/>
                    <a:pt x="104" y="95"/>
                  </a:cubicBezTo>
                  <a:close/>
                  <a:moveTo>
                    <a:pt x="107" y="63"/>
                  </a:moveTo>
                  <a:cubicBezTo>
                    <a:pt x="106" y="55"/>
                    <a:pt x="105" y="48"/>
                    <a:pt x="104" y="42"/>
                  </a:cubicBezTo>
                  <a:cubicBezTo>
                    <a:pt x="108" y="40"/>
                    <a:pt x="112" y="37"/>
                    <a:pt x="115" y="34"/>
                  </a:cubicBezTo>
                  <a:cubicBezTo>
                    <a:pt x="121" y="43"/>
                    <a:pt x="125" y="52"/>
                    <a:pt x="126" y="63"/>
                  </a:cubicBezTo>
                  <a:lnTo>
                    <a:pt x="107" y="63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8" name="出自【趣你的PPT】(微信:qunideppt)：最优质的PPT资源库"/>
            <p:cNvSpPr>
              <a:spLocks/>
            </p:cNvSpPr>
            <p:nvPr/>
          </p:nvSpPr>
          <p:spPr bwMode="auto">
            <a:xfrm rot="20646933">
              <a:off x="8686104" y="4204764"/>
              <a:ext cx="151655" cy="15190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9">
                  <a:moveTo>
                    <a:pt x="37" y="2"/>
                  </a:moveTo>
                  <a:cubicBezTo>
                    <a:pt x="34" y="0"/>
                    <a:pt x="31" y="3"/>
                    <a:pt x="31" y="3"/>
                  </a:cubicBezTo>
                  <a:cubicBezTo>
                    <a:pt x="31" y="3"/>
                    <a:pt x="15" y="19"/>
                    <a:pt x="12" y="22"/>
                  </a:cubicBezTo>
                  <a:cubicBezTo>
                    <a:pt x="9" y="25"/>
                    <a:pt x="0" y="29"/>
                    <a:pt x="0" y="2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4" y="30"/>
                    <a:pt x="17" y="27"/>
                  </a:cubicBezTo>
                  <a:cubicBezTo>
                    <a:pt x="20" y="24"/>
                    <a:pt x="36" y="8"/>
                    <a:pt x="36" y="8"/>
                  </a:cubicBezTo>
                  <a:cubicBezTo>
                    <a:pt x="36" y="8"/>
                    <a:pt x="39" y="5"/>
                    <a:pt x="37" y="2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29" name="出自【趣你的PPT】(微信:qunideppt)：最优质的PPT资源库"/>
            <p:cNvSpPr>
              <a:spLocks noEditPoints="1"/>
            </p:cNvSpPr>
            <p:nvPr/>
          </p:nvSpPr>
          <p:spPr bwMode="auto">
            <a:xfrm rot="20646933">
              <a:off x="8626820" y="4356671"/>
              <a:ext cx="121324" cy="12925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33">
                  <a:moveTo>
                    <a:pt x="12" y="7"/>
                  </a:moveTo>
                  <a:cubicBezTo>
                    <a:pt x="7" y="19"/>
                    <a:pt x="8" y="25"/>
                    <a:pt x="0" y="27"/>
                  </a:cubicBezTo>
                  <a:cubicBezTo>
                    <a:pt x="31" y="33"/>
                    <a:pt x="31" y="10"/>
                    <a:pt x="31" y="1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14" y="2"/>
                    <a:pt x="12" y="7"/>
                  </a:cubicBezTo>
                  <a:close/>
                  <a:moveTo>
                    <a:pt x="9" y="24"/>
                  </a:moveTo>
                  <a:cubicBezTo>
                    <a:pt x="11" y="21"/>
                    <a:pt x="15" y="8"/>
                    <a:pt x="20" y="4"/>
                  </a:cubicBezTo>
                  <a:cubicBezTo>
                    <a:pt x="23" y="7"/>
                    <a:pt x="20" y="17"/>
                    <a:pt x="9" y="24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0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843274" y="4180779"/>
              <a:ext cx="282630" cy="158571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2" h="85">
                  <a:moveTo>
                    <a:pt x="142" y="28"/>
                  </a:moveTo>
                  <a:lnTo>
                    <a:pt x="142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42" y="85"/>
                  </a:lnTo>
                  <a:lnTo>
                    <a:pt x="142" y="66"/>
                  </a:lnTo>
                  <a:lnTo>
                    <a:pt x="152" y="66"/>
                  </a:lnTo>
                  <a:lnTo>
                    <a:pt x="152" y="28"/>
                  </a:lnTo>
                  <a:lnTo>
                    <a:pt x="142" y="28"/>
                  </a:lnTo>
                  <a:close/>
                  <a:moveTo>
                    <a:pt x="123" y="66"/>
                  </a:moveTo>
                  <a:lnTo>
                    <a:pt x="19" y="66"/>
                  </a:lnTo>
                  <a:lnTo>
                    <a:pt x="19" y="19"/>
                  </a:lnTo>
                  <a:lnTo>
                    <a:pt x="123" y="19"/>
                  </a:lnTo>
                  <a:lnTo>
                    <a:pt x="123" y="6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1" name="出自【趣你的PPT】(微信:qunideppt)：最优质的PPT资源库"/>
            <p:cNvSpPr>
              <a:spLocks noChangeArrowheads="1"/>
            </p:cNvSpPr>
            <p:nvPr/>
          </p:nvSpPr>
          <p:spPr bwMode="auto">
            <a:xfrm>
              <a:off x="8897043" y="4232747"/>
              <a:ext cx="158549" cy="54633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/>
            </a:extLst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2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9106603" y="4275388"/>
              <a:ext cx="148898" cy="297152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64">
                  <a:moveTo>
                    <a:pt x="24" y="34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3" y="37"/>
                    <a:pt x="0" y="42"/>
                    <a:pt x="0" y="48"/>
                  </a:cubicBezTo>
                  <a:cubicBezTo>
                    <a:pt x="0" y="57"/>
                    <a:pt x="7" y="64"/>
                    <a:pt x="16" y="64"/>
                  </a:cubicBezTo>
                  <a:cubicBezTo>
                    <a:pt x="25" y="64"/>
                    <a:pt x="32" y="57"/>
                    <a:pt x="32" y="48"/>
                  </a:cubicBezTo>
                  <a:cubicBezTo>
                    <a:pt x="32" y="42"/>
                    <a:pt x="29" y="37"/>
                    <a:pt x="24" y="34"/>
                  </a:cubicBezTo>
                  <a:close/>
                  <a:moveTo>
                    <a:pt x="12" y="24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2" y="28"/>
                    <a:pt x="12" y="28"/>
                    <a:pt x="12" y="28"/>
                  </a:cubicBezTo>
                  <a:lnTo>
                    <a:pt x="12" y="24"/>
                  </a:lnTo>
                  <a:close/>
                  <a:moveTo>
                    <a:pt x="16" y="60"/>
                  </a:moveTo>
                  <a:cubicBezTo>
                    <a:pt x="9" y="60"/>
                    <a:pt x="4" y="55"/>
                    <a:pt x="4" y="48"/>
                  </a:cubicBezTo>
                  <a:cubicBezTo>
                    <a:pt x="4" y="47"/>
                    <a:pt x="4" y="47"/>
                    <a:pt x="4" y="46"/>
                  </a:cubicBezTo>
                  <a:cubicBezTo>
                    <a:pt x="5" y="52"/>
                    <a:pt x="10" y="56"/>
                    <a:pt x="16" y="56"/>
                  </a:cubicBezTo>
                  <a:cubicBezTo>
                    <a:pt x="22" y="56"/>
                    <a:pt x="27" y="52"/>
                    <a:pt x="28" y="46"/>
                  </a:cubicBezTo>
                  <a:cubicBezTo>
                    <a:pt x="28" y="47"/>
                    <a:pt x="28" y="47"/>
                    <a:pt x="28" y="48"/>
                  </a:cubicBezTo>
                  <a:cubicBezTo>
                    <a:pt x="28" y="55"/>
                    <a:pt x="23" y="60"/>
                    <a:pt x="16" y="6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3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608898" y="3701071"/>
              <a:ext cx="137868" cy="18788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1" h="193">
                  <a:moveTo>
                    <a:pt x="118" y="145"/>
                  </a:moveTo>
                  <a:cubicBezTo>
                    <a:pt x="81" y="145"/>
                    <a:pt x="81" y="145"/>
                    <a:pt x="81" y="145"/>
                  </a:cubicBezTo>
                  <a:cubicBezTo>
                    <a:pt x="55" y="145"/>
                    <a:pt x="50" y="133"/>
                    <a:pt x="50" y="122"/>
                  </a:cubicBezTo>
                  <a:cubicBezTo>
                    <a:pt x="50" y="117"/>
                    <a:pt x="51" y="108"/>
                    <a:pt x="51" y="98"/>
                  </a:cubicBezTo>
                  <a:cubicBezTo>
                    <a:pt x="113" y="98"/>
                    <a:pt x="113" y="98"/>
                    <a:pt x="113" y="98"/>
                  </a:cubicBezTo>
                  <a:cubicBezTo>
                    <a:pt x="123" y="98"/>
                    <a:pt x="140" y="94"/>
                    <a:pt x="140" y="77"/>
                  </a:cubicBezTo>
                  <a:cubicBezTo>
                    <a:pt x="140" y="60"/>
                    <a:pt x="132" y="49"/>
                    <a:pt x="121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24"/>
                    <a:pt x="50" y="0"/>
                    <a:pt x="26" y="0"/>
                  </a:cubicBezTo>
                  <a:cubicBezTo>
                    <a:pt x="16" y="0"/>
                    <a:pt x="8" y="4"/>
                    <a:pt x="5" y="14"/>
                  </a:cubicBezTo>
                  <a:cubicBezTo>
                    <a:pt x="0" y="27"/>
                    <a:pt x="1" y="43"/>
                    <a:pt x="1" y="57"/>
                  </a:cubicBezTo>
                  <a:cubicBezTo>
                    <a:pt x="1" y="59"/>
                    <a:pt x="1" y="62"/>
                    <a:pt x="1" y="65"/>
                  </a:cubicBezTo>
                  <a:cubicBezTo>
                    <a:pt x="1" y="74"/>
                    <a:pt x="2" y="83"/>
                    <a:pt x="2" y="92"/>
                  </a:cubicBezTo>
                  <a:cubicBezTo>
                    <a:pt x="2" y="102"/>
                    <a:pt x="2" y="111"/>
                    <a:pt x="2" y="121"/>
                  </a:cubicBezTo>
                  <a:cubicBezTo>
                    <a:pt x="2" y="176"/>
                    <a:pt x="52" y="192"/>
                    <a:pt x="61" y="192"/>
                  </a:cubicBezTo>
                  <a:cubicBezTo>
                    <a:pt x="71" y="192"/>
                    <a:pt x="108" y="193"/>
                    <a:pt x="115" y="193"/>
                  </a:cubicBezTo>
                  <a:cubicBezTo>
                    <a:pt x="122" y="193"/>
                    <a:pt x="141" y="191"/>
                    <a:pt x="141" y="171"/>
                  </a:cubicBezTo>
                  <a:cubicBezTo>
                    <a:pt x="141" y="152"/>
                    <a:pt x="128" y="145"/>
                    <a:pt x="118" y="145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4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829487" y="2908220"/>
              <a:ext cx="88236" cy="187885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93">
                  <a:moveTo>
                    <a:pt x="90" y="62"/>
                  </a:moveTo>
                  <a:cubicBezTo>
                    <a:pt x="60" y="62"/>
                    <a:pt x="60" y="62"/>
                    <a:pt x="60" y="6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35"/>
                    <a:pt x="65" y="33"/>
                    <a:pt x="68" y="33"/>
                  </a:cubicBezTo>
                  <a:cubicBezTo>
                    <a:pt x="72" y="33"/>
                    <a:pt x="90" y="33"/>
                    <a:pt x="90" y="33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20" y="24"/>
                    <a:pt x="20" y="40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20" y="96"/>
                    <a:pt x="20" y="96"/>
                    <a:pt x="20" y="96"/>
                  </a:cubicBezTo>
                  <a:cubicBezTo>
                    <a:pt x="20" y="140"/>
                    <a:pt x="20" y="193"/>
                    <a:pt x="20" y="193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60" y="193"/>
                    <a:pt x="60" y="139"/>
                    <a:pt x="60" y="96"/>
                  </a:cubicBezTo>
                  <a:cubicBezTo>
                    <a:pt x="87" y="96"/>
                    <a:pt x="87" y="96"/>
                    <a:pt x="87" y="96"/>
                  </a:cubicBezTo>
                  <a:lnTo>
                    <a:pt x="90" y="6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5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8770204" y="3213367"/>
              <a:ext cx="191638" cy="193216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  <a:gd name="T68" fmla="*/ 2318 h 2362"/>
                <a:gd name="T69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198">
                  <a:moveTo>
                    <a:pt x="196" y="79"/>
                  </a:moveTo>
                  <a:cubicBezTo>
                    <a:pt x="195" y="73"/>
                    <a:pt x="193" y="67"/>
                    <a:pt x="190" y="61"/>
                  </a:cubicBezTo>
                  <a:cubicBezTo>
                    <a:pt x="188" y="55"/>
                    <a:pt x="185" y="49"/>
                    <a:pt x="181" y="44"/>
                  </a:cubicBezTo>
                  <a:cubicBezTo>
                    <a:pt x="178" y="39"/>
                    <a:pt x="174" y="34"/>
                    <a:pt x="169" y="29"/>
                  </a:cubicBezTo>
                  <a:cubicBezTo>
                    <a:pt x="165" y="25"/>
                    <a:pt x="160" y="21"/>
                    <a:pt x="154" y="17"/>
                  </a:cubicBezTo>
                  <a:cubicBezTo>
                    <a:pt x="149" y="14"/>
                    <a:pt x="144" y="10"/>
                    <a:pt x="138" y="8"/>
                  </a:cubicBezTo>
                  <a:cubicBezTo>
                    <a:pt x="132" y="5"/>
                    <a:pt x="125" y="4"/>
                    <a:pt x="119" y="2"/>
                  </a:cubicBezTo>
                  <a:cubicBezTo>
                    <a:pt x="113" y="1"/>
                    <a:pt x="106" y="0"/>
                    <a:pt x="99" y="0"/>
                  </a:cubicBezTo>
                  <a:cubicBezTo>
                    <a:pt x="92" y="0"/>
                    <a:pt x="86" y="1"/>
                    <a:pt x="79" y="2"/>
                  </a:cubicBezTo>
                  <a:cubicBezTo>
                    <a:pt x="73" y="4"/>
                    <a:pt x="67" y="5"/>
                    <a:pt x="61" y="8"/>
                  </a:cubicBezTo>
                  <a:cubicBezTo>
                    <a:pt x="55" y="10"/>
                    <a:pt x="49" y="14"/>
                    <a:pt x="44" y="17"/>
                  </a:cubicBezTo>
                  <a:cubicBezTo>
                    <a:pt x="39" y="21"/>
                    <a:pt x="34" y="25"/>
                    <a:pt x="29" y="29"/>
                  </a:cubicBezTo>
                  <a:cubicBezTo>
                    <a:pt x="25" y="34"/>
                    <a:pt x="21" y="39"/>
                    <a:pt x="17" y="44"/>
                  </a:cubicBezTo>
                  <a:cubicBezTo>
                    <a:pt x="14" y="49"/>
                    <a:pt x="11" y="55"/>
                    <a:pt x="8" y="61"/>
                  </a:cubicBezTo>
                  <a:cubicBezTo>
                    <a:pt x="6" y="67"/>
                    <a:pt x="4" y="73"/>
                    <a:pt x="2" y="79"/>
                  </a:cubicBezTo>
                  <a:cubicBezTo>
                    <a:pt x="1" y="86"/>
                    <a:pt x="0" y="92"/>
                    <a:pt x="0" y="99"/>
                  </a:cubicBezTo>
                  <a:cubicBezTo>
                    <a:pt x="0" y="106"/>
                    <a:pt x="1" y="113"/>
                    <a:pt x="2" y="119"/>
                  </a:cubicBezTo>
                  <a:cubicBezTo>
                    <a:pt x="4" y="125"/>
                    <a:pt x="6" y="132"/>
                    <a:pt x="8" y="138"/>
                  </a:cubicBezTo>
                  <a:cubicBezTo>
                    <a:pt x="11" y="143"/>
                    <a:pt x="14" y="149"/>
                    <a:pt x="17" y="154"/>
                  </a:cubicBezTo>
                  <a:cubicBezTo>
                    <a:pt x="21" y="160"/>
                    <a:pt x="25" y="165"/>
                    <a:pt x="29" y="169"/>
                  </a:cubicBezTo>
                  <a:cubicBezTo>
                    <a:pt x="34" y="174"/>
                    <a:pt x="39" y="178"/>
                    <a:pt x="44" y="181"/>
                  </a:cubicBezTo>
                  <a:cubicBezTo>
                    <a:pt x="49" y="185"/>
                    <a:pt x="55" y="188"/>
                    <a:pt x="61" y="190"/>
                  </a:cubicBezTo>
                  <a:cubicBezTo>
                    <a:pt x="67" y="193"/>
                    <a:pt x="73" y="195"/>
                    <a:pt x="79" y="196"/>
                  </a:cubicBezTo>
                  <a:cubicBezTo>
                    <a:pt x="86" y="197"/>
                    <a:pt x="92" y="198"/>
                    <a:pt x="99" y="198"/>
                  </a:cubicBezTo>
                  <a:cubicBezTo>
                    <a:pt x="106" y="198"/>
                    <a:pt x="113" y="197"/>
                    <a:pt x="119" y="196"/>
                  </a:cubicBezTo>
                  <a:cubicBezTo>
                    <a:pt x="125" y="195"/>
                    <a:pt x="132" y="193"/>
                    <a:pt x="138" y="190"/>
                  </a:cubicBezTo>
                  <a:cubicBezTo>
                    <a:pt x="144" y="188"/>
                    <a:pt x="149" y="185"/>
                    <a:pt x="154" y="181"/>
                  </a:cubicBezTo>
                  <a:cubicBezTo>
                    <a:pt x="160" y="178"/>
                    <a:pt x="165" y="174"/>
                    <a:pt x="169" y="169"/>
                  </a:cubicBezTo>
                  <a:cubicBezTo>
                    <a:pt x="174" y="165"/>
                    <a:pt x="178" y="160"/>
                    <a:pt x="181" y="154"/>
                  </a:cubicBezTo>
                  <a:cubicBezTo>
                    <a:pt x="185" y="149"/>
                    <a:pt x="188" y="143"/>
                    <a:pt x="190" y="138"/>
                  </a:cubicBezTo>
                  <a:cubicBezTo>
                    <a:pt x="193" y="132"/>
                    <a:pt x="195" y="125"/>
                    <a:pt x="196" y="119"/>
                  </a:cubicBezTo>
                  <a:cubicBezTo>
                    <a:pt x="197" y="113"/>
                    <a:pt x="198" y="106"/>
                    <a:pt x="198" y="99"/>
                  </a:cubicBezTo>
                  <a:cubicBezTo>
                    <a:pt x="198" y="92"/>
                    <a:pt x="197" y="86"/>
                    <a:pt x="196" y="79"/>
                  </a:cubicBezTo>
                  <a:close/>
                  <a:moveTo>
                    <a:pt x="184" y="98"/>
                  </a:moveTo>
                  <a:cubicBezTo>
                    <a:pt x="182" y="98"/>
                    <a:pt x="154" y="92"/>
                    <a:pt x="125" y="96"/>
                  </a:cubicBezTo>
                  <a:cubicBezTo>
                    <a:pt x="124" y="94"/>
                    <a:pt x="124" y="93"/>
                    <a:pt x="123" y="91"/>
                  </a:cubicBezTo>
                  <a:cubicBezTo>
                    <a:pt x="121" y="87"/>
                    <a:pt x="119" y="83"/>
                    <a:pt x="117" y="79"/>
                  </a:cubicBezTo>
                  <a:cubicBezTo>
                    <a:pt x="151" y="65"/>
                    <a:pt x="164" y="46"/>
                    <a:pt x="164" y="45"/>
                  </a:cubicBezTo>
                  <a:cubicBezTo>
                    <a:pt x="176" y="60"/>
                    <a:pt x="183" y="78"/>
                    <a:pt x="184" y="98"/>
                  </a:cubicBezTo>
                  <a:close/>
                  <a:moveTo>
                    <a:pt x="155" y="36"/>
                  </a:moveTo>
                  <a:cubicBezTo>
                    <a:pt x="155" y="36"/>
                    <a:pt x="143" y="54"/>
                    <a:pt x="111" y="66"/>
                  </a:cubicBezTo>
                  <a:cubicBezTo>
                    <a:pt x="96" y="40"/>
                    <a:pt x="81" y="19"/>
                    <a:pt x="79" y="17"/>
                  </a:cubicBezTo>
                  <a:cubicBezTo>
                    <a:pt x="86" y="16"/>
                    <a:pt x="92" y="15"/>
                    <a:pt x="99" y="15"/>
                  </a:cubicBezTo>
                  <a:cubicBezTo>
                    <a:pt x="121" y="15"/>
                    <a:pt x="140" y="23"/>
                    <a:pt x="155" y="36"/>
                  </a:cubicBezTo>
                  <a:close/>
                  <a:moveTo>
                    <a:pt x="79" y="17"/>
                  </a:moveTo>
                  <a:cubicBezTo>
                    <a:pt x="79" y="17"/>
                    <a:pt x="79" y="1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lose/>
                  <a:moveTo>
                    <a:pt x="63" y="23"/>
                  </a:moveTo>
                  <a:cubicBezTo>
                    <a:pt x="64" y="24"/>
                    <a:pt x="80" y="45"/>
                    <a:pt x="94" y="71"/>
                  </a:cubicBezTo>
                  <a:cubicBezTo>
                    <a:pt x="54" y="82"/>
                    <a:pt x="19" y="82"/>
                    <a:pt x="17" y="82"/>
                  </a:cubicBezTo>
                  <a:cubicBezTo>
                    <a:pt x="22" y="56"/>
                    <a:pt x="40" y="34"/>
                    <a:pt x="63" y="23"/>
                  </a:cubicBezTo>
                  <a:close/>
                  <a:moveTo>
                    <a:pt x="15" y="99"/>
                  </a:moveTo>
                  <a:cubicBezTo>
                    <a:pt x="15" y="98"/>
                    <a:pt x="15" y="97"/>
                    <a:pt x="15" y="96"/>
                  </a:cubicBezTo>
                  <a:cubicBezTo>
                    <a:pt x="16" y="96"/>
                    <a:pt x="58" y="97"/>
                    <a:pt x="101" y="84"/>
                  </a:cubicBezTo>
                  <a:cubicBezTo>
                    <a:pt x="104" y="89"/>
                    <a:pt x="106" y="94"/>
                    <a:pt x="108" y="99"/>
                  </a:cubicBezTo>
                  <a:cubicBezTo>
                    <a:pt x="107" y="99"/>
                    <a:pt x="106" y="99"/>
                    <a:pt x="105" y="100"/>
                  </a:cubicBezTo>
                  <a:cubicBezTo>
                    <a:pt x="59" y="115"/>
                    <a:pt x="36" y="156"/>
                    <a:pt x="36" y="156"/>
                  </a:cubicBezTo>
                  <a:cubicBezTo>
                    <a:pt x="36" y="156"/>
                    <a:pt x="36" y="156"/>
                    <a:pt x="36" y="156"/>
                  </a:cubicBezTo>
                  <a:cubicBezTo>
                    <a:pt x="23" y="141"/>
                    <a:pt x="15" y="121"/>
                    <a:pt x="15" y="99"/>
                  </a:cubicBezTo>
                  <a:close/>
                  <a:moveTo>
                    <a:pt x="99" y="184"/>
                  </a:moveTo>
                  <a:cubicBezTo>
                    <a:pt x="79" y="184"/>
                    <a:pt x="60" y="176"/>
                    <a:pt x="45" y="164"/>
                  </a:cubicBezTo>
                  <a:cubicBezTo>
                    <a:pt x="46" y="165"/>
                    <a:pt x="47" y="166"/>
                    <a:pt x="47" y="166"/>
                  </a:cubicBezTo>
                  <a:cubicBezTo>
                    <a:pt x="47" y="166"/>
                    <a:pt x="63" y="130"/>
                    <a:pt x="114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26" y="144"/>
                    <a:pt x="131" y="169"/>
                    <a:pt x="132" y="177"/>
                  </a:cubicBezTo>
                  <a:cubicBezTo>
                    <a:pt x="122" y="181"/>
                    <a:pt x="111" y="184"/>
                    <a:pt x="99" y="184"/>
                  </a:cubicBezTo>
                  <a:close/>
                  <a:moveTo>
                    <a:pt x="146" y="169"/>
                  </a:moveTo>
                  <a:cubicBezTo>
                    <a:pt x="145" y="164"/>
                    <a:pt x="141" y="139"/>
                    <a:pt x="130" y="109"/>
                  </a:cubicBezTo>
                  <a:cubicBezTo>
                    <a:pt x="157" y="104"/>
                    <a:pt x="181" y="112"/>
                    <a:pt x="183" y="113"/>
                  </a:cubicBezTo>
                  <a:cubicBezTo>
                    <a:pt x="179" y="136"/>
                    <a:pt x="165" y="156"/>
                    <a:pt x="146" y="169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6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594186" y="2734992"/>
              <a:ext cx="193016" cy="19454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  <a:gd name="T48" fmla="*/ 2318 h 2362"/>
                <a:gd name="T49" fmla="*/ 2318 h 2362"/>
                <a:gd name="T50" fmla="*/ 2318 h 2362"/>
                <a:gd name="T51" fmla="*/ 2318 h 2362"/>
                <a:gd name="T52" fmla="*/ 2318 h 2362"/>
                <a:gd name="T53" fmla="*/ 2318 h 2362"/>
                <a:gd name="T54" fmla="*/ 2318 h 2362"/>
                <a:gd name="T55" fmla="*/ 2318 h 2362"/>
                <a:gd name="T56" fmla="*/ 2318 h 2362"/>
                <a:gd name="T57" fmla="*/ 2318 h 2362"/>
                <a:gd name="T58" fmla="*/ 2318 h 2362"/>
                <a:gd name="T59" fmla="*/ 2318 h 2362"/>
                <a:gd name="T60" fmla="*/ 2318 h 2362"/>
                <a:gd name="T61" fmla="*/ 2318 h 2362"/>
                <a:gd name="T62" fmla="*/ 2318 h 2362"/>
                <a:gd name="T63" fmla="*/ 2318 h 2362"/>
                <a:gd name="T64" fmla="*/ 2318 h 2362"/>
                <a:gd name="T65" fmla="*/ 2318 h 2362"/>
                <a:gd name="T66" fmla="*/ 2318 h 2362"/>
                <a:gd name="T6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8" h="199">
                  <a:moveTo>
                    <a:pt x="183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92"/>
                    <a:pt x="7" y="199"/>
                    <a:pt x="15" y="199"/>
                  </a:cubicBezTo>
                  <a:cubicBezTo>
                    <a:pt x="183" y="199"/>
                    <a:pt x="183" y="199"/>
                    <a:pt x="183" y="199"/>
                  </a:cubicBezTo>
                  <a:cubicBezTo>
                    <a:pt x="191" y="199"/>
                    <a:pt x="198" y="192"/>
                    <a:pt x="198" y="185"/>
                  </a:cubicBezTo>
                  <a:cubicBezTo>
                    <a:pt x="198" y="14"/>
                    <a:pt x="198" y="14"/>
                    <a:pt x="198" y="14"/>
                  </a:cubicBezTo>
                  <a:cubicBezTo>
                    <a:pt x="198" y="6"/>
                    <a:pt x="191" y="0"/>
                    <a:pt x="183" y="0"/>
                  </a:cubicBezTo>
                  <a:close/>
                  <a:moveTo>
                    <a:pt x="60" y="166"/>
                  </a:moveTo>
                  <a:cubicBezTo>
                    <a:pt x="30" y="166"/>
                    <a:pt x="30" y="166"/>
                    <a:pt x="30" y="166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60" y="77"/>
                    <a:pt x="60" y="77"/>
                    <a:pt x="60" y="77"/>
                  </a:cubicBezTo>
                  <a:lnTo>
                    <a:pt x="60" y="166"/>
                  </a:lnTo>
                  <a:close/>
                  <a:moveTo>
                    <a:pt x="45" y="64"/>
                  </a:moveTo>
                  <a:cubicBezTo>
                    <a:pt x="45" y="64"/>
                    <a:pt x="45" y="64"/>
                    <a:pt x="45" y="64"/>
                  </a:cubicBezTo>
                  <a:cubicBezTo>
                    <a:pt x="35" y="64"/>
                    <a:pt x="29" y="57"/>
                    <a:pt x="29" y="49"/>
                  </a:cubicBezTo>
                  <a:cubicBezTo>
                    <a:pt x="29" y="40"/>
                    <a:pt x="35" y="33"/>
                    <a:pt x="45" y="33"/>
                  </a:cubicBezTo>
                  <a:cubicBezTo>
                    <a:pt x="56" y="33"/>
                    <a:pt x="62" y="40"/>
                    <a:pt x="62" y="49"/>
                  </a:cubicBezTo>
                  <a:cubicBezTo>
                    <a:pt x="62" y="57"/>
                    <a:pt x="56" y="64"/>
                    <a:pt x="45" y="64"/>
                  </a:cubicBezTo>
                  <a:close/>
                  <a:moveTo>
                    <a:pt x="168" y="166"/>
                  </a:moveTo>
                  <a:cubicBezTo>
                    <a:pt x="138" y="166"/>
                    <a:pt x="138" y="166"/>
                    <a:pt x="138" y="166"/>
                  </a:cubicBezTo>
                  <a:cubicBezTo>
                    <a:pt x="138" y="118"/>
                    <a:pt x="138" y="118"/>
                    <a:pt x="138" y="118"/>
                  </a:cubicBezTo>
                  <a:cubicBezTo>
                    <a:pt x="138" y="106"/>
                    <a:pt x="134" y="98"/>
                    <a:pt x="123" y="98"/>
                  </a:cubicBezTo>
                  <a:cubicBezTo>
                    <a:pt x="115" y="98"/>
                    <a:pt x="110" y="104"/>
                    <a:pt x="108" y="109"/>
                  </a:cubicBezTo>
                  <a:cubicBezTo>
                    <a:pt x="107" y="111"/>
                    <a:pt x="107" y="114"/>
                    <a:pt x="107" y="116"/>
                  </a:cubicBezTo>
                  <a:cubicBezTo>
                    <a:pt x="107" y="166"/>
                    <a:pt x="107" y="166"/>
                    <a:pt x="107" y="166"/>
                  </a:cubicBezTo>
                  <a:cubicBezTo>
                    <a:pt x="77" y="166"/>
                    <a:pt x="77" y="166"/>
                    <a:pt x="77" y="166"/>
                  </a:cubicBezTo>
                  <a:cubicBezTo>
                    <a:pt x="77" y="166"/>
                    <a:pt x="77" y="85"/>
                    <a:pt x="77" y="77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89"/>
                    <a:pt x="107" y="89"/>
                    <a:pt x="107" y="89"/>
                  </a:cubicBezTo>
                  <a:cubicBezTo>
                    <a:pt x="111" y="83"/>
                    <a:pt x="118" y="74"/>
                    <a:pt x="134" y="74"/>
                  </a:cubicBezTo>
                  <a:cubicBezTo>
                    <a:pt x="153" y="74"/>
                    <a:pt x="168" y="87"/>
                    <a:pt x="168" y="115"/>
                  </a:cubicBezTo>
                  <a:lnTo>
                    <a:pt x="168" y="166"/>
                  </a:lnTo>
                  <a:close/>
                </a:path>
              </a:pathLst>
            </a:custGeom>
            <a:solidFill>
              <a:srgbClr val="F46501"/>
            </a:solidFill>
            <a:ln>
              <a:solidFill>
                <a:srgbClr val="F46501"/>
              </a:solidFill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7" name="出自【趣你的PPT】(微信:qunideppt)：最优质的PPT资源库"/>
            <p:cNvSpPr>
              <a:spLocks/>
            </p:cNvSpPr>
            <p:nvPr/>
          </p:nvSpPr>
          <p:spPr bwMode="auto">
            <a:xfrm>
              <a:off x="7357053" y="3096105"/>
              <a:ext cx="204045" cy="19721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2">
                  <a:moveTo>
                    <a:pt x="0" y="68"/>
                  </a:moveTo>
                  <a:cubicBezTo>
                    <a:pt x="8" y="79"/>
                    <a:pt x="8" y="79"/>
                    <a:pt x="8" y="79"/>
                  </a:cubicBezTo>
                  <a:cubicBezTo>
                    <a:pt x="8" y="79"/>
                    <a:pt x="24" y="66"/>
                    <a:pt x="30" y="72"/>
                  </a:cubicBezTo>
                  <a:cubicBezTo>
                    <a:pt x="36" y="79"/>
                    <a:pt x="57" y="157"/>
                    <a:pt x="64" y="172"/>
                  </a:cubicBezTo>
                  <a:cubicBezTo>
                    <a:pt x="70" y="185"/>
                    <a:pt x="87" y="202"/>
                    <a:pt x="105" y="190"/>
                  </a:cubicBezTo>
                  <a:cubicBezTo>
                    <a:pt x="124" y="178"/>
                    <a:pt x="186" y="125"/>
                    <a:pt x="197" y="63"/>
                  </a:cubicBezTo>
                  <a:cubicBezTo>
                    <a:pt x="208" y="0"/>
                    <a:pt x="122" y="13"/>
                    <a:pt x="113" y="68"/>
                  </a:cubicBezTo>
                  <a:cubicBezTo>
                    <a:pt x="136" y="54"/>
                    <a:pt x="148" y="73"/>
                    <a:pt x="137" y="95"/>
                  </a:cubicBezTo>
                  <a:cubicBezTo>
                    <a:pt x="125" y="116"/>
                    <a:pt x="114" y="130"/>
                    <a:pt x="109" y="130"/>
                  </a:cubicBezTo>
                  <a:cubicBezTo>
                    <a:pt x="103" y="130"/>
                    <a:pt x="99" y="116"/>
                    <a:pt x="93" y="91"/>
                  </a:cubicBezTo>
                  <a:cubicBezTo>
                    <a:pt x="86" y="65"/>
                    <a:pt x="86" y="17"/>
                    <a:pt x="59" y="23"/>
                  </a:cubicBezTo>
                  <a:cubicBezTo>
                    <a:pt x="34" y="28"/>
                    <a:pt x="0" y="68"/>
                    <a:pt x="0" y="68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8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047773" y="3836988"/>
              <a:ext cx="121324" cy="191883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  <a:gd name="T44" fmla="*/ 2318 h 2362"/>
                <a:gd name="T45" fmla="*/ 2318 h 2362"/>
                <a:gd name="T46" fmla="*/ 2318 h 2362"/>
                <a:gd name="T4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4" h="197">
                  <a:moveTo>
                    <a:pt x="71" y="0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71" y="131"/>
                    <a:pt x="71" y="131"/>
                    <a:pt x="71" y="131"/>
                  </a:cubicBezTo>
                  <a:cubicBezTo>
                    <a:pt x="71" y="142"/>
                    <a:pt x="71" y="149"/>
                    <a:pt x="72" y="152"/>
                  </a:cubicBezTo>
                  <a:cubicBezTo>
                    <a:pt x="73" y="155"/>
                    <a:pt x="76" y="159"/>
                    <a:pt x="79" y="161"/>
                  </a:cubicBezTo>
                  <a:cubicBezTo>
                    <a:pt x="84" y="163"/>
                    <a:pt x="89" y="165"/>
                    <a:pt x="94" y="165"/>
                  </a:cubicBezTo>
                  <a:cubicBezTo>
                    <a:pt x="104" y="165"/>
                    <a:pt x="114" y="161"/>
                    <a:pt x="124" y="155"/>
                  </a:cubicBezTo>
                  <a:cubicBezTo>
                    <a:pt x="124" y="186"/>
                    <a:pt x="124" y="186"/>
                    <a:pt x="124" y="186"/>
                  </a:cubicBezTo>
                  <a:cubicBezTo>
                    <a:pt x="116" y="190"/>
                    <a:pt x="108" y="193"/>
                    <a:pt x="101" y="194"/>
                  </a:cubicBezTo>
                  <a:cubicBezTo>
                    <a:pt x="94" y="196"/>
                    <a:pt x="87" y="197"/>
                    <a:pt x="79" y="197"/>
                  </a:cubicBezTo>
                  <a:cubicBezTo>
                    <a:pt x="70" y="197"/>
                    <a:pt x="65" y="195"/>
                    <a:pt x="58" y="193"/>
                  </a:cubicBezTo>
                  <a:cubicBezTo>
                    <a:pt x="51" y="191"/>
                    <a:pt x="45" y="188"/>
                    <a:pt x="40" y="184"/>
                  </a:cubicBezTo>
                  <a:cubicBezTo>
                    <a:pt x="35" y="179"/>
                    <a:pt x="32" y="175"/>
                    <a:pt x="30" y="170"/>
                  </a:cubicBezTo>
                  <a:cubicBezTo>
                    <a:pt x="28" y="165"/>
                    <a:pt x="27" y="158"/>
                    <a:pt x="27" y="149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8" y="50"/>
                    <a:pt x="17" y="46"/>
                    <a:pt x="23" y="42"/>
                  </a:cubicBezTo>
                  <a:cubicBezTo>
                    <a:pt x="28" y="37"/>
                    <a:pt x="33" y="31"/>
                    <a:pt x="36" y="25"/>
                  </a:cubicBezTo>
                  <a:cubicBezTo>
                    <a:pt x="39" y="18"/>
                    <a:pt x="42" y="10"/>
                    <a:pt x="43" y="0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39" name="出自【趣你的PPT】(微信:qunideppt)：最优质的PPT资源库"/>
            <p:cNvSpPr>
              <a:spLocks noEditPoints="1"/>
            </p:cNvSpPr>
            <p:nvPr/>
          </p:nvSpPr>
          <p:spPr bwMode="auto">
            <a:xfrm>
              <a:off x="7471483" y="3593137"/>
              <a:ext cx="212317" cy="107934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8" h="109">
                  <a:moveTo>
                    <a:pt x="92" y="32"/>
                  </a:moveTo>
                  <a:cubicBezTo>
                    <a:pt x="137" y="20"/>
                    <a:pt x="174" y="46"/>
                    <a:pt x="174" y="46"/>
                  </a:cubicBezTo>
                  <a:cubicBezTo>
                    <a:pt x="143" y="54"/>
                    <a:pt x="143" y="54"/>
                    <a:pt x="143" y="54"/>
                  </a:cubicBezTo>
                  <a:cubicBezTo>
                    <a:pt x="135" y="38"/>
                    <a:pt x="135" y="38"/>
                    <a:pt x="135" y="38"/>
                  </a:cubicBezTo>
                  <a:cubicBezTo>
                    <a:pt x="126" y="36"/>
                    <a:pt x="117" y="36"/>
                    <a:pt x="107" y="37"/>
                  </a:cubicBezTo>
                  <a:cubicBezTo>
                    <a:pt x="128" y="80"/>
                    <a:pt x="128" y="80"/>
                    <a:pt x="128" y="80"/>
                  </a:cubicBezTo>
                  <a:cubicBezTo>
                    <a:pt x="218" y="54"/>
                    <a:pt x="218" y="54"/>
                    <a:pt x="218" y="54"/>
                  </a:cubicBezTo>
                  <a:cubicBezTo>
                    <a:pt x="218" y="54"/>
                    <a:pt x="185" y="2"/>
                    <a:pt x="87" y="19"/>
                  </a:cubicBezTo>
                  <a:cubicBezTo>
                    <a:pt x="87" y="19"/>
                    <a:pt x="86" y="19"/>
                    <a:pt x="86" y="19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0" y="51"/>
                    <a:pt x="26" y="109"/>
                    <a:pt x="26" y="109"/>
                  </a:cubicBezTo>
                  <a:cubicBezTo>
                    <a:pt x="117" y="83"/>
                    <a:pt x="117" y="83"/>
                    <a:pt x="117" y="83"/>
                  </a:cubicBezTo>
                  <a:lnTo>
                    <a:pt x="92" y="32"/>
                  </a:lnTo>
                  <a:close/>
                  <a:moveTo>
                    <a:pt x="51" y="79"/>
                  </a:moveTo>
                  <a:cubicBezTo>
                    <a:pt x="51" y="79"/>
                    <a:pt x="42" y="60"/>
                    <a:pt x="67" y="43"/>
                  </a:cubicBezTo>
                  <a:cubicBezTo>
                    <a:pt x="81" y="71"/>
                    <a:pt x="81" y="71"/>
                    <a:pt x="81" y="71"/>
                  </a:cubicBezTo>
                  <a:lnTo>
                    <a:pt x="51" y="79"/>
                  </a:lnTo>
                  <a:close/>
                </a:path>
              </a:pathLst>
            </a:custGeom>
            <a:solidFill>
              <a:srgbClr val="F46501"/>
            </a:solidFill>
            <a:ln>
              <a:solidFill>
                <a:srgbClr val="F46501"/>
              </a:solidFill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140" name="出自【趣你的PPT】(微信:qunideppt)：最优质的PPT资源库"/>
            <p:cNvSpPr>
              <a:spLocks/>
            </p:cNvSpPr>
            <p:nvPr/>
          </p:nvSpPr>
          <p:spPr bwMode="auto">
            <a:xfrm>
              <a:off x="8162204" y="2441838"/>
              <a:ext cx="191637" cy="157238"/>
            </a:xfrm>
            <a:custGeom>
              <a:avLst/>
              <a:gdLst>
                <a:gd name="T0" fmla="*/ 2318 h 2362"/>
                <a:gd name="T1" fmla="*/ 2318 h 2362"/>
                <a:gd name="T2" fmla="*/ 2318 h 2362"/>
                <a:gd name="T3" fmla="*/ 2318 h 2362"/>
                <a:gd name="T4" fmla="*/ 2318 h 2362"/>
                <a:gd name="T5" fmla="*/ 2318 h 2362"/>
                <a:gd name="T6" fmla="*/ 2318 h 2362"/>
                <a:gd name="T7" fmla="*/ 2318 h 2362"/>
                <a:gd name="T8" fmla="*/ 2318 h 2362"/>
                <a:gd name="T9" fmla="*/ 2318 h 2362"/>
                <a:gd name="T10" fmla="*/ 2318 h 2362"/>
                <a:gd name="T11" fmla="*/ 2318 h 2362"/>
                <a:gd name="T12" fmla="*/ 2318 h 2362"/>
                <a:gd name="T13" fmla="*/ 2318 h 2362"/>
                <a:gd name="T14" fmla="*/ 2318 h 2362"/>
                <a:gd name="T15" fmla="*/ 2318 h 2362"/>
                <a:gd name="T16" fmla="*/ 2318 h 2362"/>
                <a:gd name="T17" fmla="*/ 2318 h 2362"/>
                <a:gd name="T18" fmla="*/ 2318 h 2362"/>
                <a:gd name="T19" fmla="*/ 2318 h 2362"/>
                <a:gd name="T20" fmla="*/ 2318 h 2362"/>
                <a:gd name="T21" fmla="*/ 2318 h 2362"/>
                <a:gd name="T22" fmla="*/ 2318 h 2362"/>
                <a:gd name="T23" fmla="*/ 2318 h 2362"/>
                <a:gd name="T24" fmla="*/ 2318 h 2362"/>
                <a:gd name="T25" fmla="*/ 2318 h 2362"/>
                <a:gd name="T26" fmla="*/ 2318 h 2362"/>
                <a:gd name="T27" fmla="*/ 2318 h 2362"/>
                <a:gd name="T28" fmla="*/ 2318 h 2362"/>
                <a:gd name="T29" fmla="*/ 2318 h 2362"/>
                <a:gd name="T30" fmla="*/ 2318 h 2362"/>
                <a:gd name="T31" fmla="*/ 2318 h 2362"/>
                <a:gd name="T32" fmla="*/ 2318 h 2362"/>
                <a:gd name="T33" fmla="*/ 2318 h 2362"/>
                <a:gd name="T34" fmla="*/ 2318 h 2362"/>
                <a:gd name="T35" fmla="*/ 2318 h 2362"/>
                <a:gd name="T36" fmla="*/ 2318 h 2362"/>
                <a:gd name="T37" fmla="*/ 2318 h 2362"/>
                <a:gd name="T38" fmla="*/ 2318 h 2362"/>
                <a:gd name="T39" fmla="*/ 2318 h 2362"/>
                <a:gd name="T40" fmla="*/ 2318 h 2362"/>
                <a:gd name="T41" fmla="*/ 2318 h 2362"/>
                <a:gd name="T42" fmla="*/ 2318 h 2362"/>
                <a:gd name="T43" fmla="*/ 2318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7" h="160">
                  <a:moveTo>
                    <a:pt x="197" y="19"/>
                  </a:moveTo>
                  <a:cubicBezTo>
                    <a:pt x="190" y="22"/>
                    <a:pt x="182" y="25"/>
                    <a:pt x="174" y="26"/>
                  </a:cubicBezTo>
                  <a:cubicBezTo>
                    <a:pt x="182" y="21"/>
                    <a:pt x="189" y="13"/>
                    <a:pt x="192" y="3"/>
                  </a:cubicBezTo>
                  <a:cubicBezTo>
                    <a:pt x="184" y="8"/>
                    <a:pt x="175" y="11"/>
                    <a:pt x="166" y="13"/>
                  </a:cubicBezTo>
                  <a:cubicBezTo>
                    <a:pt x="159" y="5"/>
                    <a:pt x="148" y="0"/>
                    <a:pt x="137" y="0"/>
                  </a:cubicBezTo>
                  <a:cubicBezTo>
                    <a:pt x="114" y="0"/>
                    <a:pt x="96" y="18"/>
                    <a:pt x="96" y="41"/>
                  </a:cubicBezTo>
                  <a:cubicBezTo>
                    <a:pt x="96" y="44"/>
                    <a:pt x="97" y="47"/>
                    <a:pt x="97" y="50"/>
                  </a:cubicBezTo>
                  <a:cubicBezTo>
                    <a:pt x="64" y="48"/>
                    <a:pt x="34" y="32"/>
                    <a:pt x="14" y="8"/>
                  </a:cubicBezTo>
                  <a:cubicBezTo>
                    <a:pt x="10" y="14"/>
                    <a:pt x="8" y="21"/>
                    <a:pt x="8" y="28"/>
                  </a:cubicBezTo>
                  <a:cubicBezTo>
                    <a:pt x="8" y="42"/>
                    <a:pt x="16" y="54"/>
                    <a:pt x="26" y="62"/>
                  </a:cubicBezTo>
                  <a:cubicBezTo>
                    <a:pt x="20" y="61"/>
                    <a:pt x="14" y="60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77"/>
                    <a:pt x="22" y="93"/>
                    <a:pt x="41" y="97"/>
                  </a:cubicBezTo>
                  <a:cubicBezTo>
                    <a:pt x="37" y="98"/>
                    <a:pt x="34" y="98"/>
                    <a:pt x="30" y="98"/>
                  </a:cubicBezTo>
                  <a:cubicBezTo>
                    <a:pt x="27" y="98"/>
                    <a:pt x="25" y="98"/>
                    <a:pt x="22" y="97"/>
                  </a:cubicBezTo>
                  <a:cubicBezTo>
                    <a:pt x="27" y="113"/>
                    <a:pt x="42" y="125"/>
                    <a:pt x="60" y="125"/>
                  </a:cubicBezTo>
                  <a:cubicBezTo>
                    <a:pt x="46" y="136"/>
                    <a:pt x="29" y="143"/>
                    <a:pt x="10" y="143"/>
                  </a:cubicBezTo>
                  <a:cubicBezTo>
                    <a:pt x="7" y="143"/>
                    <a:pt x="3" y="143"/>
                    <a:pt x="0" y="142"/>
                  </a:cubicBezTo>
                  <a:cubicBezTo>
                    <a:pt x="18" y="154"/>
                    <a:pt x="39" y="160"/>
                    <a:pt x="62" y="160"/>
                  </a:cubicBezTo>
                  <a:cubicBezTo>
                    <a:pt x="137" y="160"/>
                    <a:pt x="177" y="99"/>
                    <a:pt x="177" y="45"/>
                  </a:cubicBezTo>
                  <a:cubicBezTo>
                    <a:pt x="177" y="44"/>
                    <a:pt x="177" y="42"/>
                    <a:pt x="177" y="40"/>
                  </a:cubicBezTo>
                  <a:cubicBezTo>
                    <a:pt x="185" y="34"/>
                    <a:pt x="192" y="27"/>
                    <a:pt x="197" y="19"/>
                  </a:cubicBez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xtLst/>
          </p:spPr>
          <p:txBody>
            <a:bodyPr lIns="68580" tIns="34290" rIns="68580" bIns="3429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135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5126" name="矩形 1"/>
          <p:cNvSpPr>
            <a:spLocks noChangeArrowheads="1"/>
          </p:cNvSpPr>
          <p:nvPr/>
        </p:nvSpPr>
        <p:spPr bwMode="auto">
          <a:xfrm>
            <a:off x="2274888" y="1812925"/>
            <a:ext cx="1535112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zh-CN" altLang="en-US" sz="28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高林 </a:t>
            </a:r>
            <a:r>
              <a:rPr kumimoji="0" lang="en-US" altLang="zh-CN" sz="1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Linda</a:t>
            </a:r>
          </a:p>
        </p:txBody>
      </p:sp>
      <p:sp>
        <p:nvSpPr>
          <p:cNvPr id="5127" name="矩形 142"/>
          <p:cNvSpPr>
            <a:spLocks noChangeArrowheads="1"/>
          </p:cNvSpPr>
          <p:nvPr/>
        </p:nvSpPr>
        <p:spPr bwMode="auto">
          <a:xfrm>
            <a:off x="2379663" y="1566863"/>
            <a:ext cx="1262062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zh-CN" altLang="en-US" sz="1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海外人資專員</a:t>
            </a:r>
            <a:endParaRPr kumimoji="0" lang="en-US" altLang="zh-CN" sz="1400" b="1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5128" name="稻壳儿小白白(http://dwz.cn/Wu2UP)"/>
          <p:cNvSpPr>
            <a:spLocks/>
          </p:cNvSpPr>
          <p:nvPr/>
        </p:nvSpPr>
        <p:spPr bwMode="auto">
          <a:xfrm>
            <a:off x="1352550" y="2854325"/>
            <a:ext cx="266700" cy="269875"/>
          </a:xfrm>
          <a:custGeom>
            <a:avLst/>
            <a:gdLst>
              <a:gd name="T0" fmla="*/ 2147483647 w 590"/>
              <a:gd name="T1" fmla="*/ 2147483647 h 634"/>
              <a:gd name="T2" fmla="*/ 2147483647 w 590"/>
              <a:gd name="T3" fmla="*/ 2147483647 h 634"/>
              <a:gd name="T4" fmla="*/ 2147483647 w 590"/>
              <a:gd name="T5" fmla="*/ 2147483647 h 634"/>
              <a:gd name="T6" fmla="*/ 2147483647 w 590"/>
              <a:gd name="T7" fmla="*/ 2147483647 h 634"/>
              <a:gd name="T8" fmla="*/ 2147483647 w 590"/>
              <a:gd name="T9" fmla="*/ 2147483647 h 634"/>
              <a:gd name="T10" fmla="*/ 2147483647 w 590"/>
              <a:gd name="T11" fmla="*/ 2147483647 h 634"/>
              <a:gd name="T12" fmla="*/ 2147483647 w 590"/>
              <a:gd name="T13" fmla="*/ 2147483647 h 634"/>
              <a:gd name="T14" fmla="*/ 2147483647 w 590"/>
              <a:gd name="T15" fmla="*/ 2147483647 h 634"/>
              <a:gd name="T16" fmla="*/ 2147483647 w 590"/>
              <a:gd name="T17" fmla="*/ 2147483647 h 634"/>
              <a:gd name="T18" fmla="*/ 2147483647 w 590"/>
              <a:gd name="T19" fmla="*/ 2147483647 h 634"/>
              <a:gd name="T20" fmla="*/ 2147483647 w 590"/>
              <a:gd name="T21" fmla="*/ 2147483647 h 634"/>
              <a:gd name="T22" fmla="*/ 2147483647 w 590"/>
              <a:gd name="T23" fmla="*/ 2147483647 h 634"/>
              <a:gd name="T24" fmla="*/ 2147483647 w 590"/>
              <a:gd name="T25" fmla="*/ 2147483647 h 634"/>
              <a:gd name="T26" fmla="*/ 2147483647 w 590"/>
              <a:gd name="T27" fmla="*/ 0 h 634"/>
              <a:gd name="T28" fmla="*/ 2147483647 w 590"/>
              <a:gd name="T29" fmla="*/ 2147483647 h 634"/>
              <a:gd name="T30" fmla="*/ 2147483647 w 590"/>
              <a:gd name="T31" fmla="*/ 2147483647 h 634"/>
              <a:gd name="T32" fmla="*/ 2147483647 w 590"/>
              <a:gd name="T33" fmla="*/ 2147483647 h 634"/>
              <a:gd name="T34" fmla="*/ 2147483647 w 590"/>
              <a:gd name="T35" fmla="*/ 2147483647 h 634"/>
              <a:gd name="T36" fmla="*/ 2147483647 w 590"/>
              <a:gd name="T37" fmla="*/ 2147483647 h 634"/>
              <a:gd name="T38" fmla="*/ 2147483647 w 590"/>
              <a:gd name="T39" fmla="*/ 2147483647 h 634"/>
              <a:gd name="T40" fmla="*/ 2147483647 w 590"/>
              <a:gd name="T41" fmla="*/ 2147483647 h 634"/>
              <a:gd name="T42" fmla="*/ 2147483647 w 590"/>
              <a:gd name="T43" fmla="*/ 2147483647 h 634"/>
              <a:gd name="T44" fmla="*/ 2147483647 w 590"/>
              <a:gd name="T45" fmla="*/ 2147483647 h 634"/>
              <a:gd name="T46" fmla="*/ 2147483647 w 590"/>
              <a:gd name="T47" fmla="*/ 2147483647 h 634"/>
              <a:gd name="T48" fmla="*/ 2147483647 w 590"/>
              <a:gd name="T49" fmla="*/ 2147483647 h 634"/>
              <a:gd name="T50" fmla="*/ 2147483647 w 590"/>
              <a:gd name="T51" fmla="*/ 2147483647 h 634"/>
              <a:gd name="T52" fmla="*/ 2147483647 w 590"/>
              <a:gd name="T53" fmla="*/ 2147483647 h 634"/>
              <a:gd name="T54" fmla="*/ 2147483647 w 590"/>
              <a:gd name="T55" fmla="*/ 2147483647 h 634"/>
              <a:gd name="T56" fmla="*/ 2147483647 w 590"/>
              <a:gd name="T57" fmla="*/ 2147483647 h 634"/>
              <a:gd name="T58" fmla="*/ 2147483647 w 590"/>
              <a:gd name="T59" fmla="*/ 2147483647 h 634"/>
              <a:gd name="T60" fmla="*/ 2147483647 w 590"/>
              <a:gd name="T61" fmla="*/ 2147483647 h 634"/>
              <a:gd name="T62" fmla="*/ 2147483647 w 590"/>
              <a:gd name="T63" fmla="*/ 2147483647 h 634"/>
              <a:gd name="T64" fmla="*/ 2147483647 w 590"/>
              <a:gd name="T65" fmla="*/ 2147483647 h 634"/>
              <a:gd name="T66" fmla="*/ 2147483647 w 590"/>
              <a:gd name="T67" fmla="*/ 2147483647 h 634"/>
              <a:gd name="T68" fmla="*/ 2147483647 w 590"/>
              <a:gd name="T69" fmla="*/ 2147483647 h 634"/>
              <a:gd name="T70" fmla="*/ 2147483647 w 590"/>
              <a:gd name="T71" fmla="*/ 2147483647 h 634"/>
              <a:gd name="T72" fmla="*/ 2147483647 w 590"/>
              <a:gd name="T73" fmla="*/ 2147483647 h 634"/>
              <a:gd name="T74" fmla="*/ 2147483647 w 590"/>
              <a:gd name="T75" fmla="*/ 2147483647 h 634"/>
              <a:gd name="T76" fmla="*/ 2147483647 w 590"/>
              <a:gd name="T77" fmla="*/ 2147483647 h 634"/>
              <a:gd name="T78" fmla="*/ 2147483647 w 590"/>
              <a:gd name="T79" fmla="*/ 2147483647 h 634"/>
              <a:gd name="T80" fmla="*/ 2147483647 w 590"/>
              <a:gd name="T81" fmla="*/ 2147483647 h 634"/>
              <a:gd name="T82" fmla="*/ 2147483647 w 590"/>
              <a:gd name="T83" fmla="*/ 2147483647 h 634"/>
              <a:gd name="T84" fmla="*/ 2147483647 w 590"/>
              <a:gd name="T85" fmla="*/ 2147483647 h 634"/>
              <a:gd name="T86" fmla="*/ 2147483647 w 590"/>
              <a:gd name="T87" fmla="*/ 2147483647 h 634"/>
              <a:gd name="T88" fmla="*/ 2147483647 w 590"/>
              <a:gd name="T89" fmla="*/ 2147483647 h 634"/>
              <a:gd name="T90" fmla="*/ 2147483647 w 590"/>
              <a:gd name="T91" fmla="*/ 2147483647 h 634"/>
              <a:gd name="T92" fmla="*/ 2147483647 w 590"/>
              <a:gd name="T93" fmla="*/ 2147483647 h 63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590"/>
              <a:gd name="T142" fmla="*/ 0 h 634"/>
              <a:gd name="T143" fmla="*/ 590 w 590"/>
              <a:gd name="T144" fmla="*/ 634 h 634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590" h="634">
                <a:moveTo>
                  <a:pt x="442" y="559"/>
                </a:moveTo>
                <a:lnTo>
                  <a:pt x="442" y="559"/>
                </a:lnTo>
                <a:cubicBezTo>
                  <a:pt x="471" y="559"/>
                  <a:pt x="471" y="559"/>
                  <a:pt x="471" y="559"/>
                </a:cubicBezTo>
                <a:cubicBezTo>
                  <a:pt x="501" y="559"/>
                  <a:pt x="516" y="530"/>
                  <a:pt x="516" y="515"/>
                </a:cubicBezTo>
                <a:cubicBezTo>
                  <a:pt x="516" y="471"/>
                  <a:pt x="516" y="471"/>
                  <a:pt x="516" y="471"/>
                </a:cubicBezTo>
                <a:cubicBezTo>
                  <a:pt x="516" y="456"/>
                  <a:pt x="501" y="442"/>
                  <a:pt x="471" y="442"/>
                </a:cubicBezTo>
                <a:cubicBezTo>
                  <a:pt x="442" y="442"/>
                  <a:pt x="442" y="442"/>
                  <a:pt x="442" y="442"/>
                </a:cubicBezTo>
                <a:cubicBezTo>
                  <a:pt x="412" y="442"/>
                  <a:pt x="398" y="456"/>
                  <a:pt x="398" y="471"/>
                </a:cubicBezTo>
                <a:cubicBezTo>
                  <a:pt x="398" y="515"/>
                  <a:pt x="398" y="515"/>
                  <a:pt x="398" y="515"/>
                </a:cubicBezTo>
                <a:cubicBezTo>
                  <a:pt x="398" y="530"/>
                  <a:pt x="412" y="559"/>
                  <a:pt x="442" y="559"/>
                </a:cubicBezTo>
                <a:close/>
                <a:moveTo>
                  <a:pt x="442" y="471"/>
                </a:moveTo>
                <a:lnTo>
                  <a:pt x="442" y="471"/>
                </a:lnTo>
                <a:cubicBezTo>
                  <a:pt x="471" y="471"/>
                  <a:pt x="471" y="471"/>
                  <a:pt x="471" y="471"/>
                </a:cubicBezTo>
                <a:cubicBezTo>
                  <a:pt x="471" y="515"/>
                  <a:pt x="471" y="515"/>
                  <a:pt x="471" y="515"/>
                </a:cubicBezTo>
                <a:cubicBezTo>
                  <a:pt x="442" y="515"/>
                  <a:pt x="442" y="515"/>
                  <a:pt x="442" y="515"/>
                </a:cubicBezTo>
                <a:lnTo>
                  <a:pt x="442" y="471"/>
                </a:lnTo>
                <a:close/>
                <a:moveTo>
                  <a:pt x="442" y="397"/>
                </a:moveTo>
                <a:lnTo>
                  <a:pt x="442" y="397"/>
                </a:lnTo>
                <a:cubicBezTo>
                  <a:pt x="471" y="397"/>
                  <a:pt x="471" y="397"/>
                  <a:pt x="471" y="397"/>
                </a:cubicBezTo>
                <a:cubicBezTo>
                  <a:pt x="501" y="397"/>
                  <a:pt x="516" y="383"/>
                  <a:pt x="516" y="353"/>
                </a:cubicBezTo>
                <a:cubicBezTo>
                  <a:pt x="516" y="324"/>
                  <a:pt x="516" y="324"/>
                  <a:pt x="516" y="324"/>
                </a:cubicBezTo>
                <a:cubicBezTo>
                  <a:pt x="516" y="294"/>
                  <a:pt x="501" y="280"/>
                  <a:pt x="471" y="280"/>
                </a:cubicBezTo>
                <a:cubicBezTo>
                  <a:pt x="442" y="280"/>
                  <a:pt x="442" y="280"/>
                  <a:pt x="442" y="280"/>
                </a:cubicBezTo>
                <a:cubicBezTo>
                  <a:pt x="412" y="280"/>
                  <a:pt x="398" y="294"/>
                  <a:pt x="398" y="324"/>
                </a:cubicBezTo>
                <a:cubicBezTo>
                  <a:pt x="398" y="353"/>
                  <a:pt x="398" y="353"/>
                  <a:pt x="398" y="353"/>
                </a:cubicBezTo>
                <a:cubicBezTo>
                  <a:pt x="398" y="383"/>
                  <a:pt x="412" y="397"/>
                  <a:pt x="442" y="397"/>
                </a:cubicBezTo>
                <a:close/>
                <a:moveTo>
                  <a:pt x="442" y="324"/>
                </a:moveTo>
                <a:lnTo>
                  <a:pt x="442" y="324"/>
                </a:lnTo>
                <a:cubicBezTo>
                  <a:pt x="471" y="324"/>
                  <a:pt x="471" y="324"/>
                  <a:pt x="471" y="324"/>
                </a:cubicBezTo>
                <a:cubicBezTo>
                  <a:pt x="471" y="353"/>
                  <a:pt x="471" y="353"/>
                  <a:pt x="471" y="353"/>
                </a:cubicBezTo>
                <a:cubicBezTo>
                  <a:pt x="442" y="353"/>
                  <a:pt x="442" y="353"/>
                  <a:pt x="442" y="353"/>
                </a:cubicBezTo>
                <a:lnTo>
                  <a:pt x="442" y="324"/>
                </a:lnTo>
                <a:close/>
                <a:moveTo>
                  <a:pt x="516" y="44"/>
                </a:moveTo>
                <a:lnTo>
                  <a:pt x="516" y="44"/>
                </a:lnTo>
                <a:cubicBezTo>
                  <a:pt x="442" y="44"/>
                  <a:pt x="442" y="44"/>
                  <a:pt x="442" y="44"/>
                </a:cubicBezTo>
                <a:cubicBezTo>
                  <a:pt x="442" y="29"/>
                  <a:pt x="442" y="29"/>
                  <a:pt x="442" y="29"/>
                </a:cubicBezTo>
                <a:cubicBezTo>
                  <a:pt x="442" y="15"/>
                  <a:pt x="427" y="0"/>
                  <a:pt x="412" y="0"/>
                </a:cubicBezTo>
                <a:cubicBezTo>
                  <a:pt x="412" y="0"/>
                  <a:pt x="398" y="15"/>
                  <a:pt x="398" y="29"/>
                </a:cubicBezTo>
                <a:cubicBezTo>
                  <a:pt x="398" y="44"/>
                  <a:pt x="398" y="44"/>
                  <a:pt x="398" y="44"/>
                </a:cubicBezTo>
                <a:cubicBezTo>
                  <a:pt x="207" y="44"/>
                  <a:pt x="207" y="44"/>
                  <a:pt x="207" y="44"/>
                </a:cubicBezTo>
                <a:cubicBezTo>
                  <a:pt x="207" y="29"/>
                  <a:pt x="207" y="29"/>
                  <a:pt x="207" y="29"/>
                </a:cubicBezTo>
                <a:cubicBezTo>
                  <a:pt x="207" y="15"/>
                  <a:pt x="192" y="0"/>
                  <a:pt x="177" y="0"/>
                </a:cubicBezTo>
                <a:cubicBezTo>
                  <a:pt x="177" y="0"/>
                  <a:pt x="162" y="15"/>
                  <a:pt x="162" y="29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89" y="44"/>
                  <a:pt x="89" y="44"/>
                  <a:pt x="89" y="44"/>
                </a:cubicBezTo>
                <a:cubicBezTo>
                  <a:pt x="44" y="44"/>
                  <a:pt x="0" y="74"/>
                  <a:pt x="0" y="118"/>
                </a:cubicBezTo>
                <a:cubicBezTo>
                  <a:pt x="0" y="559"/>
                  <a:pt x="0" y="559"/>
                  <a:pt x="0" y="559"/>
                </a:cubicBezTo>
                <a:cubicBezTo>
                  <a:pt x="0" y="604"/>
                  <a:pt x="44" y="633"/>
                  <a:pt x="89" y="633"/>
                </a:cubicBezTo>
                <a:cubicBezTo>
                  <a:pt x="516" y="633"/>
                  <a:pt x="516" y="633"/>
                  <a:pt x="516" y="633"/>
                </a:cubicBezTo>
                <a:cubicBezTo>
                  <a:pt x="560" y="633"/>
                  <a:pt x="589" y="604"/>
                  <a:pt x="589" y="559"/>
                </a:cubicBezTo>
                <a:cubicBezTo>
                  <a:pt x="589" y="118"/>
                  <a:pt x="589" y="118"/>
                  <a:pt x="589" y="118"/>
                </a:cubicBezTo>
                <a:cubicBezTo>
                  <a:pt x="589" y="74"/>
                  <a:pt x="560" y="44"/>
                  <a:pt x="516" y="44"/>
                </a:cubicBezTo>
                <a:close/>
                <a:moveTo>
                  <a:pt x="560" y="559"/>
                </a:moveTo>
                <a:lnTo>
                  <a:pt x="560" y="559"/>
                </a:lnTo>
                <a:cubicBezTo>
                  <a:pt x="560" y="574"/>
                  <a:pt x="530" y="589"/>
                  <a:pt x="516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4" y="574"/>
                  <a:pt x="44" y="559"/>
                </a:cubicBezTo>
                <a:cubicBezTo>
                  <a:pt x="44" y="206"/>
                  <a:pt x="44" y="206"/>
                  <a:pt x="44" y="206"/>
                </a:cubicBezTo>
                <a:cubicBezTo>
                  <a:pt x="560" y="206"/>
                  <a:pt x="560" y="206"/>
                  <a:pt x="560" y="206"/>
                </a:cubicBezTo>
                <a:lnTo>
                  <a:pt x="560" y="559"/>
                </a:lnTo>
                <a:close/>
                <a:moveTo>
                  <a:pt x="560" y="162"/>
                </a:moveTo>
                <a:lnTo>
                  <a:pt x="560" y="162"/>
                </a:lnTo>
                <a:cubicBezTo>
                  <a:pt x="44" y="162"/>
                  <a:pt x="44" y="162"/>
                  <a:pt x="44" y="162"/>
                </a:cubicBezTo>
                <a:cubicBezTo>
                  <a:pt x="44" y="118"/>
                  <a:pt x="44" y="118"/>
                  <a:pt x="44" y="118"/>
                </a:cubicBezTo>
                <a:cubicBezTo>
                  <a:pt x="44" y="103"/>
                  <a:pt x="59" y="88"/>
                  <a:pt x="89" y="88"/>
                </a:cubicBezTo>
                <a:cubicBezTo>
                  <a:pt x="162" y="88"/>
                  <a:pt x="162" y="88"/>
                  <a:pt x="162" y="88"/>
                </a:cubicBezTo>
                <a:cubicBezTo>
                  <a:pt x="162" y="103"/>
                  <a:pt x="162" y="103"/>
                  <a:pt x="162" y="103"/>
                </a:cubicBezTo>
                <a:cubicBezTo>
                  <a:pt x="162" y="118"/>
                  <a:pt x="177" y="118"/>
                  <a:pt x="177" y="118"/>
                </a:cubicBezTo>
                <a:cubicBezTo>
                  <a:pt x="192" y="118"/>
                  <a:pt x="207" y="118"/>
                  <a:pt x="207" y="103"/>
                </a:cubicBezTo>
                <a:cubicBezTo>
                  <a:pt x="207" y="88"/>
                  <a:pt x="207" y="88"/>
                  <a:pt x="207" y="88"/>
                </a:cubicBezTo>
                <a:cubicBezTo>
                  <a:pt x="398" y="88"/>
                  <a:pt x="398" y="88"/>
                  <a:pt x="398" y="88"/>
                </a:cubicBezTo>
                <a:cubicBezTo>
                  <a:pt x="398" y="103"/>
                  <a:pt x="398" y="103"/>
                  <a:pt x="398" y="103"/>
                </a:cubicBezTo>
                <a:cubicBezTo>
                  <a:pt x="398" y="118"/>
                  <a:pt x="412" y="118"/>
                  <a:pt x="412" y="118"/>
                </a:cubicBezTo>
                <a:cubicBezTo>
                  <a:pt x="427" y="118"/>
                  <a:pt x="442" y="118"/>
                  <a:pt x="442" y="103"/>
                </a:cubicBezTo>
                <a:cubicBezTo>
                  <a:pt x="442" y="88"/>
                  <a:pt x="442" y="88"/>
                  <a:pt x="442" y="88"/>
                </a:cubicBezTo>
                <a:cubicBezTo>
                  <a:pt x="516" y="88"/>
                  <a:pt x="516" y="88"/>
                  <a:pt x="516" y="88"/>
                </a:cubicBezTo>
                <a:cubicBezTo>
                  <a:pt x="530" y="88"/>
                  <a:pt x="560" y="103"/>
                  <a:pt x="560" y="118"/>
                </a:cubicBezTo>
                <a:lnTo>
                  <a:pt x="560" y="162"/>
                </a:lnTo>
                <a:close/>
                <a:moveTo>
                  <a:pt x="118" y="397"/>
                </a:moveTo>
                <a:lnTo>
                  <a:pt x="118" y="397"/>
                </a:lnTo>
                <a:cubicBezTo>
                  <a:pt x="162" y="397"/>
                  <a:pt x="162" y="397"/>
                  <a:pt x="162" y="397"/>
                </a:cubicBezTo>
                <a:cubicBezTo>
                  <a:pt x="177" y="397"/>
                  <a:pt x="207" y="383"/>
                  <a:pt x="207" y="353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207" y="294"/>
                  <a:pt x="177" y="280"/>
                  <a:pt x="162" y="280"/>
                </a:cubicBezTo>
                <a:cubicBezTo>
                  <a:pt x="118" y="280"/>
                  <a:pt x="118" y="280"/>
                  <a:pt x="118" y="280"/>
                </a:cubicBezTo>
                <a:cubicBezTo>
                  <a:pt x="103" y="280"/>
                  <a:pt x="89" y="294"/>
                  <a:pt x="89" y="324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89" y="383"/>
                  <a:pt x="103" y="397"/>
                  <a:pt x="118" y="397"/>
                </a:cubicBezTo>
                <a:close/>
                <a:moveTo>
                  <a:pt x="118" y="324"/>
                </a:moveTo>
                <a:lnTo>
                  <a:pt x="118" y="324"/>
                </a:lnTo>
                <a:cubicBezTo>
                  <a:pt x="162" y="324"/>
                  <a:pt x="162" y="324"/>
                  <a:pt x="162" y="324"/>
                </a:cubicBezTo>
                <a:cubicBezTo>
                  <a:pt x="162" y="353"/>
                  <a:pt x="162" y="353"/>
                  <a:pt x="162" y="353"/>
                </a:cubicBezTo>
                <a:cubicBezTo>
                  <a:pt x="118" y="353"/>
                  <a:pt x="118" y="353"/>
                  <a:pt x="118" y="353"/>
                </a:cubicBezTo>
                <a:lnTo>
                  <a:pt x="118" y="324"/>
                </a:lnTo>
                <a:close/>
                <a:moveTo>
                  <a:pt x="280" y="397"/>
                </a:moveTo>
                <a:lnTo>
                  <a:pt x="280" y="397"/>
                </a:lnTo>
                <a:cubicBezTo>
                  <a:pt x="324" y="397"/>
                  <a:pt x="324" y="397"/>
                  <a:pt x="324" y="397"/>
                </a:cubicBezTo>
                <a:cubicBezTo>
                  <a:pt x="339" y="397"/>
                  <a:pt x="354" y="383"/>
                  <a:pt x="354" y="353"/>
                </a:cubicBezTo>
                <a:cubicBezTo>
                  <a:pt x="354" y="324"/>
                  <a:pt x="354" y="324"/>
                  <a:pt x="354" y="324"/>
                </a:cubicBezTo>
                <a:cubicBezTo>
                  <a:pt x="354" y="294"/>
                  <a:pt x="339" y="280"/>
                  <a:pt x="324" y="280"/>
                </a:cubicBezTo>
                <a:cubicBezTo>
                  <a:pt x="280" y="280"/>
                  <a:pt x="280" y="280"/>
                  <a:pt x="280" y="280"/>
                </a:cubicBezTo>
                <a:cubicBezTo>
                  <a:pt x="265" y="280"/>
                  <a:pt x="236" y="294"/>
                  <a:pt x="236" y="324"/>
                </a:cubicBezTo>
                <a:cubicBezTo>
                  <a:pt x="236" y="353"/>
                  <a:pt x="236" y="353"/>
                  <a:pt x="236" y="353"/>
                </a:cubicBezTo>
                <a:cubicBezTo>
                  <a:pt x="236" y="383"/>
                  <a:pt x="265" y="397"/>
                  <a:pt x="280" y="397"/>
                </a:cubicBezTo>
                <a:close/>
                <a:moveTo>
                  <a:pt x="280" y="324"/>
                </a:moveTo>
                <a:lnTo>
                  <a:pt x="280" y="324"/>
                </a:lnTo>
                <a:cubicBezTo>
                  <a:pt x="324" y="324"/>
                  <a:pt x="324" y="324"/>
                  <a:pt x="324" y="324"/>
                </a:cubicBezTo>
                <a:cubicBezTo>
                  <a:pt x="324" y="353"/>
                  <a:pt x="324" y="353"/>
                  <a:pt x="324" y="353"/>
                </a:cubicBezTo>
                <a:cubicBezTo>
                  <a:pt x="280" y="353"/>
                  <a:pt x="280" y="353"/>
                  <a:pt x="280" y="353"/>
                </a:cubicBezTo>
                <a:lnTo>
                  <a:pt x="280" y="324"/>
                </a:lnTo>
                <a:close/>
                <a:moveTo>
                  <a:pt x="118" y="559"/>
                </a:moveTo>
                <a:lnTo>
                  <a:pt x="118" y="559"/>
                </a:lnTo>
                <a:cubicBezTo>
                  <a:pt x="162" y="559"/>
                  <a:pt x="162" y="559"/>
                  <a:pt x="162" y="559"/>
                </a:cubicBezTo>
                <a:cubicBezTo>
                  <a:pt x="177" y="559"/>
                  <a:pt x="207" y="530"/>
                  <a:pt x="207" y="515"/>
                </a:cubicBezTo>
                <a:cubicBezTo>
                  <a:pt x="207" y="471"/>
                  <a:pt x="207" y="471"/>
                  <a:pt x="207" y="471"/>
                </a:cubicBezTo>
                <a:cubicBezTo>
                  <a:pt x="207" y="456"/>
                  <a:pt x="177" y="442"/>
                  <a:pt x="162" y="442"/>
                </a:cubicBezTo>
                <a:cubicBezTo>
                  <a:pt x="118" y="442"/>
                  <a:pt x="118" y="442"/>
                  <a:pt x="118" y="442"/>
                </a:cubicBezTo>
                <a:cubicBezTo>
                  <a:pt x="103" y="442"/>
                  <a:pt x="89" y="456"/>
                  <a:pt x="89" y="471"/>
                </a:cubicBezTo>
                <a:cubicBezTo>
                  <a:pt x="89" y="515"/>
                  <a:pt x="89" y="515"/>
                  <a:pt x="89" y="515"/>
                </a:cubicBezTo>
                <a:cubicBezTo>
                  <a:pt x="89" y="530"/>
                  <a:pt x="103" y="559"/>
                  <a:pt x="118" y="559"/>
                </a:cubicBezTo>
                <a:close/>
                <a:moveTo>
                  <a:pt x="118" y="471"/>
                </a:moveTo>
                <a:lnTo>
                  <a:pt x="118" y="471"/>
                </a:lnTo>
                <a:cubicBezTo>
                  <a:pt x="162" y="471"/>
                  <a:pt x="162" y="471"/>
                  <a:pt x="162" y="471"/>
                </a:cubicBezTo>
                <a:cubicBezTo>
                  <a:pt x="162" y="515"/>
                  <a:pt x="162" y="515"/>
                  <a:pt x="162" y="515"/>
                </a:cubicBezTo>
                <a:cubicBezTo>
                  <a:pt x="118" y="515"/>
                  <a:pt x="118" y="515"/>
                  <a:pt x="118" y="515"/>
                </a:cubicBezTo>
                <a:lnTo>
                  <a:pt x="118" y="471"/>
                </a:lnTo>
                <a:close/>
                <a:moveTo>
                  <a:pt x="280" y="559"/>
                </a:moveTo>
                <a:lnTo>
                  <a:pt x="280" y="559"/>
                </a:lnTo>
                <a:cubicBezTo>
                  <a:pt x="324" y="559"/>
                  <a:pt x="324" y="559"/>
                  <a:pt x="324" y="559"/>
                </a:cubicBezTo>
                <a:cubicBezTo>
                  <a:pt x="339" y="559"/>
                  <a:pt x="354" y="530"/>
                  <a:pt x="354" y="515"/>
                </a:cubicBezTo>
                <a:cubicBezTo>
                  <a:pt x="354" y="471"/>
                  <a:pt x="354" y="471"/>
                  <a:pt x="354" y="471"/>
                </a:cubicBezTo>
                <a:cubicBezTo>
                  <a:pt x="354" y="456"/>
                  <a:pt x="339" y="442"/>
                  <a:pt x="324" y="442"/>
                </a:cubicBezTo>
                <a:cubicBezTo>
                  <a:pt x="280" y="442"/>
                  <a:pt x="280" y="442"/>
                  <a:pt x="280" y="442"/>
                </a:cubicBezTo>
                <a:cubicBezTo>
                  <a:pt x="265" y="442"/>
                  <a:pt x="236" y="456"/>
                  <a:pt x="236" y="471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36" y="530"/>
                  <a:pt x="265" y="559"/>
                  <a:pt x="280" y="559"/>
                </a:cubicBezTo>
                <a:close/>
                <a:moveTo>
                  <a:pt x="280" y="471"/>
                </a:moveTo>
                <a:lnTo>
                  <a:pt x="280" y="471"/>
                </a:lnTo>
                <a:cubicBezTo>
                  <a:pt x="324" y="471"/>
                  <a:pt x="324" y="471"/>
                  <a:pt x="324" y="471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280" y="515"/>
                  <a:pt x="280" y="515"/>
                  <a:pt x="280" y="515"/>
                </a:cubicBezTo>
                <a:lnTo>
                  <a:pt x="280" y="47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lIns="121908" tIns="60955" rIns="121908" bIns="60955" anchor="ctr"/>
          <a:lstStyle/>
          <a:p>
            <a:endParaRPr lang="zh-TW" altLang="en-US"/>
          </a:p>
        </p:txBody>
      </p:sp>
      <p:sp>
        <p:nvSpPr>
          <p:cNvPr id="5129" name="稻壳儿小白白(http://dwz.cn/Wu2UP)"/>
          <p:cNvSpPr>
            <a:spLocks noEditPoints="1"/>
          </p:cNvSpPr>
          <p:nvPr/>
        </p:nvSpPr>
        <p:spPr bwMode="auto">
          <a:xfrm>
            <a:off x="1312863" y="3363913"/>
            <a:ext cx="331787" cy="284162"/>
          </a:xfrm>
          <a:custGeom>
            <a:avLst/>
            <a:gdLst>
              <a:gd name="T0" fmla="*/ 2147483647 w 123"/>
              <a:gd name="T1" fmla="*/ 2147483647 h 107"/>
              <a:gd name="T2" fmla="*/ 2147483647 w 123"/>
              <a:gd name="T3" fmla="*/ 2147483647 h 107"/>
              <a:gd name="T4" fmla="*/ 2147483647 w 123"/>
              <a:gd name="T5" fmla="*/ 2147483647 h 107"/>
              <a:gd name="T6" fmla="*/ 2147483647 w 123"/>
              <a:gd name="T7" fmla="*/ 2147483647 h 107"/>
              <a:gd name="T8" fmla="*/ 2147483647 w 123"/>
              <a:gd name="T9" fmla="*/ 2147483647 h 107"/>
              <a:gd name="T10" fmla="*/ 2147483647 w 123"/>
              <a:gd name="T11" fmla="*/ 2147483647 h 107"/>
              <a:gd name="T12" fmla="*/ 2147483647 w 123"/>
              <a:gd name="T13" fmla="*/ 2147483647 h 107"/>
              <a:gd name="T14" fmla="*/ 2147483647 w 123"/>
              <a:gd name="T15" fmla="*/ 2147483647 h 107"/>
              <a:gd name="T16" fmla="*/ 2147483647 w 123"/>
              <a:gd name="T17" fmla="*/ 2147483647 h 107"/>
              <a:gd name="T18" fmla="*/ 2147483647 w 123"/>
              <a:gd name="T19" fmla="*/ 2147483647 h 107"/>
              <a:gd name="T20" fmla="*/ 2147483647 w 123"/>
              <a:gd name="T21" fmla="*/ 2147483647 h 107"/>
              <a:gd name="T22" fmla="*/ 2147483647 w 123"/>
              <a:gd name="T23" fmla="*/ 2147483647 h 107"/>
              <a:gd name="T24" fmla="*/ 2147483647 w 123"/>
              <a:gd name="T25" fmla="*/ 2147483647 h 107"/>
              <a:gd name="T26" fmla="*/ 2147483647 w 123"/>
              <a:gd name="T27" fmla="*/ 2147483647 h 107"/>
              <a:gd name="T28" fmla="*/ 2147483647 w 123"/>
              <a:gd name="T29" fmla="*/ 2147483647 h 107"/>
              <a:gd name="T30" fmla="*/ 2147483647 w 123"/>
              <a:gd name="T31" fmla="*/ 2147483647 h 107"/>
              <a:gd name="T32" fmla="*/ 2147483647 w 123"/>
              <a:gd name="T33" fmla="*/ 2147483647 h 107"/>
              <a:gd name="T34" fmla="*/ 2147483647 w 123"/>
              <a:gd name="T35" fmla="*/ 2147483647 h 107"/>
              <a:gd name="T36" fmla="*/ 2147483647 w 123"/>
              <a:gd name="T37" fmla="*/ 2147483647 h 107"/>
              <a:gd name="T38" fmla="*/ 0 w 123"/>
              <a:gd name="T39" fmla="*/ 2147483647 h 107"/>
              <a:gd name="T40" fmla="*/ 2147483647 w 123"/>
              <a:gd name="T41" fmla="*/ 2147483647 h 107"/>
              <a:gd name="T42" fmla="*/ 2147483647 w 123"/>
              <a:gd name="T43" fmla="*/ 0 h 107"/>
              <a:gd name="T44" fmla="*/ 2147483647 w 123"/>
              <a:gd name="T45" fmla="*/ 0 h 107"/>
              <a:gd name="T46" fmla="*/ 2147483647 w 123"/>
              <a:gd name="T47" fmla="*/ 0 h 107"/>
              <a:gd name="T48" fmla="*/ 2147483647 w 123"/>
              <a:gd name="T49" fmla="*/ 2147483647 h 107"/>
              <a:gd name="T50" fmla="*/ 2147483647 w 123"/>
              <a:gd name="T51" fmla="*/ 2147483647 h 107"/>
              <a:gd name="T52" fmla="*/ 2147483647 w 123"/>
              <a:gd name="T53" fmla="*/ 2147483647 h 107"/>
              <a:gd name="T54" fmla="*/ 2147483647 w 123"/>
              <a:gd name="T55" fmla="*/ 2147483647 h 107"/>
              <a:gd name="T56" fmla="*/ 2147483647 w 123"/>
              <a:gd name="T57" fmla="*/ 2147483647 h 107"/>
              <a:gd name="T58" fmla="*/ 2147483647 w 123"/>
              <a:gd name="T59" fmla="*/ 2147483647 h 107"/>
              <a:gd name="T60" fmla="*/ 2147483647 w 123"/>
              <a:gd name="T61" fmla="*/ 2147483647 h 107"/>
              <a:gd name="T62" fmla="*/ 2147483647 w 123"/>
              <a:gd name="T63" fmla="*/ 2147483647 h 107"/>
              <a:gd name="T64" fmla="*/ 2147483647 w 123"/>
              <a:gd name="T65" fmla="*/ 2147483647 h 107"/>
              <a:gd name="T66" fmla="*/ 2147483647 w 123"/>
              <a:gd name="T67" fmla="*/ 2147483647 h 107"/>
              <a:gd name="T68" fmla="*/ 2147483647 w 123"/>
              <a:gd name="T69" fmla="*/ 2147483647 h 107"/>
              <a:gd name="T70" fmla="*/ 2147483647 w 123"/>
              <a:gd name="T71" fmla="*/ 2147483647 h 107"/>
              <a:gd name="T72" fmla="*/ 2147483647 w 123"/>
              <a:gd name="T73" fmla="*/ 2147483647 h 107"/>
              <a:gd name="T74" fmla="*/ 2147483647 w 123"/>
              <a:gd name="T75" fmla="*/ 2147483647 h 107"/>
              <a:gd name="T76" fmla="*/ 2147483647 w 123"/>
              <a:gd name="T77" fmla="*/ 2147483647 h 107"/>
              <a:gd name="T78" fmla="*/ 2147483647 w 123"/>
              <a:gd name="T79" fmla="*/ 2147483647 h 107"/>
              <a:gd name="T80" fmla="*/ 2147483647 w 123"/>
              <a:gd name="T81" fmla="*/ 2147483647 h 107"/>
              <a:gd name="T82" fmla="*/ 2147483647 w 123"/>
              <a:gd name="T83" fmla="*/ 2147483647 h 107"/>
              <a:gd name="T84" fmla="*/ 2147483647 w 123"/>
              <a:gd name="T85" fmla="*/ 2147483647 h 107"/>
              <a:gd name="T86" fmla="*/ 2147483647 w 123"/>
              <a:gd name="T87" fmla="*/ 2147483647 h 107"/>
              <a:gd name="T88" fmla="*/ 2147483647 w 123"/>
              <a:gd name="T89" fmla="*/ 2147483647 h 107"/>
              <a:gd name="T90" fmla="*/ 2147483647 w 123"/>
              <a:gd name="T91" fmla="*/ 2147483647 h 107"/>
              <a:gd name="T92" fmla="*/ 2147483647 w 123"/>
              <a:gd name="T93" fmla="*/ 2147483647 h 107"/>
              <a:gd name="T94" fmla="*/ 2147483647 w 123"/>
              <a:gd name="T95" fmla="*/ 2147483647 h 107"/>
              <a:gd name="T96" fmla="*/ 2147483647 w 123"/>
              <a:gd name="T97" fmla="*/ 2147483647 h 107"/>
              <a:gd name="T98" fmla="*/ 2147483647 w 123"/>
              <a:gd name="T99" fmla="*/ 2147483647 h 107"/>
              <a:gd name="T100" fmla="*/ 2147483647 w 123"/>
              <a:gd name="T101" fmla="*/ 2147483647 h 107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123"/>
              <a:gd name="T154" fmla="*/ 0 h 107"/>
              <a:gd name="T155" fmla="*/ 123 w 123"/>
              <a:gd name="T156" fmla="*/ 107 h 107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123" h="107">
                <a:moveTo>
                  <a:pt x="123" y="100"/>
                </a:moveTo>
                <a:cubicBezTo>
                  <a:pt x="123" y="104"/>
                  <a:pt x="119" y="107"/>
                  <a:pt x="115" y="107"/>
                </a:cubicBezTo>
                <a:cubicBezTo>
                  <a:pt x="111" y="107"/>
                  <a:pt x="107" y="104"/>
                  <a:pt x="107" y="100"/>
                </a:cubicBezTo>
                <a:cubicBezTo>
                  <a:pt x="107" y="95"/>
                  <a:pt x="111" y="84"/>
                  <a:pt x="115" y="84"/>
                </a:cubicBezTo>
                <a:cubicBezTo>
                  <a:pt x="119" y="84"/>
                  <a:pt x="123" y="95"/>
                  <a:pt x="123" y="100"/>
                </a:cubicBezTo>
                <a:close/>
                <a:moveTo>
                  <a:pt x="111" y="42"/>
                </a:moveTo>
                <a:cubicBezTo>
                  <a:pt x="111" y="77"/>
                  <a:pt x="111" y="77"/>
                  <a:pt x="111" y="77"/>
                </a:cubicBezTo>
                <a:cubicBezTo>
                  <a:pt x="111" y="79"/>
                  <a:pt x="113" y="80"/>
                  <a:pt x="115" y="80"/>
                </a:cubicBezTo>
                <a:cubicBezTo>
                  <a:pt x="117" y="80"/>
                  <a:pt x="119" y="79"/>
                  <a:pt x="119" y="77"/>
                </a:cubicBezTo>
                <a:cubicBezTo>
                  <a:pt x="119" y="42"/>
                  <a:pt x="119" y="42"/>
                  <a:pt x="119" y="42"/>
                </a:cubicBezTo>
                <a:cubicBezTo>
                  <a:pt x="119" y="40"/>
                  <a:pt x="117" y="38"/>
                  <a:pt x="115" y="38"/>
                </a:cubicBezTo>
                <a:cubicBezTo>
                  <a:pt x="113" y="38"/>
                  <a:pt x="111" y="40"/>
                  <a:pt x="111" y="42"/>
                </a:cubicBezTo>
                <a:close/>
                <a:moveTo>
                  <a:pt x="114" y="34"/>
                </a:moveTo>
                <a:cubicBezTo>
                  <a:pt x="104" y="36"/>
                  <a:pt x="104" y="36"/>
                  <a:pt x="104" y="36"/>
                </a:cubicBezTo>
                <a:cubicBezTo>
                  <a:pt x="104" y="69"/>
                  <a:pt x="104" y="69"/>
                  <a:pt x="104" y="69"/>
                </a:cubicBezTo>
                <a:cubicBezTo>
                  <a:pt x="104" y="79"/>
                  <a:pt x="92" y="88"/>
                  <a:pt x="61" y="88"/>
                </a:cubicBezTo>
                <a:cubicBezTo>
                  <a:pt x="31" y="88"/>
                  <a:pt x="19" y="79"/>
                  <a:pt x="19" y="69"/>
                </a:cubicBezTo>
                <a:cubicBezTo>
                  <a:pt x="19" y="36"/>
                  <a:pt x="19" y="36"/>
                  <a:pt x="19" y="36"/>
                </a:cubicBezTo>
                <a:cubicBezTo>
                  <a:pt x="9" y="34"/>
                  <a:pt x="9" y="34"/>
                  <a:pt x="9" y="34"/>
                </a:cubicBezTo>
                <a:cubicBezTo>
                  <a:pt x="4" y="33"/>
                  <a:pt x="0" y="28"/>
                  <a:pt x="0" y="23"/>
                </a:cubicBezTo>
                <a:cubicBezTo>
                  <a:pt x="0" y="17"/>
                  <a:pt x="4" y="13"/>
                  <a:pt x="9" y="12"/>
                </a:cubicBezTo>
                <a:cubicBezTo>
                  <a:pt x="59" y="0"/>
                  <a:pt x="59" y="0"/>
                  <a:pt x="59" y="0"/>
                </a:cubicBezTo>
                <a:cubicBezTo>
                  <a:pt x="60" y="0"/>
                  <a:pt x="61" y="0"/>
                  <a:pt x="61" y="0"/>
                </a:cubicBezTo>
                <a:cubicBezTo>
                  <a:pt x="62" y="0"/>
                  <a:pt x="63" y="0"/>
                  <a:pt x="64" y="0"/>
                </a:cubicBezTo>
                <a:cubicBezTo>
                  <a:pt x="114" y="12"/>
                  <a:pt x="114" y="12"/>
                  <a:pt x="114" y="12"/>
                </a:cubicBezTo>
                <a:cubicBezTo>
                  <a:pt x="119" y="13"/>
                  <a:pt x="123" y="17"/>
                  <a:pt x="123" y="23"/>
                </a:cubicBezTo>
                <a:cubicBezTo>
                  <a:pt x="123" y="28"/>
                  <a:pt x="119" y="33"/>
                  <a:pt x="114" y="34"/>
                </a:cubicBezTo>
                <a:close/>
                <a:moveTo>
                  <a:pt x="96" y="38"/>
                </a:moveTo>
                <a:cubicBezTo>
                  <a:pt x="64" y="46"/>
                  <a:pt x="64" y="46"/>
                  <a:pt x="64" y="46"/>
                </a:cubicBezTo>
                <a:cubicBezTo>
                  <a:pt x="63" y="46"/>
                  <a:pt x="62" y="46"/>
                  <a:pt x="61" y="46"/>
                </a:cubicBezTo>
                <a:cubicBezTo>
                  <a:pt x="61" y="46"/>
                  <a:pt x="60" y="46"/>
                  <a:pt x="59" y="46"/>
                </a:cubicBezTo>
                <a:cubicBezTo>
                  <a:pt x="27" y="38"/>
                  <a:pt x="27" y="38"/>
                  <a:pt x="27" y="38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3"/>
                  <a:pt x="38" y="80"/>
                  <a:pt x="61" y="80"/>
                </a:cubicBezTo>
                <a:cubicBezTo>
                  <a:pt x="84" y="80"/>
                  <a:pt x="96" y="73"/>
                  <a:pt x="96" y="69"/>
                </a:cubicBezTo>
                <a:lnTo>
                  <a:pt x="96" y="38"/>
                </a:lnTo>
                <a:close/>
                <a:moveTo>
                  <a:pt x="112" y="27"/>
                </a:moveTo>
                <a:cubicBezTo>
                  <a:pt x="114" y="26"/>
                  <a:pt x="115" y="25"/>
                  <a:pt x="115" y="23"/>
                </a:cubicBezTo>
                <a:cubicBezTo>
                  <a:pt x="115" y="21"/>
                  <a:pt x="114" y="19"/>
                  <a:pt x="112" y="19"/>
                </a:cubicBezTo>
                <a:cubicBezTo>
                  <a:pt x="62" y="8"/>
                  <a:pt x="62" y="8"/>
                  <a:pt x="62" y="8"/>
                </a:cubicBezTo>
                <a:cubicBezTo>
                  <a:pt x="61" y="7"/>
                  <a:pt x="61" y="7"/>
                  <a:pt x="61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11" y="19"/>
                  <a:pt x="11" y="19"/>
                  <a:pt x="11" y="19"/>
                </a:cubicBezTo>
                <a:cubicBezTo>
                  <a:pt x="9" y="19"/>
                  <a:pt x="8" y="21"/>
                  <a:pt x="8" y="23"/>
                </a:cubicBezTo>
                <a:cubicBezTo>
                  <a:pt x="8" y="25"/>
                  <a:pt x="9" y="26"/>
                  <a:pt x="11" y="27"/>
                </a:cubicBezTo>
                <a:cubicBezTo>
                  <a:pt x="61" y="38"/>
                  <a:pt x="61" y="38"/>
                  <a:pt x="61" y="38"/>
                </a:cubicBezTo>
                <a:cubicBezTo>
                  <a:pt x="61" y="38"/>
                  <a:pt x="61" y="38"/>
                  <a:pt x="61" y="38"/>
                </a:cubicBezTo>
                <a:cubicBezTo>
                  <a:pt x="62" y="38"/>
                  <a:pt x="62" y="38"/>
                  <a:pt x="62" y="38"/>
                </a:cubicBezTo>
                <a:lnTo>
                  <a:pt x="112" y="27"/>
                </a:lnTo>
                <a:close/>
                <a:moveTo>
                  <a:pt x="112" y="27"/>
                </a:moveTo>
                <a:cubicBezTo>
                  <a:pt x="112" y="27"/>
                  <a:pt x="112" y="27"/>
                  <a:pt x="112" y="27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130" name="稻壳儿小白白(http://dwz.cn/Wu2UP)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55725" y="5319713"/>
            <a:ext cx="280988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1" name="稻壳儿小白白(http://dwz.cn/Wu2UP)"/>
          <p:cNvSpPr>
            <a:spLocks noEditPoints="1"/>
          </p:cNvSpPr>
          <p:nvPr/>
        </p:nvSpPr>
        <p:spPr bwMode="auto">
          <a:xfrm>
            <a:off x="1343025" y="4860925"/>
            <a:ext cx="293688" cy="236538"/>
          </a:xfrm>
          <a:custGeom>
            <a:avLst/>
            <a:gdLst>
              <a:gd name="T0" fmla="*/ 2147483647 w 116"/>
              <a:gd name="T1" fmla="*/ 2147483647 h 94"/>
              <a:gd name="T2" fmla="*/ 0 w 116"/>
              <a:gd name="T3" fmla="*/ 0 h 94"/>
              <a:gd name="T4" fmla="*/ 0 w 116"/>
              <a:gd name="T5" fmla="*/ 2147483647 h 94"/>
              <a:gd name="T6" fmla="*/ 2147483647 w 116"/>
              <a:gd name="T7" fmla="*/ 2147483647 h 94"/>
              <a:gd name="T8" fmla="*/ 2147483647 w 116"/>
              <a:gd name="T9" fmla="*/ 2147483647 h 94"/>
              <a:gd name="T10" fmla="*/ 2147483647 w 116"/>
              <a:gd name="T11" fmla="*/ 2147483647 h 94"/>
              <a:gd name="T12" fmla="*/ 2147483647 w 116"/>
              <a:gd name="T13" fmla="*/ 2147483647 h 94"/>
              <a:gd name="T14" fmla="*/ 2147483647 w 116"/>
              <a:gd name="T15" fmla="*/ 2147483647 h 94"/>
              <a:gd name="T16" fmla="*/ 2147483647 w 116"/>
              <a:gd name="T17" fmla="*/ 2147483647 h 94"/>
              <a:gd name="T18" fmla="*/ 2147483647 w 116"/>
              <a:gd name="T19" fmla="*/ 2147483647 h 94"/>
              <a:gd name="T20" fmla="*/ 2147483647 w 116"/>
              <a:gd name="T21" fmla="*/ 2147483647 h 94"/>
              <a:gd name="T22" fmla="*/ 2147483647 w 116"/>
              <a:gd name="T23" fmla="*/ 2147483647 h 94"/>
              <a:gd name="T24" fmla="*/ 2147483647 w 116"/>
              <a:gd name="T25" fmla="*/ 0 h 94"/>
              <a:gd name="T26" fmla="*/ 2147483647 w 116"/>
              <a:gd name="T27" fmla="*/ 2147483647 h 94"/>
              <a:gd name="T28" fmla="*/ 2147483647 w 116"/>
              <a:gd name="T29" fmla="*/ 2147483647 h 94"/>
              <a:gd name="T30" fmla="*/ 2147483647 w 116"/>
              <a:gd name="T31" fmla="*/ 2147483647 h 94"/>
              <a:gd name="T32" fmla="*/ 2147483647 w 116"/>
              <a:gd name="T33" fmla="*/ 2147483647 h 94"/>
              <a:gd name="T34" fmla="*/ 2147483647 w 116"/>
              <a:gd name="T35" fmla="*/ 2147483647 h 94"/>
              <a:gd name="T36" fmla="*/ 2147483647 w 116"/>
              <a:gd name="T37" fmla="*/ 2147483647 h 94"/>
              <a:gd name="T38" fmla="*/ 2147483647 w 116"/>
              <a:gd name="T39" fmla="*/ 2147483647 h 94"/>
              <a:gd name="T40" fmla="*/ 2147483647 w 116"/>
              <a:gd name="T41" fmla="*/ 2147483647 h 94"/>
              <a:gd name="T42" fmla="*/ 2147483647 w 116"/>
              <a:gd name="T43" fmla="*/ 2147483647 h 94"/>
              <a:gd name="T44" fmla="*/ 2147483647 w 116"/>
              <a:gd name="T45" fmla="*/ 2147483647 h 94"/>
              <a:gd name="T46" fmla="*/ 2147483647 w 116"/>
              <a:gd name="T47" fmla="*/ 2147483647 h 94"/>
              <a:gd name="T48" fmla="*/ 2147483647 w 116"/>
              <a:gd name="T49" fmla="*/ 2147483647 h 94"/>
              <a:gd name="T50" fmla="*/ 2147483647 w 116"/>
              <a:gd name="T51" fmla="*/ 2147483647 h 94"/>
              <a:gd name="T52" fmla="*/ 2147483647 w 116"/>
              <a:gd name="T53" fmla="*/ 2147483647 h 94"/>
              <a:gd name="T54" fmla="*/ 2147483647 w 116"/>
              <a:gd name="T55" fmla="*/ 2147483647 h 9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16"/>
              <a:gd name="T85" fmla="*/ 0 h 94"/>
              <a:gd name="T86" fmla="*/ 116 w 116"/>
              <a:gd name="T87" fmla="*/ 94 h 9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16" h="94">
                <a:moveTo>
                  <a:pt x="58" y="22"/>
                </a:moveTo>
                <a:cubicBezTo>
                  <a:pt x="58" y="3"/>
                  <a:pt x="17" y="0"/>
                  <a:pt x="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3" y="80"/>
                  <a:pt x="3" y="80"/>
                  <a:pt x="3" y="80"/>
                </a:cubicBezTo>
                <a:cubicBezTo>
                  <a:pt x="5" y="80"/>
                  <a:pt x="6" y="80"/>
                  <a:pt x="7" y="80"/>
                </a:cubicBezTo>
                <a:cubicBezTo>
                  <a:pt x="7" y="87"/>
                  <a:pt x="7" y="87"/>
                  <a:pt x="7" y="87"/>
                </a:cubicBezTo>
                <a:cubicBezTo>
                  <a:pt x="21" y="87"/>
                  <a:pt x="51" y="83"/>
                  <a:pt x="51" y="94"/>
                </a:cubicBezTo>
                <a:cubicBezTo>
                  <a:pt x="65" y="94"/>
                  <a:pt x="65" y="94"/>
                  <a:pt x="65" y="94"/>
                </a:cubicBezTo>
                <a:cubicBezTo>
                  <a:pt x="65" y="83"/>
                  <a:pt x="94" y="87"/>
                  <a:pt x="109" y="87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10" y="80"/>
                  <a:pt x="111" y="80"/>
                  <a:pt x="112" y="80"/>
                </a:cubicBezTo>
                <a:cubicBezTo>
                  <a:pt x="116" y="80"/>
                  <a:pt x="116" y="80"/>
                  <a:pt x="116" y="80"/>
                </a:cubicBezTo>
                <a:cubicBezTo>
                  <a:pt x="116" y="0"/>
                  <a:pt x="116" y="0"/>
                  <a:pt x="116" y="0"/>
                </a:cubicBezTo>
                <a:cubicBezTo>
                  <a:pt x="98" y="0"/>
                  <a:pt x="58" y="3"/>
                  <a:pt x="58" y="22"/>
                </a:cubicBezTo>
                <a:close/>
                <a:moveTo>
                  <a:pt x="51" y="76"/>
                </a:moveTo>
                <a:cubicBezTo>
                  <a:pt x="40" y="69"/>
                  <a:pt x="20" y="69"/>
                  <a:pt x="7" y="69"/>
                </a:cubicBezTo>
                <a:cubicBezTo>
                  <a:pt x="7" y="7"/>
                  <a:pt x="7" y="7"/>
                  <a:pt x="7" y="7"/>
                </a:cubicBezTo>
                <a:cubicBezTo>
                  <a:pt x="11" y="7"/>
                  <a:pt x="14" y="7"/>
                  <a:pt x="17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34" y="9"/>
                  <a:pt x="49" y="12"/>
                  <a:pt x="50" y="20"/>
                </a:cubicBezTo>
                <a:cubicBezTo>
                  <a:pt x="51" y="22"/>
                  <a:pt x="51" y="22"/>
                  <a:pt x="51" y="22"/>
                </a:cubicBezTo>
                <a:lnTo>
                  <a:pt x="51" y="76"/>
                </a:lnTo>
                <a:close/>
                <a:moveTo>
                  <a:pt x="109" y="69"/>
                </a:moveTo>
                <a:cubicBezTo>
                  <a:pt x="95" y="69"/>
                  <a:pt x="76" y="69"/>
                  <a:pt x="65" y="76"/>
                </a:cubicBezTo>
                <a:cubicBezTo>
                  <a:pt x="65" y="22"/>
                  <a:pt x="65" y="22"/>
                  <a:pt x="65" y="22"/>
                </a:cubicBezTo>
                <a:cubicBezTo>
                  <a:pt x="65" y="17"/>
                  <a:pt x="73" y="7"/>
                  <a:pt x="109" y="7"/>
                </a:cubicBezTo>
                <a:lnTo>
                  <a:pt x="109" y="6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4" name="组合 43"/>
          <p:cNvGrpSpPr/>
          <p:nvPr/>
        </p:nvGrpSpPr>
        <p:grpSpPr>
          <a:xfrm>
            <a:off x="1394165" y="4320692"/>
            <a:ext cx="242840" cy="287685"/>
            <a:chOff x="10453688" y="1241425"/>
            <a:chExt cx="1019175" cy="1525588"/>
          </a:xfrm>
          <a:solidFill>
            <a:schemeClr val="bg1"/>
          </a:solidFill>
        </p:grpSpPr>
        <p:sp>
          <p:nvSpPr>
            <p:cNvPr id="149" name="Freeform 15"/>
            <p:cNvSpPr>
              <a:spLocks/>
            </p:cNvSpPr>
            <p:nvPr/>
          </p:nvSpPr>
          <p:spPr bwMode="auto">
            <a:xfrm>
              <a:off x="10453688" y="1241425"/>
              <a:ext cx="438150" cy="334963"/>
            </a:xfrm>
            <a:custGeom>
              <a:avLst/>
              <a:gdLst>
                <a:gd name="T0" fmla="*/ 255 w 276"/>
                <a:gd name="T1" fmla="*/ 27 h 211"/>
                <a:gd name="T2" fmla="*/ 255 w 276"/>
                <a:gd name="T3" fmla="*/ 27 h 211"/>
                <a:gd name="T4" fmla="*/ 247 w 276"/>
                <a:gd name="T5" fmla="*/ 17 h 211"/>
                <a:gd name="T6" fmla="*/ 240 w 276"/>
                <a:gd name="T7" fmla="*/ 10 h 211"/>
                <a:gd name="T8" fmla="*/ 230 w 276"/>
                <a:gd name="T9" fmla="*/ 6 h 211"/>
                <a:gd name="T10" fmla="*/ 220 w 276"/>
                <a:gd name="T11" fmla="*/ 2 h 211"/>
                <a:gd name="T12" fmla="*/ 211 w 276"/>
                <a:gd name="T13" fmla="*/ 0 h 211"/>
                <a:gd name="T14" fmla="*/ 199 w 276"/>
                <a:gd name="T15" fmla="*/ 0 h 211"/>
                <a:gd name="T16" fmla="*/ 190 w 276"/>
                <a:gd name="T17" fmla="*/ 4 h 211"/>
                <a:gd name="T18" fmla="*/ 180 w 276"/>
                <a:gd name="T19" fmla="*/ 8 h 211"/>
                <a:gd name="T20" fmla="*/ 25 w 276"/>
                <a:gd name="T21" fmla="*/ 102 h 211"/>
                <a:gd name="T22" fmla="*/ 25 w 276"/>
                <a:gd name="T23" fmla="*/ 102 h 211"/>
                <a:gd name="T24" fmla="*/ 17 w 276"/>
                <a:gd name="T25" fmla="*/ 107 h 211"/>
                <a:gd name="T26" fmla="*/ 9 w 276"/>
                <a:gd name="T27" fmla="*/ 117 h 211"/>
                <a:gd name="T28" fmla="*/ 4 w 276"/>
                <a:gd name="T29" fmla="*/ 125 h 211"/>
                <a:gd name="T30" fmla="*/ 0 w 276"/>
                <a:gd name="T31" fmla="*/ 134 h 211"/>
                <a:gd name="T32" fmla="*/ 0 w 276"/>
                <a:gd name="T33" fmla="*/ 146 h 211"/>
                <a:gd name="T34" fmla="*/ 0 w 276"/>
                <a:gd name="T35" fmla="*/ 155 h 211"/>
                <a:gd name="T36" fmla="*/ 2 w 276"/>
                <a:gd name="T37" fmla="*/ 167 h 211"/>
                <a:gd name="T38" fmla="*/ 7 w 276"/>
                <a:gd name="T39" fmla="*/ 177 h 211"/>
                <a:gd name="T40" fmla="*/ 29 w 276"/>
                <a:gd name="T41" fmla="*/ 211 h 211"/>
                <a:gd name="T42" fmla="*/ 276 w 276"/>
                <a:gd name="T43" fmla="*/ 61 h 211"/>
                <a:gd name="T44" fmla="*/ 255 w 276"/>
                <a:gd name="T45" fmla="*/ 2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6" h="211">
                  <a:moveTo>
                    <a:pt x="255" y="27"/>
                  </a:moveTo>
                  <a:lnTo>
                    <a:pt x="255" y="27"/>
                  </a:lnTo>
                  <a:lnTo>
                    <a:pt x="247" y="17"/>
                  </a:lnTo>
                  <a:lnTo>
                    <a:pt x="240" y="10"/>
                  </a:lnTo>
                  <a:lnTo>
                    <a:pt x="230" y="6"/>
                  </a:lnTo>
                  <a:lnTo>
                    <a:pt x="220" y="2"/>
                  </a:lnTo>
                  <a:lnTo>
                    <a:pt x="211" y="0"/>
                  </a:lnTo>
                  <a:lnTo>
                    <a:pt x="199" y="0"/>
                  </a:lnTo>
                  <a:lnTo>
                    <a:pt x="190" y="4"/>
                  </a:lnTo>
                  <a:lnTo>
                    <a:pt x="180" y="8"/>
                  </a:lnTo>
                  <a:lnTo>
                    <a:pt x="25" y="102"/>
                  </a:lnTo>
                  <a:lnTo>
                    <a:pt x="25" y="102"/>
                  </a:lnTo>
                  <a:lnTo>
                    <a:pt x="17" y="107"/>
                  </a:lnTo>
                  <a:lnTo>
                    <a:pt x="9" y="117"/>
                  </a:lnTo>
                  <a:lnTo>
                    <a:pt x="4" y="125"/>
                  </a:lnTo>
                  <a:lnTo>
                    <a:pt x="0" y="134"/>
                  </a:lnTo>
                  <a:lnTo>
                    <a:pt x="0" y="146"/>
                  </a:lnTo>
                  <a:lnTo>
                    <a:pt x="0" y="155"/>
                  </a:lnTo>
                  <a:lnTo>
                    <a:pt x="2" y="167"/>
                  </a:lnTo>
                  <a:lnTo>
                    <a:pt x="7" y="177"/>
                  </a:lnTo>
                  <a:lnTo>
                    <a:pt x="29" y="211"/>
                  </a:lnTo>
                  <a:lnTo>
                    <a:pt x="276" y="61"/>
                  </a:lnTo>
                  <a:lnTo>
                    <a:pt x="255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0" name="Freeform 16"/>
            <p:cNvSpPr>
              <a:spLocks/>
            </p:cNvSpPr>
            <p:nvPr/>
          </p:nvSpPr>
          <p:spPr bwMode="auto">
            <a:xfrm>
              <a:off x="10547351" y="1417638"/>
              <a:ext cx="447675" cy="330200"/>
            </a:xfrm>
            <a:custGeom>
              <a:avLst/>
              <a:gdLst>
                <a:gd name="T0" fmla="*/ 0 w 282"/>
                <a:gd name="T1" fmla="*/ 152 h 208"/>
                <a:gd name="T2" fmla="*/ 35 w 282"/>
                <a:gd name="T3" fmla="*/ 208 h 208"/>
                <a:gd name="T4" fmla="*/ 282 w 282"/>
                <a:gd name="T5" fmla="*/ 58 h 208"/>
                <a:gd name="T6" fmla="*/ 248 w 282"/>
                <a:gd name="T7" fmla="*/ 0 h 208"/>
                <a:gd name="T8" fmla="*/ 0 w 282"/>
                <a:gd name="T9" fmla="*/ 152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" h="208">
                  <a:moveTo>
                    <a:pt x="0" y="152"/>
                  </a:moveTo>
                  <a:lnTo>
                    <a:pt x="35" y="208"/>
                  </a:lnTo>
                  <a:lnTo>
                    <a:pt x="282" y="58"/>
                  </a:lnTo>
                  <a:lnTo>
                    <a:pt x="248" y="0"/>
                  </a:lnTo>
                  <a:lnTo>
                    <a:pt x="0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1" name="Freeform 17"/>
            <p:cNvSpPr>
              <a:spLocks/>
            </p:cNvSpPr>
            <p:nvPr/>
          </p:nvSpPr>
          <p:spPr bwMode="auto">
            <a:xfrm>
              <a:off x="11183938" y="2392363"/>
              <a:ext cx="288925" cy="338138"/>
            </a:xfrm>
            <a:custGeom>
              <a:avLst/>
              <a:gdLst>
                <a:gd name="T0" fmla="*/ 182 w 182"/>
                <a:gd name="T1" fmla="*/ 194 h 213"/>
                <a:gd name="T2" fmla="*/ 159 w 182"/>
                <a:gd name="T3" fmla="*/ 0 h 213"/>
                <a:gd name="T4" fmla="*/ 0 w 182"/>
                <a:gd name="T5" fmla="*/ 98 h 213"/>
                <a:gd name="T6" fmla="*/ 159 w 182"/>
                <a:gd name="T7" fmla="*/ 208 h 213"/>
                <a:gd name="T8" fmla="*/ 159 w 182"/>
                <a:gd name="T9" fmla="*/ 208 h 213"/>
                <a:gd name="T10" fmla="*/ 165 w 182"/>
                <a:gd name="T11" fmla="*/ 211 h 213"/>
                <a:gd name="T12" fmla="*/ 169 w 182"/>
                <a:gd name="T13" fmla="*/ 213 h 213"/>
                <a:gd name="T14" fmla="*/ 175 w 182"/>
                <a:gd name="T15" fmla="*/ 213 h 213"/>
                <a:gd name="T16" fmla="*/ 179 w 182"/>
                <a:gd name="T17" fmla="*/ 213 h 213"/>
                <a:gd name="T18" fmla="*/ 181 w 182"/>
                <a:gd name="T19" fmla="*/ 209 h 213"/>
                <a:gd name="T20" fmla="*/ 182 w 182"/>
                <a:gd name="T21" fmla="*/ 206 h 213"/>
                <a:gd name="T22" fmla="*/ 182 w 182"/>
                <a:gd name="T23" fmla="*/ 200 h 213"/>
                <a:gd name="T24" fmla="*/ 182 w 182"/>
                <a:gd name="T25" fmla="*/ 194 h 213"/>
                <a:gd name="T26" fmla="*/ 182 w 182"/>
                <a:gd name="T27" fmla="*/ 194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2" h="213">
                  <a:moveTo>
                    <a:pt x="182" y="194"/>
                  </a:moveTo>
                  <a:lnTo>
                    <a:pt x="159" y="0"/>
                  </a:lnTo>
                  <a:lnTo>
                    <a:pt x="0" y="98"/>
                  </a:lnTo>
                  <a:lnTo>
                    <a:pt x="159" y="208"/>
                  </a:lnTo>
                  <a:lnTo>
                    <a:pt x="159" y="208"/>
                  </a:lnTo>
                  <a:lnTo>
                    <a:pt x="165" y="211"/>
                  </a:lnTo>
                  <a:lnTo>
                    <a:pt x="169" y="213"/>
                  </a:lnTo>
                  <a:lnTo>
                    <a:pt x="175" y="213"/>
                  </a:lnTo>
                  <a:lnTo>
                    <a:pt x="179" y="213"/>
                  </a:lnTo>
                  <a:lnTo>
                    <a:pt x="181" y="209"/>
                  </a:lnTo>
                  <a:lnTo>
                    <a:pt x="182" y="206"/>
                  </a:lnTo>
                  <a:lnTo>
                    <a:pt x="182" y="200"/>
                  </a:lnTo>
                  <a:lnTo>
                    <a:pt x="182" y="194"/>
                  </a:lnTo>
                  <a:lnTo>
                    <a:pt x="182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2" name="Freeform 18"/>
            <p:cNvSpPr>
              <a:spLocks/>
            </p:cNvSpPr>
            <p:nvPr/>
          </p:nvSpPr>
          <p:spPr bwMode="auto">
            <a:xfrm>
              <a:off x="10912476" y="1589088"/>
              <a:ext cx="503238" cy="693738"/>
            </a:xfrm>
            <a:custGeom>
              <a:avLst/>
              <a:gdLst>
                <a:gd name="T0" fmla="*/ 317 w 317"/>
                <a:gd name="T1" fmla="*/ 387 h 437"/>
                <a:gd name="T2" fmla="*/ 83 w 317"/>
                <a:gd name="T3" fmla="*/ 0 h 437"/>
                <a:gd name="T4" fmla="*/ 0 w 317"/>
                <a:gd name="T5" fmla="*/ 50 h 437"/>
                <a:gd name="T6" fmla="*/ 235 w 317"/>
                <a:gd name="T7" fmla="*/ 437 h 437"/>
                <a:gd name="T8" fmla="*/ 317 w 317"/>
                <a:gd name="T9" fmla="*/ 387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437">
                  <a:moveTo>
                    <a:pt x="317" y="387"/>
                  </a:moveTo>
                  <a:lnTo>
                    <a:pt x="83" y="0"/>
                  </a:lnTo>
                  <a:lnTo>
                    <a:pt x="0" y="50"/>
                  </a:lnTo>
                  <a:lnTo>
                    <a:pt x="235" y="437"/>
                  </a:lnTo>
                  <a:lnTo>
                    <a:pt x="317" y="3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" name="Freeform 19"/>
            <p:cNvSpPr>
              <a:spLocks/>
            </p:cNvSpPr>
            <p:nvPr/>
          </p:nvSpPr>
          <p:spPr bwMode="auto">
            <a:xfrm>
              <a:off x="10652126" y="1749425"/>
              <a:ext cx="501650" cy="692150"/>
            </a:xfrm>
            <a:custGeom>
              <a:avLst/>
              <a:gdLst>
                <a:gd name="T0" fmla="*/ 316 w 316"/>
                <a:gd name="T1" fmla="*/ 386 h 436"/>
                <a:gd name="T2" fmla="*/ 82 w 316"/>
                <a:gd name="T3" fmla="*/ 0 h 436"/>
                <a:gd name="T4" fmla="*/ 0 w 316"/>
                <a:gd name="T5" fmla="*/ 50 h 436"/>
                <a:gd name="T6" fmla="*/ 234 w 316"/>
                <a:gd name="T7" fmla="*/ 436 h 436"/>
                <a:gd name="T8" fmla="*/ 316 w 316"/>
                <a:gd name="T9" fmla="*/ 38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436">
                  <a:moveTo>
                    <a:pt x="316" y="386"/>
                  </a:moveTo>
                  <a:lnTo>
                    <a:pt x="82" y="0"/>
                  </a:lnTo>
                  <a:lnTo>
                    <a:pt x="0" y="50"/>
                  </a:lnTo>
                  <a:lnTo>
                    <a:pt x="234" y="436"/>
                  </a:lnTo>
                  <a:lnTo>
                    <a:pt x="316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4" name="Freeform 20"/>
            <p:cNvSpPr>
              <a:spLocks/>
            </p:cNvSpPr>
            <p:nvPr/>
          </p:nvSpPr>
          <p:spPr bwMode="auto">
            <a:xfrm>
              <a:off x="10456863" y="2697163"/>
              <a:ext cx="746125" cy="69850"/>
            </a:xfrm>
            <a:custGeom>
              <a:avLst/>
              <a:gdLst>
                <a:gd name="T0" fmla="*/ 449 w 470"/>
                <a:gd name="T1" fmla="*/ 0 h 44"/>
                <a:gd name="T2" fmla="*/ 21 w 470"/>
                <a:gd name="T3" fmla="*/ 0 h 44"/>
                <a:gd name="T4" fmla="*/ 21 w 470"/>
                <a:gd name="T5" fmla="*/ 0 h 44"/>
                <a:gd name="T6" fmla="*/ 13 w 470"/>
                <a:gd name="T7" fmla="*/ 2 h 44"/>
                <a:gd name="T8" fmla="*/ 5 w 470"/>
                <a:gd name="T9" fmla="*/ 6 h 44"/>
                <a:gd name="T10" fmla="*/ 2 w 470"/>
                <a:gd name="T11" fmla="*/ 14 h 44"/>
                <a:gd name="T12" fmla="*/ 0 w 470"/>
                <a:gd name="T13" fmla="*/ 21 h 44"/>
                <a:gd name="T14" fmla="*/ 0 w 470"/>
                <a:gd name="T15" fmla="*/ 21 h 44"/>
                <a:gd name="T16" fmla="*/ 2 w 470"/>
                <a:gd name="T17" fmla="*/ 31 h 44"/>
                <a:gd name="T18" fmla="*/ 5 w 470"/>
                <a:gd name="T19" fmla="*/ 37 h 44"/>
                <a:gd name="T20" fmla="*/ 13 w 470"/>
                <a:gd name="T21" fmla="*/ 42 h 44"/>
                <a:gd name="T22" fmla="*/ 21 w 470"/>
                <a:gd name="T23" fmla="*/ 44 h 44"/>
                <a:gd name="T24" fmla="*/ 449 w 470"/>
                <a:gd name="T25" fmla="*/ 44 h 44"/>
                <a:gd name="T26" fmla="*/ 449 w 470"/>
                <a:gd name="T27" fmla="*/ 44 h 44"/>
                <a:gd name="T28" fmla="*/ 456 w 470"/>
                <a:gd name="T29" fmla="*/ 42 h 44"/>
                <a:gd name="T30" fmla="*/ 464 w 470"/>
                <a:gd name="T31" fmla="*/ 37 h 44"/>
                <a:gd name="T32" fmla="*/ 468 w 470"/>
                <a:gd name="T33" fmla="*/ 31 h 44"/>
                <a:gd name="T34" fmla="*/ 470 w 470"/>
                <a:gd name="T35" fmla="*/ 21 h 44"/>
                <a:gd name="T36" fmla="*/ 470 w 470"/>
                <a:gd name="T37" fmla="*/ 21 h 44"/>
                <a:gd name="T38" fmla="*/ 468 w 470"/>
                <a:gd name="T39" fmla="*/ 14 h 44"/>
                <a:gd name="T40" fmla="*/ 464 w 470"/>
                <a:gd name="T41" fmla="*/ 6 h 44"/>
                <a:gd name="T42" fmla="*/ 456 w 470"/>
                <a:gd name="T43" fmla="*/ 2 h 44"/>
                <a:gd name="T44" fmla="*/ 449 w 470"/>
                <a:gd name="T45" fmla="*/ 0 h 44"/>
                <a:gd name="T46" fmla="*/ 449 w 470"/>
                <a:gd name="T4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0" h="44">
                  <a:moveTo>
                    <a:pt x="449" y="0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5" y="6"/>
                  </a:lnTo>
                  <a:lnTo>
                    <a:pt x="2" y="14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31"/>
                  </a:lnTo>
                  <a:lnTo>
                    <a:pt x="5" y="37"/>
                  </a:lnTo>
                  <a:lnTo>
                    <a:pt x="13" y="42"/>
                  </a:lnTo>
                  <a:lnTo>
                    <a:pt x="21" y="44"/>
                  </a:lnTo>
                  <a:lnTo>
                    <a:pt x="449" y="44"/>
                  </a:lnTo>
                  <a:lnTo>
                    <a:pt x="449" y="44"/>
                  </a:lnTo>
                  <a:lnTo>
                    <a:pt x="456" y="42"/>
                  </a:lnTo>
                  <a:lnTo>
                    <a:pt x="464" y="37"/>
                  </a:lnTo>
                  <a:lnTo>
                    <a:pt x="468" y="31"/>
                  </a:lnTo>
                  <a:lnTo>
                    <a:pt x="470" y="21"/>
                  </a:lnTo>
                  <a:lnTo>
                    <a:pt x="470" y="21"/>
                  </a:lnTo>
                  <a:lnTo>
                    <a:pt x="468" y="14"/>
                  </a:lnTo>
                  <a:lnTo>
                    <a:pt x="464" y="6"/>
                  </a:lnTo>
                  <a:lnTo>
                    <a:pt x="456" y="2"/>
                  </a:lnTo>
                  <a:lnTo>
                    <a:pt x="449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5" name="组合 20"/>
          <p:cNvGrpSpPr/>
          <p:nvPr/>
        </p:nvGrpSpPr>
        <p:grpSpPr>
          <a:xfrm>
            <a:off x="1321594" y="3836953"/>
            <a:ext cx="343290" cy="285197"/>
            <a:chOff x="449263" y="1146175"/>
            <a:chExt cx="1801813" cy="1612901"/>
          </a:xfrm>
          <a:solidFill>
            <a:schemeClr val="bg1"/>
          </a:solidFill>
        </p:grpSpPr>
        <p:sp>
          <p:nvSpPr>
            <p:cNvPr id="156" name="Freeform 5"/>
            <p:cNvSpPr>
              <a:spLocks noEditPoints="1"/>
            </p:cNvSpPr>
            <p:nvPr/>
          </p:nvSpPr>
          <p:spPr bwMode="auto">
            <a:xfrm>
              <a:off x="709613" y="1554163"/>
              <a:ext cx="1284288" cy="1204913"/>
            </a:xfrm>
            <a:custGeom>
              <a:avLst/>
              <a:gdLst>
                <a:gd name="T0" fmla="*/ 429 w 809"/>
                <a:gd name="T1" fmla="*/ 8 h 759"/>
                <a:gd name="T2" fmla="*/ 425 w 809"/>
                <a:gd name="T3" fmla="*/ 4 h 759"/>
                <a:gd name="T4" fmla="*/ 404 w 809"/>
                <a:gd name="T5" fmla="*/ 0 h 759"/>
                <a:gd name="T6" fmla="*/ 384 w 809"/>
                <a:gd name="T7" fmla="*/ 4 h 759"/>
                <a:gd name="T8" fmla="*/ 26 w 809"/>
                <a:gd name="T9" fmla="*/ 310 h 759"/>
                <a:gd name="T10" fmla="*/ 16 w 809"/>
                <a:gd name="T11" fmla="*/ 322 h 759"/>
                <a:gd name="T12" fmla="*/ 2 w 809"/>
                <a:gd name="T13" fmla="*/ 352 h 759"/>
                <a:gd name="T14" fmla="*/ 0 w 809"/>
                <a:gd name="T15" fmla="*/ 726 h 759"/>
                <a:gd name="T16" fmla="*/ 0 w 809"/>
                <a:gd name="T17" fmla="*/ 734 h 759"/>
                <a:gd name="T18" fmla="*/ 6 w 809"/>
                <a:gd name="T19" fmla="*/ 745 h 759"/>
                <a:gd name="T20" fmla="*/ 16 w 809"/>
                <a:gd name="T21" fmla="*/ 753 h 759"/>
                <a:gd name="T22" fmla="*/ 28 w 809"/>
                <a:gd name="T23" fmla="*/ 759 h 759"/>
                <a:gd name="T24" fmla="*/ 267 w 809"/>
                <a:gd name="T25" fmla="*/ 759 h 759"/>
                <a:gd name="T26" fmla="*/ 273 w 809"/>
                <a:gd name="T27" fmla="*/ 759 h 759"/>
                <a:gd name="T28" fmla="*/ 285 w 809"/>
                <a:gd name="T29" fmla="*/ 753 h 759"/>
                <a:gd name="T30" fmla="*/ 295 w 809"/>
                <a:gd name="T31" fmla="*/ 745 h 759"/>
                <a:gd name="T32" fmla="*/ 301 w 809"/>
                <a:gd name="T33" fmla="*/ 734 h 759"/>
                <a:gd name="T34" fmla="*/ 301 w 809"/>
                <a:gd name="T35" fmla="*/ 478 h 759"/>
                <a:gd name="T36" fmla="*/ 301 w 809"/>
                <a:gd name="T37" fmla="*/ 471 h 759"/>
                <a:gd name="T38" fmla="*/ 307 w 809"/>
                <a:gd name="T39" fmla="*/ 459 h 759"/>
                <a:gd name="T40" fmla="*/ 317 w 809"/>
                <a:gd name="T41" fmla="*/ 449 h 759"/>
                <a:gd name="T42" fmla="*/ 328 w 809"/>
                <a:gd name="T43" fmla="*/ 445 h 759"/>
                <a:gd name="T44" fmla="*/ 479 w 809"/>
                <a:gd name="T45" fmla="*/ 443 h 759"/>
                <a:gd name="T46" fmla="*/ 487 w 809"/>
                <a:gd name="T47" fmla="*/ 445 h 759"/>
                <a:gd name="T48" fmla="*/ 498 w 809"/>
                <a:gd name="T49" fmla="*/ 449 h 759"/>
                <a:gd name="T50" fmla="*/ 508 w 809"/>
                <a:gd name="T51" fmla="*/ 459 h 759"/>
                <a:gd name="T52" fmla="*/ 512 w 809"/>
                <a:gd name="T53" fmla="*/ 471 h 759"/>
                <a:gd name="T54" fmla="*/ 514 w 809"/>
                <a:gd name="T55" fmla="*/ 726 h 759"/>
                <a:gd name="T56" fmla="*/ 514 w 809"/>
                <a:gd name="T57" fmla="*/ 734 h 759"/>
                <a:gd name="T58" fmla="*/ 520 w 809"/>
                <a:gd name="T59" fmla="*/ 745 h 759"/>
                <a:gd name="T60" fmla="*/ 528 w 809"/>
                <a:gd name="T61" fmla="*/ 753 h 759"/>
                <a:gd name="T62" fmla="*/ 542 w 809"/>
                <a:gd name="T63" fmla="*/ 759 h 759"/>
                <a:gd name="T64" fmla="*/ 775 w 809"/>
                <a:gd name="T65" fmla="*/ 759 h 759"/>
                <a:gd name="T66" fmla="*/ 781 w 809"/>
                <a:gd name="T67" fmla="*/ 759 h 759"/>
                <a:gd name="T68" fmla="*/ 793 w 809"/>
                <a:gd name="T69" fmla="*/ 753 h 759"/>
                <a:gd name="T70" fmla="*/ 803 w 809"/>
                <a:gd name="T71" fmla="*/ 745 h 759"/>
                <a:gd name="T72" fmla="*/ 807 w 809"/>
                <a:gd name="T73" fmla="*/ 734 h 759"/>
                <a:gd name="T74" fmla="*/ 809 w 809"/>
                <a:gd name="T75" fmla="*/ 368 h 759"/>
                <a:gd name="T76" fmla="*/ 807 w 809"/>
                <a:gd name="T77" fmla="*/ 352 h 759"/>
                <a:gd name="T78" fmla="*/ 793 w 809"/>
                <a:gd name="T79" fmla="*/ 322 h 759"/>
                <a:gd name="T80" fmla="*/ 783 w 809"/>
                <a:gd name="T81" fmla="*/ 310 h 759"/>
                <a:gd name="T82" fmla="*/ 404 w 809"/>
                <a:gd name="T83" fmla="*/ 324 h 759"/>
                <a:gd name="T84" fmla="*/ 376 w 809"/>
                <a:gd name="T85" fmla="*/ 318 h 759"/>
                <a:gd name="T86" fmla="*/ 354 w 809"/>
                <a:gd name="T87" fmla="*/ 303 h 759"/>
                <a:gd name="T88" fmla="*/ 338 w 809"/>
                <a:gd name="T89" fmla="*/ 281 h 759"/>
                <a:gd name="T90" fmla="*/ 332 w 809"/>
                <a:gd name="T91" fmla="*/ 253 h 759"/>
                <a:gd name="T92" fmla="*/ 334 w 809"/>
                <a:gd name="T93" fmla="*/ 237 h 759"/>
                <a:gd name="T94" fmla="*/ 344 w 809"/>
                <a:gd name="T95" fmla="*/ 214 h 759"/>
                <a:gd name="T96" fmla="*/ 364 w 809"/>
                <a:gd name="T97" fmla="*/ 194 h 759"/>
                <a:gd name="T98" fmla="*/ 390 w 809"/>
                <a:gd name="T99" fmla="*/ 182 h 759"/>
                <a:gd name="T100" fmla="*/ 404 w 809"/>
                <a:gd name="T101" fmla="*/ 182 h 759"/>
                <a:gd name="T102" fmla="*/ 431 w 809"/>
                <a:gd name="T103" fmla="*/ 186 h 759"/>
                <a:gd name="T104" fmla="*/ 455 w 809"/>
                <a:gd name="T105" fmla="*/ 202 h 759"/>
                <a:gd name="T106" fmla="*/ 471 w 809"/>
                <a:gd name="T107" fmla="*/ 225 h 759"/>
                <a:gd name="T108" fmla="*/ 477 w 809"/>
                <a:gd name="T109" fmla="*/ 253 h 759"/>
                <a:gd name="T110" fmla="*/ 475 w 809"/>
                <a:gd name="T111" fmla="*/ 267 h 759"/>
                <a:gd name="T112" fmla="*/ 463 w 809"/>
                <a:gd name="T113" fmla="*/ 293 h 759"/>
                <a:gd name="T114" fmla="*/ 445 w 809"/>
                <a:gd name="T115" fmla="*/ 312 h 759"/>
                <a:gd name="T116" fmla="*/ 419 w 809"/>
                <a:gd name="T117" fmla="*/ 322 h 759"/>
                <a:gd name="T118" fmla="*/ 404 w 809"/>
                <a:gd name="T119" fmla="*/ 324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09" h="759">
                  <a:moveTo>
                    <a:pt x="783" y="310"/>
                  </a:moveTo>
                  <a:lnTo>
                    <a:pt x="429" y="8"/>
                  </a:lnTo>
                  <a:lnTo>
                    <a:pt x="429" y="8"/>
                  </a:lnTo>
                  <a:lnTo>
                    <a:pt x="425" y="4"/>
                  </a:lnTo>
                  <a:lnTo>
                    <a:pt x="417" y="2"/>
                  </a:lnTo>
                  <a:lnTo>
                    <a:pt x="404" y="0"/>
                  </a:lnTo>
                  <a:lnTo>
                    <a:pt x="390" y="2"/>
                  </a:lnTo>
                  <a:lnTo>
                    <a:pt x="384" y="4"/>
                  </a:lnTo>
                  <a:lnTo>
                    <a:pt x="378" y="8"/>
                  </a:lnTo>
                  <a:lnTo>
                    <a:pt x="26" y="310"/>
                  </a:lnTo>
                  <a:lnTo>
                    <a:pt x="26" y="310"/>
                  </a:lnTo>
                  <a:lnTo>
                    <a:pt x="16" y="322"/>
                  </a:lnTo>
                  <a:lnTo>
                    <a:pt x="8" y="336"/>
                  </a:lnTo>
                  <a:lnTo>
                    <a:pt x="2" y="352"/>
                  </a:lnTo>
                  <a:lnTo>
                    <a:pt x="0" y="368"/>
                  </a:lnTo>
                  <a:lnTo>
                    <a:pt x="0" y="726"/>
                  </a:lnTo>
                  <a:lnTo>
                    <a:pt x="0" y="726"/>
                  </a:lnTo>
                  <a:lnTo>
                    <a:pt x="0" y="734"/>
                  </a:lnTo>
                  <a:lnTo>
                    <a:pt x="2" y="739"/>
                  </a:lnTo>
                  <a:lnTo>
                    <a:pt x="6" y="745"/>
                  </a:lnTo>
                  <a:lnTo>
                    <a:pt x="10" y="749"/>
                  </a:lnTo>
                  <a:lnTo>
                    <a:pt x="16" y="753"/>
                  </a:lnTo>
                  <a:lnTo>
                    <a:pt x="20" y="757"/>
                  </a:lnTo>
                  <a:lnTo>
                    <a:pt x="28" y="759"/>
                  </a:lnTo>
                  <a:lnTo>
                    <a:pt x="34" y="759"/>
                  </a:lnTo>
                  <a:lnTo>
                    <a:pt x="267" y="759"/>
                  </a:lnTo>
                  <a:lnTo>
                    <a:pt x="267" y="759"/>
                  </a:lnTo>
                  <a:lnTo>
                    <a:pt x="273" y="759"/>
                  </a:lnTo>
                  <a:lnTo>
                    <a:pt x="279" y="757"/>
                  </a:lnTo>
                  <a:lnTo>
                    <a:pt x="285" y="753"/>
                  </a:lnTo>
                  <a:lnTo>
                    <a:pt x="291" y="749"/>
                  </a:lnTo>
                  <a:lnTo>
                    <a:pt x="295" y="745"/>
                  </a:lnTo>
                  <a:lnTo>
                    <a:pt x="299" y="739"/>
                  </a:lnTo>
                  <a:lnTo>
                    <a:pt x="301" y="734"/>
                  </a:lnTo>
                  <a:lnTo>
                    <a:pt x="301" y="726"/>
                  </a:lnTo>
                  <a:lnTo>
                    <a:pt x="301" y="478"/>
                  </a:lnTo>
                  <a:lnTo>
                    <a:pt x="301" y="478"/>
                  </a:lnTo>
                  <a:lnTo>
                    <a:pt x="301" y="471"/>
                  </a:lnTo>
                  <a:lnTo>
                    <a:pt x="303" y="465"/>
                  </a:lnTo>
                  <a:lnTo>
                    <a:pt x="307" y="459"/>
                  </a:lnTo>
                  <a:lnTo>
                    <a:pt x="311" y="455"/>
                  </a:lnTo>
                  <a:lnTo>
                    <a:pt x="317" y="449"/>
                  </a:lnTo>
                  <a:lnTo>
                    <a:pt x="322" y="447"/>
                  </a:lnTo>
                  <a:lnTo>
                    <a:pt x="328" y="445"/>
                  </a:lnTo>
                  <a:lnTo>
                    <a:pt x="334" y="443"/>
                  </a:lnTo>
                  <a:lnTo>
                    <a:pt x="479" y="443"/>
                  </a:lnTo>
                  <a:lnTo>
                    <a:pt x="479" y="443"/>
                  </a:lnTo>
                  <a:lnTo>
                    <a:pt x="487" y="445"/>
                  </a:lnTo>
                  <a:lnTo>
                    <a:pt x="492" y="447"/>
                  </a:lnTo>
                  <a:lnTo>
                    <a:pt x="498" y="449"/>
                  </a:lnTo>
                  <a:lnTo>
                    <a:pt x="504" y="455"/>
                  </a:lnTo>
                  <a:lnTo>
                    <a:pt x="508" y="459"/>
                  </a:lnTo>
                  <a:lnTo>
                    <a:pt x="510" y="465"/>
                  </a:lnTo>
                  <a:lnTo>
                    <a:pt x="512" y="471"/>
                  </a:lnTo>
                  <a:lnTo>
                    <a:pt x="514" y="478"/>
                  </a:lnTo>
                  <a:lnTo>
                    <a:pt x="514" y="726"/>
                  </a:lnTo>
                  <a:lnTo>
                    <a:pt x="514" y="726"/>
                  </a:lnTo>
                  <a:lnTo>
                    <a:pt x="514" y="734"/>
                  </a:lnTo>
                  <a:lnTo>
                    <a:pt x="516" y="739"/>
                  </a:lnTo>
                  <a:lnTo>
                    <a:pt x="520" y="745"/>
                  </a:lnTo>
                  <a:lnTo>
                    <a:pt x="524" y="749"/>
                  </a:lnTo>
                  <a:lnTo>
                    <a:pt x="528" y="753"/>
                  </a:lnTo>
                  <a:lnTo>
                    <a:pt x="534" y="757"/>
                  </a:lnTo>
                  <a:lnTo>
                    <a:pt x="542" y="759"/>
                  </a:lnTo>
                  <a:lnTo>
                    <a:pt x="548" y="759"/>
                  </a:lnTo>
                  <a:lnTo>
                    <a:pt x="775" y="759"/>
                  </a:lnTo>
                  <a:lnTo>
                    <a:pt x="775" y="759"/>
                  </a:lnTo>
                  <a:lnTo>
                    <a:pt x="781" y="759"/>
                  </a:lnTo>
                  <a:lnTo>
                    <a:pt x="787" y="757"/>
                  </a:lnTo>
                  <a:lnTo>
                    <a:pt x="793" y="753"/>
                  </a:lnTo>
                  <a:lnTo>
                    <a:pt x="799" y="749"/>
                  </a:lnTo>
                  <a:lnTo>
                    <a:pt x="803" y="745"/>
                  </a:lnTo>
                  <a:lnTo>
                    <a:pt x="805" y="739"/>
                  </a:lnTo>
                  <a:lnTo>
                    <a:pt x="807" y="734"/>
                  </a:lnTo>
                  <a:lnTo>
                    <a:pt x="809" y="726"/>
                  </a:lnTo>
                  <a:lnTo>
                    <a:pt x="809" y="368"/>
                  </a:lnTo>
                  <a:lnTo>
                    <a:pt x="809" y="368"/>
                  </a:lnTo>
                  <a:lnTo>
                    <a:pt x="807" y="352"/>
                  </a:lnTo>
                  <a:lnTo>
                    <a:pt x="801" y="336"/>
                  </a:lnTo>
                  <a:lnTo>
                    <a:pt x="793" y="322"/>
                  </a:lnTo>
                  <a:lnTo>
                    <a:pt x="783" y="310"/>
                  </a:lnTo>
                  <a:lnTo>
                    <a:pt x="783" y="310"/>
                  </a:lnTo>
                  <a:close/>
                  <a:moveTo>
                    <a:pt x="404" y="324"/>
                  </a:moveTo>
                  <a:lnTo>
                    <a:pt x="404" y="324"/>
                  </a:lnTo>
                  <a:lnTo>
                    <a:pt x="390" y="322"/>
                  </a:lnTo>
                  <a:lnTo>
                    <a:pt x="376" y="318"/>
                  </a:lnTo>
                  <a:lnTo>
                    <a:pt x="364" y="312"/>
                  </a:lnTo>
                  <a:lnTo>
                    <a:pt x="354" y="303"/>
                  </a:lnTo>
                  <a:lnTo>
                    <a:pt x="344" y="293"/>
                  </a:lnTo>
                  <a:lnTo>
                    <a:pt x="338" y="281"/>
                  </a:lnTo>
                  <a:lnTo>
                    <a:pt x="334" y="267"/>
                  </a:lnTo>
                  <a:lnTo>
                    <a:pt x="332" y="253"/>
                  </a:lnTo>
                  <a:lnTo>
                    <a:pt x="332" y="253"/>
                  </a:lnTo>
                  <a:lnTo>
                    <a:pt x="334" y="237"/>
                  </a:lnTo>
                  <a:lnTo>
                    <a:pt x="338" y="225"/>
                  </a:lnTo>
                  <a:lnTo>
                    <a:pt x="344" y="214"/>
                  </a:lnTo>
                  <a:lnTo>
                    <a:pt x="354" y="202"/>
                  </a:lnTo>
                  <a:lnTo>
                    <a:pt x="364" y="194"/>
                  </a:lnTo>
                  <a:lnTo>
                    <a:pt x="376" y="186"/>
                  </a:lnTo>
                  <a:lnTo>
                    <a:pt x="390" y="182"/>
                  </a:lnTo>
                  <a:lnTo>
                    <a:pt x="404" y="182"/>
                  </a:lnTo>
                  <a:lnTo>
                    <a:pt x="404" y="182"/>
                  </a:lnTo>
                  <a:lnTo>
                    <a:pt x="419" y="182"/>
                  </a:lnTo>
                  <a:lnTo>
                    <a:pt x="431" y="186"/>
                  </a:lnTo>
                  <a:lnTo>
                    <a:pt x="445" y="194"/>
                  </a:lnTo>
                  <a:lnTo>
                    <a:pt x="455" y="202"/>
                  </a:lnTo>
                  <a:lnTo>
                    <a:pt x="463" y="214"/>
                  </a:lnTo>
                  <a:lnTo>
                    <a:pt x="471" y="225"/>
                  </a:lnTo>
                  <a:lnTo>
                    <a:pt x="475" y="237"/>
                  </a:lnTo>
                  <a:lnTo>
                    <a:pt x="477" y="253"/>
                  </a:lnTo>
                  <a:lnTo>
                    <a:pt x="477" y="253"/>
                  </a:lnTo>
                  <a:lnTo>
                    <a:pt x="475" y="267"/>
                  </a:lnTo>
                  <a:lnTo>
                    <a:pt x="471" y="281"/>
                  </a:lnTo>
                  <a:lnTo>
                    <a:pt x="463" y="293"/>
                  </a:lnTo>
                  <a:lnTo>
                    <a:pt x="455" y="303"/>
                  </a:lnTo>
                  <a:lnTo>
                    <a:pt x="445" y="312"/>
                  </a:lnTo>
                  <a:lnTo>
                    <a:pt x="431" y="318"/>
                  </a:lnTo>
                  <a:lnTo>
                    <a:pt x="419" y="322"/>
                  </a:lnTo>
                  <a:lnTo>
                    <a:pt x="404" y="324"/>
                  </a:lnTo>
                  <a:lnTo>
                    <a:pt x="404" y="3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7" name="Freeform 6"/>
            <p:cNvSpPr>
              <a:spLocks noEditPoints="1"/>
            </p:cNvSpPr>
            <p:nvPr/>
          </p:nvSpPr>
          <p:spPr bwMode="auto">
            <a:xfrm>
              <a:off x="449263" y="1146175"/>
              <a:ext cx="1801813" cy="900113"/>
            </a:xfrm>
            <a:custGeom>
              <a:avLst/>
              <a:gdLst>
                <a:gd name="T0" fmla="*/ 975 w 1135"/>
                <a:gd name="T1" fmla="*/ 261 h 567"/>
                <a:gd name="T2" fmla="*/ 819 w 1135"/>
                <a:gd name="T3" fmla="*/ 71 h 567"/>
                <a:gd name="T4" fmla="*/ 821 w 1135"/>
                <a:gd name="T5" fmla="*/ 65 h 567"/>
                <a:gd name="T6" fmla="*/ 825 w 1135"/>
                <a:gd name="T7" fmla="*/ 53 h 567"/>
                <a:gd name="T8" fmla="*/ 834 w 1135"/>
                <a:gd name="T9" fmla="*/ 43 h 567"/>
                <a:gd name="T10" fmla="*/ 846 w 1135"/>
                <a:gd name="T11" fmla="*/ 38 h 567"/>
                <a:gd name="T12" fmla="*/ 941 w 1135"/>
                <a:gd name="T13" fmla="*/ 38 h 567"/>
                <a:gd name="T14" fmla="*/ 947 w 1135"/>
                <a:gd name="T15" fmla="*/ 38 h 567"/>
                <a:gd name="T16" fmla="*/ 961 w 1135"/>
                <a:gd name="T17" fmla="*/ 43 h 567"/>
                <a:gd name="T18" fmla="*/ 969 w 1135"/>
                <a:gd name="T19" fmla="*/ 53 h 567"/>
                <a:gd name="T20" fmla="*/ 975 w 1135"/>
                <a:gd name="T21" fmla="*/ 65 h 567"/>
                <a:gd name="T22" fmla="*/ 975 w 1135"/>
                <a:gd name="T23" fmla="*/ 71 h 567"/>
                <a:gd name="T24" fmla="*/ 568 w 1135"/>
                <a:gd name="T25" fmla="*/ 162 h 567"/>
                <a:gd name="T26" fmla="*/ 1020 w 1135"/>
                <a:gd name="T27" fmla="*/ 550 h 567"/>
                <a:gd name="T28" fmla="*/ 1044 w 1135"/>
                <a:gd name="T29" fmla="*/ 563 h 567"/>
                <a:gd name="T30" fmla="*/ 1070 w 1135"/>
                <a:gd name="T31" fmla="*/ 567 h 567"/>
                <a:gd name="T32" fmla="*/ 1095 w 1135"/>
                <a:gd name="T33" fmla="*/ 561 h 567"/>
                <a:gd name="T34" fmla="*/ 1117 w 1135"/>
                <a:gd name="T35" fmla="*/ 546 h 567"/>
                <a:gd name="T36" fmla="*/ 1125 w 1135"/>
                <a:gd name="T37" fmla="*/ 534 h 567"/>
                <a:gd name="T38" fmla="*/ 1135 w 1135"/>
                <a:gd name="T39" fmla="*/ 510 h 567"/>
                <a:gd name="T40" fmla="*/ 1133 w 1135"/>
                <a:gd name="T41" fmla="*/ 482 h 567"/>
                <a:gd name="T42" fmla="*/ 1123 w 1135"/>
                <a:gd name="T43" fmla="*/ 459 h 567"/>
                <a:gd name="T44" fmla="*/ 615 w 1135"/>
                <a:gd name="T45" fmla="*/ 18 h 567"/>
                <a:gd name="T46" fmla="*/ 605 w 1135"/>
                <a:gd name="T47" fmla="*/ 10 h 567"/>
                <a:gd name="T48" fmla="*/ 581 w 1135"/>
                <a:gd name="T49" fmla="*/ 2 h 567"/>
                <a:gd name="T50" fmla="*/ 556 w 1135"/>
                <a:gd name="T51" fmla="*/ 2 h 567"/>
                <a:gd name="T52" fmla="*/ 532 w 1135"/>
                <a:gd name="T53" fmla="*/ 10 h 567"/>
                <a:gd name="T54" fmla="*/ 24 w 1135"/>
                <a:gd name="T55" fmla="*/ 449 h 567"/>
                <a:gd name="T56" fmla="*/ 14 w 1135"/>
                <a:gd name="T57" fmla="*/ 459 h 567"/>
                <a:gd name="T58" fmla="*/ 2 w 1135"/>
                <a:gd name="T59" fmla="*/ 482 h 567"/>
                <a:gd name="T60" fmla="*/ 2 w 1135"/>
                <a:gd name="T61" fmla="*/ 510 h 567"/>
                <a:gd name="T62" fmla="*/ 10 w 1135"/>
                <a:gd name="T63" fmla="*/ 534 h 567"/>
                <a:gd name="T64" fmla="*/ 18 w 1135"/>
                <a:gd name="T65" fmla="*/ 546 h 567"/>
                <a:gd name="T66" fmla="*/ 36 w 1135"/>
                <a:gd name="T67" fmla="*/ 558 h 567"/>
                <a:gd name="T68" fmla="*/ 61 w 1135"/>
                <a:gd name="T69" fmla="*/ 565 h 567"/>
                <a:gd name="T70" fmla="*/ 89 w 1135"/>
                <a:gd name="T71" fmla="*/ 565 h 567"/>
                <a:gd name="T72" fmla="*/ 111 w 1135"/>
                <a:gd name="T73" fmla="*/ 556 h 567"/>
                <a:gd name="T74" fmla="*/ 117 w 1135"/>
                <a:gd name="T75" fmla="*/ 55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567">
                  <a:moveTo>
                    <a:pt x="975" y="71"/>
                  </a:moveTo>
                  <a:lnTo>
                    <a:pt x="975" y="261"/>
                  </a:lnTo>
                  <a:lnTo>
                    <a:pt x="819" y="127"/>
                  </a:lnTo>
                  <a:lnTo>
                    <a:pt x="819" y="71"/>
                  </a:lnTo>
                  <a:lnTo>
                    <a:pt x="819" y="71"/>
                  </a:lnTo>
                  <a:lnTo>
                    <a:pt x="821" y="65"/>
                  </a:lnTo>
                  <a:lnTo>
                    <a:pt x="823" y="57"/>
                  </a:lnTo>
                  <a:lnTo>
                    <a:pt x="825" y="53"/>
                  </a:lnTo>
                  <a:lnTo>
                    <a:pt x="830" y="47"/>
                  </a:lnTo>
                  <a:lnTo>
                    <a:pt x="834" y="43"/>
                  </a:lnTo>
                  <a:lnTo>
                    <a:pt x="840" y="40"/>
                  </a:lnTo>
                  <a:lnTo>
                    <a:pt x="846" y="38"/>
                  </a:lnTo>
                  <a:lnTo>
                    <a:pt x="854" y="38"/>
                  </a:lnTo>
                  <a:lnTo>
                    <a:pt x="941" y="38"/>
                  </a:lnTo>
                  <a:lnTo>
                    <a:pt x="941" y="38"/>
                  </a:lnTo>
                  <a:lnTo>
                    <a:pt x="947" y="38"/>
                  </a:lnTo>
                  <a:lnTo>
                    <a:pt x="955" y="40"/>
                  </a:lnTo>
                  <a:lnTo>
                    <a:pt x="961" y="43"/>
                  </a:lnTo>
                  <a:lnTo>
                    <a:pt x="965" y="47"/>
                  </a:lnTo>
                  <a:lnTo>
                    <a:pt x="969" y="53"/>
                  </a:lnTo>
                  <a:lnTo>
                    <a:pt x="973" y="57"/>
                  </a:lnTo>
                  <a:lnTo>
                    <a:pt x="975" y="65"/>
                  </a:lnTo>
                  <a:lnTo>
                    <a:pt x="975" y="71"/>
                  </a:lnTo>
                  <a:lnTo>
                    <a:pt x="975" y="71"/>
                  </a:lnTo>
                  <a:close/>
                  <a:moveTo>
                    <a:pt x="117" y="550"/>
                  </a:moveTo>
                  <a:lnTo>
                    <a:pt x="568" y="162"/>
                  </a:lnTo>
                  <a:lnTo>
                    <a:pt x="1020" y="550"/>
                  </a:lnTo>
                  <a:lnTo>
                    <a:pt x="1020" y="550"/>
                  </a:lnTo>
                  <a:lnTo>
                    <a:pt x="1032" y="560"/>
                  </a:lnTo>
                  <a:lnTo>
                    <a:pt x="1044" y="563"/>
                  </a:lnTo>
                  <a:lnTo>
                    <a:pt x="1056" y="567"/>
                  </a:lnTo>
                  <a:lnTo>
                    <a:pt x="1070" y="567"/>
                  </a:lnTo>
                  <a:lnTo>
                    <a:pt x="1084" y="565"/>
                  </a:lnTo>
                  <a:lnTo>
                    <a:pt x="1095" y="561"/>
                  </a:lnTo>
                  <a:lnTo>
                    <a:pt x="1107" y="556"/>
                  </a:lnTo>
                  <a:lnTo>
                    <a:pt x="1117" y="546"/>
                  </a:lnTo>
                  <a:lnTo>
                    <a:pt x="1117" y="546"/>
                  </a:lnTo>
                  <a:lnTo>
                    <a:pt x="1125" y="534"/>
                  </a:lnTo>
                  <a:lnTo>
                    <a:pt x="1131" y="522"/>
                  </a:lnTo>
                  <a:lnTo>
                    <a:pt x="1135" y="510"/>
                  </a:lnTo>
                  <a:lnTo>
                    <a:pt x="1135" y="496"/>
                  </a:lnTo>
                  <a:lnTo>
                    <a:pt x="1133" y="482"/>
                  </a:lnTo>
                  <a:lnTo>
                    <a:pt x="1129" y="471"/>
                  </a:lnTo>
                  <a:lnTo>
                    <a:pt x="1123" y="459"/>
                  </a:lnTo>
                  <a:lnTo>
                    <a:pt x="1113" y="449"/>
                  </a:lnTo>
                  <a:lnTo>
                    <a:pt x="615" y="18"/>
                  </a:lnTo>
                  <a:lnTo>
                    <a:pt x="615" y="18"/>
                  </a:lnTo>
                  <a:lnTo>
                    <a:pt x="605" y="10"/>
                  </a:lnTo>
                  <a:lnTo>
                    <a:pt x="593" y="6"/>
                  </a:lnTo>
                  <a:lnTo>
                    <a:pt x="581" y="2"/>
                  </a:lnTo>
                  <a:lnTo>
                    <a:pt x="568" y="0"/>
                  </a:lnTo>
                  <a:lnTo>
                    <a:pt x="556" y="2"/>
                  </a:lnTo>
                  <a:lnTo>
                    <a:pt x="544" y="6"/>
                  </a:lnTo>
                  <a:lnTo>
                    <a:pt x="532" y="10"/>
                  </a:lnTo>
                  <a:lnTo>
                    <a:pt x="522" y="18"/>
                  </a:lnTo>
                  <a:lnTo>
                    <a:pt x="24" y="449"/>
                  </a:lnTo>
                  <a:lnTo>
                    <a:pt x="24" y="449"/>
                  </a:lnTo>
                  <a:lnTo>
                    <a:pt x="14" y="459"/>
                  </a:lnTo>
                  <a:lnTo>
                    <a:pt x="8" y="471"/>
                  </a:lnTo>
                  <a:lnTo>
                    <a:pt x="2" y="482"/>
                  </a:lnTo>
                  <a:lnTo>
                    <a:pt x="0" y="496"/>
                  </a:lnTo>
                  <a:lnTo>
                    <a:pt x="2" y="510"/>
                  </a:lnTo>
                  <a:lnTo>
                    <a:pt x="4" y="522"/>
                  </a:lnTo>
                  <a:lnTo>
                    <a:pt x="10" y="534"/>
                  </a:lnTo>
                  <a:lnTo>
                    <a:pt x="18" y="546"/>
                  </a:lnTo>
                  <a:lnTo>
                    <a:pt x="18" y="546"/>
                  </a:lnTo>
                  <a:lnTo>
                    <a:pt x="26" y="552"/>
                  </a:lnTo>
                  <a:lnTo>
                    <a:pt x="36" y="558"/>
                  </a:lnTo>
                  <a:lnTo>
                    <a:pt x="47" y="561"/>
                  </a:lnTo>
                  <a:lnTo>
                    <a:pt x="61" y="565"/>
                  </a:lnTo>
                  <a:lnTo>
                    <a:pt x="75" y="567"/>
                  </a:lnTo>
                  <a:lnTo>
                    <a:pt x="89" y="565"/>
                  </a:lnTo>
                  <a:lnTo>
                    <a:pt x="103" y="560"/>
                  </a:lnTo>
                  <a:lnTo>
                    <a:pt x="111" y="556"/>
                  </a:lnTo>
                  <a:lnTo>
                    <a:pt x="117" y="550"/>
                  </a:lnTo>
                  <a:lnTo>
                    <a:pt x="117" y="5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箭头 1"/>
          <p:cNvSpPr/>
          <p:nvPr/>
        </p:nvSpPr>
        <p:spPr>
          <a:xfrm>
            <a:off x="1050925" y="3930650"/>
            <a:ext cx="2716213" cy="204788"/>
          </a:xfrm>
          <a:custGeom>
            <a:avLst/>
            <a:gdLst/>
            <a:ahLst/>
            <a:cxnLst/>
            <a:rect l="l" t="t" r="r" b="b"/>
            <a:pathLst>
              <a:path w="1475992" h="143984">
                <a:moveTo>
                  <a:pt x="0" y="0"/>
                </a:moveTo>
                <a:lnTo>
                  <a:pt x="1404000" y="0"/>
                </a:lnTo>
                <a:lnTo>
                  <a:pt x="1475992" y="71992"/>
                </a:lnTo>
                <a:lnTo>
                  <a:pt x="1404000" y="143984"/>
                </a:lnTo>
                <a:lnTo>
                  <a:pt x="0" y="143984"/>
                </a:lnTo>
                <a:lnTo>
                  <a:pt x="71992" y="71992"/>
                </a:ln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3" name="燕尾形箭头 1"/>
          <p:cNvSpPr/>
          <p:nvPr/>
        </p:nvSpPr>
        <p:spPr>
          <a:xfrm>
            <a:off x="3630613" y="3922713"/>
            <a:ext cx="2716212" cy="198437"/>
          </a:xfrm>
          <a:custGeom>
            <a:avLst/>
            <a:gdLst/>
            <a:ahLst/>
            <a:cxnLst/>
            <a:rect l="l" t="t" r="r" b="b"/>
            <a:pathLst>
              <a:path w="1475992" h="143984">
                <a:moveTo>
                  <a:pt x="0" y="0"/>
                </a:moveTo>
                <a:lnTo>
                  <a:pt x="1404000" y="0"/>
                </a:lnTo>
                <a:lnTo>
                  <a:pt x="1475992" y="71992"/>
                </a:lnTo>
                <a:lnTo>
                  <a:pt x="1404000" y="143984"/>
                </a:lnTo>
                <a:lnTo>
                  <a:pt x="0" y="143984"/>
                </a:lnTo>
                <a:lnTo>
                  <a:pt x="71992" y="71992"/>
                </a:lnTo>
                <a:close/>
              </a:path>
            </a:pathLst>
          </a:custGeom>
          <a:solidFill>
            <a:srgbClr val="F46501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4" name="燕尾形箭头 1"/>
          <p:cNvSpPr/>
          <p:nvPr/>
        </p:nvSpPr>
        <p:spPr>
          <a:xfrm>
            <a:off x="6226175" y="3922713"/>
            <a:ext cx="2795588" cy="212725"/>
          </a:xfrm>
          <a:custGeom>
            <a:avLst/>
            <a:gdLst/>
            <a:ahLst/>
            <a:cxnLst/>
            <a:rect l="l" t="t" r="r" b="b"/>
            <a:pathLst>
              <a:path w="1475992" h="143984">
                <a:moveTo>
                  <a:pt x="0" y="0"/>
                </a:moveTo>
                <a:lnTo>
                  <a:pt x="1404000" y="0"/>
                </a:lnTo>
                <a:lnTo>
                  <a:pt x="1475992" y="71992"/>
                </a:lnTo>
                <a:lnTo>
                  <a:pt x="1404000" y="143984"/>
                </a:lnTo>
                <a:lnTo>
                  <a:pt x="0" y="143984"/>
                </a:lnTo>
                <a:lnTo>
                  <a:pt x="71992" y="71992"/>
                </a:ln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5" name="燕尾形箭头 1"/>
          <p:cNvSpPr/>
          <p:nvPr/>
        </p:nvSpPr>
        <p:spPr>
          <a:xfrm>
            <a:off x="8904288" y="3922713"/>
            <a:ext cx="2341562" cy="198437"/>
          </a:xfrm>
          <a:custGeom>
            <a:avLst/>
            <a:gdLst/>
            <a:ahLst/>
            <a:cxnLst/>
            <a:rect l="l" t="t" r="r" b="b"/>
            <a:pathLst>
              <a:path w="1475992" h="143984">
                <a:moveTo>
                  <a:pt x="0" y="0"/>
                </a:moveTo>
                <a:lnTo>
                  <a:pt x="1404000" y="0"/>
                </a:lnTo>
                <a:lnTo>
                  <a:pt x="1475992" y="71992"/>
                </a:lnTo>
                <a:lnTo>
                  <a:pt x="1404000" y="143984"/>
                </a:lnTo>
                <a:lnTo>
                  <a:pt x="0" y="143984"/>
                </a:lnTo>
                <a:lnTo>
                  <a:pt x="71992" y="71992"/>
                </a:lnTo>
                <a:close/>
              </a:path>
            </a:pathLst>
          </a:custGeom>
          <a:solidFill>
            <a:srgbClr val="F46501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7" name="TextBox 31"/>
          <p:cNvSpPr txBox="1"/>
          <p:nvPr/>
        </p:nvSpPr>
        <p:spPr>
          <a:xfrm>
            <a:off x="1241425" y="2947988"/>
            <a:ext cx="2474913" cy="728662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就讀于西安外國語大學應用英語專業，學士學位</a:t>
            </a:r>
          </a:p>
        </p:txBody>
      </p:sp>
      <p:sp>
        <p:nvSpPr>
          <p:cNvPr id="8" name="TextBox 32"/>
          <p:cNvSpPr txBox="1"/>
          <p:nvPr/>
        </p:nvSpPr>
        <p:spPr>
          <a:xfrm>
            <a:off x="4391025" y="4187825"/>
            <a:ext cx="1404938" cy="728663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西安佰聯網絡技術有限公司</a:t>
            </a:r>
            <a:endParaRPr kumimoji="0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9" name="TextBox 33"/>
          <p:cNvSpPr txBox="1"/>
          <p:nvPr/>
        </p:nvSpPr>
        <p:spPr>
          <a:xfrm>
            <a:off x="6904038" y="2922588"/>
            <a:ext cx="1749425" cy="727075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威意特汽車系統（中國）有限公司</a:t>
            </a:r>
          </a:p>
        </p:txBody>
      </p:sp>
      <p:sp>
        <p:nvSpPr>
          <p:cNvPr id="10" name="TextBox 34"/>
          <p:cNvSpPr txBox="1"/>
          <p:nvPr/>
        </p:nvSpPr>
        <p:spPr>
          <a:xfrm>
            <a:off x="9445625" y="4187825"/>
            <a:ext cx="1731963" cy="728663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富智康精密電子（廊坊）有限公司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1597025" y="5692775"/>
            <a:ext cx="1684338" cy="427038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</a:rPr>
              <a:t>2006/9-2010/7</a:t>
            </a:r>
            <a:endParaRPr kumimoji="0"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4327525" y="1893888"/>
            <a:ext cx="1614488" cy="427037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</a:rPr>
              <a:t>2010/8-2012/3</a:t>
            </a:r>
            <a:endParaRPr kumimoji="0"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4" name="TextBox 37"/>
          <p:cNvSpPr txBox="1"/>
          <p:nvPr/>
        </p:nvSpPr>
        <p:spPr>
          <a:xfrm>
            <a:off x="6911975" y="5692775"/>
            <a:ext cx="1525588" cy="427038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</a:rPr>
              <a:t>2012/4-2013/4</a:t>
            </a:r>
            <a:endParaRPr kumimoji="0"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5" name="TextBox 38"/>
          <p:cNvSpPr txBox="1"/>
          <p:nvPr/>
        </p:nvSpPr>
        <p:spPr>
          <a:xfrm>
            <a:off x="9436100" y="1893888"/>
            <a:ext cx="1522413" cy="427037"/>
          </a:xfrm>
          <a:prstGeom prst="rect">
            <a:avLst/>
          </a:prstGeom>
          <a:noFill/>
        </p:spPr>
        <p:txBody>
          <a:bodyPr lIns="0" r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</a:rPr>
              <a:t>2013/5-</a:t>
            </a:r>
            <a:r>
              <a:rPr kumimoji="0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itchFamily="49" charset="-122"/>
                <a:ea typeface="SimHei" pitchFamily="49" charset="-122"/>
              </a:rPr>
              <a:t>至今</a:t>
            </a:r>
          </a:p>
        </p:txBody>
      </p:sp>
      <p:grpSp>
        <p:nvGrpSpPr>
          <p:cNvPr id="6" name="组合 16"/>
          <p:cNvGrpSpPr/>
          <p:nvPr/>
        </p:nvGrpSpPr>
        <p:grpSpPr>
          <a:xfrm>
            <a:off x="1892151" y="3971521"/>
            <a:ext cx="937180" cy="1638691"/>
            <a:chOff x="1278682" y="2819646"/>
            <a:chExt cx="576064" cy="1177048"/>
          </a:xfrm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11" name="组合 17"/>
            <p:cNvGrpSpPr/>
            <p:nvPr/>
          </p:nvGrpSpPr>
          <p:grpSpPr>
            <a:xfrm>
              <a:off x="1547584" y="2819646"/>
              <a:ext cx="72000" cy="612000"/>
              <a:chOff x="467544" y="2421862"/>
              <a:chExt cx="72000" cy="61200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503544" y="2421862"/>
                <a:ext cx="0" cy="612000"/>
              </a:xfrm>
              <a:prstGeom prst="line">
                <a:avLst/>
              </a:prstGeom>
              <a:ln w="19050">
                <a:solidFill>
                  <a:srgbClr val="2223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/>
              <p:cNvSpPr/>
              <p:nvPr/>
            </p:nvSpPr>
            <p:spPr>
              <a:xfrm>
                <a:off x="467544" y="242186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600" dirty="0">
                  <a:latin typeface="SimHei" pitchFamily="49" charset="-122"/>
                  <a:ea typeface="SimHei" pitchFamily="49" charset="-122"/>
                </a:endParaRPr>
              </a:p>
            </p:txBody>
          </p:sp>
        </p:grpSp>
        <p:sp>
          <p:nvSpPr>
            <p:cNvPr id="19" name="椭圆 18"/>
            <p:cNvSpPr/>
            <p:nvPr/>
          </p:nvSpPr>
          <p:spPr>
            <a:xfrm>
              <a:off x="1278682" y="3360813"/>
              <a:ext cx="576064" cy="635881"/>
            </a:xfrm>
            <a:prstGeom prst="ellipse">
              <a:avLst/>
            </a:prstGeom>
            <a:solidFill>
              <a:srgbClr val="29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20" name="KSO_Shape"/>
            <p:cNvSpPr>
              <a:spLocks noChangeAspect="1"/>
            </p:cNvSpPr>
            <p:nvPr/>
          </p:nvSpPr>
          <p:spPr bwMode="auto">
            <a:xfrm>
              <a:off x="1386714" y="3499328"/>
              <a:ext cx="360000" cy="326400"/>
            </a:xfrm>
            <a:custGeom>
              <a:avLst/>
              <a:gdLst>
                <a:gd name="T0" fmla="*/ 489274 w 2228850"/>
                <a:gd name="T1" fmla="*/ 1171178 h 2019300"/>
                <a:gd name="T2" fmla="*/ 683136 w 2228850"/>
                <a:gd name="T3" fmla="*/ 1519238 h 2019300"/>
                <a:gd name="T4" fmla="*/ 1056587 w 2228850"/>
                <a:gd name="T5" fmla="*/ 1377950 h 2019300"/>
                <a:gd name="T6" fmla="*/ 970559 w 2228850"/>
                <a:gd name="T7" fmla="*/ 988219 h 2019300"/>
                <a:gd name="T8" fmla="*/ 1033990 w 2228850"/>
                <a:gd name="T9" fmla="*/ 962025 h 2019300"/>
                <a:gd name="T10" fmla="*/ 1091871 w 2228850"/>
                <a:gd name="T11" fmla="*/ 1437085 h 2019300"/>
                <a:gd name="T12" fmla="*/ 629616 w 2228850"/>
                <a:gd name="T13" fmla="*/ 1562498 h 2019300"/>
                <a:gd name="T14" fmla="*/ 438529 w 2228850"/>
                <a:gd name="T15" fmla="*/ 1123950 h 2019300"/>
                <a:gd name="T16" fmla="*/ 761603 w 2228850"/>
                <a:gd name="T17" fmla="*/ 832840 h 2019300"/>
                <a:gd name="T18" fmla="*/ 421481 w 2228850"/>
                <a:gd name="T19" fmla="*/ 1071482 h 2019300"/>
                <a:gd name="T20" fmla="*/ 410369 w 2228850"/>
                <a:gd name="T21" fmla="*/ 1364523 h 2019300"/>
                <a:gd name="T22" fmla="*/ 723503 w 2228850"/>
                <a:gd name="T23" fmla="*/ 1626196 h 2019300"/>
                <a:gd name="T24" fmla="*/ 1080294 w 2228850"/>
                <a:gd name="T25" fmla="*/ 1505088 h 2019300"/>
                <a:gd name="T26" fmla="*/ 1187053 w 2228850"/>
                <a:gd name="T27" fmla="*/ 1194972 h 2019300"/>
                <a:gd name="T28" fmla="*/ 939403 w 2228850"/>
                <a:gd name="T29" fmla="*/ 861826 h 2019300"/>
                <a:gd name="T30" fmla="*/ 989013 w 2228850"/>
                <a:gd name="T31" fmla="*/ 477060 h 2019300"/>
                <a:gd name="T32" fmla="*/ 1144985 w 2228850"/>
                <a:gd name="T33" fmla="*/ 702599 h 2019300"/>
                <a:gd name="T34" fmla="*/ 1411685 w 2228850"/>
                <a:gd name="T35" fmla="*/ 749454 h 2019300"/>
                <a:gd name="T36" fmla="*/ 1373188 w 2228850"/>
                <a:gd name="T37" fmla="*/ 975390 h 2019300"/>
                <a:gd name="T38" fmla="*/ 1560116 w 2228850"/>
                <a:gd name="T39" fmla="*/ 1219194 h 2019300"/>
                <a:gd name="T40" fmla="*/ 1448991 w 2228850"/>
                <a:gd name="T41" fmla="*/ 1425673 h 2019300"/>
                <a:gd name="T42" fmla="*/ 1267222 w 2228850"/>
                <a:gd name="T43" fmla="*/ 1667095 h 2019300"/>
                <a:gd name="T44" fmla="*/ 1175544 w 2228850"/>
                <a:gd name="T45" fmla="*/ 1906134 h 2019300"/>
                <a:gd name="T46" fmla="*/ 894953 w 2228850"/>
                <a:gd name="T47" fmla="*/ 1860470 h 2019300"/>
                <a:gd name="T48" fmla="*/ 731044 w 2228850"/>
                <a:gd name="T49" fmla="*/ 2017315 h 2019300"/>
                <a:gd name="T50" fmla="*/ 570309 w 2228850"/>
                <a:gd name="T51" fmla="*/ 1831881 h 2019300"/>
                <a:gd name="T52" fmla="*/ 246459 w 2228850"/>
                <a:gd name="T53" fmla="*/ 1787805 h 2019300"/>
                <a:gd name="T54" fmla="*/ 203994 w 2228850"/>
                <a:gd name="T55" fmla="*/ 1546781 h 2019300"/>
                <a:gd name="T56" fmla="*/ 137715 w 2228850"/>
                <a:gd name="T57" fmla="*/ 1259695 h 2019300"/>
                <a:gd name="T58" fmla="*/ 29369 w 2228850"/>
                <a:gd name="T59" fmla="*/ 1034157 h 2019300"/>
                <a:gd name="T60" fmla="*/ 249634 w 2228850"/>
                <a:gd name="T61" fmla="*/ 888430 h 2019300"/>
                <a:gd name="T62" fmla="*/ 288925 w 2228850"/>
                <a:gd name="T63" fmla="*/ 622390 h 2019300"/>
                <a:gd name="T64" fmla="*/ 517128 w 2228850"/>
                <a:gd name="T65" fmla="*/ 653759 h 2019300"/>
                <a:gd name="T66" fmla="*/ 775097 w 2228850"/>
                <a:gd name="T67" fmla="*/ 462766 h 2019300"/>
                <a:gd name="T68" fmla="*/ 1636253 w 2228850"/>
                <a:gd name="T69" fmla="*/ 339029 h 2019300"/>
                <a:gd name="T70" fmla="*/ 1653303 w 2228850"/>
                <a:gd name="T71" fmla="*/ 573804 h 2019300"/>
                <a:gd name="T72" fmla="*/ 1888031 w 2228850"/>
                <a:gd name="T73" fmla="*/ 591283 h 2019300"/>
                <a:gd name="T74" fmla="*/ 1938387 w 2228850"/>
                <a:gd name="T75" fmla="*/ 361275 h 2019300"/>
                <a:gd name="T76" fmla="*/ 1832918 w 2228850"/>
                <a:gd name="T77" fmla="*/ 242894 h 2019300"/>
                <a:gd name="T78" fmla="*/ 1989536 w 2228850"/>
                <a:gd name="T79" fmla="*/ 468135 h 2019300"/>
                <a:gd name="T80" fmla="*/ 1791285 w 2228850"/>
                <a:gd name="T81" fmla="*/ 656829 h 2019300"/>
                <a:gd name="T82" fmla="*/ 1574399 w 2228850"/>
                <a:gd name="T83" fmla="*/ 489587 h 2019300"/>
                <a:gd name="T84" fmla="*/ 1708020 w 2228850"/>
                <a:gd name="T85" fmla="*/ 248853 h 2019300"/>
                <a:gd name="T86" fmla="*/ 1575304 w 2228850"/>
                <a:gd name="T87" fmla="*/ 344885 h 2019300"/>
                <a:gd name="T88" fmla="*/ 1650744 w 2228850"/>
                <a:gd name="T89" fmla="*/ 635794 h 2019300"/>
                <a:gd name="T90" fmla="*/ 1949723 w 2228850"/>
                <a:gd name="T91" fmla="*/ 603250 h 2019300"/>
                <a:gd name="T92" fmla="*/ 1960841 w 2228850"/>
                <a:gd name="T93" fmla="*/ 303213 h 2019300"/>
                <a:gd name="T94" fmla="*/ 1737698 w 2228850"/>
                <a:gd name="T95" fmla="*/ 39687 h 2019300"/>
                <a:gd name="T96" fmla="*/ 1949326 w 2228850"/>
                <a:gd name="T97" fmla="*/ 34131 h 2019300"/>
                <a:gd name="T98" fmla="*/ 2021193 w 2228850"/>
                <a:gd name="T99" fmla="*/ 167481 h 2019300"/>
                <a:gd name="T100" fmla="*/ 2207807 w 2228850"/>
                <a:gd name="T101" fmla="*/ 295275 h 2019300"/>
                <a:gd name="T102" fmla="*/ 2145072 w 2228850"/>
                <a:gd name="T103" fmla="*/ 494904 h 2019300"/>
                <a:gd name="T104" fmla="*/ 2146661 w 2228850"/>
                <a:gd name="T105" fmla="*/ 713979 h 2019300"/>
                <a:gd name="T106" fmla="*/ 1938606 w 2228850"/>
                <a:gd name="T107" fmla="*/ 781447 h 2019300"/>
                <a:gd name="T108" fmla="*/ 1834182 w 2228850"/>
                <a:gd name="T109" fmla="*/ 887413 h 2019300"/>
                <a:gd name="T110" fmla="*/ 1618186 w 2228850"/>
                <a:gd name="T111" fmla="*/ 854076 h 2019300"/>
                <a:gd name="T112" fmla="*/ 1542349 w 2228850"/>
                <a:gd name="T113" fmla="*/ 733822 h 2019300"/>
                <a:gd name="T114" fmla="*/ 1362882 w 2228850"/>
                <a:gd name="T115" fmla="*/ 615157 h 2019300"/>
                <a:gd name="T116" fmla="*/ 1414895 w 2228850"/>
                <a:gd name="T117" fmla="*/ 452835 h 2019300"/>
                <a:gd name="T118" fmla="*/ 1395837 w 2228850"/>
                <a:gd name="T119" fmla="*/ 209947 h 2019300"/>
                <a:gd name="T120" fmla="*/ 1619377 w 2228850"/>
                <a:gd name="T121" fmla="*/ 118269 h 2019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28850" h="2019300">
                  <a:moveTo>
                    <a:pt x="788194" y="927497"/>
                  </a:moveTo>
                  <a:lnTo>
                    <a:pt x="772732" y="927894"/>
                  </a:lnTo>
                  <a:lnTo>
                    <a:pt x="756875" y="929085"/>
                  </a:lnTo>
                  <a:lnTo>
                    <a:pt x="741810" y="931069"/>
                  </a:lnTo>
                  <a:lnTo>
                    <a:pt x="726745" y="933847"/>
                  </a:lnTo>
                  <a:lnTo>
                    <a:pt x="711680" y="937022"/>
                  </a:lnTo>
                  <a:lnTo>
                    <a:pt x="697408" y="940991"/>
                  </a:lnTo>
                  <a:lnTo>
                    <a:pt x="683136" y="945753"/>
                  </a:lnTo>
                  <a:lnTo>
                    <a:pt x="669260" y="951706"/>
                  </a:lnTo>
                  <a:lnTo>
                    <a:pt x="655781" y="957660"/>
                  </a:lnTo>
                  <a:lnTo>
                    <a:pt x="642698" y="964406"/>
                  </a:lnTo>
                  <a:lnTo>
                    <a:pt x="630012" y="971947"/>
                  </a:lnTo>
                  <a:lnTo>
                    <a:pt x="617326" y="979488"/>
                  </a:lnTo>
                  <a:lnTo>
                    <a:pt x="605432" y="988219"/>
                  </a:lnTo>
                  <a:lnTo>
                    <a:pt x="593936" y="997347"/>
                  </a:lnTo>
                  <a:lnTo>
                    <a:pt x="583232" y="1006872"/>
                  </a:lnTo>
                  <a:lnTo>
                    <a:pt x="572131" y="1016794"/>
                  </a:lnTo>
                  <a:lnTo>
                    <a:pt x="562220" y="1027510"/>
                  </a:lnTo>
                  <a:lnTo>
                    <a:pt x="552705" y="1038622"/>
                  </a:lnTo>
                  <a:lnTo>
                    <a:pt x="543587" y="1050132"/>
                  </a:lnTo>
                  <a:lnTo>
                    <a:pt x="535262" y="1062038"/>
                  </a:lnTo>
                  <a:lnTo>
                    <a:pt x="526936" y="1074341"/>
                  </a:lnTo>
                  <a:lnTo>
                    <a:pt x="519800" y="1087438"/>
                  </a:lnTo>
                  <a:lnTo>
                    <a:pt x="513061" y="1100535"/>
                  </a:lnTo>
                  <a:lnTo>
                    <a:pt x="507114" y="1114028"/>
                  </a:lnTo>
                  <a:lnTo>
                    <a:pt x="501564" y="1127522"/>
                  </a:lnTo>
                  <a:lnTo>
                    <a:pt x="496806" y="1142207"/>
                  </a:lnTo>
                  <a:lnTo>
                    <a:pt x="492842" y="1156494"/>
                  </a:lnTo>
                  <a:lnTo>
                    <a:pt x="489274" y="1171178"/>
                  </a:lnTo>
                  <a:lnTo>
                    <a:pt x="486499" y="1186260"/>
                  </a:lnTo>
                  <a:lnTo>
                    <a:pt x="484517" y="1201341"/>
                  </a:lnTo>
                  <a:lnTo>
                    <a:pt x="483327" y="1216819"/>
                  </a:lnTo>
                  <a:lnTo>
                    <a:pt x="482931" y="1232694"/>
                  </a:lnTo>
                  <a:lnTo>
                    <a:pt x="483327" y="1248172"/>
                  </a:lnTo>
                  <a:lnTo>
                    <a:pt x="484517" y="1263650"/>
                  </a:lnTo>
                  <a:lnTo>
                    <a:pt x="486499" y="1279129"/>
                  </a:lnTo>
                  <a:lnTo>
                    <a:pt x="489274" y="1294210"/>
                  </a:lnTo>
                  <a:lnTo>
                    <a:pt x="492842" y="1308894"/>
                  </a:lnTo>
                  <a:lnTo>
                    <a:pt x="496806" y="1323579"/>
                  </a:lnTo>
                  <a:lnTo>
                    <a:pt x="501564" y="1337469"/>
                  </a:lnTo>
                  <a:lnTo>
                    <a:pt x="507114" y="1351360"/>
                  </a:lnTo>
                  <a:lnTo>
                    <a:pt x="513061" y="1365250"/>
                  </a:lnTo>
                  <a:lnTo>
                    <a:pt x="519800" y="1377950"/>
                  </a:lnTo>
                  <a:lnTo>
                    <a:pt x="526936" y="1390650"/>
                  </a:lnTo>
                  <a:lnTo>
                    <a:pt x="535262" y="1402954"/>
                  </a:lnTo>
                  <a:lnTo>
                    <a:pt x="543587" y="1415257"/>
                  </a:lnTo>
                  <a:lnTo>
                    <a:pt x="552705" y="1426766"/>
                  </a:lnTo>
                  <a:lnTo>
                    <a:pt x="562220" y="1437879"/>
                  </a:lnTo>
                  <a:lnTo>
                    <a:pt x="572131" y="1448197"/>
                  </a:lnTo>
                  <a:lnTo>
                    <a:pt x="583232" y="1458516"/>
                  </a:lnTo>
                  <a:lnTo>
                    <a:pt x="593936" y="1468041"/>
                  </a:lnTo>
                  <a:lnTo>
                    <a:pt x="605432" y="1477169"/>
                  </a:lnTo>
                  <a:lnTo>
                    <a:pt x="617326" y="1485504"/>
                  </a:lnTo>
                  <a:lnTo>
                    <a:pt x="630012" y="1493441"/>
                  </a:lnTo>
                  <a:lnTo>
                    <a:pt x="642698" y="1500585"/>
                  </a:lnTo>
                  <a:lnTo>
                    <a:pt x="655781" y="1507729"/>
                  </a:lnTo>
                  <a:lnTo>
                    <a:pt x="669260" y="1513682"/>
                  </a:lnTo>
                  <a:lnTo>
                    <a:pt x="683136" y="1519238"/>
                  </a:lnTo>
                  <a:lnTo>
                    <a:pt x="697408" y="1524001"/>
                  </a:lnTo>
                  <a:lnTo>
                    <a:pt x="711680" y="1527969"/>
                  </a:lnTo>
                  <a:lnTo>
                    <a:pt x="726745" y="1531541"/>
                  </a:lnTo>
                  <a:lnTo>
                    <a:pt x="741810" y="1534319"/>
                  </a:lnTo>
                  <a:lnTo>
                    <a:pt x="756875" y="1536304"/>
                  </a:lnTo>
                  <a:lnTo>
                    <a:pt x="772732" y="1537494"/>
                  </a:lnTo>
                  <a:lnTo>
                    <a:pt x="788194" y="1537891"/>
                  </a:lnTo>
                  <a:lnTo>
                    <a:pt x="803655" y="1537494"/>
                  </a:lnTo>
                  <a:lnTo>
                    <a:pt x="819513" y="1536304"/>
                  </a:lnTo>
                  <a:lnTo>
                    <a:pt x="834578" y="1534319"/>
                  </a:lnTo>
                  <a:lnTo>
                    <a:pt x="849643" y="1531541"/>
                  </a:lnTo>
                  <a:lnTo>
                    <a:pt x="864708" y="1527969"/>
                  </a:lnTo>
                  <a:lnTo>
                    <a:pt x="878980" y="1524001"/>
                  </a:lnTo>
                  <a:lnTo>
                    <a:pt x="892855" y="1519238"/>
                  </a:lnTo>
                  <a:lnTo>
                    <a:pt x="907127" y="1513682"/>
                  </a:lnTo>
                  <a:lnTo>
                    <a:pt x="920606" y="1507729"/>
                  </a:lnTo>
                  <a:lnTo>
                    <a:pt x="933689" y="1500585"/>
                  </a:lnTo>
                  <a:lnTo>
                    <a:pt x="946772" y="1493441"/>
                  </a:lnTo>
                  <a:lnTo>
                    <a:pt x="958665" y="1485504"/>
                  </a:lnTo>
                  <a:lnTo>
                    <a:pt x="970559" y="1477169"/>
                  </a:lnTo>
                  <a:lnTo>
                    <a:pt x="982056" y="1468041"/>
                  </a:lnTo>
                  <a:lnTo>
                    <a:pt x="993552" y="1458516"/>
                  </a:lnTo>
                  <a:lnTo>
                    <a:pt x="1003860" y="1448197"/>
                  </a:lnTo>
                  <a:lnTo>
                    <a:pt x="1014168" y="1437879"/>
                  </a:lnTo>
                  <a:lnTo>
                    <a:pt x="1023682" y="1426766"/>
                  </a:lnTo>
                  <a:lnTo>
                    <a:pt x="1032404" y="1415257"/>
                  </a:lnTo>
                  <a:lnTo>
                    <a:pt x="1041522" y="1402954"/>
                  </a:lnTo>
                  <a:lnTo>
                    <a:pt x="1049055" y="1390650"/>
                  </a:lnTo>
                  <a:lnTo>
                    <a:pt x="1056587" y="1377950"/>
                  </a:lnTo>
                  <a:lnTo>
                    <a:pt x="1063327" y="1365250"/>
                  </a:lnTo>
                  <a:lnTo>
                    <a:pt x="1069273" y="1351360"/>
                  </a:lnTo>
                  <a:lnTo>
                    <a:pt x="1074824" y="1337469"/>
                  </a:lnTo>
                  <a:lnTo>
                    <a:pt x="1079581" y="1323579"/>
                  </a:lnTo>
                  <a:lnTo>
                    <a:pt x="1083942" y="1308894"/>
                  </a:lnTo>
                  <a:lnTo>
                    <a:pt x="1087510" y="1294210"/>
                  </a:lnTo>
                  <a:lnTo>
                    <a:pt x="1089889" y="1279129"/>
                  </a:lnTo>
                  <a:lnTo>
                    <a:pt x="1091871" y="1263650"/>
                  </a:lnTo>
                  <a:lnTo>
                    <a:pt x="1093060" y="1248172"/>
                  </a:lnTo>
                  <a:lnTo>
                    <a:pt x="1093457" y="1232694"/>
                  </a:lnTo>
                  <a:lnTo>
                    <a:pt x="1093060" y="1216819"/>
                  </a:lnTo>
                  <a:lnTo>
                    <a:pt x="1091871" y="1201341"/>
                  </a:lnTo>
                  <a:lnTo>
                    <a:pt x="1089889" y="1186260"/>
                  </a:lnTo>
                  <a:lnTo>
                    <a:pt x="1087510" y="1171178"/>
                  </a:lnTo>
                  <a:lnTo>
                    <a:pt x="1083942" y="1156494"/>
                  </a:lnTo>
                  <a:lnTo>
                    <a:pt x="1079581" y="1142207"/>
                  </a:lnTo>
                  <a:lnTo>
                    <a:pt x="1074824" y="1127522"/>
                  </a:lnTo>
                  <a:lnTo>
                    <a:pt x="1069273" y="1114028"/>
                  </a:lnTo>
                  <a:lnTo>
                    <a:pt x="1063327" y="1100535"/>
                  </a:lnTo>
                  <a:lnTo>
                    <a:pt x="1056587" y="1087438"/>
                  </a:lnTo>
                  <a:lnTo>
                    <a:pt x="1049055" y="1074341"/>
                  </a:lnTo>
                  <a:lnTo>
                    <a:pt x="1041522" y="1062038"/>
                  </a:lnTo>
                  <a:lnTo>
                    <a:pt x="1032404" y="1050132"/>
                  </a:lnTo>
                  <a:lnTo>
                    <a:pt x="1023682" y="1038622"/>
                  </a:lnTo>
                  <a:lnTo>
                    <a:pt x="1014168" y="1027510"/>
                  </a:lnTo>
                  <a:lnTo>
                    <a:pt x="1003860" y="1016794"/>
                  </a:lnTo>
                  <a:lnTo>
                    <a:pt x="993552" y="1006872"/>
                  </a:lnTo>
                  <a:lnTo>
                    <a:pt x="982056" y="997347"/>
                  </a:lnTo>
                  <a:lnTo>
                    <a:pt x="970559" y="988219"/>
                  </a:lnTo>
                  <a:lnTo>
                    <a:pt x="958665" y="979488"/>
                  </a:lnTo>
                  <a:lnTo>
                    <a:pt x="946772" y="971947"/>
                  </a:lnTo>
                  <a:lnTo>
                    <a:pt x="933689" y="964406"/>
                  </a:lnTo>
                  <a:lnTo>
                    <a:pt x="920606" y="957660"/>
                  </a:lnTo>
                  <a:lnTo>
                    <a:pt x="907127" y="951706"/>
                  </a:lnTo>
                  <a:lnTo>
                    <a:pt x="892855" y="945753"/>
                  </a:lnTo>
                  <a:lnTo>
                    <a:pt x="878980" y="940991"/>
                  </a:lnTo>
                  <a:lnTo>
                    <a:pt x="864708" y="937022"/>
                  </a:lnTo>
                  <a:lnTo>
                    <a:pt x="849643" y="933847"/>
                  </a:lnTo>
                  <a:lnTo>
                    <a:pt x="834578" y="931069"/>
                  </a:lnTo>
                  <a:lnTo>
                    <a:pt x="819513" y="929085"/>
                  </a:lnTo>
                  <a:lnTo>
                    <a:pt x="803655" y="927894"/>
                  </a:lnTo>
                  <a:lnTo>
                    <a:pt x="788194" y="927497"/>
                  </a:lnTo>
                  <a:close/>
                  <a:moveTo>
                    <a:pt x="788194" y="866775"/>
                  </a:moveTo>
                  <a:lnTo>
                    <a:pt x="806827" y="867569"/>
                  </a:lnTo>
                  <a:lnTo>
                    <a:pt x="825460" y="868760"/>
                  </a:lnTo>
                  <a:lnTo>
                    <a:pt x="843696" y="871141"/>
                  </a:lnTo>
                  <a:lnTo>
                    <a:pt x="861933" y="874316"/>
                  </a:lnTo>
                  <a:lnTo>
                    <a:pt x="879773" y="878285"/>
                  </a:lnTo>
                  <a:lnTo>
                    <a:pt x="896820" y="883444"/>
                  </a:lnTo>
                  <a:lnTo>
                    <a:pt x="913867" y="889000"/>
                  </a:lnTo>
                  <a:lnTo>
                    <a:pt x="930518" y="895350"/>
                  </a:lnTo>
                  <a:lnTo>
                    <a:pt x="947168" y="903288"/>
                  </a:lnTo>
                  <a:lnTo>
                    <a:pt x="962630" y="911225"/>
                  </a:lnTo>
                  <a:lnTo>
                    <a:pt x="977695" y="919956"/>
                  </a:lnTo>
                  <a:lnTo>
                    <a:pt x="992760" y="929481"/>
                  </a:lnTo>
                  <a:lnTo>
                    <a:pt x="1007032" y="939403"/>
                  </a:lnTo>
                  <a:lnTo>
                    <a:pt x="1020907" y="950516"/>
                  </a:lnTo>
                  <a:lnTo>
                    <a:pt x="1033990" y="962025"/>
                  </a:lnTo>
                  <a:lnTo>
                    <a:pt x="1047073" y="973931"/>
                  </a:lnTo>
                  <a:lnTo>
                    <a:pt x="1058966" y="986631"/>
                  </a:lnTo>
                  <a:lnTo>
                    <a:pt x="1070463" y="1000125"/>
                  </a:lnTo>
                  <a:lnTo>
                    <a:pt x="1081167" y="1014016"/>
                  </a:lnTo>
                  <a:lnTo>
                    <a:pt x="1091871" y="1027906"/>
                  </a:lnTo>
                  <a:lnTo>
                    <a:pt x="1100989" y="1042988"/>
                  </a:lnTo>
                  <a:lnTo>
                    <a:pt x="1109711" y="1058466"/>
                  </a:lnTo>
                  <a:lnTo>
                    <a:pt x="1118036" y="1073944"/>
                  </a:lnTo>
                  <a:lnTo>
                    <a:pt x="1125172" y="1090613"/>
                  </a:lnTo>
                  <a:lnTo>
                    <a:pt x="1131912" y="1106885"/>
                  </a:lnTo>
                  <a:lnTo>
                    <a:pt x="1137859" y="1123950"/>
                  </a:lnTo>
                  <a:lnTo>
                    <a:pt x="1142616" y="1141413"/>
                  </a:lnTo>
                  <a:lnTo>
                    <a:pt x="1146580" y="1158875"/>
                  </a:lnTo>
                  <a:lnTo>
                    <a:pt x="1149752" y="1176735"/>
                  </a:lnTo>
                  <a:lnTo>
                    <a:pt x="1152131" y="1195388"/>
                  </a:lnTo>
                  <a:lnTo>
                    <a:pt x="1153716" y="1213644"/>
                  </a:lnTo>
                  <a:lnTo>
                    <a:pt x="1154113" y="1232694"/>
                  </a:lnTo>
                  <a:lnTo>
                    <a:pt x="1153716" y="1251347"/>
                  </a:lnTo>
                  <a:lnTo>
                    <a:pt x="1152131" y="1270000"/>
                  </a:lnTo>
                  <a:lnTo>
                    <a:pt x="1149752" y="1288257"/>
                  </a:lnTo>
                  <a:lnTo>
                    <a:pt x="1146580" y="1306116"/>
                  </a:lnTo>
                  <a:lnTo>
                    <a:pt x="1142616" y="1324372"/>
                  </a:lnTo>
                  <a:lnTo>
                    <a:pt x="1137859" y="1341438"/>
                  </a:lnTo>
                  <a:lnTo>
                    <a:pt x="1131912" y="1358107"/>
                  </a:lnTo>
                  <a:lnTo>
                    <a:pt x="1125172" y="1375172"/>
                  </a:lnTo>
                  <a:lnTo>
                    <a:pt x="1118036" y="1391047"/>
                  </a:lnTo>
                  <a:lnTo>
                    <a:pt x="1109711" y="1406922"/>
                  </a:lnTo>
                  <a:lnTo>
                    <a:pt x="1100989" y="1422401"/>
                  </a:lnTo>
                  <a:lnTo>
                    <a:pt x="1091871" y="1437085"/>
                  </a:lnTo>
                  <a:lnTo>
                    <a:pt x="1081167" y="1451372"/>
                  </a:lnTo>
                  <a:lnTo>
                    <a:pt x="1070463" y="1465660"/>
                  </a:lnTo>
                  <a:lnTo>
                    <a:pt x="1058966" y="1478757"/>
                  </a:lnTo>
                  <a:lnTo>
                    <a:pt x="1047073" y="1491060"/>
                  </a:lnTo>
                  <a:lnTo>
                    <a:pt x="1033990" y="1503760"/>
                  </a:lnTo>
                  <a:lnTo>
                    <a:pt x="1020907" y="1514872"/>
                  </a:lnTo>
                  <a:lnTo>
                    <a:pt x="1007032" y="1525588"/>
                  </a:lnTo>
                  <a:lnTo>
                    <a:pt x="992760" y="1535907"/>
                  </a:lnTo>
                  <a:lnTo>
                    <a:pt x="977695" y="1545432"/>
                  </a:lnTo>
                  <a:lnTo>
                    <a:pt x="962630" y="1554560"/>
                  </a:lnTo>
                  <a:lnTo>
                    <a:pt x="947168" y="1562498"/>
                  </a:lnTo>
                  <a:lnTo>
                    <a:pt x="930518" y="1569641"/>
                  </a:lnTo>
                  <a:lnTo>
                    <a:pt x="913867" y="1576388"/>
                  </a:lnTo>
                  <a:lnTo>
                    <a:pt x="896820" y="1581944"/>
                  </a:lnTo>
                  <a:lnTo>
                    <a:pt x="879773" y="1586707"/>
                  </a:lnTo>
                  <a:lnTo>
                    <a:pt x="861933" y="1590676"/>
                  </a:lnTo>
                  <a:lnTo>
                    <a:pt x="843696" y="1594248"/>
                  </a:lnTo>
                  <a:lnTo>
                    <a:pt x="825460" y="1596629"/>
                  </a:lnTo>
                  <a:lnTo>
                    <a:pt x="806827" y="1598216"/>
                  </a:lnTo>
                  <a:lnTo>
                    <a:pt x="788194" y="1598613"/>
                  </a:lnTo>
                  <a:lnTo>
                    <a:pt x="769561" y="1598216"/>
                  </a:lnTo>
                  <a:lnTo>
                    <a:pt x="750531" y="1596629"/>
                  </a:lnTo>
                  <a:lnTo>
                    <a:pt x="732295" y="1594248"/>
                  </a:lnTo>
                  <a:lnTo>
                    <a:pt x="714058" y="1590676"/>
                  </a:lnTo>
                  <a:lnTo>
                    <a:pt x="696615" y="1586707"/>
                  </a:lnTo>
                  <a:lnTo>
                    <a:pt x="679568" y="1581944"/>
                  </a:lnTo>
                  <a:lnTo>
                    <a:pt x="662124" y="1576388"/>
                  </a:lnTo>
                  <a:lnTo>
                    <a:pt x="645870" y="1569641"/>
                  </a:lnTo>
                  <a:lnTo>
                    <a:pt x="629616" y="1562498"/>
                  </a:lnTo>
                  <a:lnTo>
                    <a:pt x="613758" y="1554560"/>
                  </a:lnTo>
                  <a:lnTo>
                    <a:pt x="598296" y="1545432"/>
                  </a:lnTo>
                  <a:lnTo>
                    <a:pt x="583628" y="1535907"/>
                  </a:lnTo>
                  <a:lnTo>
                    <a:pt x="568960" y="1525588"/>
                  </a:lnTo>
                  <a:lnTo>
                    <a:pt x="555480" y="1514872"/>
                  </a:lnTo>
                  <a:lnTo>
                    <a:pt x="542398" y="1503760"/>
                  </a:lnTo>
                  <a:lnTo>
                    <a:pt x="529315" y="1491060"/>
                  </a:lnTo>
                  <a:lnTo>
                    <a:pt x="517025" y="1478757"/>
                  </a:lnTo>
                  <a:lnTo>
                    <a:pt x="505925" y="1465660"/>
                  </a:lnTo>
                  <a:lnTo>
                    <a:pt x="494824" y="1451372"/>
                  </a:lnTo>
                  <a:lnTo>
                    <a:pt x="484517" y="1437085"/>
                  </a:lnTo>
                  <a:lnTo>
                    <a:pt x="475002" y="1422401"/>
                  </a:lnTo>
                  <a:lnTo>
                    <a:pt x="466280" y="1406922"/>
                  </a:lnTo>
                  <a:lnTo>
                    <a:pt x="458351" y="1391047"/>
                  </a:lnTo>
                  <a:lnTo>
                    <a:pt x="451215" y="1375172"/>
                  </a:lnTo>
                  <a:lnTo>
                    <a:pt x="444476" y="1358107"/>
                  </a:lnTo>
                  <a:lnTo>
                    <a:pt x="438529" y="1341438"/>
                  </a:lnTo>
                  <a:lnTo>
                    <a:pt x="433375" y="1324372"/>
                  </a:lnTo>
                  <a:lnTo>
                    <a:pt x="429411" y="1306116"/>
                  </a:lnTo>
                  <a:lnTo>
                    <a:pt x="426239" y="1288257"/>
                  </a:lnTo>
                  <a:lnTo>
                    <a:pt x="423861" y="1270000"/>
                  </a:lnTo>
                  <a:lnTo>
                    <a:pt x="422671" y="1251347"/>
                  </a:lnTo>
                  <a:lnTo>
                    <a:pt x="422275" y="1232694"/>
                  </a:lnTo>
                  <a:lnTo>
                    <a:pt x="422671" y="1213644"/>
                  </a:lnTo>
                  <a:lnTo>
                    <a:pt x="423861" y="1195388"/>
                  </a:lnTo>
                  <a:lnTo>
                    <a:pt x="426239" y="1176735"/>
                  </a:lnTo>
                  <a:lnTo>
                    <a:pt x="429411" y="1158875"/>
                  </a:lnTo>
                  <a:lnTo>
                    <a:pt x="433375" y="1141413"/>
                  </a:lnTo>
                  <a:lnTo>
                    <a:pt x="438529" y="1123950"/>
                  </a:lnTo>
                  <a:lnTo>
                    <a:pt x="444476" y="1106885"/>
                  </a:lnTo>
                  <a:lnTo>
                    <a:pt x="451215" y="1090613"/>
                  </a:lnTo>
                  <a:lnTo>
                    <a:pt x="458351" y="1073944"/>
                  </a:lnTo>
                  <a:lnTo>
                    <a:pt x="466280" y="1058466"/>
                  </a:lnTo>
                  <a:lnTo>
                    <a:pt x="475002" y="1042988"/>
                  </a:lnTo>
                  <a:lnTo>
                    <a:pt x="484517" y="1027906"/>
                  </a:lnTo>
                  <a:lnTo>
                    <a:pt x="494824" y="1014016"/>
                  </a:lnTo>
                  <a:lnTo>
                    <a:pt x="505925" y="1000125"/>
                  </a:lnTo>
                  <a:lnTo>
                    <a:pt x="517025" y="986631"/>
                  </a:lnTo>
                  <a:lnTo>
                    <a:pt x="529315" y="973931"/>
                  </a:lnTo>
                  <a:lnTo>
                    <a:pt x="542398" y="962025"/>
                  </a:lnTo>
                  <a:lnTo>
                    <a:pt x="555480" y="950516"/>
                  </a:lnTo>
                  <a:lnTo>
                    <a:pt x="568960" y="939403"/>
                  </a:lnTo>
                  <a:lnTo>
                    <a:pt x="583628" y="929481"/>
                  </a:lnTo>
                  <a:lnTo>
                    <a:pt x="598296" y="919956"/>
                  </a:lnTo>
                  <a:lnTo>
                    <a:pt x="613758" y="911225"/>
                  </a:lnTo>
                  <a:lnTo>
                    <a:pt x="629616" y="903288"/>
                  </a:lnTo>
                  <a:lnTo>
                    <a:pt x="645870" y="895350"/>
                  </a:lnTo>
                  <a:lnTo>
                    <a:pt x="662124" y="889000"/>
                  </a:lnTo>
                  <a:lnTo>
                    <a:pt x="679568" y="883444"/>
                  </a:lnTo>
                  <a:lnTo>
                    <a:pt x="696615" y="878285"/>
                  </a:lnTo>
                  <a:lnTo>
                    <a:pt x="714058" y="874316"/>
                  </a:lnTo>
                  <a:lnTo>
                    <a:pt x="732295" y="871141"/>
                  </a:lnTo>
                  <a:lnTo>
                    <a:pt x="750531" y="868760"/>
                  </a:lnTo>
                  <a:lnTo>
                    <a:pt x="769561" y="867569"/>
                  </a:lnTo>
                  <a:lnTo>
                    <a:pt x="788194" y="866775"/>
                  </a:lnTo>
                  <a:close/>
                  <a:moveTo>
                    <a:pt x="781447" y="832045"/>
                  </a:moveTo>
                  <a:lnTo>
                    <a:pt x="771525" y="832443"/>
                  </a:lnTo>
                  <a:lnTo>
                    <a:pt x="761603" y="832840"/>
                  </a:lnTo>
                  <a:lnTo>
                    <a:pt x="751284" y="833634"/>
                  </a:lnTo>
                  <a:lnTo>
                    <a:pt x="741363" y="834428"/>
                  </a:lnTo>
                  <a:lnTo>
                    <a:pt x="731838" y="836016"/>
                  </a:lnTo>
                  <a:lnTo>
                    <a:pt x="721916" y="837207"/>
                  </a:lnTo>
                  <a:lnTo>
                    <a:pt x="711994" y="839193"/>
                  </a:lnTo>
                  <a:lnTo>
                    <a:pt x="702469" y="841178"/>
                  </a:lnTo>
                  <a:lnTo>
                    <a:pt x="692944" y="843164"/>
                  </a:lnTo>
                  <a:lnTo>
                    <a:pt x="683419" y="845546"/>
                  </a:lnTo>
                  <a:lnTo>
                    <a:pt x="674291" y="848326"/>
                  </a:lnTo>
                  <a:lnTo>
                    <a:pt x="655637" y="854282"/>
                  </a:lnTo>
                  <a:lnTo>
                    <a:pt x="637381" y="861429"/>
                  </a:lnTo>
                  <a:lnTo>
                    <a:pt x="619522" y="868973"/>
                  </a:lnTo>
                  <a:lnTo>
                    <a:pt x="602456" y="877709"/>
                  </a:lnTo>
                  <a:lnTo>
                    <a:pt x="585787" y="886842"/>
                  </a:lnTo>
                  <a:lnTo>
                    <a:pt x="569119" y="896769"/>
                  </a:lnTo>
                  <a:lnTo>
                    <a:pt x="553641" y="908284"/>
                  </a:lnTo>
                  <a:lnTo>
                    <a:pt x="538162" y="919799"/>
                  </a:lnTo>
                  <a:lnTo>
                    <a:pt x="523478" y="931711"/>
                  </a:lnTo>
                  <a:lnTo>
                    <a:pt x="509587" y="944815"/>
                  </a:lnTo>
                  <a:lnTo>
                    <a:pt x="496094" y="958712"/>
                  </a:lnTo>
                  <a:lnTo>
                    <a:pt x="482997" y="973007"/>
                  </a:lnTo>
                  <a:lnTo>
                    <a:pt x="470694" y="987699"/>
                  </a:lnTo>
                  <a:lnTo>
                    <a:pt x="459581" y="1003582"/>
                  </a:lnTo>
                  <a:lnTo>
                    <a:pt x="448866" y="1019465"/>
                  </a:lnTo>
                  <a:lnTo>
                    <a:pt x="438547" y="1036142"/>
                  </a:lnTo>
                  <a:lnTo>
                    <a:pt x="434181" y="1045275"/>
                  </a:lnTo>
                  <a:lnTo>
                    <a:pt x="429816" y="1053613"/>
                  </a:lnTo>
                  <a:lnTo>
                    <a:pt x="425450" y="1062349"/>
                  </a:lnTo>
                  <a:lnTo>
                    <a:pt x="421481" y="1071482"/>
                  </a:lnTo>
                  <a:lnTo>
                    <a:pt x="417512" y="1080217"/>
                  </a:lnTo>
                  <a:lnTo>
                    <a:pt x="413941" y="1089747"/>
                  </a:lnTo>
                  <a:lnTo>
                    <a:pt x="410766" y="1098880"/>
                  </a:lnTo>
                  <a:lnTo>
                    <a:pt x="407591" y="1108410"/>
                  </a:lnTo>
                  <a:lnTo>
                    <a:pt x="404416" y="1117940"/>
                  </a:lnTo>
                  <a:lnTo>
                    <a:pt x="402034" y="1127469"/>
                  </a:lnTo>
                  <a:lnTo>
                    <a:pt x="399256" y="1137396"/>
                  </a:lnTo>
                  <a:lnTo>
                    <a:pt x="397272" y="1147323"/>
                  </a:lnTo>
                  <a:lnTo>
                    <a:pt x="395287" y="1157250"/>
                  </a:lnTo>
                  <a:lnTo>
                    <a:pt x="392906" y="1167177"/>
                  </a:lnTo>
                  <a:lnTo>
                    <a:pt x="391319" y="1177104"/>
                  </a:lnTo>
                  <a:lnTo>
                    <a:pt x="390128" y="1187825"/>
                  </a:lnTo>
                  <a:lnTo>
                    <a:pt x="389334" y="1197752"/>
                  </a:lnTo>
                  <a:lnTo>
                    <a:pt x="388541" y="1208076"/>
                  </a:lnTo>
                  <a:lnTo>
                    <a:pt x="388144" y="1218003"/>
                  </a:lnTo>
                  <a:lnTo>
                    <a:pt x="387747" y="1228724"/>
                  </a:lnTo>
                  <a:lnTo>
                    <a:pt x="387747" y="1238650"/>
                  </a:lnTo>
                  <a:lnTo>
                    <a:pt x="388144" y="1248577"/>
                  </a:lnTo>
                  <a:lnTo>
                    <a:pt x="388541" y="1258504"/>
                  </a:lnTo>
                  <a:lnTo>
                    <a:pt x="389334" y="1268431"/>
                  </a:lnTo>
                  <a:lnTo>
                    <a:pt x="390525" y="1278755"/>
                  </a:lnTo>
                  <a:lnTo>
                    <a:pt x="391716" y="1288285"/>
                  </a:lnTo>
                  <a:lnTo>
                    <a:pt x="393303" y="1297815"/>
                  </a:lnTo>
                  <a:lnTo>
                    <a:pt x="395287" y="1307742"/>
                  </a:lnTo>
                  <a:lnTo>
                    <a:pt x="397272" y="1317668"/>
                  </a:lnTo>
                  <a:lnTo>
                    <a:pt x="399653" y="1326801"/>
                  </a:lnTo>
                  <a:lnTo>
                    <a:pt x="402034" y="1336331"/>
                  </a:lnTo>
                  <a:lnTo>
                    <a:pt x="404416" y="1345464"/>
                  </a:lnTo>
                  <a:lnTo>
                    <a:pt x="410369" y="1364523"/>
                  </a:lnTo>
                  <a:lnTo>
                    <a:pt x="417512" y="1382392"/>
                  </a:lnTo>
                  <a:lnTo>
                    <a:pt x="425053" y="1399863"/>
                  </a:lnTo>
                  <a:lnTo>
                    <a:pt x="433387" y="1417334"/>
                  </a:lnTo>
                  <a:lnTo>
                    <a:pt x="443309" y="1434011"/>
                  </a:lnTo>
                  <a:lnTo>
                    <a:pt x="453231" y="1450291"/>
                  </a:lnTo>
                  <a:lnTo>
                    <a:pt x="463947" y="1466174"/>
                  </a:lnTo>
                  <a:lnTo>
                    <a:pt x="475456" y="1481660"/>
                  </a:lnTo>
                  <a:lnTo>
                    <a:pt x="488156" y="1495955"/>
                  </a:lnTo>
                  <a:lnTo>
                    <a:pt x="501253" y="1510250"/>
                  </a:lnTo>
                  <a:lnTo>
                    <a:pt x="514747" y="1523750"/>
                  </a:lnTo>
                  <a:lnTo>
                    <a:pt x="529034" y="1536457"/>
                  </a:lnTo>
                  <a:lnTo>
                    <a:pt x="544116" y="1548766"/>
                  </a:lnTo>
                  <a:lnTo>
                    <a:pt x="559594" y="1560281"/>
                  </a:lnTo>
                  <a:lnTo>
                    <a:pt x="575469" y="1571002"/>
                  </a:lnTo>
                  <a:lnTo>
                    <a:pt x="592534" y="1580532"/>
                  </a:lnTo>
                  <a:lnTo>
                    <a:pt x="601266" y="1585297"/>
                  </a:lnTo>
                  <a:lnTo>
                    <a:pt x="609600" y="1589665"/>
                  </a:lnTo>
                  <a:lnTo>
                    <a:pt x="618331" y="1594430"/>
                  </a:lnTo>
                  <a:lnTo>
                    <a:pt x="627856" y="1598401"/>
                  </a:lnTo>
                  <a:lnTo>
                    <a:pt x="636587" y="1601974"/>
                  </a:lnTo>
                  <a:lnTo>
                    <a:pt x="645716" y="1605548"/>
                  </a:lnTo>
                  <a:lnTo>
                    <a:pt x="655241" y="1609122"/>
                  </a:lnTo>
                  <a:lnTo>
                    <a:pt x="664369" y="1612298"/>
                  </a:lnTo>
                  <a:lnTo>
                    <a:pt x="674291" y="1615078"/>
                  </a:lnTo>
                  <a:lnTo>
                    <a:pt x="683816" y="1617857"/>
                  </a:lnTo>
                  <a:lnTo>
                    <a:pt x="693738" y="1620240"/>
                  </a:lnTo>
                  <a:lnTo>
                    <a:pt x="703263" y="1622622"/>
                  </a:lnTo>
                  <a:lnTo>
                    <a:pt x="713184" y="1624607"/>
                  </a:lnTo>
                  <a:lnTo>
                    <a:pt x="723503" y="1626196"/>
                  </a:lnTo>
                  <a:lnTo>
                    <a:pt x="733822" y="1627784"/>
                  </a:lnTo>
                  <a:lnTo>
                    <a:pt x="743744" y="1628975"/>
                  </a:lnTo>
                  <a:lnTo>
                    <a:pt x="754063" y="1630167"/>
                  </a:lnTo>
                  <a:lnTo>
                    <a:pt x="764778" y="1630961"/>
                  </a:lnTo>
                  <a:lnTo>
                    <a:pt x="774700" y="1631358"/>
                  </a:lnTo>
                  <a:lnTo>
                    <a:pt x="784622" y="1631755"/>
                  </a:lnTo>
                  <a:lnTo>
                    <a:pt x="794941" y="1631755"/>
                  </a:lnTo>
                  <a:lnTo>
                    <a:pt x="804863" y="1631358"/>
                  </a:lnTo>
                  <a:lnTo>
                    <a:pt x="815181" y="1630564"/>
                  </a:lnTo>
                  <a:lnTo>
                    <a:pt x="825103" y="1630167"/>
                  </a:lnTo>
                  <a:lnTo>
                    <a:pt x="834628" y="1628975"/>
                  </a:lnTo>
                  <a:lnTo>
                    <a:pt x="844550" y="1627784"/>
                  </a:lnTo>
                  <a:lnTo>
                    <a:pt x="854472" y="1626196"/>
                  </a:lnTo>
                  <a:lnTo>
                    <a:pt x="864394" y="1624607"/>
                  </a:lnTo>
                  <a:lnTo>
                    <a:pt x="873919" y="1622622"/>
                  </a:lnTo>
                  <a:lnTo>
                    <a:pt x="883444" y="1620240"/>
                  </a:lnTo>
                  <a:lnTo>
                    <a:pt x="892572" y="1617857"/>
                  </a:lnTo>
                  <a:lnTo>
                    <a:pt x="902494" y="1615078"/>
                  </a:lnTo>
                  <a:lnTo>
                    <a:pt x="920750" y="1609122"/>
                  </a:lnTo>
                  <a:lnTo>
                    <a:pt x="938609" y="1602371"/>
                  </a:lnTo>
                  <a:lnTo>
                    <a:pt x="956469" y="1594827"/>
                  </a:lnTo>
                  <a:lnTo>
                    <a:pt x="973931" y="1586091"/>
                  </a:lnTo>
                  <a:lnTo>
                    <a:pt x="990600" y="1576561"/>
                  </a:lnTo>
                  <a:lnTo>
                    <a:pt x="1006872" y="1566635"/>
                  </a:lnTo>
                  <a:lnTo>
                    <a:pt x="1022747" y="1555914"/>
                  </a:lnTo>
                  <a:lnTo>
                    <a:pt x="1038225" y="1544001"/>
                  </a:lnTo>
                  <a:lnTo>
                    <a:pt x="1052910" y="1531692"/>
                  </a:lnTo>
                  <a:lnTo>
                    <a:pt x="1066800" y="1518588"/>
                  </a:lnTo>
                  <a:lnTo>
                    <a:pt x="1080294" y="1505088"/>
                  </a:lnTo>
                  <a:lnTo>
                    <a:pt x="1093391" y="1490396"/>
                  </a:lnTo>
                  <a:lnTo>
                    <a:pt x="1105297" y="1475704"/>
                  </a:lnTo>
                  <a:lnTo>
                    <a:pt x="1116806" y="1460218"/>
                  </a:lnTo>
                  <a:lnTo>
                    <a:pt x="1127125" y="1443938"/>
                  </a:lnTo>
                  <a:lnTo>
                    <a:pt x="1137444" y="1427261"/>
                  </a:lnTo>
                  <a:lnTo>
                    <a:pt x="1142206" y="1418923"/>
                  </a:lnTo>
                  <a:lnTo>
                    <a:pt x="1146572" y="1410187"/>
                  </a:lnTo>
                  <a:lnTo>
                    <a:pt x="1150938" y="1401054"/>
                  </a:lnTo>
                  <a:lnTo>
                    <a:pt x="1154906" y="1392319"/>
                  </a:lnTo>
                  <a:lnTo>
                    <a:pt x="1158478" y="1383186"/>
                  </a:lnTo>
                  <a:lnTo>
                    <a:pt x="1162050" y="1374053"/>
                  </a:lnTo>
                  <a:lnTo>
                    <a:pt x="1165622" y="1364920"/>
                  </a:lnTo>
                  <a:lnTo>
                    <a:pt x="1168797" y="1354993"/>
                  </a:lnTo>
                  <a:lnTo>
                    <a:pt x="1171575" y="1345861"/>
                  </a:lnTo>
                  <a:lnTo>
                    <a:pt x="1174353" y="1335934"/>
                  </a:lnTo>
                  <a:lnTo>
                    <a:pt x="1177131" y="1326404"/>
                  </a:lnTo>
                  <a:lnTo>
                    <a:pt x="1179513" y="1316874"/>
                  </a:lnTo>
                  <a:lnTo>
                    <a:pt x="1181497" y="1306550"/>
                  </a:lnTo>
                  <a:lnTo>
                    <a:pt x="1183085" y="1296623"/>
                  </a:lnTo>
                  <a:lnTo>
                    <a:pt x="1184672" y="1286299"/>
                  </a:lnTo>
                  <a:lnTo>
                    <a:pt x="1185863" y="1276373"/>
                  </a:lnTo>
                  <a:lnTo>
                    <a:pt x="1187053" y="1265652"/>
                  </a:lnTo>
                  <a:lnTo>
                    <a:pt x="1187847" y="1255328"/>
                  </a:lnTo>
                  <a:lnTo>
                    <a:pt x="1188244" y="1245401"/>
                  </a:lnTo>
                  <a:lnTo>
                    <a:pt x="1188641" y="1235474"/>
                  </a:lnTo>
                  <a:lnTo>
                    <a:pt x="1188641" y="1225150"/>
                  </a:lnTo>
                  <a:lnTo>
                    <a:pt x="1188244" y="1214826"/>
                  </a:lnTo>
                  <a:lnTo>
                    <a:pt x="1187847" y="1204899"/>
                  </a:lnTo>
                  <a:lnTo>
                    <a:pt x="1187053" y="1194972"/>
                  </a:lnTo>
                  <a:lnTo>
                    <a:pt x="1185863" y="1185442"/>
                  </a:lnTo>
                  <a:lnTo>
                    <a:pt x="1184672" y="1175118"/>
                  </a:lnTo>
                  <a:lnTo>
                    <a:pt x="1183085" y="1165589"/>
                  </a:lnTo>
                  <a:lnTo>
                    <a:pt x="1181497" y="1156059"/>
                  </a:lnTo>
                  <a:lnTo>
                    <a:pt x="1179513" y="1146529"/>
                  </a:lnTo>
                  <a:lnTo>
                    <a:pt x="1177131" y="1136999"/>
                  </a:lnTo>
                  <a:lnTo>
                    <a:pt x="1174353" y="1127072"/>
                  </a:lnTo>
                  <a:lnTo>
                    <a:pt x="1171575" y="1117940"/>
                  </a:lnTo>
                  <a:lnTo>
                    <a:pt x="1165622" y="1099674"/>
                  </a:lnTo>
                  <a:lnTo>
                    <a:pt x="1158875" y="1081012"/>
                  </a:lnTo>
                  <a:lnTo>
                    <a:pt x="1151335" y="1063540"/>
                  </a:lnTo>
                  <a:lnTo>
                    <a:pt x="1143000" y="1046466"/>
                  </a:lnTo>
                  <a:lnTo>
                    <a:pt x="1133475" y="1029392"/>
                  </a:lnTo>
                  <a:lnTo>
                    <a:pt x="1123156" y="1013112"/>
                  </a:lnTo>
                  <a:lnTo>
                    <a:pt x="1112441" y="997626"/>
                  </a:lnTo>
                  <a:lnTo>
                    <a:pt x="1100931" y="982140"/>
                  </a:lnTo>
                  <a:lnTo>
                    <a:pt x="1088628" y="967448"/>
                  </a:lnTo>
                  <a:lnTo>
                    <a:pt x="1075135" y="953550"/>
                  </a:lnTo>
                  <a:lnTo>
                    <a:pt x="1061641" y="939653"/>
                  </a:lnTo>
                  <a:lnTo>
                    <a:pt x="1047353" y="926946"/>
                  </a:lnTo>
                  <a:lnTo>
                    <a:pt x="1032272" y="915034"/>
                  </a:lnTo>
                  <a:lnTo>
                    <a:pt x="1016794" y="903519"/>
                  </a:lnTo>
                  <a:lnTo>
                    <a:pt x="1000522" y="892798"/>
                  </a:lnTo>
                  <a:lnTo>
                    <a:pt x="983456" y="882871"/>
                  </a:lnTo>
                  <a:lnTo>
                    <a:pt x="975122" y="878106"/>
                  </a:lnTo>
                  <a:lnTo>
                    <a:pt x="966391" y="873738"/>
                  </a:lnTo>
                  <a:lnTo>
                    <a:pt x="957659" y="869371"/>
                  </a:lnTo>
                  <a:lnTo>
                    <a:pt x="948928" y="865400"/>
                  </a:lnTo>
                  <a:lnTo>
                    <a:pt x="939403" y="861826"/>
                  </a:lnTo>
                  <a:lnTo>
                    <a:pt x="930275" y="858252"/>
                  </a:lnTo>
                  <a:lnTo>
                    <a:pt x="921147" y="854282"/>
                  </a:lnTo>
                  <a:lnTo>
                    <a:pt x="911622" y="851105"/>
                  </a:lnTo>
                  <a:lnTo>
                    <a:pt x="902494" y="848326"/>
                  </a:lnTo>
                  <a:lnTo>
                    <a:pt x="892175" y="845546"/>
                  </a:lnTo>
                  <a:lnTo>
                    <a:pt x="882650" y="843164"/>
                  </a:lnTo>
                  <a:lnTo>
                    <a:pt x="872728" y="840781"/>
                  </a:lnTo>
                  <a:lnTo>
                    <a:pt x="863203" y="838796"/>
                  </a:lnTo>
                  <a:lnTo>
                    <a:pt x="852488" y="837207"/>
                  </a:lnTo>
                  <a:lnTo>
                    <a:pt x="842566" y="835619"/>
                  </a:lnTo>
                  <a:lnTo>
                    <a:pt x="832247" y="834428"/>
                  </a:lnTo>
                  <a:lnTo>
                    <a:pt x="822325" y="833237"/>
                  </a:lnTo>
                  <a:lnTo>
                    <a:pt x="812006" y="832840"/>
                  </a:lnTo>
                  <a:lnTo>
                    <a:pt x="801688" y="832045"/>
                  </a:lnTo>
                  <a:lnTo>
                    <a:pt x="791369" y="832045"/>
                  </a:lnTo>
                  <a:lnTo>
                    <a:pt x="781447" y="832045"/>
                  </a:lnTo>
                  <a:close/>
                  <a:moveTo>
                    <a:pt x="802481" y="444500"/>
                  </a:moveTo>
                  <a:lnTo>
                    <a:pt x="823913" y="445294"/>
                  </a:lnTo>
                  <a:lnTo>
                    <a:pt x="844947" y="446486"/>
                  </a:lnTo>
                  <a:lnTo>
                    <a:pt x="866775" y="448471"/>
                  </a:lnTo>
                  <a:lnTo>
                    <a:pt x="887413" y="450853"/>
                  </a:lnTo>
                  <a:lnTo>
                    <a:pt x="908844" y="453633"/>
                  </a:lnTo>
                  <a:lnTo>
                    <a:pt x="929878" y="457207"/>
                  </a:lnTo>
                  <a:lnTo>
                    <a:pt x="950913" y="461177"/>
                  </a:lnTo>
                  <a:lnTo>
                    <a:pt x="971550" y="465545"/>
                  </a:lnTo>
                  <a:lnTo>
                    <a:pt x="977106" y="467530"/>
                  </a:lnTo>
                  <a:lnTo>
                    <a:pt x="981869" y="470310"/>
                  </a:lnTo>
                  <a:lnTo>
                    <a:pt x="985838" y="473487"/>
                  </a:lnTo>
                  <a:lnTo>
                    <a:pt x="989013" y="477060"/>
                  </a:lnTo>
                  <a:lnTo>
                    <a:pt x="991791" y="481428"/>
                  </a:lnTo>
                  <a:lnTo>
                    <a:pt x="992981" y="483413"/>
                  </a:lnTo>
                  <a:lnTo>
                    <a:pt x="993378" y="485796"/>
                  </a:lnTo>
                  <a:lnTo>
                    <a:pt x="993775" y="488575"/>
                  </a:lnTo>
                  <a:lnTo>
                    <a:pt x="993775" y="490561"/>
                  </a:lnTo>
                  <a:lnTo>
                    <a:pt x="993775" y="492943"/>
                  </a:lnTo>
                  <a:lnTo>
                    <a:pt x="993378" y="495326"/>
                  </a:lnTo>
                  <a:lnTo>
                    <a:pt x="989409" y="520341"/>
                  </a:lnTo>
                  <a:lnTo>
                    <a:pt x="985838" y="546151"/>
                  </a:lnTo>
                  <a:lnTo>
                    <a:pt x="978297" y="596580"/>
                  </a:lnTo>
                  <a:lnTo>
                    <a:pt x="977503" y="600948"/>
                  </a:lnTo>
                  <a:lnTo>
                    <a:pt x="977106" y="605316"/>
                  </a:lnTo>
                  <a:lnTo>
                    <a:pt x="977900" y="609683"/>
                  </a:lnTo>
                  <a:lnTo>
                    <a:pt x="979488" y="613654"/>
                  </a:lnTo>
                  <a:lnTo>
                    <a:pt x="981472" y="617625"/>
                  </a:lnTo>
                  <a:lnTo>
                    <a:pt x="983853" y="620801"/>
                  </a:lnTo>
                  <a:lnTo>
                    <a:pt x="987028" y="623581"/>
                  </a:lnTo>
                  <a:lnTo>
                    <a:pt x="990600" y="626361"/>
                  </a:lnTo>
                  <a:lnTo>
                    <a:pt x="1005681" y="631920"/>
                  </a:lnTo>
                  <a:lnTo>
                    <a:pt x="1020366" y="637479"/>
                  </a:lnTo>
                  <a:lnTo>
                    <a:pt x="1034653" y="643435"/>
                  </a:lnTo>
                  <a:lnTo>
                    <a:pt x="1049338" y="649391"/>
                  </a:lnTo>
                  <a:lnTo>
                    <a:pt x="1063625" y="656141"/>
                  </a:lnTo>
                  <a:lnTo>
                    <a:pt x="1077516" y="662891"/>
                  </a:lnTo>
                  <a:lnTo>
                    <a:pt x="1091803" y="670039"/>
                  </a:lnTo>
                  <a:lnTo>
                    <a:pt x="1105297" y="677583"/>
                  </a:lnTo>
                  <a:lnTo>
                    <a:pt x="1118791" y="685525"/>
                  </a:lnTo>
                  <a:lnTo>
                    <a:pt x="1132285" y="693863"/>
                  </a:lnTo>
                  <a:lnTo>
                    <a:pt x="1144985" y="702599"/>
                  </a:lnTo>
                  <a:lnTo>
                    <a:pt x="1157685" y="711335"/>
                  </a:lnTo>
                  <a:lnTo>
                    <a:pt x="1170385" y="720864"/>
                  </a:lnTo>
                  <a:lnTo>
                    <a:pt x="1183085" y="730394"/>
                  </a:lnTo>
                  <a:lnTo>
                    <a:pt x="1195388" y="739924"/>
                  </a:lnTo>
                  <a:lnTo>
                    <a:pt x="1207294" y="749851"/>
                  </a:lnTo>
                  <a:lnTo>
                    <a:pt x="1211263" y="751836"/>
                  </a:lnTo>
                  <a:lnTo>
                    <a:pt x="1215231" y="753028"/>
                  </a:lnTo>
                  <a:lnTo>
                    <a:pt x="1219597" y="753425"/>
                  </a:lnTo>
                  <a:lnTo>
                    <a:pt x="1224360" y="753425"/>
                  </a:lnTo>
                  <a:lnTo>
                    <a:pt x="1228328" y="752630"/>
                  </a:lnTo>
                  <a:lnTo>
                    <a:pt x="1232297" y="751042"/>
                  </a:lnTo>
                  <a:lnTo>
                    <a:pt x="1236266" y="748660"/>
                  </a:lnTo>
                  <a:lnTo>
                    <a:pt x="1239441" y="745880"/>
                  </a:lnTo>
                  <a:lnTo>
                    <a:pt x="1320006" y="681554"/>
                  </a:lnTo>
                  <a:lnTo>
                    <a:pt x="1321594" y="679966"/>
                  </a:lnTo>
                  <a:lnTo>
                    <a:pt x="1323181" y="678774"/>
                  </a:lnTo>
                  <a:lnTo>
                    <a:pt x="1325166" y="677583"/>
                  </a:lnTo>
                  <a:lnTo>
                    <a:pt x="1327547" y="676789"/>
                  </a:lnTo>
                  <a:lnTo>
                    <a:pt x="1329531" y="676392"/>
                  </a:lnTo>
                  <a:lnTo>
                    <a:pt x="1331913" y="675995"/>
                  </a:lnTo>
                  <a:lnTo>
                    <a:pt x="1336675" y="675995"/>
                  </a:lnTo>
                  <a:lnTo>
                    <a:pt x="1341835" y="676789"/>
                  </a:lnTo>
                  <a:lnTo>
                    <a:pt x="1346597" y="678774"/>
                  </a:lnTo>
                  <a:lnTo>
                    <a:pt x="1351360" y="681554"/>
                  </a:lnTo>
                  <a:lnTo>
                    <a:pt x="1355725" y="685128"/>
                  </a:lnTo>
                  <a:lnTo>
                    <a:pt x="1370410" y="700614"/>
                  </a:lnTo>
                  <a:lnTo>
                    <a:pt x="1384300" y="716497"/>
                  </a:lnTo>
                  <a:lnTo>
                    <a:pt x="1397794" y="733174"/>
                  </a:lnTo>
                  <a:lnTo>
                    <a:pt x="1411685" y="749454"/>
                  </a:lnTo>
                  <a:lnTo>
                    <a:pt x="1424385" y="766925"/>
                  </a:lnTo>
                  <a:lnTo>
                    <a:pt x="1436688" y="783999"/>
                  </a:lnTo>
                  <a:lnTo>
                    <a:pt x="1448594" y="801471"/>
                  </a:lnTo>
                  <a:lnTo>
                    <a:pt x="1460103" y="819736"/>
                  </a:lnTo>
                  <a:lnTo>
                    <a:pt x="1462485" y="824898"/>
                  </a:lnTo>
                  <a:lnTo>
                    <a:pt x="1464072" y="830060"/>
                  </a:lnTo>
                  <a:lnTo>
                    <a:pt x="1464866" y="835619"/>
                  </a:lnTo>
                  <a:lnTo>
                    <a:pt x="1464469" y="840384"/>
                  </a:lnTo>
                  <a:lnTo>
                    <a:pt x="1463278" y="845149"/>
                  </a:lnTo>
                  <a:lnTo>
                    <a:pt x="1462485" y="847134"/>
                  </a:lnTo>
                  <a:lnTo>
                    <a:pt x="1461294" y="849120"/>
                  </a:lnTo>
                  <a:lnTo>
                    <a:pt x="1460103" y="851105"/>
                  </a:lnTo>
                  <a:lnTo>
                    <a:pt x="1458516" y="852693"/>
                  </a:lnTo>
                  <a:lnTo>
                    <a:pt x="1456532" y="853885"/>
                  </a:lnTo>
                  <a:lnTo>
                    <a:pt x="1454944" y="855076"/>
                  </a:lnTo>
                  <a:lnTo>
                    <a:pt x="1434307" y="871356"/>
                  </a:lnTo>
                  <a:lnTo>
                    <a:pt x="1413669" y="886445"/>
                  </a:lnTo>
                  <a:lnTo>
                    <a:pt x="1393032" y="901931"/>
                  </a:lnTo>
                  <a:lnTo>
                    <a:pt x="1372394" y="917020"/>
                  </a:lnTo>
                  <a:lnTo>
                    <a:pt x="1368822" y="919402"/>
                  </a:lnTo>
                  <a:lnTo>
                    <a:pt x="1365647" y="922579"/>
                  </a:lnTo>
                  <a:lnTo>
                    <a:pt x="1362869" y="925755"/>
                  </a:lnTo>
                  <a:lnTo>
                    <a:pt x="1361281" y="929726"/>
                  </a:lnTo>
                  <a:lnTo>
                    <a:pt x="1360091" y="933697"/>
                  </a:lnTo>
                  <a:lnTo>
                    <a:pt x="1359297" y="938065"/>
                  </a:lnTo>
                  <a:lnTo>
                    <a:pt x="1359694" y="942432"/>
                  </a:lnTo>
                  <a:lnTo>
                    <a:pt x="1360488" y="946800"/>
                  </a:lnTo>
                  <a:lnTo>
                    <a:pt x="1366838" y="961492"/>
                  </a:lnTo>
                  <a:lnTo>
                    <a:pt x="1373188" y="975390"/>
                  </a:lnTo>
                  <a:lnTo>
                    <a:pt x="1379141" y="989684"/>
                  </a:lnTo>
                  <a:lnTo>
                    <a:pt x="1384697" y="1004773"/>
                  </a:lnTo>
                  <a:lnTo>
                    <a:pt x="1390253" y="1019068"/>
                  </a:lnTo>
                  <a:lnTo>
                    <a:pt x="1395413" y="1033760"/>
                  </a:lnTo>
                  <a:lnTo>
                    <a:pt x="1400175" y="1048849"/>
                  </a:lnTo>
                  <a:lnTo>
                    <a:pt x="1404938" y="1063937"/>
                  </a:lnTo>
                  <a:lnTo>
                    <a:pt x="1408510" y="1079026"/>
                  </a:lnTo>
                  <a:lnTo>
                    <a:pt x="1412082" y="1094512"/>
                  </a:lnTo>
                  <a:lnTo>
                    <a:pt x="1415257" y="1109601"/>
                  </a:lnTo>
                  <a:lnTo>
                    <a:pt x="1418035" y="1125087"/>
                  </a:lnTo>
                  <a:lnTo>
                    <a:pt x="1420416" y="1140573"/>
                  </a:lnTo>
                  <a:lnTo>
                    <a:pt x="1422400" y="1156059"/>
                  </a:lnTo>
                  <a:lnTo>
                    <a:pt x="1424385" y="1171545"/>
                  </a:lnTo>
                  <a:lnTo>
                    <a:pt x="1425575" y="1187428"/>
                  </a:lnTo>
                  <a:lnTo>
                    <a:pt x="1427163" y="1191398"/>
                  </a:lnTo>
                  <a:lnTo>
                    <a:pt x="1429147" y="1195369"/>
                  </a:lnTo>
                  <a:lnTo>
                    <a:pt x="1431925" y="1198546"/>
                  </a:lnTo>
                  <a:lnTo>
                    <a:pt x="1435100" y="1201722"/>
                  </a:lnTo>
                  <a:lnTo>
                    <a:pt x="1438672" y="1204105"/>
                  </a:lnTo>
                  <a:lnTo>
                    <a:pt x="1442641" y="1205693"/>
                  </a:lnTo>
                  <a:lnTo>
                    <a:pt x="1446610" y="1206884"/>
                  </a:lnTo>
                  <a:lnTo>
                    <a:pt x="1451769" y="1206884"/>
                  </a:lnTo>
                  <a:lnTo>
                    <a:pt x="1476772" y="1209267"/>
                  </a:lnTo>
                  <a:lnTo>
                    <a:pt x="1502569" y="1212046"/>
                  </a:lnTo>
                  <a:lnTo>
                    <a:pt x="1527969" y="1214826"/>
                  </a:lnTo>
                  <a:lnTo>
                    <a:pt x="1553766" y="1218003"/>
                  </a:lnTo>
                  <a:lnTo>
                    <a:pt x="1555750" y="1218003"/>
                  </a:lnTo>
                  <a:lnTo>
                    <a:pt x="1558132" y="1218400"/>
                  </a:lnTo>
                  <a:lnTo>
                    <a:pt x="1560116" y="1219194"/>
                  </a:lnTo>
                  <a:lnTo>
                    <a:pt x="1562497" y="1219988"/>
                  </a:lnTo>
                  <a:lnTo>
                    <a:pt x="1564482" y="1221179"/>
                  </a:lnTo>
                  <a:lnTo>
                    <a:pt x="1566069" y="1222767"/>
                  </a:lnTo>
                  <a:lnTo>
                    <a:pt x="1569641" y="1226341"/>
                  </a:lnTo>
                  <a:lnTo>
                    <a:pt x="1572419" y="1230709"/>
                  </a:lnTo>
                  <a:lnTo>
                    <a:pt x="1574404" y="1235474"/>
                  </a:lnTo>
                  <a:lnTo>
                    <a:pt x="1575991" y="1240636"/>
                  </a:lnTo>
                  <a:lnTo>
                    <a:pt x="1576388" y="1246195"/>
                  </a:lnTo>
                  <a:lnTo>
                    <a:pt x="1575594" y="1267240"/>
                  </a:lnTo>
                  <a:lnTo>
                    <a:pt x="1574404" y="1289079"/>
                  </a:lnTo>
                  <a:lnTo>
                    <a:pt x="1572419" y="1310124"/>
                  </a:lnTo>
                  <a:lnTo>
                    <a:pt x="1570038" y="1331169"/>
                  </a:lnTo>
                  <a:lnTo>
                    <a:pt x="1567260" y="1352214"/>
                  </a:lnTo>
                  <a:lnTo>
                    <a:pt x="1563688" y="1373656"/>
                  </a:lnTo>
                  <a:lnTo>
                    <a:pt x="1559719" y="1394304"/>
                  </a:lnTo>
                  <a:lnTo>
                    <a:pt x="1555353" y="1415349"/>
                  </a:lnTo>
                  <a:lnTo>
                    <a:pt x="1553369" y="1420511"/>
                  </a:lnTo>
                  <a:lnTo>
                    <a:pt x="1550591" y="1425276"/>
                  </a:lnTo>
                  <a:lnTo>
                    <a:pt x="1547416" y="1429644"/>
                  </a:lnTo>
                  <a:lnTo>
                    <a:pt x="1543447" y="1432820"/>
                  </a:lnTo>
                  <a:lnTo>
                    <a:pt x="1539082" y="1435203"/>
                  </a:lnTo>
                  <a:lnTo>
                    <a:pt x="1536700" y="1435997"/>
                  </a:lnTo>
                  <a:lnTo>
                    <a:pt x="1534716" y="1436791"/>
                  </a:lnTo>
                  <a:lnTo>
                    <a:pt x="1532335" y="1437188"/>
                  </a:lnTo>
                  <a:lnTo>
                    <a:pt x="1530350" y="1437188"/>
                  </a:lnTo>
                  <a:lnTo>
                    <a:pt x="1527969" y="1436791"/>
                  </a:lnTo>
                  <a:lnTo>
                    <a:pt x="1525588" y="1436394"/>
                  </a:lnTo>
                  <a:lnTo>
                    <a:pt x="1474788" y="1429644"/>
                  </a:lnTo>
                  <a:lnTo>
                    <a:pt x="1448991" y="1425673"/>
                  </a:lnTo>
                  <a:lnTo>
                    <a:pt x="1423988" y="1421702"/>
                  </a:lnTo>
                  <a:lnTo>
                    <a:pt x="1419622" y="1420908"/>
                  </a:lnTo>
                  <a:lnTo>
                    <a:pt x="1415257" y="1420908"/>
                  </a:lnTo>
                  <a:lnTo>
                    <a:pt x="1410891" y="1421702"/>
                  </a:lnTo>
                  <a:lnTo>
                    <a:pt x="1406922" y="1422893"/>
                  </a:lnTo>
                  <a:lnTo>
                    <a:pt x="1402953" y="1424879"/>
                  </a:lnTo>
                  <a:lnTo>
                    <a:pt x="1399382" y="1427658"/>
                  </a:lnTo>
                  <a:lnTo>
                    <a:pt x="1396603" y="1430835"/>
                  </a:lnTo>
                  <a:lnTo>
                    <a:pt x="1394222" y="1434408"/>
                  </a:lnTo>
                  <a:lnTo>
                    <a:pt x="1388666" y="1449100"/>
                  </a:lnTo>
                  <a:lnTo>
                    <a:pt x="1383110" y="1464189"/>
                  </a:lnTo>
                  <a:lnTo>
                    <a:pt x="1377156" y="1478484"/>
                  </a:lnTo>
                  <a:lnTo>
                    <a:pt x="1371203" y="1492381"/>
                  </a:lnTo>
                  <a:lnTo>
                    <a:pt x="1364456" y="1507073"/>
                  </a:lnTo>
                  <a:lnTo>
                    <a:pt x="1357313" y="1520971"/>
                  </a:lnTo>
                  <a:lnTo>
                    <a:pt x="1350169" y="1534869"/>
                  </a:lnTo>
                  <a:lnTo>
                    <a:pt x="1343025" y="1548766"/>
                  </a:lnTo>
                  <a:lnTo>
                    <a:pt x="1335088" y="1561870"/>
                  </a:lnTo>
                  <a:lnTo>
                    <a:pt x="1326753" y="1574973"/>
                  </a:lnTo>
                  <a:lnTo>
                    <a:pt x="1318022" y="1588077"/>
                  </a:lnTo>
                  <a:lnTo>
                    <a:pt x="1308894" y="1601180"/>
                  </a:lnTo>
                  <a:lnTo>
                    <a:pt x="1299766" y="1613886"/>
                  </a:lnTo>
                  <a:lnTo>
                    <a:pt x="1290241" y="1626196"/>
                  </a:lnTo>
                  <a:lnTo>
                    <a:pt x="1280716" y="1638902"/>
                  </a:lnTo>
                  <a:lnTo>
                    <a:pt x="1270794" y="1650814"/>
                  </a:lnTo>
                  <a:lnTo>
                    <a:pt x="1268810" y="1654785"/>
                  </a:lnTo>
                  <a:lnTo>
                    <a:pt x="1267619" y="1658756"/>
                  </a:lnTo>
                  <a:lnTo>
                    <a:pt x="1266825" y="1663124"/>
                  </a:lnTo>
                  <a:lnTo>
                    <a:pt x="1267222" y="1667095"/>
                  </a:lnTo>
                  <a:lnTo>
                    <a:pt x="1268016" y="1671462"/>
                  </a:lnTo>
                  <a:lnTo>
                    <a:pt x="1269603" y="1675433"/>
                  </a:lnTo>
                  <a:lnTo>
                    <a:pt x="1271588" y="1679007"/>
                  </a:lnTo>
                  <a:lnTo>
                    <a:pt x="1274763" y="1682580"/>
                  </a:lnTo>
                  <a:lnTo>
                    <a:pt x="1339056" y="1762790"/>
                  </a:lnTo>
                  <a:lnTo>
                    <a:pt x="1340644" y="1764378"/>
                  </a:lnTo>
                  <a:lnTo>
                    <a:pt x="1341835" y="1766363"/>
                  </a:lnTo>
                  <a:lnTo>
                    <a:pt x="1343025" y="1768349"/>
                  </a:lnTo>
                  <a:lnTo>
                    <a:pt x="1343819" y="1770334"/>
                  </a:lnTo>
                  <a:lnTo>
                    <a:pt x="1344216" y="1772717"/>
                  </a:lnTo>
                  <a:lnTo>
                    <a:pt x="1344613" y="1774702"/>
                  </a:lnTo>
                  <a:lnTo>
                    <a:pt x="1344613" y="1779864"/>
                  </a:lnTo>
                  <a:lnTo>
                    <a:pt x="1343819" y="1785026"/>
                  </a:lnTo>
                  <a:lnTo>
                    <a:pt x="1341835" y="1789791"/>
                  </a:lnTo>
                  <a:lnTo>
                    <a:pt x="1339056" y="1794556"/>
                  </a:lnTo>
                  <a:lnTo>
                    <a:pt x="1335485" y="1798923"/>
                  </a:lnTo>
                  <a:lnTo>
                    <a:pt x="1320006" y="1813218"/>
                  </a:lnTo>
                  <a:lnTo>
                    <a:pt x="1303735" y="1827513"/>
                  </a:lnTo>
                  <a:lnTo>
                    <a:pt x="1287463" y="1841013"/>
                  </a:lnTo>
                  <a:lnTo>
                    <a:pt x="1271191" y="1854514"/>
                  </a:lnTo>
                  <a:lnTo>
                    <a:pt x="1253728" y="1867220"/>
                  </a:lnTo>
                  <a:lnTo>
                    <a:pt x="1236663" y="1879927"/>
                  </a:lnTo>
                  <a:lnTo>
                    <a:pt x="1218406" y="1891442"/>
                  </a:lnTo>
                  <a:lnTo>
                    <a:pt x="1200547" y="1902957"/>
                  </a:lnTo>
                  <a:lnTo>
                    <a:pt x="1195388" y="1905340"/>
                  </a:lnTo>
                  <a:lnTo>
                    <a:pt x="1190228" y="1906928"/>
                  </a:lnTo>
                  <a:lnTo>
                    <a:pt x="1185069" y="1907325"/>
                  </a:lnTo>
                  <a:lnTo>
                    <a:pt x="1179910" y="1906928"/>
                  </a:lnTo>
                  <a:lnTo>
                    <a:pt x="1175544" y="1906134"/>
                  </a:lnTo>
                  <a:lnTo>
                    <a:pt x="1172766" y="1904943"/>
                  </a:lnTo>
                  <a:lnTo>
                    <a:pt x="1170781" y="1903751"/>
                  </a:lnTo>
                  <a:lnTo>
                    <a:pt x="1169194" y="1902560"/>
                  </a:lnTo>
                  <a:lnTo>
                    <a:pt x="1167606" y="1900972"/>
                  </a:lnTo>
                  <a:lnTo>
                    <a:pt x="1166019" y="1899383"/>
                  </a:lnTo>
                  <a:lnTo>
                    <a:pt x="1164828" y="1897398"/>
                  </a:lnTo>
                  <a:lnTo>
                    <a:pt x="1149350" y="1877147"/>
                  </a:lnTo>
                  <a:lnTo>
                    <a:pt x="1133872" y="1856499"/>
                  </a:lnTo>
                  <a:lnTo>
                    <a:pt x="1103313" y="1815204"/>
                  </a:lnTo>
                  <a:lnTo>
                    <a:pt x="1100931" y="1811630"/>
                  </a:lnTo>
                  <a:lnTo>
                    <a:pt x="1097756" y="1808453"/>
                  </a:lnTo>
                  <a:lnTo>
                    <a:pt x="1094581" y="1806071"/>
                  </a:lnTo>
                  <a:lnTo>
                    <a:pt x="1090613" y="1804085"/>
                  </a:lnTo>
                  <a:lnTo>
                    <a:pt x="1086644" y="1802894"/>
                  </a:lnTo>
                  <a:lnTo>
                    <a:pt x="1081881" y="1802497"/>
                  </a:lnTo>
                  <a:lnTo>
                    <a:pt x="1077516" y="1802497"/>
                  </a:lnTo>
                  <a:lnTo>
                    <a:pt x="1073150" y="1803291"/>
                  </a:lnTo>
                  <a:lnTo>
                    <a:pt x="1058863" y="1810042"/>
                  </a:lnTo>
                  <a:lnTo>
                    <a:pt x="1044972" y="1815998"/>
                  </a:lnTo>
                  <a:lnTo>
                    <a:pt x="1029891" y="1821954"/>
                  </a:lnTo>
                  <a:lnTo>
                    <a:pt x="1015603" y="1828307"/>
                  </a:lnTo>
                  <a:lnTo>
                    <a:pt x="1000919" y="1833469"/>
                  </a:lnTo>
                  <a:lnTo>
                    <a:pt x="985838" y="1838631"/>
                  </a:lnTo>
                  <a:lnTo>
                    <a:pt x="971153" y="1843396"/>
                  </a:lnTo>
                  <a:lnTo>
                    <a:pt x="956469" y="1847764"/>
                  </a:lnTo>
                  <a:lnTo>
                    <a:pt x="940991" y="1851337"/>
                  </a:lnTo>
                  <a:lnTo>
                    <a:pt x="925909" y="1854911"/>
                  </a:lnTo>
                  <a:lnTo>
                    <a:pt x="910431" y="1857691"/>
                  </a:lnTo>
                  <a:lnTo>
                    <a:pt x="894953" y="1860470"/>
                  </a:lnTo>
                  <a:lnTo>
                    <a:pt x="879475" y="1863250"/>
                  </a:lnTo>
                  <a:lnTo>
                    <a:pt x="863997" y="1865235"/>
                  </a:lnTo>
                  <a:lnTo>
                    <a:pt x="848122" y="1867220"/>
                  </a:lnTo>
                  <a:lnTo>
                    <a:pt x="832644" y="1868412"/>
                  </a:lnTo>
                  <a:lnTo>
                    <a:pt x="828675" y="1870397"/>
                  </a:lnTo>
                  <a:lnTo>
                    <a:pt x="824706" y="1872382"/>
                  </a:lnTo>
                  <a:lnTo>
                    <a:pt x="821531" y="1875162"/>
                  </a:lnTo>
                  <a:lnTo>
                    <a:pt x="818753" y="1878339"/>
                  </a:lnTo>
                  <a:lnTo>
                    <a:pt x="816372" y="1881912"/>
                  </a:lnTo>
                  <a:lnTo>
                    <a:pt x="814388" y="1885883"/>
                  </a:lnTo>
                  <a:lnTo>
                    <a:pt x="813594" y="1889854"/>
                  </a:lnTo>
                  <a:lnTo>
                    <a:pt x="813197" y="1894222"/>
                  </a:lnTo>
                  <a:lnTo>
                    <a:pt x="810816" y="1920031"/>
                  </a:lnTo>
                  <a:lnTo>
                    <a:pt x="808038" y="1945444"/>
                  </a:lnTo>
                  <a:lnTo>
                    <a:pt x="804863" y="1970857"/>
                  </a:lnTo>
                  <a:lnTo>
                    <a:pt x="801688" y="1996270"/>
                  </a:lnTo>
                  <a:lnTo>
                    <a:pt x="801688" y="1998652"/>
                  </a:lnTo>
                  <a:lnTo>
                    <a:pt x="801291" y="2001035"/>
                  </a:lnTo>
                  <a:lnTo>
                    <a:pt x="800497" y="2003020"/>
                  </a:lnTo>
                  <a:lnTo>
                    <a:pt x="799703" y="2005005"/>
                  </a:lnTo>
                  <a:lnTo>
                    <a:pt x="798513" y="2007388"/>
                  </a:lnTo>
                  <a:lnTo>
                    <a:pt x="797322" y="2009373"/>
                  </a:lnTo>
                  <a:lnTo>
                    <a:pt x="793750" y="2012550"/>
                  </a:lnTo>
                  <a:lnTo>
                    <a:pt x="789384" y="2015329"/>
                  </a:lnTo>
                  <a:lnTo>
                    <a:pt x="784622" y="2017315"/>
                  </a:lnTo>
                  <a:lnTo>
                    <a:pt x="779463" y="2018903"/>
                  </a:lnTo>
                  <a:lnTo>
                    <a:pt x="773906" y="2019300"/>
                  </a:lnTo>
                  <a:lnTo>
                    <a:pt x="752078" y="2018506"/>
                  </a:lnTo>
                  <a:lnTo>
                    <a:pt x="731044" y="2017315"/>
                  </a:lnTo>
                  <a:lnTo>
                    <a:pt x="709613" y="2015727"/>
                  </a:lnTo>
                  <a:lnTo>
                    <a:pt x="688578" y="2013344"/>
                  </a:lnTo>
                  <a:lnTo>
                    <a:pt x="667147" y="2010167"/>
                  </a:lnTo>
                  <a:lnTo>
                    <a:pt x="646509" y="2006197"/>
                  </a:lnTo>
                  <a:lnTo>
                    <a:pt x="625475" y="2002226"/>
                  </a:lnTo>
                  <a:lnTo>
                    <a:pt x="604441" y="1997858"/>
                  </a:lnTo>
                  <a:lnTo>
                    <a:pt x="599281" y="1995873"/>
                  </a:lnTo>
                  <a:lnTo>
                    <a:pt x="594519" y="1993093"/>
                  </a:lnTo>
                  <a:lnTo>
                    <a:pt x="590550" y="1989917"/>
                  </a:lnTo>
                  <a:lnTo>
                    <a:pt x="586978" y="1986343"/>
                  </a:lnTo>
                  <a:lnTo>
                    <a:pt x="584597" y="1981975"/>
                  </a:lnTo>
                  <a:lnTo>
                    <a:pt x="583803" y="1979990"/>
                  </a:lnTo>
                  <a:lnTo>
                    <a:pt x="583009" y="1977607"/>
                  </a:lnTo>
                  <a:lnTo>
                    <a:pt x="583009" y="1975622"/>
                  </a:lnTo>
                  <a:lnTo>
                    <a:pt x="582612" y="1973239"/>
                  </a:lnTo>
                  <a:lnTo>
                    <a:pt x="583009" y="1970857"/>
                  </a:lnTo>
                  <a:lnTo>
                    <a:pt x="583406" y="1968872"/>
                  </a:lnTo>
                  <a:lnTo>
                    <a:pt x="586581" y="1943062"/>
                  </a:lnTo>
                  <a:lnTo>
                    <a:pt x="590153" y="1918046"/>
                  </a:lnTo>
                  <a:lnTo>
                    <a:pt x="598091" y="1866823"/>
                  </a:lnTo>
                  <a:lnTo>
                    <a:pt x="598884" y="1862456"/>
                  </a:lnTo>
                  <a:lnTo>
                    <a:pt x="598884" y="1858088"/>
                  </a:lnTo>
                  <a:lnTo>
                    <a:pt x="598487" y="1853720"/>
                  </a:lnTo>
                  <a:lnTo>
                    <a:pt x="596900" y="1849749"/>
                  </a:lnTo>
                  <a:lnTo>
                    <a:pt x="594916" y="1846175"/>
                  </a:lnTo>
                  <a:lnTo>
                    <a:pt x="592137" y="1842602"/>
                  </a:lnTo>
                  <a:lnTo>
                    <a:pt x="588962" y="1839822"/>
                  </a:lnTo>
                  <a:lnTo>
                    <a:pt x="585391" y="1837440"/>
                  </a:lnTo>
                  <a:lnTo>
                    <a:pt x="570309" y="1831881"/>
                  </a:lnTo>
                  <a:lnTo>
                    <a:pt x="556022" y="1826322"/>
                  </a:lnTo>
                  <a:lnTo>
                    <a:pt x="541734" y="1820366"/>
                  </a:lnTo>
                  <a:lnTo>
                    <a:pt x="527050" y="1814012"/>
                  </a:lnTo>
                  <a:lnTo>
                    <a:pt x="512762" y="1807659"/>
                  </a:lnTo>
                  <a:lnTo>
                    <a:pt x="498872" y="1800909"/>
                  </a:lnTo>
                  <a:lnTo>
                    <a:pt x="484584" y="1793762"/>
                  </a:lnTo>
                  <a:lnTo>
                    <a:pt x="471091" y="1786217"/>
                  </a:lnTo>
                  <a:lnTo>
                    <a:pt x="457597" y="1778276"/>
                  </a:lnTo>
                  <a:lnTo>
                    <a:pt x="444500" y="1769540"/>
                  </a:lnTo>
                  <a:lnTo>
                    <a:pt x="431006" y="1760804"/>
                  </a:lnTo>
                  <a:lnTo>
                    <a:pt x="418306" y="1752069"/>
                  </a:lnTo>
                  <a:lnTo>
                    <a:pt x="406003" y="1742936"/>
                  </a:lnTo>
                  <a:lnTo>
                    <a:pt x="392906" y="1733803"/>
                  </a:lnTo>
                  <a:lnTo>
                    <a:pt x="381000" y="1723479"/>
                  </a:lnTo>
                  <a:lnTo>
                    <a:pt x="369094" y="1713552"/>
                  </a:lnTo>
                  <a:lnTo>
                    <a:pt x="365125" y="1711567"/>
                  </a:lnTo>
                  <a:lnTo>
                    <a:pt x="360759" y="1710376"/>
                  </a:lnTo>
                  <a:lnTo>
                    <a:pt x="356791" y="1709979"/>
                  </a:lnTo>
                  <a:lnTo>
                    <a:pt x="352425" y="1709979"/>
                  </a:lnTo>
                  <a:lnTo>
                    <a:pt x="347662" y="1710773"/>
                  </a:lnTo>
                  <a:lnTo>
                    <a:pt x="343694" y="1712361"/>
                  </a:lnTo>
                  <a:lnTo>
                    <a:pt x="340122" y="1714744"/>
                  </a:lnTo>
                  <a:lnTo>
                    <a:pt x="336947" y="1717523"/>
                  </a:lnTo>
                  <a:lnTo>
                    <a:pt x="256778" y="1782246"/>
                  </a:lnTo>
                  <a:lnTo>
                    <a:pt x="254794" y="1783835"/>
                  </a:lnTo>
                  <a:lnTo>
                    <a:pt x="252809" y="1785026"/>
                  </a:lnTo>
                  <a:lnTo>
                    <a:pt x="250825" y="1786217"/>
                  </a:lnTo>
                  <a:lnTo>
                    <a:pt x="248840" y="1787011"/>
                  </a:lnTo>
                  <a:lnTo>
                    <a:pt x="246459" y="1787805"/>
                  </a:lnTo>
                  <a:lnTo>
                    <a:pt x="244475" y="1787805"/>
                  </a:lnTo>
                  <a:lnTo>
                    <a:pt x="239712" y="1788202"/>
                  </a:lnTo>
                  <a:lnTo>
                    <a:pt x="234553" y="1787011"/>
                  </a:lnTo>
                  <a:lnTo>
                    <a:pt x="229790" y="1785423"/>
                  </a:lnTo>
                  <a:lnTo>
                    <a:pt x="225028" y="1782643"/>
                  </a:lnTo>
                  <a:lnTo>
                    <a:pt x="222647" y="1780658"/>
                  </a:lnTo>
                  <a:lnTo>
                    <a:pt x="220662" y="1779070"/>
                  </a:lnTo>
                  <a:lnTo>
                    <a:pt x="205978" y="1762790"/>
                  </a:lnTo>
                  <a:lnTo>
                    <a:pt x="192087" y="1746907"/>
                  </a:lnTo>
                  <a:lnTo>
                    <a:pt x="178197" y="1731024"/>
                  </a:lnTo>
                  <a:lnTo>
                    <a:pt x="165100" y="1713949"/>
                  </a:lnTo>
                  <a:lnTo>
                    <a:pt x="152003" y="1696875"/>
                  </a:lnTo>
                  <a:lnTo>
                    <a:pt x="139700" y="1679404"/>
                  </a:lnTo>
                  <a:lnTo>
                    <a:pt x="127794" y="1661933"/>
                  </a:lnTo>
                  <a:lnTo>
                    <a:pt x="116284" y="1644064"/>
                  </a:lnTo>
                  <a:lnTo>
                    <a:pt x="113506" y="1638902"/>
                  </a:lnTo>
                  <a:lnTo>
                    <a:pt x="112315" y="1633343"/>
                  </a:lnTo>
                  <a:lnTo>
                    <a:pt x="111522" y="1628181"/>
                  </a:lnTo>
                  <a:lnTo>
                    <a:pt x="111919" y="1623019"/>
                  </a:lnTo>
                  <a:lnTo>
                    <a:pt x="113109" y="1618651"/>
                  </a:lnTo>
                  <a:lnTo>
                    <a:pt x="113903" y="1616269"/>
                  </a:lnTo>
                  <a:lnTo>
                    <a:pt x="115094" y="1614284"/>
                  </a:lnTo>
                  <a:lnTo>
                    <a:pt x="116284" y="1612695"/>
                  </a:lnTo>
                  <a:lnTo>
                    <a:pt x="117872" y="1610710"/>
                  </a:lnTo>
                  <a:lnTo>
                    <a:pt x="119856" y="1609519"/>
                  </a:lnTo>
                  <a:lnTo>
                    <a:pt x="121840" y="1608327"/>
                  </a:lnTo>
                  <a:lnTo>
                    <a:pt x="162322" y="1576958"/>
                  </a:lnTo>
                  <a:lnTo>
                    <a:pt x="183356" y="1561870"/>
                  </a:lnTo>
                  <a:lnTo>
                    <a:pt x="203994" y="1546781"/>
                  </a:lnTo>
                  <a:lnTo>
                    <a:pt x="207565" y="1544001"/>
                  </a:lnTo>
                  <a:lnTo>
                    <a:pt x="211137" y="1540825"/>
                  </a:lnTo>
                  <a:lnTo>
                    <a:pt x="213519" y="1537648"/>
                  </a:lnTo>
                  <a:lnTo>
                    <a:pt x="215503" y="1533677"/>
                  </a:lnTo>
                  <a:lnTo>
                    <a:pt x="216694" y="1529707"/>
                  </a:lnTo>
                  <a:lnTo>
                    <a:pt x="217090" y="1525339"/>
                  </a:lnTo>
                  <a:lnTo>
                    <a:pt x="217090" y="1520971"/>
                  </a:lnTo>
                  <a:lnTo>
                    <a:pt x="216297" y="1516603"/>
                  </a:lnTo>
                  <a:lnTo>
                    <a:pt x="209153" y="1502705"/>
                  </a:lnTo>
                  <a:lnTo>
                    <a:pt x="202803" y="1488014"/>
                  </a:lnTo>
                  <a:lnTo>
                    <a:pt x="196850" y="1473719"/>
                  </a:lnTo>
                  <a:lnTo>
                    <a:pt x="191294" y="1459027"/>
                  </a:lnTo>
                  <a:lnTo>
                    <a:pt x="186134" y="1444335"/>
                  </a:lnTo>
                  <a:lnTo>
                    <a:pt x="180975" y="1429644"/>
                  </a:lnTo>
                  <a:lnTo>
                    <a:pt x="176212" y="1414952"/>
                  </a:lnTo>
                  <a:lnTo>
                    <a:pt x="171847" y="1399466"/>
                  </a:lnTo>
                  <a:lnTo>
                    <a:pt x="167878" y="1384377"/>
                  </a:lnTo>
                  <a:lnTo>
                    <a:pt x="164703" y="1369288"/>
                  </a:lnTo>
                  <a:lnTo>
                    <a:pt x="161131" y="1353802"/>
                  </a:lnTo>
                  <a:lnTo>
                    <a:pt x="158353" y="1338713"/>
                  </a:lnTo>
                  <a:lnTo>
                    <a:pt x="155972" y="1323227"/>
                  </a:lnTo>
                  <a:lnTo>
                    <a:pt x="153987" y="1307344"/>
                  </a:lnTo>
                  <a:lnTo>
                    <a:pt x="152003" y="1291859"/>
                  </a:lnTo>
                  <a:lnTo>
                    <a:pt x="150812" y="1276373"/>
                  </a:lnTo>
                  <a:lnTo>
                    <a:pt x="149225" y="1272402"/>
                  </a:lnTo>
                  <a:lnTo>
                    <a:pt x="146844" y="1268034"/>
                  </a:lnTo>
                  <a:lnTo>
                    <a:pt x="144462" y="1264857"/>
                  </a:lnTo>
                  <a:lnTo>
                    <a:pt x="141287" y="1262078"/>
                  </a:lnTo>
                  <a:lnTo>
                    <a:pt x="137715" y="1259695"/>
                  </a:lnTo>
                  <a:lnTo>
                    <a:pt x="133747" y="1257710"/>
                  </a:lnTo>
                  <a:lnTo>
                    <a:pt x="129778" y="1256916"/>
                  </a:lnTo>
                  <a:lnTo>
                    <a:pt x="125015" y="1256519"/>
                  </a:lnTo>
                  <a:lnTo>
                    <a:pt x="99219" y="1254136"/>
                  </a:lnTo>
                  <a:lnTo>
                    <a:pt x="74215" y="1251357"/>
                  </a:lnTo>
                  <a:lnTo>
                    <a:pt x="22622" y="1245401"/>
                  </a:lnTo>
                  <a:lnTo>
                    <a:pt x="20240" y="1245401"/>
                  </a:lnTo>
                  <a:lnTo>
                    <a:pt x="18256" y="1245004"/>
                  </a:lnTo>
                  <a:lnTo>
                    <a:pt x="15875" y="1244209"/>
                  </a:lnTo>
                  <a:lnTo>
                    <a:pt x="13890" y="1243415"/>
                  </a:lnTo>
                  <a:lnTo>
                    <a:pt x="11906" y="1242224"/>
                  </a:lnTo>
                  <a:lnTo>
                    <a:pt x="9922" y="1241033"/>
                  </a:lnTo>
                  <a:lnTo>
                    <a:pt x="6747" y="1237459"/>
                  </a:lnTo>
                  <a:lnTo>
                    <a:pt x="3969" y="1233488"/>
                  </a:lnTo>
                  <a:lnTo>
                    <a:pt x="1984" y="1228724"/>
                  </a:lnTo>
                  <a:lnTo>
                    <a:pt x="397" y="1222767"/>
                  </a:lnTo>
                  <a:lnTo>
                    <a:pt x="0" y="1219988"/>
                  </a:lnTo>
                  <a:lnTo>
                    <a:pt x="0" y="1217208"/>
                  </a:lnTo>
                  <a:lnTo>
                    <a:pt x="794" y="1196163"/>
                  </a:lnTo>
                  <a:lnTo>
                    <a:pt x="1984" y="1174721"/>
                  </a:lnTo>
                  <a:lnTo>
                    <a:pt x="3572" y="1153676"/>
                  </a:lnTo>
                  <a:lnTo>
                    <a:pt x="6350" y="1132631"/>
                  </a:lnTo>
                  <a:lnTo>
                    <a:pt x="9128" y="1111189"/>
                  </a:lnTo>
                  <a:lnTo>
                    <a:pt x="12700" y="1090541"/>
                  </a:lnTo>
                  <a:lnTo>
                    <a:pt x="16669" y="1069099"/>
                  </a:lnTo>
                  <a:lnTo>
                    <a:pt x="21034" y="1048451"/>
                  </a:lnTo>
                  <a:lnTo>
                    <a:pt x="23019" y="1043289"/>
                  </a:lnTo>
                  <a:lnTo>
                    <a:pt x="25797" y="1038127"/>
                  </a:lnTo>
                  <a:lnTo>
                    <a:pt x="29369" y="1034157"/>
                  </a:lnTo>
                  <a:lnTo>
                    <a:pt x="32940" y="1030583"/>
                  </a:lnTo>
                  <a:lnTo>
                    <a:pt x="37306" y="1028201"/>
                  </a:lnTo>
                  <a:lnTo>
                    <a:pt x="39290" y="1027406"/>
                  </a:lnTo>
                  <a:lnTo>
                    <a:pt x="41672" y="1026612"/>
                  </a:lnTo>
                  <a:lnTo>
                    <a:pt x="44053" y="1026612"/>
                  </a:lnTo>
                  <a:lnTo>
                    <a:pt x="46037" y="1026215"/>
                  </a:lnTo>
                  <a:lnTo>
                    <a:pt x="48419" y="1026612"/>
                  </a:lnTo>
                  <a:lnTo>
                    <a:pt x="50800" y="1027009"/>
                  </a:lnTo>
                  <a:lnTo>
                    <a:pt x="101600" y="1033760"/>
                  </a:lnTo>
                  <a:lnTo>
                    <a:pt x="127000" y="1037730"/>
                  </a:lnTo>
                  <a:lnTo>
                    <a:pt x="152400" y="1042098"/>
                  </a:lnTo>
                  <a:lnTo>
                    <a:pt x="156765" y="1042892"/>
                  </a:lnTo>
                  <a:lnTo>
                    <a:pt x="161131" y="1042892"/>
                  </a:lnTo>
                  <a:lnTo>
                    <a:pt x="165497" y="1042495"/>
                  </a:lnTo>
                  <a:lnTo>
                    <a:pt x="169862" y="1040907"/>
                  </a:lnTo>
                  <a:lnTo>
                    <a:pt x="173434" y="1038525"/>
                  </a:lnTo>
                  <a:lnTo>
                    <a:pt x="177006" y="1035745"/>
                  </a:lnTo>
                  <a:lnTo>
                    <a:pt x="179784" y="1032568"/>
                  </a:lnTo>
                  <a:lnTo>
                    <a:pt x="182165" y="1028995"/>
                  </a:lnTo>
                  <a:lnTo>
                    <a:pt x="187325" y="1014303"/>
                  </a:lnTo>
                  <a:lnTo>
                    <a:pt x="192881" y="1000008"/>
                  </a:lnTo>
                  <a:lnTo>
                    <a:pt x="198834" y="985316"/>
                  </a:lnTo>
                  <a:lnTo>
                    <a:pt x="205184" y="971022"/>
                  </a:lnTo>
                  <a:lnTo>
                    <a:pt x="211931" y="957124"/>
                  </a:lnTo>
                  <a:lnTo>
                    <a:pt x="218678" y="942432"/>
                  </a:lnTo>
                  <a:lnTo>
                    <a:pt x="225822" y="928932"/>
                  </a:lnTo>
                  <a:lnTo>
                    <a:pt x="233362" y="915034"/>
                  </a:lnTo>
                  <a:lnTo>
                    <a:pt x="241300" y="901931"/>
                  </a:lnTo>
                  <a:lnTo>
                    <a:pt x="249634" y="888430"/>
                  </a:lnTo>
                  <a:lnTo>
                    <a:pt x="258762" y="875327"/>
                  </a:lnTo>
                  <a:lnTo>
                    <a:pt x="267494" y="862620"/>
                  </a:lnTo>
                  <a:lnTo>
                    <a:pt x="276622" y="849517"/>
                  </a:lnTo>
                  <a:lnTo>
                    <a:pt x="286147" y="837207"/>
                  </a:lnTo>
                  <a:lnTo>
                    <a:pt x="295672" y="825295"/>
                  </a:lnTo>
                  <a:lnTo>
                    <a:pt x="305990" y="812986"/>
                  </a:lnTo>
                  <a:lnTo>
                    <a:pt x="307975" y="809015"/>
                  </a:lnTo>
                  <a:lnTo>
                    <a:pt x="309165" y="804647"/>
                  </a:lnTo>
                  <a:lnTo>
                    <a:pt x="309562" y="800279"/>
                  </a:lnTo>
                  <a:lnTo>
                    <a:pt x="309562" y="796309"/>
                  </a:lnTo>
                  <a:lnTo>
                    <a:pt x="308769" y="791941"/>
                  </a:lnTo>
                  <a:lnTo>
                    <a:pt x="307181" y="787970"/>
                  </a:lnTo>
                  <a:lnTo>
                    <a:pt x="304800" y="784396"/>
                  </a:lnTo>
                  <a:lnTo>
                    <a:pt x="301625" y="780823"/>
                  </a:lnTo>
                  <a:lnTo>
                    <a:pt x="237331" y="700614"/>
                  </a:lnTo>
                  <a:lnTo>
                    <a:pt x="235744" y="699025"/>
                  </a:lnTo>
                  <a:lnTo>
                    <a:pt x="234553" y="697437"/>
                  </a:lnTo>
                  <a:lnTo>
                    <a:pt x="233362" y="695452"/>
                  </a:lnTo>
                  <a:lnTo>
                    <a:pt x="232569" y="693069"/>
                  </a:lnTo>
                  <a:lnTo>
                    <a:pt x="231775" y="691084"/>
                  </a:lnTo>
                  <a:lnTo>
                    <a:pt x="231775" y="688701"/>
                  </a:lnTo>
                  <a:lnTo>
                    <a:pt x="231775" y="683936"/>
                  </a:lnTo>
                  <a:lnTo>
                    <a:pt x="232569" y="678774"/>
                  </a:lnTo>
                  <a:lnTo>
                    <a:pt x="234156" y="674010"/>
                  </a:lnTo>
                  <a:lnTo>
                    <a:pt x="236934" y="668848"/>
                  </a:lnTo>
                  <a:lnTo>
                    <a:pt x="240506" y="664480"/>
                  </a:lnTo>
                  <a:lnTo>
                    <a:pt x="256778" y="650185"/>
                  </a:lnTo>
                  <a:lnTo>
                    <a:pt x="272653" y="636287"/>
                  </a:lnTo>
                  <a:lnTo>
                    <a:pt x="288925" y="622390"/>
                  </a:lnTo>
                  <a:lnTo>
                    <a:pt x="305594" y="609286"/>
                  </a:lnTo>
                  <a:lnTo>
                    <a:pt x="322659" y="596183"/>
                  </a:lnTo>
                  <a:lnTo>
                    <a:pt x="339725" y="583874"/>
                  </a:lnTo>
                  <a:lnTo>
                    <a:pt x="357584" y="571961"/>
                  </a:lnTo>
                  <a:lnTo>
                    <a:pt x="375841" y="560446"/>
                  </a:lnTo>
                  <a:lnTo>
                    <a:pt x="381000" y="558064"/>
                  </a:lnTo>
                  <a:lnTo>
                    <a:pt x="386159" y="556475"/>
                  </a:lnTo>
                  <a:lnTo>
                    <a:pt x="391319" y="556078"/>
                  </a:lnTo>
                  <a:lnTo>
                    <a:pt x="396478" y="556475"/>
                  </a:lnTo>
                  <a:lnTo>
                    <a:pt x="401241" y="557667"/>
                  </a:lnTo>
                  <a:lnTo>
                    <a:pt x="403225" y="558461"/>
                  </a:lnTo>
                  <a:lnTo>
                    <a:pt x="405606" y="559652"/>
                  </a:lnTo>
                  <a:lnTo>
                    <a:pt x="407194" y="560843"/>
                  </a:lnTo>
                  <a:lnTo>
                    <a:pt x="408781" y="562431"/>
                  </a:lnTo>
                  <a:lnTo>
                    <a:pt x="410369" y="564020"/>
                  </a:lnTo>
                  <a:lnTo>
                    <a:pt x="411559" y="566005"/>
                  </a:lnTo>
                  <a:lnTo>
                    <a:pt x="427037" y="586653"/>
                  </a:lnTo>
                  <a:lnTo>
                    <a:pt x="442912" y="606904"/>
                  </a:lnTo>
                  <a:lnTo>
                    <a:pt x="457994" y="627552"/>
                  </a:lnTo>
                  <a:lnTo>
                    <a:pt x="472678" y="648200"/>
                  </a:lnTo>
                  <a:lnTo>
                    <a:pt x="475456" y="652170"/>
                  </a:lnTo>
                  <a:lnTo>
                    <a:pt x="478234" y="654950"/>
                  </a:lnTo>
                  <a:lnTo>
                    <a:pt x="481806" y="657729"/>
                  </a:lnTo>
                  <a:lnTo>
                    <a:pt x="486172" y="659318"/>
                  </a:lnTo>
                  <a:lnTo>
                    <a:pt x="490141" y="660509"/>
                  </a:lnTo>
                  <a:lnTo>
                    <a:pt x="494506" y="661303"/>
                  </a:lnTo>
                  <a:lnTo>
                    <a:pt x="498872" y="660906"/>
                  </a:lnTo>
                  <a:lnTo>
                    <a:pt x="503237" y="660112"/>
                  </a:lnTo>
                  <a:lnTo>
                    <a:pt x="517128" y="653759"/>
                  </a:lnTo>
                  <a:lnTo>
                    <a:pt x="531416" y="647406"/>
                  </a:lnTo>
                  <a:lnTo>
                    <a:pt x="546100" y="641449"/>
                  </a:lnTo>
                  <a:lnTo>
                    <a:pt x="560387" y="635890"/>
                  </a:lnTo>
                  <a:lnTo>
                    <a:pt x="575072" y="630331"/>
                  </a:lnTo>
                  <a:lnTo>
                    <a:pt x="590153" y="625566"/>
                  </a:lnTo>
                  <a:lnTo>
                    <a:pt x="604837" y="620404"/>
                  </a:lnTo>
                  <a:lnTo>
                    <a:pt x="619919" y="615640"/>
                  </a:lnTo>
                  <a:lnTo>
                    <a:pt x="635397" y="612066"/>
                  </a:lnTo>
                  <a:lnTo>
                    <a:pt x="650478" y="608492"/>
                  </a:lnTo>
                  <a:lnTo>
                    <a:pt x="665956" y="605713"/>
                  </a:lnTo>
                  <a:lnTo>
                    <a:pt x="681434" y="602933"/>
                  </a:lnTo>
                  <a:lnTo>
                    <a:pt x="696913" y="600154"/>
                  </a:lnTo>
                  <a:lnTo>
                    <a:pt x="711994" y="598168"/>
                  </a:lnTo>
                  <a:lnTo>
                    <a:pt x="727869" y="596580"/>
                  </a:lnTo>
                  <a:lnTo>
                    <a:pt x="743347" y="594992"/>
                  </a:lnTo>
                  <a:lnTo>
                    <a:pt x="747713" y="593403"/>
                  </a:lnTo>
                  <a:lnTo>
                    <a:pt x="751284" y="591418"/>
                  </a:lnTo>
                  <a:lnTo>
                    <a:pt x="754856" y="588638"/>
                  </a:lnTo>
                  <a:lnTo>
                    <a:pt x="757634" y="585462"/>
                  </a:lnTo>
                  <a:lnTo>
                    <a:pt x="760016" y="582285"/>
                  </a:lnTo>
                  <a:lnTo>
                    <a:pt x="762397" y="577917"/>
                  </a:lnTo>
                  <a:lnTo>
                    <a:pt x="763191" y="573550"/>
                  </a:lnTo>
                  <a:lnTo>
                    <a:pt x="763588" y="569182"/>
                  </a:lnTo>
                  <a:lnTo>
                    <a:pt x="765969" y="543769"/>
                  </a:lnTo>
                  <a:lnTo>
                    <a:pt x="768747" y="517959"/>
                  </a:lnTo>
                  <a:lnTo>
                    <a:pt x="771525" y="492943"/>
                  </a:lnTo>
                  <a:lnTo>
                    <a:pt x="774700" y="467133"/>
                  </a:lnTo>
                  <a:lnTo>
                    <a:pt x="774700" y="464751"/>
                  </a:lnTo>
                  <a:lnTo>
                    <a:pt x="775097" y="462766"/>
                  </a:lnTo>
                  <a:lnTo>
                    <a:pt x="775891" y="460383"/>
                  </a:lnTo>
                  <a:lnTo>
                    <a:pt x="776684" y="458398"/>
                  </a:lnTo>
                  <a:lnTo>
                    <a:pt x="777875" y="456412"/>
                  </a:lnTo>
                  <a:lnTo>
                    <a:pt x="779066" y="454824"/>
                  </a:lnTo>
                  <a:lnTo>
                    <a:pt x="782638" y="451250"/>
                  </a:lnTo>
                  <a:lnTo>
                    <a:pt x="786606" y="448471"/>
                  </a:lnTo>
                  <a:lnTo>
                    <a:pt x="791369" y="446486"/>
                  </a:lnTo>
                  <a:lnTo>
                    <a:pt x="796925" y="444897"/>
                  </a:lnTo>
                  <a:lnTo>
                    <a:pt x="802481" y="444500"/>
                  </a:lnTo>
                  <a:close/>
                  <a:moveTo>
                    <a:pt x="1780579" y="266729"/>
                  </a:moveTo>
                  <a:lnTo>
                    <a:pt x="1770667" y="267126"/>
                  </a:lnTo>
                  <a:lnTo>
                    <a:pt x="1761944" y="267921"/>
                  </a:lnTo>
                  <a:lnTo>
                    <a:pt x="1752824" y="269113"/>
                  </a:lnTo>
                  <a:lnTo>
                    <a:pt x="1744101" y="270304"/>
                  </a:lnTo>
                  <a:lnTo>
                    <a:pt x="1735378" y="272688"/>
                  </a:lnTo>
                  <a:lnTo>
                    <a:pt x="1727052" y="275071"/>
                  </a:lnTo>
                  <a:lnTo>
                    <a:pt x="1718329" y="277852"/>
                  </a:lnTo>
                  <a:lnTo>
                    <a:pt x="1710399" y="281030"/>
                  </a:lnTo>
                  <a:lnTo>
                    <a:pt x="1702469" y="284605"/>
                  </a:lnTo>
                  <a:lnTo>
                    <a:pt x="1694539" y="288578"/>
                  </a:lnTo>
                  <a:lnTo>
                    <a:pt x="1687005" y="292550"/>
                  </a:lnTo>
                  <a:lnTo>
                    <a:pt x="1679472" y="297317"/>
                  </a:lnTo>
                  <a:lnTo>
                    <a:pt x="1672731" y="302482"/>
                  </a:lnTo>
                  <a:lnTo>
                    <a:pt x="1665991" y="308043"/>
                  </a:lnTo>
                  <a:lnTo>
                    <a:pt x="1659250" y="313605"/>
                  </a:lnTo>
                  <a:lnTo>
                    <a:pt x="1653303" y="319563"/>
                  </a:lnTo>
                  <a:lnTo>
                    <a:pt x="1647355" y="325919"/>
                  </a:lnTo>
                  <a:lnTo>
                    <a:pt x="1641804" y="332275"/>
                  </a:lnTo>
                  <a:lnTo>
                    <a:pt x="1636253" y="339029"/>
                  </a:lnTo>
                  <a:lnTo>
                    <a:pt x="1631098" y="346179"/>
                  </a:lnTo>
                  <a:lnTo>
                    <a:pt x="1626340" y="353727"/>
                  </a:lnTo>
                  <a:lnTo>
                    <a:pt x="1621979" y="361275"/>
                  </a:lnTo>
                  <a:lnTo>
                    <a:pt x="1618014" y="368822"/>
                  </a:lnTo>
                  <a:lnTo>
                    <a:pt x="1614445" y="376767"/>
                  </a:lnTo>
                  <a:lnTo>
                    <a:pt x="1611273" y="384712"/>
                  </a:lnTo>
                  <a:lnTo>
                    <a:pt x="1608498" y="393055"/>
                  </a:lnTo>
                  <a:lnTo>
                    <a:pt x="1606119" y="401794"/>
                  </a:lnTo>
                  <a:lnTo>
                    <a:pt x="1604136" y="410534"/>
                  </a:lnTo>
                  <a:lnTo>
                    <a:pt x="1602550" y="419273"/>
                  </a:lnTo>
                  <a:lnTo>
                    <a:pt x="1601361" y="428410"/>
                  </a:lnTo>
                  <a:lnTo>
                    <a:pt x="1600568" y="437547"/>
                  </a:lnTo>
                  <a:lnTo>
                    <a:pt x="1600171" y="447081"/>
                  </a:lnTo>
                  <a:lnTo>
                    <a:pt x="1600568" y="456218"/>
                  </a:lnTo>
                  <a:lnTo>
                    <a:pt x="1601361" y="465354"/>
                  </a:lnTo>
                  <a:lnTo>
                    <a:pt x="1602550" y="474094"/>
                  </a:lnTo>
                  <a:lnTo>
                    <a:pt x="1604136" y="482833"/>
                  </a:lnTo>
                  <a:lnTo>
                    <a:pt x="1606119" y="491970"/>
                  </a:lnTo>
                  <a:lnTo>
                    <a:pt x="1608498" y="500312"/>
                  </a:lnTo>
                  <a:lnTo>
                    <a:pt x="1611273" y="508655"/>
                  </a:lnTo>
                  <a:lnTo>
                    <a:pt x="1614445" y="516997"/>
                  </a:lnTo>
                  <a:lnTo>
                    <a:pt x="1618014" y="524545"/>
                  </a:lnTo>
                  <a:lnTo>
                    <a:pt x="1621979" y="532490"/>
                  </a:lnTo>
                  <a:lnTo>
                    <a:pt x="1626340" y="540435"/>
                  </a:lnTo>
                  <a:lnTo>
                    <a:pt x="1631098" y="547585"/>
                  </a:lnTo>
                  <a:lnTo>
                    <a:pt x="1636253" y="554338"/>
                  </a:lnTo>
                  <a:lnTo>
                    <a:pt x="1641804" y="561092"/>
                  </a:lnTo>
                  <a:lnTo>
                    <a:pt x="1647355" y="567845"/>
                  </a:lnTo>
                  <a:lnTo>
                    <a:pt x="1653303" y="573804"/>
                  </a:lnTo>
                  <a:lnTo>
                    <a:pt x="1659250" y="580160"/>
                  </a:lnTo>
                  <a:lnTo>
                    <a:pt x="1665991" y="585721"/>
                  </a:lnTo>
                  <a:lnTo>
                    <a:pt x="1672731" y="591283"/>
                  </a:lnTo>
                  <a:lnTo>
                    <a:pt x="1679472" y="596050"/>
                  </a:lnTo>
                  <a:lnTo>
                    <a:pt x="1687005" y="600817"/>
                  </a:lnTo>
                  <a:lnTo>
                    <a:pt x="1694539" y="605186"/>
                  </a:lnTo>
                  <a:lnTo>
                    <a:pt x="1702469" y="609159"/>
                  </a:lnTo>
                  <a:lnTo>
                    <a:pt x="1710399" y="612734"/>
                  </a:lnTo>
                  <a:lnTo>
                    <a:pt x="1718329" y="615912"/>
                  </a:lnTo>
                  <a:lnTo>
                    <a:pt x="1727052" y="618693"/>
                  </a:lnTo>
                  <a:lnTo>
                    <a:pt x="1735378" y="621076"/>
                  </a:lnTo>
                  <a:lnTo>
                    <a:pt x="1744101" y="623063"/>
                  </a:lnTo>
                  <a:lnTo>
                    <a:pt x="1752824" y="624652"/>
                  </a:lnTo>
                  <a:lnTo>
                    <a:pt x="1761944" y="626241"/>
                  </a:lnTo>
                  <a:lnTo>
                    <a:pt x="1770667" y="626638"/>
                  </a:lnTo>
                  <a:lnTo>
                    <a:pt x="1780579" y="627035"/>
                  </a:lnTo>
                  <a:lnTo>
                    <a:pt x="1789699" y="626638"/>
                  </a:lnTo>
                  <a:lnTo>
                    <a:pt x="1798819" y="626241"/>
                  </a:lnTo>
                  <a:lnTo>
                    <a:pt x="1807542" y="624652"/>
                  </a:lnTo>
                  <a:lnTo>
                    <a:pt x="1816265" y="623063"/>
                  </a:lnTo>
                  <a:lnTo>
                    <a:pt x="1825384" y="621076"/>
                  </a:lnTo>
                  <a:lnTo>
                    <a:pt x="1833711" y="618693"/>
                  </a:lnTo>
                  <a:lnTo>
                    <a:pt x="1842037" y="615912"/>
                  </a:lnTo>
                  <a:lnTo>
                    <a:pt x="1850364" y="612734"/>
                  </a:lnTo>
                  <a:lnTo>
                    <a:pt x="1858294" y="609159"/>
                  </a:lnTo>
                  <a:lnTo>
                    <a:pt x="1866224" y="605186"/>
                  </a:lnTo>
                  <a:lnTo>
                    <a:pt x="1873757" y="600817"/>
                  </a:lnTo>
                  <a:lnTo>
                    <a:pt x="1880894" y="596050"/>
                  </a:lnTo>
                  <a:lnTo>
                    <a:pt x="1888031" y="591283"/>
                  </a:lnTo>
                  <a:lnTo>
                    <a:pt x="1894772" y="585721"/>
                  </a:lnTo>
                  <a:lnTo>
                    <a:pt x="1901116" y="580160"/>
                  </a:lnTo>
                  <a:lnTo>
                    <a:pt x="1907460" y="573804"/>
                  </a:lnTo>
                  <a:lnTo>
                    <a:pt x="1913804" y="567845"/>
                  </a:lnTo>
                  <a:lnTo>
                    <a:pt x="1919355" y="561092"/>
                  </a:lnTo>
                  <a:lnTo>
                    <a:pt x="1924509" y="554338"/>
                  </a:lnTo>
                  <a:lnTo>
                    <a:pt x="1929664" y="547585"/>
                  </a:lnTo>
                  <a:lnTo>
                    <a:pt x="1934026" y="540435"/>
                  </a:lnTo>
                  <a:lnTo>
                    <a:pt x="1938387" y="532490"/>
                  </a:lnTo>
                  <a:lnTo>
                    <a:pt x="1942352" y="524545"/>
                  </a:lnTo>
                  <a:lnTo>
                    <a:pt x="1945921" y="516997"/>
                  </a:lnTo>
                  <a:lnTo>
                    <a:pt x="1949093" y="508655"/>
                  </a:lnTo>
                  <a:lnTo>
                    <a:pt x="1951868" y="500312"/>
                  </a:lnTo>
                  <a:lnTo>
                    <a:pt x="1954247" y="491970"/>
                  </a:lnTo>
                  <a:lnTo>
                    <a:pt x="1957023" y="482833"/>
                  </a:lnTo>
                  <a:lnTo>
                    <a:pt x="1958212" y="474094"/>
                  </a:lnTo>
                  <a:lnTo>
                    <a:pt x="1959402" y="465354"/>
                  </a:lnTo>
                  <a:lnTo>
                    <a:pt x="1960195" y="456218"/>
                  </a:lnTo>
                  <a:lnTo>
                    <a:pt x="1960591" y="447081"/>
                  </a:lnTo>
                  <a:lnTo>
                    <a:pt x="1960195" y="437547"/>
                  </a:lnTo>
                  <a:lnTo>
                    <a:pt x="1959402" y="428410"/>
                  </a:lnTo>
                  <a:lnTo>
                    <a:pt x="1958212" y="419273"/>
                  </a:lnTo>
                  <a:lnTo>
                    <a:pt x="1957023" y="410534"/>
                  </a:lnTo>
                  <a:lnTo>
                    <a:pt x="1954247" y="401794"/>
                  </a:lnTo>
                  <a:lnTo>
                    <a:pt x="1951868" y="393055"/>
                  </a:lnTo>
                  <a:lnTo>
                    <a:pt x="1949093" y="384712"/>
                  </a:lnTo>
                  <a:lnTo>
                    <a:pt x="1945921" y="376767"/>
                  </a:lnTo>
                  <a:lnTo>
                    <a:pt x="1942352" y="368822"/>
                  </a:lnTo>
                  <a:lnTo>
                    <a:pt x="1938387" y="361275"/>
                  </a:lnTo>
                  <a:lnTo>
                    <a:pt x="1934026" y="353727"/>
                  </a:lnTo>
                  <a:lnTo>
                    <a:pt x="1929664" y="346179"/>
                  </a:lnTo>
                  <a:lnTo>
                    <a:pt x="1924509" y="339029"/>
                  </a:lnTo>
                  <a:lnTo>
                    <a:pt x="1919355" y="332275"/>
                  </a:lnTo>
                  <a:lnTo>
                    <a:pt x="1913804" y="325919"/>
                  </a:lnTo>
                  <a:lnTo>
                    <a:pt x="1907460" y="319563"/>
                  </a:lnTo>
                  <a:lnTo>
                    <a:pt x="1901116" y="313605"/>
                  </a:lnTo>
                  <a:lnTo>
                    <a:pt x="1894772" y="308043"/>
                  </a:lnTo>
                  <a:lnTo>
                    <a:pt x="1888031" y="302482"/>
                  </a:lnTo>
                  <a:lnTo>
                    <a:pt x="1880894" y="297317"/>
                  </a:lnTo>
                  <a:lnTo>
                    <a:pt x="1873757" y="292550"/>
                  </a:lnTo>
                  <a:lnTo>
                    <a:pt x="1866224" y="288578"/>
                  </a:lnTo>
                  <a:lnTo>
                    <a:pt x="1858294" y="284605"/>
                  </a:lnTo>
                  <a:lnTo>
                    <a:pt x="1850364" y="281030"/>
                  </a:lnTo>
                  <a:lnTo>
                    <a:pt x="1842037" y="277852"/>
                  </a:lnTo>
                  <a:lnTo>
                    <a:pt x="1833711" y="275071"/>
                  </a:lnTo>
                  <a:lnTo>
                    <a:pt x="1825384" y="272688"/>
                  </a:lnTo>
                  <a:lnTo>
                    <a:pt x="1816265" y="270304"/>
                  </a:lnTo>
                  <a:lnTo>
                    <a:pt x="1807542" y="269113"/>
                  </a:lnTo>
                  <a:lnTo>
                    <a:pt x="1798819" y="267921"/>
                  </a:lnTo>
                  <a:lnTo>
                    <a:pt x="1789699" y="267126"/>
                  </a:lnTo>
                  <a:lnTo>
                    <a:pt x="1780579" y="266729"/>
                  </a:lnTo>
                  <a:close/>
                  <a:moveTo>
                    <a:pt x="1769477" y="236538"/>
                  </a:moveTo>
                  <a:lnTo>
                    <a:pt x="1780579" y="236538"/>
                  </a:lnTo>
                  <a:lnTo>
                    <a:pt x="1791285" y="236538"/>
                  </a:lnTo>
                  <a:lnTo>
                    <a:pt x="1801594" y="237333"/>
                  </a:lnTo>
                  <a:lnTo>
                    <a:pt x="1812300" y="238922"/>
                  </a:lnTo>
                  <a:lnTo>
                    <a:pt x="1823005" y="240511"/>
                  </a:lnTo>
                  <a:lnTo>
                    <a:pt x="1832918" y="242894"/>
                  </a:lnTo>
                  <a:lnTo>
                    <a:pt x="1842830" y="245675"/>
                  </a:lnTo>
                  <a:lnTo>
                    <a:pt x="1852346" y="248853"/>
                  </a:lnTo>
                  <a:lnTo>
                    <a:pt x="1861862" y="252825"/>
                  </a:lnTo>
                  <a:lnTo>
                    <a:pt x="1871775" y="256798"/>
                  </a:lnTo>
                  <a:lnTo>
                    <a:pt x="1880498" y="261962"/>
                  </a:lnTo>
                  <a:lnTo>
                    <a:pt x="1889221" y="267126"/>
                  </a:lnTo>
                  <a:lnTo>
                    <a:pt x="1897944" y="272291"/>
                  </a:lnTo>
                  <a:lnTo>
                    <a:pt x="1905874" y="278249"/>
                  </a:lnTo>
                  <a:lnTo>
                    <a:pt x="1914200" y="284208"/>
                  </a:lnTo>
                  <a:lnTo>
                    <a:pt x="1921734" y="290961"/>
                  </a:lnTo>
                  <a:lnTo>
                    <a:pt x="1929268" y="297715"/>
                  </a:lnTo>
                  <a:lnTo>
                    <a:pt x="1936008" y="305660"/>
                  </a:lnTo>
                  <a:lnTo>
                    <a:pt x="1942352" y="313207"/>
                  </a:lnTo>
                  <a:lnTo>
                    <a:pt x="1948696" y="320755"/>
                  </a:lnTo>
                  <a:lnTo>
                    <a:pt x="1954644" y="329097"/>
                  </a:lnTo>
                  <a:lnTo>
                    <a:pt x="1960195" y="337440"/>
                  </a:lnTo>
                  <a:lnTo>
                    <a:pt x="1965349" y="346179"/>
                  </a:lnTo>
                  <a:lnTo>
                    <a:pt x="1970107" y="355713"/>
                  </a:lnTo>
                  <a:lnTo>
                    <a:pt x="1974072" y="364850"/>
                  </a:lnTo>
                  <a:lnTo>
                    <a:pt x="1978037" y="374384"/>
                  </a:lnTo>
                  <a:lnTo>
                    <a:pt x="1981209" y="384315"/>
                  </a:lnTo>
                  <a:lnTo>
                    <a:pt x="1983985" y="393849"/>
                  </a:lnTo>
                  <a:lnTo>
                    <a:pt x="1986364" y="404575"/>
                  </a:lnTo>
                  <a:lnTo>
                    <a:pt x="1988346" y="414903"/>
                  </a:lnTo>
                  <a:lnTo>
                    <a:pt x="1989536" y="425232"/>
                  </a:lnTo>
                  <a:lnTo>
                    <a:pt x="1990329" y="435958"/>
                  </a:lnTo>
                  <a:lnTo>
                    <a:pt x="1990725" y="447081"/>
                  </a:lnTo>
                  <a:lnTo>
                    <a:pt x="1990329" y="457807"/>
                  </a:lnTo>
                  <a:lnTo>
                    <a:pt x="1989536" y="468135"/>
                  </a:lnTo>
                  <a:lnTo>
                    <a:pt x="1988346" y="478861"/>
                  </a:lnTo>
                  <a:lnTo>
                    <a:pt x="1986364" y="489587"/>
                  </a:lnTo>
                  <a:lnTo>
                    <a:pt x="1983985" y="499518"/>
                  </a:lnTo>
                  <a:lnTo>
                    <a:pt x="1981209" y="509449"/>
                  </a:lnTo>
                  <a:lnTo>
                    <a:pt x="1978037" y="518983"/>
                  </a:lnTo>
                  <a:lnTo>
                    <a:pt x="1974072" y="528517"/>
                  </a:lnTo>
                  <a:lnTo>
                    <a:pt x="1970107" y="538051"/>
                  </a:lnTo>
                  <a:lnTo>
                    <a:pt x="1965349" y="547188"/>
                  </a:lnTo>
                  <a:lnTo>
                    <a:pt x="1960195" y="555927"/>
                  </a:lnTo>
                  <a:lnTo>
                    <a:pt x="1954644" y="564270"/>
                  </a:lnTo>
                  <a:lnTo>
                    <a:pt x="1948696" y="572612"/>
                  </a:lnTo>
                  <a:lnTo>
                    <a:pt x="1942352" y="580954"/>
                  </a:lnTo>
                  <a:lnTo>
                    <a:pt x="1936008" y="588502"/>
                  </a:lnTo>
                  <a:lnTo>
                    <a:pt x="1929268" y="595652"/>
                  </a:lnTo>
                  <a:lnTo>
                    <a:pt x="1921734" y="602406"/>
                  </a:lnTo>
                  <a:lnTo>
                    <a:pt x="1914200" y="609159"/>
                  </a:lnTo>
                  <a:lnTo>
                    <a:pt x="1905874" y="615118"/>
                  </a:lnTo>
                  <a:lnTo>
                    <a:pt x="1897944" y="621076"/>
                  </a:lnTo>
                  <a:lnTo>
                    <a:pt x="1889221" y="627035"/>
                  </a:lnTo>
                  <a:lnTo>
                    <a:pt x="1880498" y="631802"/>
                  </a:lnTo>
                  <a:lnTo>
                    <a:pt x="1871775" y="636569"/>
                  </a:lnTo>
                  <a:lnTo>
                    <a:pt x="1861862" y="640542"/>
                  </a:lnTo>
                  <a:lnTo>
                    <a:pt x="1852346" y="644514"/>
                  </a:lnTo>
                  <a:lnTo>
                    <a:pt x="1842830" y="647692"/>
                  </a:lnTo>
                  <a:lnTo>
                    <a:pt x="1832918" y="650473"/>
                  </a:lnTo>
                  <a:lnTo>
                    <a:pt x="1823005" y="652856"/>
                  </a:lnTo>
                  <a:lnTo>
                    <a:pt x="1812300" y="654843"/>
                  </a:lnTo>
                  <a:lnTo>
                    <a:pt x="1801594" y="656034"/>
                  </a:lnTo>
                  <a:lnTo>
                    <a:pt x="1791285" y="656829"/>
                  </a:lnTo>
                  <a:lnTo>
                    <a:pt x="1780579" y="657226"/>
                  </a:lnTo>
                  <a:lnTo>
                    <a:pt x="1769477" y="656829"/>
                  </a:lnTo>
                  <a:lnTo>
                    <a:pt x="1758772" y="656034"/>
                  </a:lnTo>
                  <a:lnTo>
                    <a:pt x="1748463" y="654843"/>
                  </a:lnTo>
                  <a:lnTo>
                    <a:pt x="1738154" y="652856"/>
                  </a:lnTo>
                  <a:lnTo>
                    <a:pt x="1727845" y="650473"/>
                  </a:lnTo>
                  <a:lnTo>
                    <a:pt x="1717536" y="647692"/>
                  </a:lnTo>
                  <a:lnTo>
                    <a:pt x="1708020" y="644514"/>
                  </a:lnTo>
                  <a:lnTo>
                    <a:pt x="1698504" y="640542"/>
                  </a:lnTo>
                  <a:lnTo>
                    <a:pt x="1689384" y="636569"/>
                  </a:lnTo>
                  <a:lnTo>
                    <a:pt x="1680265" y="631802"/>
                  </a:lnTo>
                  <a:lnTo>
                    <a:pt x="1671145" y="627035"/>
                  </a:lnTo>
                  <a:lnTo>
                    <a:pt x="1662819" y="621076"/>
                  </a:lnTo>
                  <a:lnTo>
                    <a:pt x="1654492" y="615118"/>
                  </a:lnTo>
                  <a:lnTo>
                    <a:pt x="1646562" y="609159"/>
                  </a:lnTo>
                  <a:lnTo>
                    <a:pt x="1639028" y="602406"/>
                  </a:lnTo>
                  <a:lnTo>
                    <a:pt x="1631495" y="595652"/>
                  </a:lnTo>
                  <a:lnTo>
                    <a:pt x="1624358" y="588502"/>
                  </a:lnTo>
                  <a:lnTo>
                    <a:pt x="1618014" y="580954"/>
                  </a:lnTo>
                  <a:lnTo>
                    <a:pt x="1611670" y="572612"/>
                  </a:lnTo>
                  <a:lnTo>
                    <a:pt x="1606119" y="564270"/>
                  </a:lnTo>
                  <a:lnTo>
                    <a:pt x="1600568" y="555927"/>
                  </a:lnTo>
                  <a:lnTo>
                    <a:pt x="1595413" y="547188"/>
                  </a:lnTo>
                  <a:lnTo>
                    <a:pt x="1591052" y="538051"/>
                  </a:lnTo>
                  <a:lnTo>
                    <a:pt x="1586294" y="528517"/>
                  </a:lnTo>
                  <a:lnTo>
                    <a:pt x="1582725" y="518983"/>
                  </a:lnTo>
                  <a:lnTo>
                    <a:pt x="1579553" y="509449"/>
                  </a:lnTo>
                  <a:lnTo>
                    <a:pt x="1576381" y="499518"/>
                  </a:lnTo>
                  <a:lnTo>
                    <a:pt x="1574399" y="489587"/>
                  </a:lnTo>
                  <a:lnTo>
                    <a:pt x="1572416" y="478861"/>
                  </a:lnTo>
                  <a:lnTo>
                    <a:pt x="1571227" y="468135"/>
                  </a:lnTo>
                  <a:lnTo>
                    <a:pt x="1570434" y="457807"/>
                  </a:lnTo>
                  <a:lnTo>
                    <a:pt x="1570037" y="447081"/>
                  </a:lnTo>
                  <a:lnTo>
                    <a:pt x="1570434" y="435958"/>
                  </a:lnTo>
                  <a:lnTo>
                    <a:pt x="1571227" y="425232"/>
                  </a:lnTo>
                  <a:lnTo>
                    <a:pt x="1572416" y="414903"/>
                  </a:lnTo>
                  <a:lnTo>
                    <a:pt x="1574399" y="404575"/>
                  </a:lnTo>
                  <a:lnTo>
                    <a:pt x="1576381" y="393849"/>
                  </a:lnTo>
                  <a:lnTo>
                    <a:pt x="1579553" y="384315"/>
                  </a:lnTo>
                  <a:lnTo>
                    <a:pt x="1582725" y="374384"/>
                  </a:lnTo>
                  <a:lnTo>
                    <a:pt x="1586294" y="364850"/>
                  </a:lnTo>
                  <a:lnTo>
                    <a:pt x="1591052" y="355713"/>
                  </a:lnTo>
                  <a:lnTo>
                    <a:pt x="1595413" y="346179"/>
                  </a:lnTo>
                  <a:lnTo>
                    <a:pt x="1600568" y="337440"/>
                  </a:lnTo>
                  <a:lnTo>
                    <a:pt x="1606119" y="329097"/>
                  </a:lnTo>
                  <a:lnTo>
                    <a:pt x="1611670" y="320755"/>
                  </a:lnTo>
                  <a:lnTo>
                    <a:pt x="1618014" y="313207"/>
                  </a:lnTo>
                  <a:lnTo>
                    <a:pt x="1624358" y="305660"/>
                  </a:lnTo>
                  <a:lnTo>
                    <a:pt x="1631495" y="297715"/>
                  </a:lnTo>
                  <a:lnTo>
                    <a:pt x="1639028" y="290961"/>
                  </a:lnTo>
                  <a:lnTo>
                    <a:pt x="1646562" y="284208"/>
                  </a:lnTo>
                  <a:lnTo>
                    <a:pt x="1654492" y="278249"/>
                  </a:lnTo>
                  <a:lnTo>
                    <a:pt x="1662819" y="272291"/>
                  </a:lnTo>
                  <a:lnTo>
                    <a:pt x="1671145" y="267126"/>
                  </a:lnTo>
                  <a:lnTo>
                    <a:pt x="1680265" y="261962"/>
                  </a:lnTo>
                  <a:lnTo>
                    <a:pt x="1689384" y="256798"/>
                  </a:lnTo>
                  <a:lnTo>
                    <a:pt x="1698504" y="252825"/>
                  </a:lnTo>
                  <a:lnTo>
                    <a:pt x="1708020" y="248853"/>
                  </a:lnTo>
                  <a:lnTo>
                    <a:pt x="1717536" y="245675"/>
                  </a:lnTo>
                  <a:lnTo>
                    <a:pt x="1727845" y="242894"/>
                  </a:lnTo>
                  <a:lnTo>
                    <a:pt x="1738154" y="240511"/>
                  </a:lnTo>
                  <a:lnTo>
                    <a:pt x="1748463" y="238922"/>
                  </a:lnTo>
                  <a:lnTo>
                    <a:pt x="1758772" y="237333"/>
                  </a:lnTo>
                  <a:lnTo>
                    <a:pt x="1769477" y="236538"/>
                  </a:lnTo>
                  <a:close/>
                  <a:moveTo>
                    <a:pt x="1775815" y="217488"/>
                  </a:moveTo>
                  <a:lnTo>
                    <a:pt x="1764301" y="218281"/>
                  </a:lnTo>
                  <a:lnTo>
                    <a:pt x="1752786" y="219472"/>
                  </a:lnTo>
                  <a:lnTo>
                    <a:pt x="1741669" y="221059"/>
                  </a:lnTo>
                  <a:lnTo>
                    <a:pt x="1730154" y="223441"/>
                  </a:lnTo>
                  <a:lnTo>
                    <a:pt x="1718243" y="226219"/>
                  </a:lnTo>
                  <a:lnTo>
                    <a:pt x="1707125" y="229791"/>
                  </a:lnTo>
                  <a:lnTo>
                    <a:pt x="1696405" y="233759"/>
                  </a:lnTo>
                  <a:lnTo>
                    <a:pt x="1685684" y="238125"/>
                  </a:lnTo>
                  <a:lnTo>
                    <a:pt x="1674964" y="243285"/>
                  </a:lnTo>
                  <a:lnTo>
                    <a:pt x="1665038" y="248841"/>
                  </a:lnTo>
                  <a:lnTo>
                    <a:pt x="1655509" y="254794"/>
                  </a:lnTo>
                  <a:lnTo>
                    <a:pt x="1646376" y="261541"/>
                  </a:lnTo>
                  <a:lnTo>
                    <a:pt x="1637641" y="268288"/>
                  </a:lnTo>
                  <a:lnTo>
                    <a:pt x="1628906" y="275035"/>
                  </a:lnTo>
                  <a:lnTo>
                    <a:pt x="1620568" y="282575"/>
                  </a:lnTo>
                  <a:lnTo>
                    <a:pt x="1613024" y="290513"/>
                  </a:lnTo>
                  <a:lnTo>
                    <a:pt x="1605877" y="298847"/>
                  </a:lnTo>
                  <a:lnTo>
                    <a:pt x="1598730" y="307578"/>
                  </a:lnTo>
                  <a:lnTo>
                    <a:pt x="1592377" y="316707"/>
                  </a:lnTo>
                  <a:lnTo>
                    <a:pt x="1586025" y="325835"/>
                  </a:lnTo>
                  <a:lnTo>
                    <a:pt x="1580466" y="334963"/>
                  </a:lnTo>
                  <a:lnTo>
                    <a:pt x="1575304" y="344885"/>
                  </a:lnTo>
                  <a:lnTo>
                    <a:pt x="1570937" y="355203"/>
                  </a:lnTo>
                  <a:lnTo>
                    <a:pt x="1566569" y="365125"/>
                  </a:lnTo>
                  <a:lnTo>
                    <a:pt x="1562995" y="375444"/>
                  </a:lnTo>
                  <a:lnTo>
                    <a:pt x="1559819" y="385763"/>
                  </a:lnTo>
                  <a:lnTo>
                    <a:pt x="1557039" y="396875"/>
                  </a:lnTo>
                  <a:lnTo>
                    <a:pt x="1555054" y="407988"/>
                  </a:lnTo>
                  <a:lnTo>
                    <a:pt x="1553466" y="418703"/>
                  </a:lnTo>
                  <a:lnTo>
                    <a:pt x="1552275" y="429816"/>
                  </a:lnTo>
                  <a:lnTo>
                    <a:pt x="1551481" y="440929"/>
                  </a:lnTo>
                  <a:lnTo>
                    <a:pt x="1551481" y="452438"/>
                  </a:lnTo>
                  <a:lnTo>
                    <a:pt x="1552275" y="463947"/>
                  </a:lnTo>
                  <a:lnTo>
                    <a:pt x="1553466" y="475060"/>
                  </a:lnTo>
                  <a:lnTo>
                    <a:pt x="1555054" y="486569"/>
                  </a:lnTo>
                  <a:lnTo>
                    <a:pt x="1557437" y="498079"/>
                  </a:lnTo>
                  <a:lnTo>
                    <a:pt x="1560216" y="509588"/>
                  </a:lnTo>
                  <a:lnTo>
                    <a:pt x="1563789" y="520700"/>
                  </a:lnTo>
                  <a:lnTo>
                    <a:pt x="1567760" y="531416"/>
                  </a:lnTo>
                  <a:lnTo>
                    <a:pt x="1572525" y="542529"/>
                  </a:lnTo>
                  <a:lnTo>
                    <a:pt x="1577290" y="552847"/>
                  </a:lnTo>
                  <a:lnTo>
                    <a:pt x="1582848" y="562769"/>
                  </a:lnTo>
                  <a:lnTo>
                    <a:pt x="1589201" y="572294"/>
                  </a:lnTo>
                  <a:lnTo>
                    <a:pt x="1595554" y="581819"/>
                  </a:lnTo>
                  <a:lnTo>
                    <a:pt x="1602304" y="590550"/>
                  </a:lnTo>
                  <a:lnTo>
                    <a:pt x="1609451" y="598885"/>
                  </a:lnTo>
                  <a:lnTo>
                    <a:pt x="1616995" y="607219"/>
                  </a:lnTo>
                  <a:lnTo>
                    <a:pt x="1624936" y="614760"/>
                  </a:lnTo>
                  <a:lnTo>
                    <a:pt x="1632877" y="621904"/>
                  </a:lnTo>
                  <a:lnTo>
                    <a:pt x="1642009" y="629047"/>
                  </a:lnTo>
                  <a:lnTo>
                    <a:pt x="1650744" y="635794"/>
                  </a:lnTo>
                  <a:lnTo>
                    <a:pt x="1659876" y="641747"/>
                  </a:lnTo>
                  <a:lnTo>
                    <a:pt x="1669405" y="647304"/>
                  </a:lnTo>
                  <a:lnTo>
                    <a:pt x="1678935" y="652066"/>
                  </a:lnTo>
                  <a:lnTo>
                    <a:pt x="1689258" y="656829"/>
                  </a:lnTo>
                  <a:lnTo>
                    <a:pt x="1699581" y="661194"/>
                  </a:lnTo>
                  <a:lnTo>
                    <a:pt x="1709905" y="664766"/>
                  </a:lnTo>
                  <a:lnTo>
                    <a:pt x="1720228" y="667941"/>
                  </a:lnTo>
                  <a:lnTo>
                    <a:pt x="1731345" y="670719"/>
                  </a:lnTo>
                  <a:lnTo>
                    <a:pt x="1742066" y="673101"/>
                  </a:lnTo>
                  <a:lnTo>
                    <a:pt x="1753183" y="674688"/>
                  </a:lnTo>
                  <a:lnTo>
                    <a:pt x="1764301" y="675879"/>
                  </a:lnTo>
                  <a:lnTo>
                    <a:pt x="1775815" y="676276"/>
                  </a:lnTo>
                  <a:lnTo>
                    <a:pt x="1786932" y="676276"/>
                  </a:lnTo>
                  <a:lnTo>
                    <a:pt x="1798447" y="675879"/>
                  </a:lnTo>
                  <a:lnTo>
                    <a:pt x="1809564" y="674688"/>
                  </a:lnTo>
                  <a:lnTo>
                    <a:pt x="1821476" y="673101"/>
                  </a:lnTo>
                  <a:lnTo>
                    <a:pt x="1832593" y="670322"/>
                  </a:lnTo>
                  <a:lnTo>
                    <a:pt x="1844108" y="667544"/>
                  </a:lnTo>
                  <a:lnTo>
                    <a:pt x="1855225" y="663972"/>
                  </a:lnTo>
                  <a:lnTo>
                    <a:pt x="1866740" y="660004"/>
                  </a:lnTo>
                  <a:lnTo>
                    <a:pt x="1877063" y="655241"/>
                  </a:lnTo>
                  <a:lnTo>
                    <a:pt x="1887386" y="650479"/>
                  </a:lnTo>
                  <a:lnTo>
                    <a:pt x="1897313" y="644922"/>
                  </a:lnTo>
                  <a:lnTo>
                    <a:pt x="1906842" y="638969"/>
                  </a:lnTo>
                  <a:lnTo>
                    <a:pt x="1916371" y="632619"/>
                  </a:lnTo>
                  <a:lnTo>
                    <a:pt x="1925503" y="625872"/>
                  </a:lnTo>
                  <a:lnTo>
                    <a:pt x="1933841" y="618332"/>
                  </a:lnTo>
                  <a:lnTo>
                    <a:pt x="1941782" y="610791"/>
                  </a:lnTo>
                  <a:lnTo>
                    <a:pt x="1949723" y="603250"/>
                  </a:lnTo>
                  <a:lnTo>
                    <a:pt x="1957267" y="594916"/>
                  </a:lnTo>
                  <a:lnTo>
                    <a:pt x="1964017" y="586185"/>
                  </a:lnTo>
                  <a:lnTo>
                    <a:pt x="1970370" y="577057"/>
                  </a:lnTo>
                  <a:lnTo>
                    <a:pt x="1976326" y="567929"/>
                  </a:lnTo>
                  <a:lnTo>
                    <a:pt x="1981884" y="558404"/>
                  </a:lnTo>
                  <a:lnTo>
                    <a:pt x="1987046" y="548879"/>
                  </a:lnTo>
                  <a:lnTo>
                    <a:pt x="1991811" y="538957"/>
                  </a:lnTo>
                  <a:lnTo>
                    <a:pt x="1995781" y="528638"/>
                  </a:lnTo>
                  <a:lnTo>
                    <a:pt x="1999752" y="518319"/>
                  </a:lnTo>
                  <a:lnTo>
                    <a:pt x="2003325" y="507604"/>
                  </a:lnTo>
                  <a:lnTo>
                    <a:pt x="2005708" y="496888"/>
                  </a:lnTo>
                  <a:lnTo>
                    <a:pt x="2008090" y="485775"/>
                  </a:lnTo>
                  <a:lnTo>
                    <a:pt x="2009678" y="475060"/>
                  </a:lnTo>
                  <a:lnTo>
                    <a:pt x="2010869" y="463947"/>
                  </a:lnTo>
                  <a:lnTo>
                    <a:pt x="2011266" y="452835"/>
                  </a:lnTo>
                  <a:lnTo>
                    <a:pt x="2011266" y="441325"/>
                  </a:lnTo>
                  <a:lnTo>
                    <a:pt x="2010869" y="429816"/>
                  </a:lnTo>
                  <a:lnTo>
                    <a:pt x="2009678" y="418703"/>
                  </a:lnTo>
                  <a:lnTo>
                    <a:pt x="2007693" y="407194"/>
                  </a:lnTo>
                  <a:lnTo>
                    <a:pt x="2005311" y="395288"/>
                  </a:lnTo>
                  <a:lnTo>
                    <a:pt x="2002531" y="384175"/>
                  </a:lnTo>
                  <a:lnTo>
                    <a:pt x="1998561" y="373063"/>
                  </a:lnTo>
                  <a:lnTo>
                    <a:pt x="1994590" y="361950"/>
                  </a:lnTo>
                  <a:lnTo>
                    <a:pt x="1990223" y="351632"/>
                  </a:lnTo>
                  <a:lnTo>
                    <a:pt x="1985061" y="340916"/>
                  </a:lnTo>
                  <a:lnTo>
                    <a:pt x="1979899" y="330994"/>
                  </a:lnTo>
                  <a:lnTo>
                    <a:pt x="1973943" y="321469"/>
                  </a:lnTo>
                  <a:lnTo>
                    <a:pt x="1967591" y="312341"/>
                  </a:lnTo>
                  <a:lnTo>
                    <a:pt x="1960841" y="303213"/>
                  </a:lnTo>
                  <a:lnTo>
                    <a:pt x="1953297" y="294482"/>
                  </a:lnTo>
                  <a:lnTo>
                    <a:pt x="1945753" y="286544"/>
                  </a:lnTo>
                  <a:lnTo>
                    <a:pt x="1937812" y="279003"/>
                  </a:lnTo>
                  <a:lnTo>
                    <a:pt x="1929474" y="271860"/>
                  </a:lnTo>
                  <a:lnTo>
                    <a:pt x="1921136" y="264716"/>
                  </a:lnTo>
                  <a:lnTo>
                    <a:pt x="1912004" y="258366"/>
                  </a:lnTo>
                  <a:lnTo>
                    <a:pt x="1902474" y="252016"/>
                  </a:lnTo>
                  <a:lnTo>
                    <a:pt x="1893342" y="246460"/>
                  </a:lnTo>
                  <a:lnTo>
                    <a:pt x="1883416" y="241300"/>
                  </a:lnTo>
                  <a:lnTo>
                    <a:pt x="1873490" y="236935"/>
                  </a:lnTo>
                  <a:lnTo>
                    <a:pt x="1863166" y="232569"/>
                  </a:lnTo>
                  <a:lnTo>
                    <a:pt x="1852843" y="228997"/>
                  </a:lnTo>
                  <a:lnTo>
                    <a:pt x="1842123" y="225822"/>
                  </a:lnTo>
                  <a:lnTo>
                    <a:pt x="1831402" y="223044"/>
                  </a:lnTo>
                  <a:lnTo>
                    <a:pt x="1820682" y="221059"/>
                  </a:lnTo>
                  <a:lnTo>
                    <a:pt x="1809564" y="219472"/>
                  </a:lnTo>
                  <a:lnTo>
                    <a:pt x="1798447" y="218281"/>
                  </a:lnTo>
                  <a:lnTo>
                    <a:pt x="1787330" y="217488"/>
                  </a:lnTo>
                  <a:lnTo>
                    <a:pt x="1775815" y="217488"/>
                  </a:lnTo>
                  <a:close/>
                  <a:moveTo>
                    <a:pt x="1712287" y="0"/>
                  </a:moveTo>
                  <a:lnTo>
                    <a:pt x="1715860" y="0"/>
                  </a:lnTo>
                  <a:lnTo>
                    <a:pt x="1718640" y="397"/>
                  </a:lnTo>
                  <a:lnTo>
                    <a:pt x="1721816" y="1191"/>
                  </a:lnTo>
                  <a:lnTo>
                    <a:pt x="1724198" y="2778"/>
                  </a:lnTo>
                  <a:lnTo>
                    <a:pt x="1726978" y="4366"/>
                  </a:lnTo>
                  <a:lnTo>
                    <a:pt x="1728566" y="6350"/>
                  </a:lnTo>
                  <a:lnTo>
                    <a:pt x="1729757" y="8731"/>
                  </a:lnTo>
                  <a:lnTo>
                    <a:pt x="1730551" y="11112"/>
                  </a:lnTo>
                  <a:lnTo>
                    <a:pt x="1737698" y="39687"/>
                  </a:lnTo>
                  <a:lnTo>
                    <a:pt x="1744448" y="68262"/>
                  </a:lnTo>
                  <a:lnTo>
                    <a:pt x="1744845" y="70644"/>
                  </a:lnTo>
                  <a:lnTo>
                    <a:pt x="1746036" y="73025"/>
                  </a:lnTo>
                  <a:lnTo>
                    <a:pt x="1747227" y="75406"/>
                  </a:lnTo>
                  <a:lnTo>
                    <a:pt x="1748816" y="77391"/>
                  </a:lnTo>
                  <a:lnTo>
                    <a:pt x="1750801" y="78978"/>
                  </a:lnTo>
                  <a:lnTo>
                    <a:pt x="1752786" y="80169"/>
                  </a:lnTo>
                  <a:lnTo>
                    <a:pt x="1755168" y="80962"/>
                  </a:lnTo>
                  <a:lnTo>
                    <a:pt x="1757551" y="81756"/>
                  </a:lnTo>
                  <a:lnTo>
                    <a:pt x="1775815" y="80962"/>
                  </a:lnTo>
                  <a:lnTo>
                    <a:pt x="1793682" y="81359"/>
                  </a:lnTo>
                  <a:lnTo>
                    <a:pt x="1811550" y="82153"/>
                  </a:lnTo>
                  <a:lnTo>
                    <a:pt x="1829814" y="84137"/>
                  </a:lnTo>
                  <a:lnTo>
                    <a:pt x="1847284" y="86916"/>
                  </a:lnTo>
                  <a:lnTo>
                    <a:pt x="1865152" y="90487"/>
                  </a:lnTo>
                  <a:lnTo>
                    <a:pt x="1882225" y="94853"/>
                  </a:lnTo>
                  <a:lnTo>
                    <a:pt x="1899298" y="100012"/>
                  </a:lnTo>
                  <a:lnTo>
                    <a:pt x="1902077" y="100409"/>
                  </a:lnTo>
                  <a:lnTo>
                    <a:pt x="1904460" y="100012"/>
                  </a:lnTo>
                  <a:lnTo>
                    <a:pt x="1906842" y="99616"/>
                  </a:lnTo>
                  <a:lnTo>
                    <a:pt x="1908827" y="98425"/>
                  </a:lnTo>
                  <a:lnTo>
                    <a:pt x="1911606" y="97234"/>
                  </a:lnTo>
                  <a:lnTo>
                    <a:pt x="1913195" y="95250"/>
                  </a:lnTo>
                  <a:lnTo>
                    <a:pt x="1914783" y="93266"/>
                  </a:lnTo>
                  <a:lnTo>
                    <a:pt x="1915974" y="91281"/>
                  </a:lnTo>
                  <a:lnTo>
                    <a:pt x="1944165" y="39687"/>
                  </a:lnTo>
                  <a:lnTo>
                    <a:pt x="1945356" y="37306"/>
                  </a:lnTo>
                  <a:lnTo>
                    <a:pt x="1947341" y="35322"/>
                  </a:lnTo>
                  <a:lnTo>
                    <a:pt x="1949326" y="34131"/>
                  </a:lnTo>
                  <a:lnTo>
                    <a:pt x="1952106" y="32941"/>
                  </a:lnTo>
                  <a:lnTo>
                    <a:pt x="1954885" y="32147"/>
                  </a:lnTo>
                  <a:lnTo>
                    <a:pt x="1958061" y="32147"/>
                  </a:lnTo>
                  <a:lnTo>
                    <a:pt x="1961238" y="32544"/>
                  </a:lnTo>
                  <a:lnTo>
                    <a:pt x="1964414" y="33734"/>
                  </a:lnTo>
                  <a:lnTo>
                    <a:pt x="1975532" y="38894"/>
                  </a:lnTo>
                  <a:lnTo>
                    <a:pt x="1986252" y="44053"/>
                  </a:lnTo>
                  <a:lnTo>
                    <a:pt x="1996972" y="50006"/>
                  </a:lnTo>
                  <a:lnTo>
                    <a:pt x="2008090" y="55959"/>
                  </a:lnTo>
                  <a:lnTo>
                    <a:pt x="2018413" y="61912"/>
                  </a:lnTo>
                  <a:lnTo>
                    <a:pt x="2028737" y="68659"/>
                  </a:lnTo>
                  <a:lnTo>
                    <a:pt x="2039060" y="75803"/>
                  </a:lnTo>
                  <a:lnTo>
                    <a:pt x="2049383" y="82550"/>
                  </a:lnTo>
                  <a:lnTo>
                    <a:pt x="2051765" y="84931"/>
                  </a:lnTo>
                  <a:lnTo>
                    <a:pt x="2053751" y="87312"/>
                  </a:lnTo>
                  <a:lnTo>
                    <a:pt x="2054942" y="90091"/>
                  </a:lnTo>
                  <a:lnTo>
                    <a:pt x="2055736" y="92472"/>
                  </a:lnTo>
                  <a:lnTo>
                    <a:pt x="2056133" y="95250"/>
                  </a:lnTo>
                  <a:lnTo>
                    <a:pt x="2056133" y="98028"/>
                  </a:lnTo>
                  <a:lnTo>
                    <a:pt x="2055339" y="100409"/>
                  </a:lnTo>
                  <a:lnTo>
                    <a:pt x="2054148" y="102791"/>
                  </a:lnTo>
                  <a:lnTo>
                    <a:pt x="2038663" y="128191"/>
                  </a:lnTo>
                  <a:lnTo>
                    <a:pt x="2023575" y="153194"/>
                  </a:lnTo>
                  <a:lnTo>
                    <a:pt x="2021987" y="155178"/>
                  </a:lnTo>
                  <a:lnTo>
                    <a:pt x="2021193" y="157559"/>
                  </a:lnTo>
                  <a:lnTo>
                    <a:pt x="2020398" y="159941"/>
                  </a:lnTo>
                  <a:lnTo>
                    <a:pt x="2020398" y="162322"/>
                  </a:lnTo>
                  <a:lnTo>
                    <a:pt x="2020398" y="164703"/>
                  </a:lnTo>
                  <a:lnTo>
                    <a:pt x="2021193" y="167481"/>
                  </a:lnTo>
                  <a:lnTo>
                    <a:pt x="2022384" y="169863"/>
                  </a:lnTo>
                  <a:lnTo>
                    <a:pt x="2023575" y="171847"/>
                  </a:lnTo>
                  <a:lnTo>
                    <a:pt x="2036678" y="184150"/>
                  </a:lnTo>
                  <a:lnTo>
                    <a:pt x="2049383" y="196850"/>
                  </a:lnTo>
                  <a:lnTo>
                    <a:pt x="2061295" y="210344"/>
                  </a:lnTo>
                  <a:lnTo>
                    <a:pt x="2072809" y="224234"/>
                  </a:lnTo>
                  <a:lnTo>
                    <a:pt x="2083133" y="238919"/>
                  </a:lnTo>
                  <a:lnTo>
                    <a:pt x="2092662" y="253603"/>
                  </a:lnTo>
                  <a:lnTo>
                    <a:pt x="2102191" y="269478"/>
                  </a:lnTo>
                  <a:lnTo>
                    <a:pt x="2110529" y="284956"/>
                  </a:lnTo>
                  <a:lnTo>
                    <a:pt x="2112514" y="286941"/>
                  </a:lnTo>
                  <a:lnTo>
                    <a:pt x="2114102" y="288528"/>
                  </a:lnTo>
                  <a:lnTo>
                    <a:pt x="2116485" y="289719"/>
                  </a:lnTo>
                  <a:lnTo>
                    <a:pt x="2118867" y="290513"/>
                  </a:lnTo>
                  <a:lnTo>
                    <a:pt x="2121249" y="290910"/>
                  </a:lnTo>
                  <a:lnTo>
                    <a:pt x="2123632" y="291307"/>
                  </a:lnTo>
                  <a:lnTo>
                    <a:pt x="2126014" y="290910"/>
                  </a:lnTo>
                  <a:lnTo>
                    <a:pt x="2128396" y="290116"/>
                  </a:lnTo>
                  <a:lnTo>
                    <a:pt x="2156984" y="281781"/>
                  </a:lnTo>
                  <a:lnTo>
                    <a:pt x="2185572" y="273844"/>
                  </a:lnTo>
                  <a:lnTo>
                    <a:pt x="2187954" y="273447"/>
                  </a:lnTo>
                  <a:lnTo>
                    <a:pt x="2190733" y="273050"/>
                  </a:lnTo>
                  <a:lnTo>
                    <a:pt x="2193116" y="273844"/>
                  </a:lnTo>
                  <a:lnTo>
                    <a:pt x="2195498" y="274638"/>
                  </a:lnTo>
                  <a:lnTo>
                    <a:pt x="2197880" y="276225"/>
                  </a:lnTo>
                  <a:lnTo>
                    <a:pt x="2200263" y="278210"/>
                  </a:lnTo>
                  <a:lnTo>
                    <a:pt x="2202248" y="280988"/>
                  </a:lnTo>
                  <a:lnTo>
                    <a:pt x="2203439" y="283766"/>
                  </a:lnTo>
                  <a:lnTo>
                    <a:pt x="2207807" y="295275"/>
                  </a:lnTo>
                  <a:lnTo>
                    <a:pt x="2211777" y="307182"/>
                  </a:lnTo>
                  <a:lnTo>
                    <a:pt x="2215350" y="318691"/>
                  </a:lnTo>
                  <a:lnTo>
                    <a:pt x="2218527" y="330200"/>
                  </a:lnTo>
                  <a:lnTo>
                    <a:pt x="2221703" y="342107"/>
                  </a:lnTo>
                  <a:lnTo>
                    <a:pt x="2224086" y="354410"/>
                  </a:lnTo>
                  <a:lnTo>
                    <a:pt x="2226468" y="366316"/>
                  </a:lnTo>
                  <a:lnTo>
                    <a:pt x="2228850" y="378222"/>
                  </a:lnTo>
                  <a:lnTo>
                    <a:pt x="2228850" y="381397"/>
                  </a:lnTo>
                  <a:lnTo>
                    <a:pt x="2228453" y="384572"/>
                  </a:lnTo>
                  <a:lnTo>
                    <a:pt x="2227659" y="387350"/>
                  </a:lnTo>
                  <a:lnTo>
                    <a:pt x="2226468" y="390128"/>
                  </a:lnTo>
                  <a:lnTo>
                    <a:pt x="2224880" y="392113"/>
                  </a:lnTo>
                  <a:lnTo>
                    <a:pt x="2222894" y="393700"/>
                  </a:lnTo>
                  <a:lnTo>
                    <a:pt x="2220512" y="394891"/>
                  </a:lnTo>
                  <a:lnTo>
                    <a:pt x="2217733" y="396082"/>
                  </a:lnTo>
                  <a:lnTo>
                    <a:pt x="2189542" y="403225"/>
                  </a:lnTo>
                  <a:lnTo>
                    <a:pt x="2160557" y="409972"/>
                  </a:lnTo>
                  <a:lnTo>
                    <a:pt x="2158175" y="410766"/>
                  </a:lnTo>
                  <a:lnTo>
                    <a:pt x="2155793" y="411560"/>
                  </a:lnTo>
                  <a:lnTo>
                    <a:pt x="2153808" y="412750"/>
                  </a:lnTo>
                  <a:lnTo>
                    <a:pt x="2151822" y="414338"/>
                  </a:lnTo>
                  <a:lnTo>
                    <a:pt x="2150234" y="416322"/>
                  </a:lnTo>
                  <a:lnTo>
                    <a:pt x="2149043" y="418307"/>
                  </a:lnTo>
                  <a:lnTo>
                    <a:pt x="2148249" y="420688"/>
                  </a:lnTo>
                  <a:lnTo>
                    <a:pt x="2147852" y="423069"/>
                  </a:lnTo>
                  <a:lnTo>
                    <a:pt x="2148249" y="440929"/>
                  </a:lnTo>
                  <a:lnTo>
                    <a:pt x="2147852" y="459185"/>
                  </a:lnTo>
                  <a:lnTo>
                    <a:pt x="2147058" y="477044"/>
                  </a:lnTo>
                  <a:lnTo>
                    <a:pt x="2145072" y="494904"/>
                  </a:lnTo>
                  <a:lnTo>
                    <a:pt x="2142293" y="512763"/>
                  </a:lnTo>
                  <a:lnTo>
                    <a:pt x="2138323" y="530225"/>
                  </a:lnTo>
                  <a:lnTo>
                    <a:pt x="2133955" y="547688"/>
                  </a:lnTo>
                  <a:lnTo>
                    <a:pt x="2128793" y="564754"/>
                  </a:lnTo>
                  <a:lnTo>
                    <a:pt x="2128396" y="567135"/>
                  </a:lnTo>
                  <a:lnTo>
                    <a:pt x="2128793" y="569913"/>
                  </a:lnTo>
                  <a:lnTo>
                    <a:pt x="2129190" y="572294"/>
                  </a:lnTo>
                  <a:lnTo>
                    <a:pt x="2130382" y="574279"/>
                  </a:lnTo>
                  <a:lnTo>
                    <a:pt x="2131573" y="576263"/>
                  </a:lnTo>
                  <a:lnTo>
                    <a:pt x="2133558" y="578247"/>
                  </a:lnTo>
                  <a:lnTo>
                    <a:pt x="2135543" y="580232"/>
                  </a:lnTo>
                  <a:lnTo>
                    <a:pt x="2137926" y="581025"/>
                  </a:lnTo>
                  <a:lnTo>
                    <a:pt x="2189542" y="609600"/>
                  </a:lnTo>
                  <a:lnTo>
                    <a:pt x="2191924" y="610791"/>
                  </a:lnTo>
                  <a:lnTo>
                    <a:pt x="2193910" y="612379"/>
                  </a:lnTo>
                  <a:lnTo>
                    <a:pt x="2195498" y="614760"/>
                  </a:lnTo>
                  <a:lnTo>
                    <a:pt x="2196292" y="617141"/>
                  </a:lnTo>
                  <a:lnTo>
                    <a:pt x="2197086" y="619919"/>
                  </a:lnTo>
                  <a:lnTo>
                    <a:pt x="2197086" y="623094"/>
                  </a:lnTo>
                  <a:lnTo>
                    <a:pt x="2196689" y="626666"/>
                  </a:lnTo>
                  <a:lnTo>
                    <a:pt x="2195498" y="629841"/>
                  </a:lnTo>
                  <a:lnTo>
                    <a:pt x="2190336" y="640557"/>
                  </a:lnTo>
                  <a:lnTo>
                    <a:pt x="2184778" y="651669"/>
                  </a:lnTo>
                  <a:lnTo>
                    <a:pt x="2178822" y="662385"/>
                  </a:lnTo>
                  <a:lnTo>
                    <a:pt x="2173263" y="673101"/>
                  </a:lnTo>
                  <a:lnTo>
                    <a:pt x="2166910" y="683816"/>
                  </a:lnTo>
                  <a:lnTo>
                    <a:pt x="2160557" y="693738"/>
                  </a:lnTo>
                  <a:lnTo>
                    <a:pt x="2153808" y="704057"/>
                  </a:lnTo>
                  <a:lnTo>
                    <a:pt x="2146661" y="713979"/>
                  </a:lnTo>
                  <a:lnTo>
                    <a:pt x="2144278" y="716360"/>
                  </a:lnTo>
                  <a:lnTo>
                    <a:pt x="2141896" y="718741"/>
                  </a:lnTo>
                  <a:lnTo>
                    <a:pt x="2138720" y="719932"/>
                  </a:lnTo>
                  <a:lnTo>
                    <a:pt x="2136337" y="721122"/>
                  </a:lnTo>
                  <a:lnTo>
                    <a:pt x="2133558" y="721519"/>
                  </a:lnTo>
                  <a:lnTo>
                    <a:pt x="2130779" y="721122"/>
                  </a:lnTo>
                  <a:lnTo>
                    <a:pt x="2128396" y="720329"/>
                  </a:lnTo>
                  <a:lnTo>
                    <a:pt x="2126014" y="719138"/>
                  </a:lnTo>
                  <a:lnTo>
                    <a:pt x="2101000" y="703660"/>
                  </a:lnTo>
                  <a:lnTo>
                    <a:pt x="2075589" y="688579"/>
                  </a:lnTo>
                  <a:lnTo>
                    <a:pt x="2073603" y="686991"/>
                  </a:lnTo>
                  <a:lnTo>
                    <a:pt x="2071221" y="686197"/>
                  </a:lnTo>
                  <a:lnTo>
                    <a:pt x="2068839" y="685801"/>
                  </a:lnTo>
                  <a:lnTo>
                    <a:pt x="2066456" y="685404"/>
                  </a:lnTo>
                  <a:lnTo>
                    <a:pt x="2064074" y="685801"/>
                  </a:lnTo>
                  <a:lnTo>
                    <a:pt x="2061692" y="686197"/>
                  </a:lnTo>
                  <a:lnTo>
                    <a:pt x="2059309" y="687388"/>
                  </a:lnTo>
                  <a:lnTo>
                    <a:pt x="2057324" y="688579"/>
                  </a:lnTo>
                  <a:lnTo>
                    <a:pt x="2044619" y="701676"/>
                  </a:lnTo>
                  <a:lnTo>
                    <a:pt x="2031913" y="713979"/>
                  </a:lnTo>
                  <a:lnTo>
                    <a:pt x="2018413" y="726282"/>
                  </a:lnTo>
                  <a:lnTo>
                    <a:pt x="2004913" y="737791"/>
                  </a:lnTo>
                  <a:lnTo>
                    <a:pt x="1989826" y="748110"/>
                  </a:lnTo>
                  <a:lnTo>
                    <a:pt x="1974738" y="757635"/>
                  </a:lnTo>
                  <a:lnTo>
                    <a:pt x="1959650" y="767160"/>
                  </a:lnTo>
                  <a:lnTo>
                    <a:pt x="1943371" y="775494"/>
                  </a:lnTo>
                  <a:lnTo>
                    <a:pt x="1941385" y="777082"/>
                  </a:lnTo>
                  <a:lnTo>
                    <a:pt x="1939797" y="779066"/>
                  </a:lnTo>
                  <a:lnTo>
                    <a:pt x="1938606" y="781447"/>
                  </a:lnTo>
                  <a:lnTo>
                    <a:pt x="1937812" y="783432"/>
                  </a:lnTo>
                  <a:lnTo>
                    <a:pt x="1937415" y="785813"/>
                  </a:lnTo>
                  <a:lnTo>
                    <a:pt x="1937018" y="788591"/>
                  </a:lnTo>
                  <a:lnTo>
                    <a:pt x="1937415" y="790972"/>
                  </a:lnTo>
                  <a:lnTo>
                    <a:pt x="1938209" y="793354"/>
                  </a:lnTo>
                  <a:lnTo>
                    <a:pt x="1946547" y="821532"/>
                  </a:lnTo>
                  <a:lnTo>
                    <a:pt x="1954488" y="849710"/>
                  </a:lnTo>
                  <a:lnTo>
                    <a:pt x="1955282" y="852488"/>
                  </a:lnTo>
                  <a:lnTo>
                    <a:pt x="1955282" y="854869"/>
                  </a:lnTo>
                  <a:lnTo>
                    <a:pt x="1954885" y="858044"/>
                  </a:lnTo>
                  <a:lnTo>
                    <a:pt x="1953694" y="860426"/>
                  </a:lnTo>
                  <a:lnTo>
                    <a:pt x="1952106" y="862807"/>
                  </a:lnTo>
                  <a:lnTo>
                    <a:pt x="1950120" y="864791"/>
                  </a:lnTo>
                  <a:lnTo>
                    <a:pt x="1947341" y="866776"/>
                  </a:lnTo>
                  <a:lnTo>
                    <a:pt x="1944562" y="868363"/>
                  </a:lnTo>
                  <a:lnTo>
                    <a:pt x="1933047" y="872332"/>
                  </a:lnTo>
                  <a:lnTo>
                    <a:pt x="1921533" y="876301"/>
                  </a:lnTo>
                  <a:lnTo>
                    <a:pt x="1910018" y="879873"/>
                  </a:lnTo>
                  <a:lnTo>
                    <a:pt x="1898107" y="883444"/>
                  </a:lnTo>
                  <a:lnTo>
                    <a:pt x="1886195" y="886223"/>
                  </a:lnTo>
                  <a:lnTo>
                    <a:pt x="1874284" y="889001"/>
                  </a:lnTo>
                  <a:lnTo>
                    <a:pt x="1861975" y="891382"/>
                  </a:lnTo>
                  <a:lnTo>
                    <a:pt x="1850064" y="893366"/>
                  </a:lnTo>
                  <a:lnTo>
                    <a:pt x="1846887" y="893763"/>
                  </a:lnTo>
                  <a:lnTo>
                    <a:pt x="1843711" y="893366"/>
                  </a:lnTo>
                  <a:lnTo>
                    <a:pt x="1840931" y="892176"/>
                  </a:lnTo>
                  <a:lnTo>
                    <a:pt x="1838152" y="890985"/>
                  </a:lnTo>
                  <a:lnTo>
                    <a:pt x="1836167" y="889398"/>
                  </a:lnTo>
                  <a:lnTo>
                    <a:pt x="1834182" y="887413"/>
                  </a:lnTo>
                  <a:lnTo>
                    <a:pt x="1832990" y="885032"/>
                  </a:lnTo>
                  <a:lnTo>
                    <a:pt x="1832593" y="882651"/>
                  </a:lnTo>
                  <a:lnTo>
                    <a:pt x="1825049" y="853679"/>
                  </a:lnTo>
                  <a:lnTo>
                    <a:pt x="1818300" y="825501"/>
                  </a:lnTo>
                  <a:lnTo>
                    <a:pt x="1817902" y="823119"/>
                  </a:lnTo>
                  <a:lnTo>
                    <a:pt x="1816711" y="820738"/>
                  </a:lnTo>
                  <a:lnTo>
                    <a:pt x="1815520" y="818357"/>
                  </a:lnTo>
                  <a:lnTo>
                    <a:pt x="1813535" y="816769"/>
                  </a:lnTo>
                  <a:lnTo>
                    <a:pt x="1811947" y="815182"/>
                  </a:lnTo>
                  <a:lnTo>
                    <a:pt x="1809564" y="813991"/>
                  </a:lnTo>
                  <a:lnTo>
                    <a:pt x="1807182" y="812801"/>
                  </a:lnTo>
                  <a:lnTo>
                    <a:pt x="1804800" y="812404"/>
                  </a:lnTo>
                  <a:lnTo>
                    <a:pt x="1786932" y="813197"/>
                  </a:lnTo>
                  <a:lnTo>
                    <a:pt x="1769065" y="812801"/>
                  </a:lnTo>
                  <a:lnTo>
                    <a:pt x="1751198" y="812007"/>
                  </a:lnTo>
                  <a:lnTo>
                    <a:pt x="1733331" y="810022"/>
                  </a:lnTo>
                  <a:lnTo>
                    <a:pt x="1715463" y="806847"/>
                  </a:lnTo>
                  <a:lnTo>
                    <a:pt x="1697993" y="803276"/>
                  </a:lnTo>
                  <a:lnTo>
                    <a:pt x="1680523" y="798513"/>
                  </a:lnTo>
                  <a:lnTo>
                    <a:pt x="1663053" y="793354"/>
                  </a:lnTo>
                  <a:lnTo>
                    <a:pt x="1660670" y="793354"/>
                  </a:lnTo>
                  <a:lnTo>
                    <a:pt x="1658288" y="793751"/>
                  </a:lnTo>
                  <a:lnTo>
                    <a:pt x="1655906" y="794147"/>
                  </a:lnTo>
                  <a:lnTo>
                    <a:pt x="1653523" y="795338"/>
                  </a:lnTo>
                  <a:lnTo>
                    <a:pt x="1651538" y="796529"/>
                  </a:lnTo>
                  <a:lnTo>
                    <a:pt x="1649553" y="798116"/>
                  </a:lnTo>
                  <a:lnTo>
                    <a:pt x="1648362" y="800101"/>
                  </a:lnTo>
                  <a:lnTo>
                    <a:pt x="1647171" y="802482"/>
                  </a:lnTo>
                  <a:lnTo>
                    <a:pt x="1618186" y="854076"/>
                  </a:lnTo>
                  <a:lnTo>
                    <a:pt x="1616995" y="856854"/>
                  </a:lnTo>
                  <a:lnTo>
                    <a:pt x="1615406" y="858838"/>
                  </a:lnTo>
                  <a:lnTo>
                    <a:pt x="1613024" y="860029"/>
                  </a:lnTo>
                  <a:lnTo>
                    <a:pt x="1610642" y="861219"/>
                  </a:lnTo>
                  <a:lnTo>
                    <a:pt x="1607862" y="861616"/>
                  </a:lnTo>
                  <a:lnTo>
                    <a:pt x="1604686" y="861616"/>
                  </a:lnTo>
                  <a:lnTo>
                    <a:pt x="1601510" y="861219"/>
                  </a:lnTo>
                  <a:lnTo>
                    <a:pt x="1598333" y="860426"/>
                  </a:lnTo>
                  <a:lnTo>
                    <a:pt x="1587216" y="854869"/>
                  </a:lnTo>
                  <a:lnTo>
                    <a:pt x="1576098" y="849313"/>
                  </a:lnTo>
                  <a:lnTo>
                    <a:pt x="1565378" y="843757"/>
                  </a:lnTo>
                  <a:lnTo>
                    <a:pt x="1555054" y="837804"/>
                  </a:lnTo>
                  <a:lnTo>
                    <a:pt x="1544334" y="831454"/>
                  </a:lnTo>
                  <a:lnTo>
                    <a:pt x="1533613" y="825104"/>
                  </a:lnTo>
                  <a:lnTo>
                    <a:pt x="1523687" y="818357"/>
                  </a:lnTo>
                  <a:lnTo>
                    <a:pt x="1513761" y="811213"/>
                  </a:lnTo>
                  <a:lnTo>
                    <a:pt x="1511379" y="808832"/>
                  </a:lnTo>
                  <a:lnTo>
                    <a:pt x="1509393" y="806451"/>
                  </a:lnTo>
                  <a:lnTo>
                    <a:pt x="1507805" y="803672"/>
                  </a:lnTo>
                  <a:lnTo>
                    <a:pt x="1507011" y="800894"/>
                  </a:lnTo>
                  <a:lnTo>
                    <a:pt x="1506614" y="798116"/>
                  </a:lnTo>
                  <a:lnTo>
                    <a:pt x="1507011" y="795735"/>
                  </a:lnTo>
                  <a:lnTo>
                    <a:pt x="1507408" y="793354"/>
                  </a:lnTo>
                  <a:lnTo>
                    <a:pt x="1508996" y="790972"/>
                  </a:lnTo>
                  <a:lnTo>
                    <a:pt x="1523687" y="765969"/>
                  </a:lnTo>
                  <a:lnTo>
                    <a:pt x="1539172" y="740569"/>
                  </a:lnTo>
                  <a:lnTo>
                    <a:pt x="1540363" y="738585"/>
                  </a:lnTo>
                  <a:lnTo>
                    <a:pt x="1541554" y="736204"/>
                  </a:lnTo>
                  <a:lnTo>
                    <a:pt x="1542349" y="733822"/>
                  </a:lnTo>
                  <a:lnTo>
                    <a:pt x="1542746" y="731441"/>
                  </a:lnTo>
                  <a:lnTo>
                    <a:pt x="1542349" y="729060"/>
                  </a:lnTo>
                  <a:lnTo>
                    <a:pt x="1541554" y="726679"/>
                  </a:lnTo>
                  <a:lnTo>
                    <a:pt x="1540363" y="724297"/>
                  </a:lnTo>
                  <a:lnTo>
                    <a:pt x="1539172" y="722313"/>
                  </a:lnTo>
                  <a:lnTo>
                    <a:pt x="1526069" y="709613"/>
                  </a:lnTo>
                  <a:lnTo>
                    <a:pt x="1513364" y="696913"/>
                  </a:lnTo>
                  <a:lnTo>
                    <a:pt x="1501849" y="683419"/>
                  </a:lnTo>
                  <a:lnTo>
                    <a:pt x="1489938" y="669529"/>
                  </a:lnTo>
                  <a:lnTo>
                    <a:pt x="1479615" y="654844"/>
                  </a:lnTo>
                  <a:lnTo>
                    <a:pt x="1470085" y="640160"/>
                  </a:lnTo>
                  <a:lnTo>
                    <a:pt x="1460953" y="624285"/>
                  </a:lnTo>
                  <a:lnTo>
                    <a:pt x="1452218" y="608410"/>
                  </a:lnTo>
                  <a:lnTo>
                    <a:pt x="1450630" y="606822"/>
                  </a:lnTo>
                  <a:lnTo>
                    <a:pt x="1448247" y="605235"/>
                  </a:lnTo>
                  <a:lnTo>
                    <a:pt x="1446262" y="604044"/>
                  </a:lnTo>
                  <a:lnTo>
                    <a:pt x="1443880" y="602854"/>
                  </a:lnTo>
                  <a:lnTo>
                    <a:pt x="1441498" y="602457"/>
                  </a:lnTo>
                  <a:lnTo>
                    <a:pt x="1439115" y="602457"/>
                  </a:lnTo>
                  <a:lnTo>
                    <a:pt x="1436733" y="602854"/>
                  </a:lnTo>
                  <a:lnTo>
                    <a:pt x="1433954" y="603647"/>
                  </a:lnTo>
                  <a:lnTo>
                    <a:pt x="1406160" y="611982"/>
                  </a:lnTo>
                  <a:lnTo>
                    <a:pt x="1377572" y="619522"/>
                  </a:lnTo>
                  <a:lnTo>
                    <a:pt x="1375190" y="620316"/>
                  </a:lnTo>
                  <a:lnTo>
                    <a:pt x="1372411" y="620713"/>
                  </a:lnTo>
                  <a:lnTo>
                    <a:pt x="1369631" y="619919"/>
                  </a:lnTo>
                  <a:lnTo>
                    <a:pt x="1367249" y="619126"/>
                  </a:lnTo>
                  <a:lnTo>
                    <a:pt x="1364867" y="617538"/>
                  </a:lnTo>
                  <a:lnTo>
                    <a:pt x="1362882" y="615157"/>
                  </a:lnTo>
                  <a:lnTo>
                    <a:pt x="1360896" y="612775"/>
                  </a:lnTo>
                  <a:lnTo>
                    <a:pt x="1359308" y="609600"/>
                  </a:lnTo>
                  <a:lnTo>
                    <a:pt x="1354941" y="598488"/>
                  </a:lnTo>
                  <a:lnTo>
                    <a:pt x="1350970" y="586979"/>
                  </a:lnTo>
                  <a:lnTo>
                    <a:pt x="1347397" y="575072"/>
                  </a:lnTo>
                  <a:lnTo>
                    <a:pt x="1343823" y="563166"/>
                  </a:lnTo>
                  <a:lnTo>
                    <a:pt x="1341044" y="551657"/>
                  </a:lnTo>
                  <a:lnTo>
                    <a:pt x="1338264" y="539750"/>
                  </a:lnTo>
                  <a:lnTo>
                    <a:pt x="1335882" y="527447"/>
                  </a:lnTo>
                  <a:lnTo>
                    <a:pt x="1333897" y="515541"/>
                  </a:lnTo>
                  <a:lnTo>
                    <a:pt x="1333500" y="512366"/>
                  </a:lnTo>
                  <a:lnTo>
                    <a:pt x="1333897" y="509191"/>
                  </a:lnTo>
                  <a:lnTo>
                    <a:pt x="1335088" y="506413"/>
                  </a:lnTo>
                  <a:lnTo>
                    <a:pt x="1336279" y="503635"/>
                  </a:lnTo>
                  <a:lnTo>
                    <a:pt x="1337867" y="501650"/>
                  </a:lnTo>
                  <a:lnTo>
                    <a:pt x="1339853" y="499666"/>
                  </a:lnTo>
                  <a:lnTo>
                    <a:pt x="1342235" y="498475"/>
                  </a:lnTo>
                  <a:lnTo>
                    <a:pt x="1345014" y="498079"/>
                  </a:lnTo>
                  <a:lnTo>
                    <a:pt x="1373602" y="490538"/>
                  </a:lnTo>
                  <a:lnTo>
                    <a:pt x="1401793" y="483394"/>
                  </a:lnTo>
                  <a:lnTo>
                    <a:pt x="1404969" y="482997"/>
                  </a:lnTo>
                  <a:lnTo>
                    <a:pt x="1407351" y="482204"/>
                  </a:lnTo>
                  <a:lnTo>
                    <a:pt x="1409336" y="481013"/>
                  </a:lnTo>
                  <a:lnTo>
                    <a:pt x="1411322" y="479029"/>
                  </a:lnTo>
                  <a:lnTo>
                    <a:pt x="1412513" y="477441"/>
                  </a:lnTo>
                  <a:lnTo>
                    <a:pt x="1414101" y="475060"/>
                  </a:lnTo>
                  <a:lnTo>
                    <a:pt x="1414895" y="473075"/>
                  </a:lnTo>
                  <a:lnTo>
                    <a:pt x="1415292" y="470297"/>
                  </a:lnTo>
                  <a:lnTo>
                    <a:pt x="1414895" y="452835"/>
                  </a:lnTo>
                  <a:lnTo>
                    <a:pt x="1414895" y="434579"/>
                  </a:lnTo>
                  <a:lnTo>
                    <a:pt x="1416086" y="416719"/>
                  </a:lnTo>
                  <a:lnTo>
                    <a:pt x="1417675" y="398860"/>
                  </a:lnTo>
                  <a:lnTo>
                    <a:pt x="1420454" y="381000"/>
                  </a:lnTo>
                  <a:lnTo>
                    <a:pt x="1424424" y="363538"/>
                  </a:lnTo>
                  <a:lnTo>
                    <a:pt x="1428792" y="346075"/>
                  </a:lnTo>
                  <a:lnTo>
                    <a:pt x="1433954" y="329010"/>
                  </a:lnTo>
                  <a:lnTo>
                    <a:pt x="1434351" y="326232"/>
                  </a:lnTo>
                  <a:lnTo>
                    <a:pt x="1433954" y="323850"/>
                  </a:lnTo>
                  <a:lnTo>
                    <a:pt x="1433160" y="321469"/>
                  </a:lnTo>
                  <a:lnTo>
                    <a:pt x="1432365" y="319485"/>
                  </a:lnTo>
                  <a:lnTo>
                    <a:pt x="1430777" y="317103"/>
                  </a:lnTo>
                  <a:lnTo>
                    <a:pt x="1429189" y="315516"/>
                  </a:lnTo>
                  <a:lnTo>
                    <a:pt x="1427204" y="313928"/>
                  </a:lnTo>
                  <a:lnTo>
                    <a:pt x="1424821" y="312738"/>
                  </a:lnTo>
                  <a:lnTo>
                    <a:pt x="1373205" y="284163"/>
                  </a:lnTo>
                  <a:lnTo>
                    <a:pt x="1370823" y="282972"/>
                  </a:lnTo>
                  <a:lnTo>
                    <a:pt x="1369234" y="280988"/>
                  </a:lnTo>
                  <a:lnTo>
                    <a:pt x="1367646" y="279003"/>
                  </a:lnTo>
                  <a:lnTo>
                    <a:pt x="1366455" y="276225"/>
                  </a:lnTo>
                  <a:lnTo>
                    <a:pt x="1366058" y="273447"/>
                  </a:lnTo>
                  <a:lnTo>
                    <a:pt x="1366058" y="270669"/>
                  </a:lnTo>
                  <a:lnTo>
                    <a:pt x="1366455" y="267494"/>
                  </a:lnTo>
                  <a:lnTo>
                    <a:pt x="1367249" y="264319"/>
                  </a:lnTo>
                  <a:lnTo>
                    <a:pt x="1372411" y="252810"/>
                  </a:lnTo>
                  <a:lnTo>
                    <a:pt x="1377969" y="242094"/>
                  </a:lnTo>
                  <a:lnTo>
                    <a:pt x="1383528" y="231378"/>
                  </a:lnTo>
                  <a:lnTo>
                    <a:pt x="1389484" y="220663"/>
                  </a:lnTo>
                  <a:lnTo>
                    <a:pt x="1395837" y="209947"/>
                  </a:lnTo>
                  <a:lnTo>
                    <a:pt x="1402190" y="199628"/>
                  </a:lnTo>
                  <a:lnTo>
                    <a:pt x="1409336" y="189706"/>
                  </a:lnTo>
                  <a:lnTo>
                    <a:pt x="1416483" y="179784"/>
                  </a:lnTo>
                  <a:lnTo>
                    <a:pt x="1418469" y="177403"/>
                  </a:lnTo>
                  <a:lnTo>
                    <a:pt x="1421248" y="175419"/>
                  </a:lnTo>
                  <a:lnTo>
                    <a:pt x="1423630" y="173831"/>
                  </a:lnTo>
                  <a:lnTo>
                    <a:pt x="1426410" y="173038"/>
                  </a:lnTo>
                  <a:lnTo>
                    <a:pt x="1429189" y="172641"/>
                  </a:lnTo>
                  <a:lnTo>
                    <a:pt x="1431571" y="173038"/>
                  </a:lnTo>
                  <a:lnTo>
                    <a:pt x="1434351" y="173831"/>
                  </a:lnTo>
                  <a:lnTo>
                    <a:pt x="1436336" y="175022"/>
                  </a:lnTo>
                  <a:lnTo>
                    <a:pt x="1462144" y="189706"/>
                  </a:lnTo>
                  <a:lnTo>
                    <a:pt x="1486761" y="205184"/>
                  </a:lnTo>
                  <a:lnTo>
                    <a:pt x="1489144" y="206375"/>
                  </a:lnTo>
                  <a:lnTo>
                    <a:pt x="1491526" y="207566"/>
                  </a:lnTo>
                  <a:lnTo>
                    <a:pt x="1493908" y="207963"/>
                  </a:lnTo>
                  <a:lnTo>
                    <a:pt x="1496688" y="208359"/>
                  </a:lnTo>
                  <a:lnTo>
                    <a:pt x="1499070" y="207963"/>
                  </a:lnTo>
                  <a:lnTo>
                    <a:pt x="1501452" y="207169"/>
                  </a:lnTo>
                  <a:lnTo>
                    <a:pt x="1503835" y="206375"/>
                  </a:lnTo>
                  <a:lnTo>
                    <a:pt x="1505820" y="205184"/>
                  </a:lnTo>
                  <a:lnTo>
                    <a:pt x="1518128" y="192088"/>
                  </a:lnTo>
                  <a:lnTo>
                    <a:pt x="1530834" y="179784"/>
                  </a:lnTo>
                  <a:lnTo>
                    <a:pt x="1544731" y="167878"/>
                  </a:lnTo>
                  <a:lnTo>
                    <a:pt x="1558231" y="155972"/>
                  </a:lnTo>
                  <a:lnTo>
                    <a:pt x="1572922" y="145653"/>
                  </a:lnTo>
                  <a:lnTo>
                    <a:pt x="1587613" y="136128"/>
                  </a:lnTo>
                  <a:lnTo>
                    <a:pt x="1603495" y="127000"/>
                  </a:lnTo>
                  <a:lnTo>
                    <a:pt x="1619377" y="118269"/>
                  </a:lnTo>
                  <a:lnTo>
                    <a:pt x="1620965" y="116284"/>
                  </a:lnTo>
                  <a:lnTo>
                    <a:pt x="1622553" y="114300"/>
                  </a:lnTo>
                  <a:lnTo>
                    <a:pt x="1623745" y="112316"/>
                  </a:lnTo>
                  <a:lnTo>
                    <a:pt x="1624936" y="109934"/>
                  </a:lnTo>
                  <a:lnTo>
                    <a:pt x="1625333" y="107553"/>
                  </a:lnTo>
                  <a:lnTo>
                    <a:pt x="1625333" y="105172"/>
                  </a:lnTo>
                  <a:lnTo>
                    <a:pt x="1624936" y="102791"/>
                  </a:lnTo>
                  <a:lnTo>
                    <a:pt x="1624142" y="100409"/>
                  </a:lnTo>
                  <a:lnTo>
                    <a:pt x="1615803" y="71834"/>
                  </a:lnTo>
                  <a:lnTo>
                    <a:pt x="1608260" y="44053"/>
                  </a:lnTo>
                  <a:lnTo>
                    <a:pt x="1607465" y="41275"/>
                  </a:lnTo>
                  <a:lnTo>
                    <a:pt x="1607465" y="38894"/>
                  </a:lnTo>
                  <a:lnTo>
                    <a:pt x="1607862" y="36116"/>
                  </a:lnTo>
                  <a:lnTo>
                    <a:pt x="1609054" y="33734"/>
                  </a:lnTo>
                  <a:lnTo>
                    <a:pt x="1610245" y="31353"/>
                  </a:lnTo>
                  <a:lnTo>
                    <a:pt x="1612627" y="28972"/>
                  </a:lnTo>
                  <a:lnTo>
                    <a:pt x="1615009" y="26987"/>
                  </a:lnTo>
                  <a:lnTo>
                    <a:pt x="1617789" y="25400"/>
                  </a:lnTo>
                  <a:lnTo>
                    <a:pt x="1629303" y="21034"/>
                  </a:lnTo>
                  <a:lnTo>
                    <a:pt x="1641215" y="17066"/>
                  </a:lnTo>
                  <a:lnTo>
                    <a:pt x="1652729" y="13494"/>
                  </a:lnTo>
                  <a:lnTo>
                    <a:pt x="1664641" y="10319"/>
                  </a:lnTo>
                  <a:lnTo>
                    <a:pt x="1676155" y="7541"/>
                  </a:lnTo>
                  <a:lnTo>
                    <a:pt x="1688464" y="4762"/>
                  </a:lnTo>
                  <a:lnTo>
                    <a:pt x="1700375" y="2381"/>
                  </a:lnTo>
                  <a:lnTo>
                    <a:pt x="17122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grpSp>
        <p:nvGrpSpPr>
          <p:cNvPr id="16" name="组合 22"/>
          <p:cNvGrpSpPr/>
          <p:nvPr/>
        </p:nvGrpSpPr>
        <p:grpSpPr>
          <a:xfrm>
            <a:off x="9581599" y="2475256"/>
            <a:ext cx="937180" cy="1589371"/>
            <a:chOff x="5633200" y="1739391"/>
            <a:chExt cx="576064" cy="1141624"/>
          </a:xfrm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17" name="组合 23"/>
            <p:cNvGrpSpPr/>
            <p:nvPr/>
          </p:nvGrpSpPr>
          <p:grpSpPr>
            <a:xfrm flipV="1">
              <a:off x="5887873" y="2269015"/>
              <a:ext cx="72000" cy="612000"/>
              <a:chOff x="467544" y="2421862"/>
              <a:chExt cx="72000" cy="612000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503544" y="2421862"/>
                <a:ext cx="0" cy="612000"/>
              </a:xfrm>
              <a:prstGeom prst="line">
                <a:avLst/>
              </a:prstGeom>
              <a:ln w="19050">
                <a:solidFill>
                  <a:srgbClr val="E5700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椭圆 27"/>
              <p:cNvSpPr/>
              <p:nvPr/>
            </p:nvSpPr>
            <p:spPr>
              <a:xfrm>
                <a:off x="467544" y="242186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600" dirty="0">
                  <a:latin typeface="SimHei" pitchFamily="49" charset="-122"/>
                  <a:ea typeface="SimHei" pitchFamily="49" charset="-122"/>
                </a:endParaRPr>
              </a:p>
            </p:txBody>
          </p:sp>
        </p:grpSp>
        <p:sp>
          <p:nvSpPr>
            <p:cNvPr id="25" name="椭圆 24"/>
            <p:cNvSpPr/>
            <p:nvPr/>
          </p:nvSpPr>
          <p:spPr>
            <a:xfrm>
              <a:off x="5633200" y="1739391"/>
              <a:ext cx="576064" cy="630323"/>
            </a:xfrm>
            <a:prstGeom prst="ellipse">
              <a:avLst/>
            </a:prstGeom>
            <a:solidFill>
              <a:srgbClr val="F46501"/>
            </a:solidFill>
            <a:ln>
              <a:solidFill>
                <a:srgbClr val="F47A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26" name="KSO_Shape"/>
            <p:cNvSpPr>
              <a:spLocks/>
            </p:cNvSpPr>
            <p:nvPr/>
          </p:nvSpPr>
          <p:spPr bwMode="auto">
            <a:xfrm>
              <a:off x="5728783" y="1903933"/>
              <a:ext cx="384898" cy="288032"/>
            </a:xfrm>
            <a:custGeom>
              <a:avLst/>
              <a:gdLst>
                <a:gd name="T0" fmla="*/ 151004 w 5185"/>
                <a:gd name="T1" fmla="*/ 1065477 h 3880"/>
                <a:gd name="T2" fmla="*/ 1873403 w 5185"/>
                <a:gd name="T3" fmla="*/ 1297678 h 3880"/>
                <a:gd name="T4" fmla="*/ 751713 w 5185"/>
                <a:gd name="T5" fmla="*/ 1241832 h 3880"/>
                <a:gd name="T6" fmla="*/ 1108464 w 5185"/>
                <a:gd name="T7" fmla="*/ 1148144 h 3880"/>
                <a:gd name="T8" fmla="*/ 751713 w 5185"/>
                <a:gd name="T9" fmla="*/ 1241832 h 3880"/>
                <a:gd name="T10" fmla="*/ 1726808 w 5185"/>
                <a:gd name="T11" fmla="*/ 1012203 h 3880"/>
                <a:gd name="T12" fmla="*/ 1726073 w 5185"/>
                <a:gd name="T13" fmla="*/ 1007794 h 3880"/>
                <a:gd name="T14" fmla="*/ 1726808 w 5185"/>
                <a:gd name="T15" fmla="*/ 44089 h 3880"/>
                <a:gd name="T16" fmla="*/ 1726441 w 5185"/>
                <a:gd name="T17" fmla="*/ 39680 h 3880"/>
                <a:gd name="T18" fmla="*/ 1724604 w 5185"/>
                <a:gd name="T19" fmla="*/ 30862 h 3880"/>
                <a:gd name="T20" fmla="*/ 1721297 w 5185"/>
                <a:gd name="T21" fmla="*/ 23147 h 3880"/>
                <a:gd name="T22" fmla="*/ 1716888 w 5185"/>
                <a:gd name="T23" fmla="*/ 15798 h 3880"/>
                <a:gd name="T24" fmla="*/ 1711010 w 5185"/>
                <a:gd name="T25" fmla="*/ 9920 h 3880"/>
                <a:gd name="T26" fmla="*/ 1703662 w 5185"/>
                <a:gd name="T27" fmla="*/ 5144 h 3880"/>
                <a:gd name="T28" fmla="*/ 1695946 w 5185"/>
                <a:gd name="T29" fmla="*/ 1837 h 3880"/>
                <a:gd name="T30" fmla="*/ 1687128 w 5185"/>
                <a:gd name="T31" fmla="*/ 367 h 3880"/>
                <a:gd name="T32" fmla="*/ 222281 w 5185"/>
                <a:gd name="T33" fmla="*/ 0 h 3880"/>
                <a:gd name="T34" fmla="*/ 217872 w 5185"/>
                <a:gd name="T35" fmla="*/ 367 h 3880"/>
                <a:gd name="T36" fmla="*/ 209054 w 5185"/>
                <a:gd name="T37" fmla="*/ 1837 h 3880"/>
                <a:gd name="T38" fmla="*/ 201338 w 5185"/>
                <a:gd name="T39" fmla="*/ 5144 h 3880"/>
                <a:gd name="T40" fmla="*/ 194358 w 5185"/>
                <a:gd name="T41" fmla="*/ 9920 h 3880"/>
                <a:gd name="T42" fmla="*/ 188112 w 5185"/>
                <a:gd name="T43" fmla="*/ 15798 h 3880"/>
                <a:gd name="T44" fmla="*/ 183336 w 5185"/>
                <a:gd name="T45" fmla="*/ 23147 h 3880"/>
                <a:gd name="T46" fmla="*/ 180029 w 5185"/>
                <a:gd name="T47" fmla="*/ 30862 h 3880"/>
                <a:gd name="T48" fmla="*/ 178559 w 5185"/>
                <a:gd name="T49" fmla="*/ 39680 h 3880"/>
                <a:gd name="T50" fmla="*/ 178192 w 5185"/>
                <a:gd name="T51" fmla="*/ 1003386 h 3880"/>
                <a:gd name="T52" fmla="*/ 178559 w 5185"/>
                <a:gd name="T53" fmla="*/ 1007794 h 3880"/>
                <a:gd name="T54" fmla="*/ 178192 w 5185"/>
                <a:gd name="T55" fmla="*/ 1012203 h 3880"/>
                <a:gd name="T56" fmla="*/ 1727176 w 5185"/>
                <a:gd name="T57" fmla="*/ 1012571 h 3880"/>
                <a:gd name="T58" fmla="*/ 1616954 w 5185"/>
                <a:gd name="T59" fmla="*/ 937620 h 3880"/>
                <a:gd name="T60" fmla="*/ 288046 w 5185"/>
                <a:gd name="T61" fmla="*/ 109854 h 3880"/>
                <a:gd name="T62" fmla="*/ 1616954 w 5185"/>
                <a:gd name="T63" fmla="*/ 937620 h 3880"/>
                <a:gd name="T64" fmla="*/ 4409 w 5185"/>
                <a:gd name="T65" fmla="*/ 1350584 h 3880"/>
                <a:gd name="T66" fmla="*/ 0 w 5185"/>
                <a:gd name="T67" fmla="*/ 1359402 h 3880"/>
                <a:gd name="T68" fmla="*/ 735 w 5185"/>
                <a:gd name="T69" fmla="*/ 1369322 h 3880"/>
                <a:gd name="T70" fmla="*/ 3307 w 5185"/>
                <a:gd name="T71" fmla="*/ 1379977 h 3880"/>
                <a:gd name="T72" fmla="*/ 7348 w 5185"/>
                <a:gd name="T73" fmla="*/ 1390999 h 3880"/>
                <a:gd name="T74" fmla="*/ 13227 w 5185"/>
                <a:gd name="T75" fmla="*/ 1401654 h 3880"/>
                <a:gd name="T76" fmla="*/ 19473 w 5185"/>
                <a:gd name="T77" fmla="*/ 1411206 h 3880"/>
                <a:gd name="T78" fmla="*/ 26821 w 5185"/>
                <a:gd name="T79" fmla="*/ 1418554 h 3880"/>
                <a:gd name="T80" fmla="*/ 35271 w 5185"/>
                <a:gd name="T81" fmla="*/ 1423698 h 3880"/>
                <a:gd name="T82" fmla="*/ 41884 w 5185"/>
                <a:gd name="T83" fmla="*/ 1425168 h 3880"/>
                <a:gd name="T84" fmla="*/ 1860911 w 5185"/>
                <a:gd name="T85" fmla="*/ 1425535 h 3880"/>
                <a:gd name="T86" fmla="*/ 1863116 w 5185"/>
                <a:gd name="T87" fmla="*/ 1425168 h 3880"/>
                <a:gd name="T88" fmla="*/ 1869729 w 5185"/>
                <a:gd name="T89" fmla="*/ 1423698 h 3880"/>
                <a:gd name="T90" fmla="*/ 1878179 w 5185"/>
                <a:gd name="T91" fmla="*/ 1418554 h 3880"/>
                <a:gd name="T92" fmla="*/ 1885527 w 5185"/>
                <a:gd name="T93" fmla="*/ 1411206 h 3880"/>
                <a:gd name="T94" fmla="*/ 1892141 w 5185"/>
                <a:gd name="T95" fmla="*/ 1401654 h 3880"/>
                <a:gd name="T96" fmla="*/ 1897652 w 5185"/>
                <a:gd name="T97" fmla="*/ 1390999 h 3880"/>
                <a:gd name="T98" fmla="*/ 1901693 w 5185"/>
                <a:gd name="T99" fmla="*/ 1379977 h 3880"/>
                <a:gd name="T100" fmla="*/ 1903898 w 5185"/>
                <a:gd name="T101" fmla="*/ 1369322 h 3880"/>
                <a:gd name="T102" fmla="*/ 1905000 w 5185"/>
                <a:gd name="T103" fmla="*/ 1359402 h 388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185" h="3880">
                  <a:moveTo>
                    <a:pt x="4775" y="2900"/>
                  </a:moveTo>
                  <a:lnTo>
                    <a:pt x="411" y="2900"/>
                  </a:lnTo>
                  <a:lnTo>
                    <a:pt x="87" y="3532"/>
                  </a:lnTo>
                  <a:lnTo>
                    <a:pt x="5099" y="3532"/>
                  </a:lnTo>
                  <a:lnTo>
                    <a:pt x="4775" y="2900"/>
                  </a:lnTo>
                  <a:close/>
                  <a:moveTo>
                    <a:pt x="2046" y="3380"/>
                  </a:moveTo>
                  <a:lnTo>
                    <a:pt x="2181" y="3125"/>
                  </a:lnTo>
                  <a:lnTo>
                    <a:pt x="3017" y="3125"/>
                  </a:lnTo>
                  <a:lnTo>
                    <a:pt x="3139" y="3380"/>
                  </a:lnTo>
                  <a:lnTo>
                    <a:pt x="2046" y="3380"/>
                  </a:lnTo>
                  <a:close/>
                  <a:moveTo>
                    <a:pt x="4700" y="2755"/>
                  </a:moveTo>
                  <a:lnTo>
                    <a:pt x="4700" y="2755"/>
                  </a:lnTo>
                  <a:lnTo>
                    <a:pt x="4698" y="2743"/>
                  </a:lnTo>
                  <a:lnTo>
                    <a:pt x="4700" y="2731"/>
                  </a:lnTo>
                  <a:lnTo>
                    <a:pt x="4700" y="120"/>
                  </a:lnTo>
                  <a:lnTo>
                    <a:pt x="4699" y="108"/>
                  </a:lnTo>
                  <a:lnTo>
                    <a:pt x="4697" y="95"/>
                  </a:lnTo>
                  <a:lnTo>
                    <a:pt x="4694" y="84"/>
                  </a:lnTo>
                  <a:lnTo>
                    <a:pt x="4690" y="73"/>
                  </a:lnTo>
                  <a:lnTo>
                    <a:pt x="4685" y="63"/>
                  </a:lnTo>
                  <a:lnTo>
                    <a:pt x="4680" y="53"/>
                  </a:lnTo>
                  <a:lnTo>
                    <a:pt x="4673" y="43"/>
                  </a:lnTo>
                  <a:lnTo>
                    <a:pt x="4665" y="34"/>
                  </a:lnTo>
                  <a:lnTo>
                    <a:pt x="4657" y="27"/>
                  </a:lnTo>
                  <a:lnTo>
                    <a:pt x="4647" y="20"/>
                  </a:lnTo>
                  <a:lnTo>
                    <a:pt x="4637" y="14"/>
                  </a:lnTo>
                  <a:lnTo>
                    <a:pt x="4627" y="9"/>
                  </a:lnTo>
                  <a:lnTo>
                    <a:pt x="4616" y="5"/>
                  </a:lnTo>
                  <a:lnTo>
                    <a:pt x="4605" y="2"/>
                  </a:lnTo>
                  <a:lnTo>
                    <a:pt x="4592" y="1"/>
                  </a:lnTo>
                  <a:lnTo>
                    <a:pt x="4580" y="0"/>
                  </a:lnTo>
                  <a:lnTo>
                    <a:pt x="605" y="0"/>
                  </a:lnTo>
                  <a:lnTo>
                    <a:pt x="593" y="1"/>
                  </a:lnTo>
                  <a:lnTo>
                    <a:pt x="581" y="2"/>
                  </a:lnTo>
                  <a:lnTo>
                    <a:pt x="569" y="5"/>
                  </a:lnTo>
                  <a:lnTo>
                    <a:pt x="558" y="9"/>
                  </a:lnTo>
                  <a:lnTo>
                    <a:pt x="548" y="14"/>
                  </a:lnTo>
                  <a:lnTo>
                    <a:pt x="538" y="20"/>
                  </a:lnTo>
                  <a:lnTo>
                    <a:pt x="529" y="27"/>
                  </a:lnTo>
                  <a:lnTo>
                    <a:pt x="521" y="34"/>
                  </a:lnTo>
                  <a:lnTo>
                    <a:pt x="512" y="43"/>
                  </a:lnTo>
                  <a:lnTo>
                    <a:pt x="505" y="53"/>
                  </a:lnTo>
                  <a:lnTo>
                    <a:pt x="499" y="63"/>
                  </a:lnTo>
                  <a:lnTo>
                    <a:pt x="494" y="73"/>
                  </a:lnTo>
                  <a:lnTo>
                    <a:pt x="490" y="84"/>
                  </a:lnTo>
                  <a:lnTo>
                    <a:pt x="488" y="95"/>
                  </a:lnTo>
                  <a:lnTo>
                    <a:pt x="486" y="108"/>
                  </a:lnTo>
                  <a:lnTo>
                    <a:pt x="485" y="120"/>
                  </a:lnTo>
                  <a:lnTo>
                    <a:pt x="485" y="2731"/>
                  </a:lnTo>
                  <a:lnTo>
                    <a:pt x="486" y="2743"/>
                  </a:lnTo>
                  <a:lnTo>
                    <a:pt x="485" y="2755"/>
                  </a:lnTo>
                  <a:lnTo>
                    <a:pt x="484" y="2756"/>
                  </a:lnTo>
                  <a:lnTo>
                    <a:pt x="4701" y="2756"/>
                  </a:lnTo>
                  <a:lnTo>
                    <a:pt x="4700" y="2755"/>
                  </a:lnTo>
                  <a:close/>
                  <a:moveTo>
                    <a:pt x="4401" y="2552"/>
                  </a:moveTo>
                  <a:lnTo>
                    <a:pt x="784" y="2552"/>
                  </a:lnTo>
                  <a:lnTo>
                    <a:pt x="784" y="299"/>
                  </a:lnTo>
                  <a:lnTo>
                    <a:pt x="4401" y="299"/>
                  </a:lnTo>
                  <a:lnTo>
                    <a:pt x="4401" y="2552"/>
                  </a:lnTo>
                  <a:close/>
                  <a:moveTo>
                    <a:pt x="5172" y="3676"/>
                  </a:moveTo>
                  <a:lnTo>
                    <a:pt x="12" y="3676"/>
                  </a:lnTo>
                  <a:lnTo>
                    <a:pt x="0" y="3700"/>
                  </a:lnTo>
                  <a:lnTo>
                    <a:pt x="1" y="3713"/>
                  </a:lnTo>
                  <a:lnTo>
                    <a:pt x="2" y="3727"/>
                  </a:lnTo>
                  <a:lnTo>
                    <a:pt x="5" y="3741"/>
                  </a:lnTo>
                  <a:lnTo>
                    <a:pt x="9" y="3756"/>
                  </a:lnTo>
                  <a:lnTo>
                    <a:pt x="14" y="3771"/>
                  </a:lnTo>
                  <a:lnTo>
                    <a:pt x="20" y="3786"/>
                  </a:lnTo>
                  <a:lnTo>
                    <a:pt x="28" y="3801"/>
                  </a:lnTo>
                  <a:lnTo>
                    <a:pt x="36" y="3815"/>
                  </a:lnTo>
                  <a:lnTo>
                    <a:pt x="44" y="3828"/>
                  </a:lnTo>
                  <a:lnTo>
                    <a:pt x="53" y="3841"/>
                  </a:lnTo>
                  <a:lnTo>
                    <a:pt x="63" y="3852"/>
                  </a:lnTo>
                  <a:lnTo>
                    <a:pt x="73" y="3861"/>
                  </a:lnTo>
                  <a:lnTo>
                    <a:pt x="85" y="3869"/>
                  </a:lnTo>
                  <a:lnTo>
                    <a:pt x="96" y="3875"/>
                  </a:lnTo>
                  <a:lnTo>
                    <a:pt x="108" y="3878"/>
                  </a:lnTo>
                  <a:lnTo>
                    <a:pt x="114" y="3879"/>
                  </a:lnTo>
                  <a:lnTo>
                    <a:pt x="120" y="3880"/>
                  </a:lnTo>
                  <a:lnTo>
                    <a:pt x="5065" y="3880"/>
                  </a:lnTo>
                  <a:lnTo>
                    <a:pt x="5071" y="3879"/>
                  </a:lnTo>
                  <a:lnTo>
                    <a:pt x="5077" y="3878"/>
                  </a:lnTo>
                  <a:lnTo>
                    <a:pt x="5089" y="3875"/>
                  </a:lnTo>
                  <a:lnTo>
                    <a:pt x="5101" y="3869"/>
                  </a:lnTo>
                  <a:lnTo>
                    <a:pt x="5112" y="3861"/>
                  </a:lnTo>
                  <a:lnTo>
                    <a:pt x="5122" y="3852"/>
                  </a:lnTo>
                  <a:lnTo>
                    <a:pt x="5132" y="3841"/>
                  </a:lnTo>
                  <a:lnTo>
                    <a:pt x="5141" y="3828"/>
                  </a:lnTo>
                  <a:lnTo>
                    <a:pt x="5150" y="3815"/>
                  </a:lnTo>
                  <a:lnTo>
                    <a:pt x="5158" y="3801"/>
                  </a:lnTo>
                  <a:lnTo>
                    <a:pt x="5165" y="3786"/>
                  </a:lnTo>
                  <a:lnTo>
                    <a:pt x="5171" y="3771"/>
                  </a:lnTo>
                  <a:lnTo>
                    <a:pt x="5176" y="3756"/>
                  </a:lnTo>
                  <a:lnTo>
                    <a:pt x="5180" y="3741"/>
                  </a:lnTo>
                  <a:lnTo>
                    <a:pt x="5182" y="3727"/>
                  </a:lnTo>
                  <a:lnTo>
                    <a:pt x="5184" y="3713"/>
                  </a:lnTo>
                  <a:lnTo>
                    <a:pt x="5185" y="3700"/>
                  </a:lnTo>
                  <a:lnTo>
                    <a:pt x="5172" y="36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bIns="480000"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grpSp>
        <p:nvGrpSpPr>
          <p:cNvPr id="18" name="组合 34"/>
          <p:cNvGrpSpPr/>
          <p:nvPr/>
        </p:nvGrpSpPr>
        <p:grpSpPr>
          <a:xfrm>
            <a:off x="7164454" y="3985168"/>
            <a:ext cx="937180" cy="1644092"/>
            <a:chOff x="4187549" y="2819646"/>
            <a:chExt cx="576064" cy="1130915"/>
          </a:xfrm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23" name="组合 35"/>
            <p:cNvGrpSpPr/>
            <p:nvPr/>
          </p:nvGrpSpPr>
          <p:grpSpPr>
            <a:xfrm>
              <a:off x="4439877" y="2819646"/>
              <a:ext cx="72000" cy="612000"/>
              <a:chOff x="467544" y="2421862"/>
              <a:chExt cx="72000" cy="61200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03544" y="2421862"/>
                <a:ext cx="0" cy="612000"/>
              </a:xfrm>
              <a:prstGeom prst="line">
                <a:avLst/>
              </a:prstGeom>
              <a:ln w="19050">
                <a:solidFill>
                  <a:srgbClr val="2223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椭圆 39"/>
              <p:cNvSpPr/>
              <p:nvPr/>
            </p:nvSpPr>
            <p:spPr>
              <a:xfrm>
                <a:off x="467544" y="242186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600" dirty="0">
                  <a:latin typeface="SimHei" pitchFamily="49" charset="-122"/>
                  <a:ea typeface="SimHei" pitchFamily="49" charset="-122"/>
                </a:endParaRPr>
              </a:p>
            </p:txBody>
          </p:sp>
        </p:grpSp>
        <p:sp>
          <p:nvSpPr>
            <p:cNvPr id="37" name="椭圆 36"/>
            <p:cNvSpPr/>
            <p:nvPr/>
          </p:nvSpPr>
          <p:spPr>
            <a:xfrm>
              <a:off x="4187549" y="3374497"/>
              <a:ext cx="576064" cy="576064"/>
            </a:xfrm>
            <a:prstGeom prst="ellipse">
              <a:avLst/>
            </a:prstGeom>
            <a:solidFill>
              <a:srgbClr val="292F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38" name="KSO_Shape"/>
            <p:cNvSpPr>
              <a:spLocks/>
            </p:cNvSpPr>
            <p:nvPr/>
          </p:nvSpPr>
          <p:spPr bwMode="auto">
            <a:xfrm>
              <a:off x="4326331" y="3483738"/>
              <a:ext cx="286790" cy="331375"/>
            </a:xfrm>
            <a:custGeom>
              <a:avLst/>
              <a:gdLst>
                <a:gd name="T0" fmla="*/ 1114659 w 1125538"/>
                <a:gd name="T1" fmla="*/ 1446451 h 1516063"/>
                <a:gd name="T2" fmla="*/ 1124632 w 1125538"/>
                <a:gd name="T3" fmla="*/ 1455581 h 1516063"/>
                <a:gd name="T4" fmla="*/ 1123952 w 1125538"/>
                <a:gd name="T5" fmla="*/ 1506706 h 1516063"/>
                <a:gd name="T6" fmla="*/ 1112619 w 1125538"/>
                <a:gd name="T7" fmla="*/ 1514922 h 1516063"/>
                <a:gd name="T8" fmla="*/ 14959 w 1125538"/>
                <a:gd name="T9" fmla="*/ 1515379 h 1516063"/>
                <a:gd name="T10" fmla="*/ 2720 w 1125538"/>
                <a:gd name="T11" fmla="*/ 1508075 h 1516063"/>
                <a:gd name="T12" fmla="*/ 453 w 1125538"/>
                <a:gd name="T13" fmla="*/ 1456950 h 1516063"/>
                <a:gd name="T14" fmla="*/ 9292 w 1125538"/>
                <a:gd name="T15" fmla="*/ 1447136 h 1516063"/>
                <a:gd name="T16" fmla="*/ 202628 w 1125538"/>
                <a:gd name="T17" fmla="*/ 1074964 h 1516063"/>
                <a:gd name="T18" fmla="*/ 218423 w 1125538"/>
                <a:gd name="T19" fmla="*/ 1080869 h 1516063"/>
                <a:gd name="T20" fmla="*/ 223838 w 1125538"/>
                <a:gd name="T21" fmla="*/ 1377473 h 1516063"/>
                <a:gd name="T22" fmla="*/ 216843 w 1125538"/>
                <a:gd name="T23" fmla="*/ 1389056 h 1516063"/>
                <a:gd name="T24" fmla="*/ 200146 w 1125538"/>
                <a:gd name="T25" fmla="*/ 1393825 h 1516063"/>
                <a:gd name="T26" fmla="*/ 8574 w 1125538"/>
                <a:gd name="T27" fmla="*/ 1390191 h 1516063"/>
                <a:gd name="T28" fmla="*/ 225 w 1125538"/>
                <a:gd name="T29" fmla="*/ 1379063 h 1516063"/>
                <a:gd name="T30" fmla="*/ 4287 w 1125538"/>
                <a:gd name="T31" fmla="*/ 1082005 h 1516063"/>
                <a:gd name="T32" fmla="*/ 18954 w 1125538"/>
                <a:gd name="T33" fmla="*/ 1075191 h 1516063"/>
                <a:gd name="T34" fmla="*/ 494553 w 1125538"/>
                <a:gd name="T35" fmla="*/ 906007 h 1516063"/>
                <a:gd name="T36" fmla="*/ 508443 w 1125538"/>
                <a:gd name="T37" fmla="*/ 918225 h 1516063"/>
                <a:gd name="T38" fmla="*/ 510720 w 1125538"/>
                <a:gd name="T39" fmla="*/ 1373688 h 1516063"/>
                <a:gd name="T40" fmla="*/ 500929 w 1125538"/>
                <a:gd name="T41" fmla="*/ 1389526 h 1516063"/>
                <a:gd name="T42" fmla="*/ 307154 w 1125538"/>
                <a:gd name="T43" fmla="*/ 1393599 h 1516063"/>
                <a:gd name="T44" fmla="*/ 291215 w 1125538"/>
                <a:gd name="T45" fmla="*/ 1384549 h 1516063"/>
                <a:gd name="T46" fmla="*/ 285750 w 1125538"/>
                <a:gd name="T47" fmla="*/ 930216 h 1516063"/>
                <a:gd name="T48" fmla="*/ 292581 w 1125538"/>
                <a:gd name="T49" fmla="*/ 912342 h 1516063"/>
                <a:gd name="T50" fmla="*/ 614065 w 1125538"/>
                <a:gd name="T51" fmla="*/ 754062 h 1516063"/>
                <a:gd name="T52" fmla="*/ 807605 w 1125538"/>
                <a:gd name="T53" fmla="*/ 758598 h 1516063"/>
                <a:gd name="T54" fmla="*/ 814388 w 1125538"/>
                <a:gd name="T55" fmla="*/ 776968 h 1516063"/>
                <a:gd name="T56" fmla="*/ 808962 w 1125538"/>
                <a:gd name="T57" fmla="*/ 1387929 h 1516063"/>
                <a:gd name="T58" fmla="*/ 790874 w 1125538"/>
                <a:gd name="T59" fmla="*/ 1393825 h 1516063"/>
                <a:gd name="T60" fmla="*/ 597559 w 1125538"/>
                <a:gd name="T61" fmla="*/ 1389290 h 1516063"/>
                <a:gd name="T62" fmla="*/ 590550 w 1125538"/>
                <a:gd name="T63" fmla="*/ 1370920 h 1516063"/>
                <a:gd name="T64" fmla="*/ 595977 w 1125538"/>
                <a:gd name="T65" fmla="*/ 759959 h 1516063"/>
                <a:gd name="T66" fmla="*/ 614065 w 1125538"/>
                <a:gd name="T67" fmla="*/ 754062 h 1516063"/>
                <a:gd name="T68" fmla="*/ 1117173 w 1125538"/>
                <a:gd name="T69" fmla="*/ 374198 h 1516063"/>
                <a:gd name="T70" fmla="*/ 1125538 w 1125538"/>
                <a:gd name="T71" fmla="*/ 395525 h 1516063"/>
                <a:gd name="T72" fmla="*/ 1121695 w 1125538"/>
                <a:gd name="T73" fmla="*/ 1383617 h 1516063"/>
                <a:gd name="T74" fmla="*/ 1106998 w 1125538"/>
                <a:gd name="T75" fmla="*/ 1390650 h 1516063"/>
                <a:gd name="T76" fmla="*/ 910292 w 1125538"/>
                <a:gd name="T77" fmla="*/ 1388381 h 1516063"/>
                <a:gd name="T78" fmla="*/ 901926 w 1125538"/>
                <a:gd name="T79" fmla="*/ 1366827 h 1516063"/>
                <a:gd name="T80" fmla="*/ 905544 w 1125538"/>
                <a:gd name="T81" fmla="*/ 378509 h 1516063"/>
                <a:gd name="T82" fmla="*/ 920466 w 1125538"/>
                <a:gd name="T83" fmla="*/ 371702 h 1516063"/>
                <a:gd name="T84" fmla="*/ 871862 w 1125538"/>
                <a:gd name="T85" fmla="*/ 250077 h 1516063"/>
                <a:gd name="T86" fmla="*/ 834181 w 1125538"/>
                <a:gd name="T87" fmla="*/ 369107 h 1516063"/>
                <a:gd name="T88" fmla="*/ 785151 w 1125538"/>
                <a:gd name="T89" fmla="*/ 471133 h 1516063"/>
                <a:gd name="T90" fmla="*/ 726588 w 1125538"/>
                <a:gd name="T91" fmla="*/ 557062 h 1516063"/>
                <a:gd name="T92" fmla="*/ 660533 w 1125538"/>
                <a:gd name="T93" fmla="*/ 628934 h 1516063"/>
                <a:gd name="T94" fmla="*/ 589258 w 1125538"/>
                <a:gd name="T95" fmla="*/ 687429 h 1516063"/>
                <a:gd name="T96" fmla="*/ 514351 w 1125538"/>
                <a:gd name="T97" fmla="*/ 733907 h 1516063"/>
                <a:gd name="T98" fmla="*/ 419015 w 1125538"/>
                <a:gd name="T99" fmla="*/ 777438 h 1516063"/>
                <a:gd name="T100" fmla="*/ 271244 w 1125538"/>
                <a:gd name="T101" fmla="*/ 819382 h 1516063"/>
                <a:gd name="T102" fmla="*/ 143448 w 1125538"/>
                <a:gd name="T103" fmla="*/ 835933 h 1516063"/>
                <a:gd name="T104" fmla="*/ 29499 w 1125538"/>
                <a:gd name="T105" fmla="*/ 836840 h 1516063"/>
                <a:gd name="T106" fmla="*/ 97823 w 1125538"/>
                <a:gd name="T107" fmla="*/ 823690 h 1516063"/>
                <a:gd name="T108" fmla="*/ 204055 w 1125538"/>
                <a:gd name="T109" fmla="*/ 801017 h 1516063"/>
                <a:gd name="T110" fmla="*/ 299618 w 1125538"/>
                <a:gd name="T111" fmla="*/ 770863 h 1516063"/>
                <a:gd name="T112" fmla="*/ 404715 w 1125538"/>
                <a:gd name="T113" fmla="*/ 724838 h 1516063"/>
                <a:gd name="T114" fmla="*/ 542725 w 1125538"/>
                <a:gd name="T115" fmla="*/ 635962 h 1516063"/>
                <a:gd name="T116" fmla="*/ 647822 w 1125538"/>
                <a:gd name="T117" fmla="*/ 535296 h 1516063"/>
                <a:gd name="T118" fmla="*/ 724091 w 1125538"/>
                <a:gd name="T119" fmla="*/ 431683 h 1516063"/>
                <a:gd name="T120" fmla="*/ 776299 w 1125538"/>
                <a:gd name="T121" fmla="*/ 333285 h 1516063"/>
                <a:gd name="T122" fmla="*/ 814206 w 1125538"/>
                <a:gd name="T123" fmla="*/ 229445 h 1516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25538" h="1516063">
                  <a:moveTo>
                    <a:pt x="19039" y="1444625"/>
                  </a:moveTo>
                  <a:lnTo>
                    <a:pt x="21305" y="1444625"/>
                  </a:lnTo>
                  <a:lnTo>
                    <a:pt x="1104460" y="1444625"/>
                  </a:lnTo>
                  <a:lnTo>
                    <a:pt x="1106726" y="1444625"/>
                  </a:lnTo>
                  <a:lnTo>
                    <a:pt x="1108766" y="1444853"/>
                  </a:lnTo>
                  <a:lnTo>
                    <a:pt x="1110806" y="1445310"/>
                  </a:lnTo>
                  <a:lnTo>
                    <a:pt x="1112619" y="1445766"/>
                  </a:lnTo>
                  <a:lnTo>
                    <a:pt x="1114659" y="1446451"/>
                  </a:lnTo>
                  <a:lnTo>
                    <a:pt x="1116472" y="1447136"/>
                  </a:lnTo>
                  <a:lnTo>
                    <a:pt x="1118059" y="1448277"/>
                  </a:lnTo>
                  <a:lnTo>
                    <a:pt x="1119419" y="1449190"/>
                  </a:lnTo>
                  <a:lnTo>
                    <a:pt x="1120779" y="1450331"/>
                  </a:lnTo>
                  <a:lnTo>
                    <a:pt x="1122138" y="1451472"/>
                  </a:lnTo>
                  <a:lnTo>
                    <a:pt x="1123272" y="1452614"/>
                  </a:lnTo>
                  <a:lnTo>
                    <a:pt x="1123952" y="1453983"/>
                  </a:lnTo>
                  <a:lnTo>
                    <a:pt x="1124632" y="1455581"/>
                  </a:lnTo>
                  <a:lnTo>
                    <a:pt x="1125312" y="1456950"/>
                  </a:lnTo>
                  <a:lnTo>
                    <a:pt x="1125538" y="1458319"/>
                  </a:lnTo>
                  <a:lnTo>
                    <a:pt x="1125538" y="1459917"/>
                  </a:lnTo>
                  <a:lnTo>
                    <a:pt x="1125538" y="1500771"/>
                  </a:lnTo>
                  <a:lnTo>
                    <a:pt x="1125538" y="1502369"/>
                  </a:lnTo>
                  <a:lnTo>
                    <a:pt x="1125312" y="1503967"/>
                  </a:lnTo>
                  <a:lnTo>
                    <a:pt x="1124632" y="1505336"/>
                  </a:lnTo>
                  <a:lnTo>
                    <a:pt x="1123952" y="1506706"/>
                  </a:lnTo>
                  <a:lnTo>
                    <a:pt x="1123272" y="1508075"/>
                  </a:lnTo>
                  <a:lnTo>
                    <a:pt x="1122138" y="1509444"/>
                  </a:lnTo>
                  <a:lnTo>
                    <a:pt x="1120779" y="1510586"/>
                  </a:lnTo>
                  <a:lnTo>
                    <a:pt x="1119419" y="1511499"/>
                  </a:lnTo>
                  <a:lnTo>
                    <a:pt x="1118059" y="1512640"/>
                  </a:lnTo>
                  <a:lnTo>
                    <a:pt x="1116472" y="1513324"/>
                  </a:lnTo>
                  <a:lnTo>
                    <a:pt x="1114659" y="1514237"/>
                  </a:lnTo>
                  <a:lnTo>
                    <a:pt x="1112619" y="1514922"/>
                  </a:lnTo>
                  <a:lnTo>
                    <a:pt x="1110806" y="1515379"/>
                  </a:lnTo>
                  <a:lnTo>
                    <a:pt x="1108766" y="1515835"/>
                  </a:lnTo>
                  <a:lnTo>
                    <a:pt x="1106726" y="1516063"/>
                  </a:lnTo>
                  <a:lnTo>
                    <a:pt x="1104460" y="1516063"/>
                  </a:lnTo>
                  <a:lnTo>
                    <a:pt x="21305" y="1516063"/>
                  </a:lnTo>
                  <a:lnTo>
                    <a:pt x="19039" y="1516063"/>
                  </a:lnTo>
                  <a:lnTo>
                    <a:pt x="16772" y="1515835"/>
                  </a:lnTo>
                  <a:lnTo>
                    <a:pt x="14959" y="1515379"/>
                  </a:lnTo>
                  <a:lnTo>
                    <a:pt x="12919" y="1514922"/>
                  </a:lnTo>
                  <a:lnTo>
                    <a:pt x="11333" y="1514237"/>
                  </a:lnTo>
                  <a:lnTo>
                    <a:pt x="9292" y="1513324"/>
                  </a:lnTo>
                  <a:lnTo>
                    <a:pt x="7706" y="1512640"/>
                  </a:lnTo>
                  <a:lnTo>
                    <a:pt x="6346" y="1511499"/>
                  </a:lnTo>
                  <a:lnTo>
                    <a:pt x="4986" y="1510586"/>
                  </a:lnTo>
                  <a:lnTo>
                    <a:pt x="3853" y="1509444"/>
                  </a:lnTo>
                  <a:lnTo>
                    <a:pt x="2720" y="1508075"/>
                  </a:lnTo>
                  <a:lnTo>
                    <a:pt x="1586" y="1506706"/>
                  </a:lnTo>
                  <a:lnTo>
                    <a:pt x="906" y="1505336"/>
                  </a:lnTo>
                  <a:lnTo>
                    <a:pt x="453" y="1503967"/>
                  </a:lnTo>
                  <a:lnTo>
                    <a:pt x="226" y="1502369"/>
                  </a:lnTo>
                  <a:lnTo>
                    <a:pt x="0" y="1500771"/>
                  </a:lnTo>
                  <a:lnTo>
                    <a:pt x="0" y="1459917"/>
                  </a:lnTo>
                  <a:lnTo>
                    <a:pt x="226" y="1458319"/>
                  </a:lnTo>
                  <a:lnTo>
                    <a:pt x="453" y="1456950"/>
                  </a:lnTo>
                  <a:lnTo>
                    <a:pt x="906" y="1455581"/>
                  </a:lnTo>
                  <a:lnTo>
                    <a:pt x="1586" y="1453983"/>
                  </a:lnTo>
                  <a:lnTo>
                    <a:pt x="2720" y="1452614"/>
                  </a:lnTo>
                  <a:lnTo>
                    <a:pt x="3853" y="1451472"/>
                  </a:lnTo>
                  <a:lnTo>
                    <a:pt x="4986" y="1450331"/>
                  </a:lnTo>
                  <a:lnTo>
                    <a:pt x="6346" y="1449190"/>
                  </a:lnTo>
                  <a:lnTo>
                    <a:pt x="7706" y="1448277"/>
                  </a:lnTo>
                  <a:lnTo>
                    <a:pt x="9292" y="1447136"/>
                  </a:lnTo>
                  <a:lnTo>
                    <a:pt x="11333" y="1446451"/>
                  </a:lnTo>
                  <a:lnTo>
                    <a:pt x="12919" y="1445766"/>
                  </a:lnTo>
                  <a:lnTo>
                    <a:pt x="14959" y="1445310"/>
                  </a:lnTo>
                  <a:lnTo>
                    <a:pt x="16772" y="1444853"/>
                  </a:lnTo>
                  <a:lnTo>
                    <a:pt x="19039" y="1444625"/>
                  </a:lnTo>
                  <a:close/>
                  <a:moveTo>
                    <a:pt x="23693" y="1074737"/>
                  </a:moveTo>
                  <a:lnTo>
                    <a:pt x="200146" y="1074737"/>
                  </a:lnTo>
                  <a:lnTo>
                    <a:pt x="202628" y="1074964"/>
                  </a:lnTo>
                  <a:lnTo>
                    <a:pt x="204884" y="1075191"/>
                  </a:lnTo>
                  <a:lnTo>
                    <a:pt x="207141" y="1075419"/>
                  </a:lnTo>
                  <a:lnTo>
                    <a:pt x="209397" y="1076100"/>
                  </a:lnTo>
                  <a:lnTo>
                    <a:pt x="211428" y="1076781"/>
                  </a:lnTo>
                  <a:lnTo>
                    <a:pt x="213233" y="1077690"/>
                  </a:lnTo>
                  <a:lnTo>
                    <a:pt x="215038" y="1078598"/>
                  </a:lnTo>
                  <a:lnTo>
                    <a:pt x="216843" y="1079734"/>
                  </a:lnTo>
                  <a:lnTo>
                    <a:pt x="218423" y="1080869"/>
                  </a:lnTo>
                  <a:lnTo>
                    <a:pt x="219551" y="1082005"/>
                  </a:lnTo>
                  <a:lnTo>
                    <a:pt x="220905" y="1083367"/>
                  </a:lnTo>
                  <a:lnTo>
                    <a:pt x="221807" y="1084957"/>
                  </a:lnTo>
                  <a:lnTo>
                    <a:pt x="222484" y="1086547"/>
                  </a:lnTo>
                  <a:lnTo>
                    <a:pt x="223161" y="1087910"/>
                  </a:lnTo>
                  <a:lnTo>
                    <a:pt x="223387" y="1089499"/>
                  </a:lnTo>
                  <a:lnTo>
                    <a:pt x="223838" y="1091316"/>
                  </a:lnTo>
                  <a:lnTo>
                    <a:pt x="223838" y="1377473"/>
                  </a:lnTo>
                  <a:lnTo>
                    <a:pt x="223387" y="1379063"/>
                  </a:lnTo>
                  <a:lnTo>
                    <a:pt x="223161" y="1380653"/>
                  </a:lnTo>
                  <a:lnTo>
                    <a:pt x="222484" y="1382470"/>
                  </a:lnTo>
                  <a:lnTo>
                    <a:pt x="221807" y="1383832"/>
                  </a:lnTo>
                  <a:lnTo>
                    <a:pt x="220905" y="1385195"/>
                  </a:lnTo>
                  <a:lnTo>
                    <a:pt x="219551" y="1386558"/>
                  </a:lnTo>
                  <a:lnTo>
                    <a:pt x="218423" y="1387693"/>
                  </a:lnTo>
                  <a:lnTo>
                    <a:pt x="216843" y="1389056"/>
                  </a:lnTo>
                  <a:lnTo>
                    <a:pt x="215038" y="1390191"/>
                  </a:lnTo>
                  <a:lnTo>
                    <a:pt x="213233" y="1391100"/>
                  </a:lnTo>
                  <a:lnTo>
                    <a:pt x="211428" y="1392008"/>
                  </a:lnTo>
                  <a:lnTo>
                    <a:pt x="209397" y="1392690"/>
                  </a:lnTo>
                  <a:lnTo>
                    <a:pt x="207141" y="1393144"/>
                  </a:lnTo>
                  <a:lnTo>
                    <a:pt x="204884" y="1393598"/>
                  </a:lnTo>
                  <a:lnTo>
                    <a:pt x="202628" y="1393825"/>
                  </a:lnTo>
                  <a:lnTo>
                    <a:pt x="200146" y="1393825"/>
                  </a:lnTo>
                  <a:lnTo>
                    <a:pt x="23693" y="1393825"/>
                  </a:lnTo>
                  <a:lnTo>
                    <a:pt x="21211" y="1393825"/>
                  </a:lnTo>
                  <a:lnTo>
                    <a:pt x="18954" y="1393598"/>
                  </a:lnTo>
                  <a:lnTo>
                    <a:pt x="16472" y="1393144"/>
                  </a:lnTo>
                  <a:lnTo>
                    <a:pt x="14441" y="1392690"/>
                  </a:lnTo>
                  <a:lnTo>
                    <a:pt x="12411" y="1392008"/>
                  </a:lnTo>
                  <a:lnTo>
                    <a:pt x="10605" y="1391100"/>
                  </a:lnTo>
                  <a:lnTo>
                    <a:pt x="8574" y="1390191"/>
                  </a:lnTo>
                  <a:lnTo>
                    <a:pt x="6995" y="1389056"/>
                  </a:lnTo>
                  <a:lnTo>
                    <a:pt x="5415" y="1387693"/>
                  </a:lnTo>
                  <a:lnTo>
                    <a:pt x="4287" y="1386558"/>
                  </a:lnTo>
                  <a:lnTo>
                    <a:pt x="3159" y="1385195"/>
                  </a:lnTo>
                  <a:lnTo>
                    <a:pt x="1805" y="1383832"/>
                  </a:lnTo>
                  <a:lnTo>
                    <a:pt x="1128" y="1382470"/>
                  </a:lnTo>
                  <a:lnTo>
                    <a:pt x="451" y="1380653"/>
                  </a:lnTo>
                  <a:lnTo>
                    <a:pt x="225" y="1379063"/>
                  </a:lnTo>
                  <a:lnTo>
                    <a:pt x="0" y="1377473"/>
                  </a:lnTo>
                  <a:lnTo>
                    <a:pt x="0" y="1091316"/>
                  </a:lnTo>
                  <a:lnTo>
                    <a:pt x="225" y="1089499"/>
                  </a:lnTo>
                  <a:lnTo>
                    <a:pt x="451" y="1087910"/>
                  </a:lnTo>
                  <a:lnTo>
                    <a:pt x="1128" y="1086547"/>
                  </a:lnTo>
                  <a:lnTo>
                    <a:pt x="1805" y="1084957"/>
                  </a:lnTo>
                  <a:lnTo>
                    <a:pt x="3159" y="1083367"/>
                  </a:lnTo>
                  <a:lnTo>
                    <a:pt x="4287" y="1082005"/>
                  </a:lnTo>
                  <a:lnTo>
                    <a:pt x="5415" y="1080869"/>
                  </a:lnTo>
                  <a:lnTo>
                    <a:pt x="6995" y="1079734"/>
                  </a:lnTo>
                  <a:lnTo>
                    <a:pt x="8574" y="1078598"/>
                  </a:lnTo>
                  <a:lnTo>
                    <a:pt x="10605" y="1077690"/>
                  </a:lnTo>
                  <a:lnTo>
                    <a:pt x="12411" y="1076781"/>
                  </a:lnTo>
                  <a:lnTo>
                    <a:pt x="14441" y="1076100"/>
                  </a:lnTo>
                  <a:lnTo>
                    <a:pt x="16472" y="1075419"/>
                  </a:lnTo>
                  <a:lnTo>
                    <a:pt x="18954" y="1075191"/>
                  </a:lnTo>
                  <a:lnTo>
                    <a:pt x="21211" y="1074964"/>
                  </a:lnTo>
                  <a:lnTo>
                    <a:pt x="23693" y="1074737"/>
                  </a:lnTo>
                  <a:close/>
                  <a:moveTo>
                    <a:pt x="307154" y="904875"/>
                  </a:moveTo>
                  <a:lnTo>
                    <a:pt x="309431" y="904875"/>
                  </a:lnTo>
                  <a:lnTo>
                    <a:pt x="487494" y="904875"/>
                  </a:lnTo>
                  <a:lnTo>
                    <a:pt x="489771" y="904875"/>
                  </a:lnTo>
                  <a:lnTo>
                    <a:pt x="492276" y="905328"/>
                  </a:lnTo>
                  <a:lnTo>
                    <a:pt x="494553" y="906007"/>
                  </a:lnTo>
                  <a:lnTo>
                    <a:pt x="496602" y="906685"/>
                  </a:lnTo>
                  <a:lnTo>
                    <a:pt x="498652" y="908043"/>
                  </a:lnTo>
                  <a:lnTo>
                    <a:pt x="500929" y="909174"/>
                  </a:lnTo>
                  <a:lnTo>
                    <a:pt x="502523" y="910758"/>
                  </a:lnTo>
                  <a:lnTo>
                    <a:pt x="504344" y="912342"/>
                  </a:lnTo>
                  <a:lnTo>
                    <a:pt x="505710" y="913926"/>
                  </a:lnTo>
                  <a:lnTo>
                    <a:pt x="507304" y="916188"/>
                  </a:lnTo>
                  <a:lnTo>
                    <a:pt x="508443" y="918225"/>
                  </a:lnTo>
                  <a:lnTo>
                    <a:pt x="509354" y="920261"/>
                  </a:lnTo>
                  <a:lnTo>
                    <a:pt x="510264" y="922750"/>
                  </a:lnTo>
                  <a:lnTo>
                    <a:pt x="510720" y="925012"/>
                  </a:lnTo>
                  <a:lnTo>
                    <a:pt x="511175" y="927501"/>
                  </a:lnTo>
                  <a:lnTo>
                    <a:pt x="511175" y="930216"/>
                  </a:lnTo>
                  <a:lnTo>
                    <a:pt x="511175" y="1368484"/>
                  </a:lnTo>
                  <a:lnTo>
                    <a:pt x="511175" y="1370973"/>
                  </a:lnTo>
                  <a:lnTo>
                    <a:pt x="510720" y="1373688"/>
                  </a:lnTo>
                  <a:lnTo>
                    <a:pt x="510264" y="1376177"/>
                  </a:lnTo>
                  <a:lnTo>
                    <a:pt x="509354" y="1378439"/>
                  </a:lnTo>
                  <a:lnTo>
                    <a:pt x="508443" y="1380702"/>
                  </a:lnTo>
                  <a:lnTo>
                    <a:pt x="507304" y="1382738"/>
                  </a:lnTo>
                  <a:lnTo>
                    <a:pt x="505710" y="1384549"/>
                  </a:lnTo>
                  <a:lnTo>
                    <a:pt x="504344" y="1386359"/>
                  </a:lnTo>
                  <a:lnTo>
                    <a:pt x="502523" y="1388169"/>
                  </a:lnTo>
                  <a:lnTo>
                    <a:pt x="500929" y="1389526"/>
                  </a:lnTo>
                  <a:lnTo>
                    <a:pt x="498652" y="1390884"/>
                  </a:lnTo>
                  <a:lnTo>
                    <a:pt x="496602" y="1391789"/>
                  </a:lnTo>
                  <a:lnTo>
                    <a:pt x="494553" y="1392694"/>
                  </a:lnTo>
                  <a:lnTo>
                    <a:pt x="492276" y="1393373"/>
                  </a:lnTo>
                  <a:lnTo>
                    <a:pt x="489771" y="1393599"/>
                  </a:lnTo>
                  <a:lnTo>
                    <a:pt x="487494" y="1393825"/>
                  </a:lnTo>
                  <a:lnTo>
                    <a:pt x="309431" y="1393825"/>
                  </a:lnTo>
                  <a:lnTo>
                    <a:pt x="307154" y="1393599"/>
                  </a:lnTo>
                  <a:lnTo>
                    <a:pt x="304422" y="1393373"/>
                  </a:lnTo>
                  <a:lnTo>
                    <a:pt x="302372" y="1392694"/>
                  </a:lnTo>
                  <a:lnTo>
                    <a:pt x="300323" y="1391789"/>
                  </a:lnTo>
                  <a:lnTo>
                    <a:pt x="298274" y="1390884"/>
                  </a:lnTo>
                  <a:lnTo>
                    <a:pt x="295997" y="1389526"/>
                  </a:lnTo>
                  <a:lnTo>
                    <a:pt x="294403" y="1388169"/>
                  </a:lnTo>
                  <a:lnTo>
                    <a:pt x="292581" y="1386359"/>
                  </a:lnTo>
                  <a:lnTo>
                    <a:pt x="291215" y="1384549"/>
                  </a:lnTo>
                  <a:lnTo>
                    <a:pt x="289621" y="1382738"/>
                  </a:lnTo>
                  <a:lnTo>
                    <a:pt x="288483" y="1380702"/>
                  </a:lnTo>
                  <a:lnTo>
                    <a:pt x="287572" y="1378439"/>
                  </a:lnTo>
                  <a:lnTo>
                    <a:pt x="286661" y="1376177"/>
                  </a:lnTo>
                  <a:lnTo>
                    <a:pt x="286206" y="1373688"/>
                  </a:lnTo>
                  <a:lnTo>
                    <a:pt x="285750" y="1370973"/>
                  </a:lnTo>
                  <a:lnTo>
                    <a:pt x="285750" y="1368484"/>
                  </a:lnTo>
                  <a:lnTo>
                    <a:pt x="285750" y="930216"/>
                  </a:lnTo>
                  <a:lnTo>
                    <a:pt x="285750" y="927501"/>
                  </a:lnTo>
                  <a:lnTo>
                    <a:pt x="286206" y="925012"/>
                  </a:lnTo>
                  <a:lnTo>
                    <a:pt x="286661" y="922750"/>
                  </a:lnTo>
                  <a:lnTo>
                    <a:pt x="287572" y="920261"/>
                  </a:lnTo>
                  <a:lnTo>
                    <a:pt x="288483" y="918225"/>
                  </a:lnTo>
                  <a:lnTo>
                    <a:pt x="289621" y="916188"/>
                  </a:lnTo>
                  <a:lnTo>
                    <a:pt x="291215" y="913926"/>
                  </a:lnTo>
                  <a:lnTo>
                    <a:pt x="292581" y="912342"/>
                  </a:lnTo>
                  <a:lnTo>
                    <a:pt x="294403" y="910758"/>
                  </a:lnTo>
                  <a:lnTo>
                    <a:pt x="295997" y="909174"/>
                  </a:lnTo>
                  <a:lnTo>
                    <a:pt x="298274" y="908043"/>
                  </a:lnTo>
                  <a:lnTo>
                    <a:pt x="300323" y="906685"/>
                  </a:lnTo>
                  <a:lnTo>
                    <a:pt x="302372" y="906007"/>
                  </a:lnTo>
                  <a:lnTo>
                    <a:pt x="304422" y="905328"/>
                  </a:lnTo>
                  <a:lnTo>
                    <a:pt x="307154" y="904875"/>
                  </a:lnTo>
                  <a:close/>
                  <a:moveTo>
                    <a:pt x="614065" y="754062"/>
                  </a:moveTo>
                  <a:lnTo>
                    <a:pt x="790874" y="754062"/>
                  </a:lnTo>
                  <a:lnTo>
                    <a:pt x="795848" y="754289"/>
                  </a:lnTo>
                  <a:lnTo>
                    <a:pt x="797883" y="754516"/>
                  </a:lnTo>
                  <a:lnTo>
                    <a:pt x="800144" y="754969"/>
                  </a:lnTo>
                  <a:lnTo>
                    <a:pt x="802179" y="755650"/>
                  </a:lnTo>
                  <a:lnTo>
                    <a:pt x="804214" y="756330"/>
                  </a:lnTo>
                  <a:lnTo>
                    <a:pt x="806023" y="757237"/>
                  </a:lnTo>
                  <a:lnTo>
                    <a:pt x="807605" y="758598"/>
                  </a:lnTo>
                  <a:lnTo>
                    <a:pt x="808962" y="759959"/>
                  </a:lnTo>
                  <a:lnTo>
                    <a:pt x="810545" y="761546"/>
                  </a:lnTo>
                  <a:lnTo>
                    <a:pt x="811675" y="763360"/>
                  </a:lnTo>
                  <a:lnTo>
                    <a:pt x="812579" y="765855"/>
                  </a:lnTo>
                  <a:lnTo>
                    <a:pt x="813484" y="768123"/>
                  </a:lnTo>
                  <a:lnTo>
                    <a:pt x="813936" y="770618"/>
                  </a:lnTo>
                  <a:lnTo>
                    <a:pt x="814388" y="773793"/>
                  </a:lnTo>
                  <a:lnTo>
                    <a:pt x="814388" y="776968"/>
                  </a:lnTo>
                  <a:lnTo>
                    <a:pt x="814388" y="1370920"/>
                  </a:lnTo>
                  <a:lnTo>
                    <a:pt x="814388" y="1374322"/>
                  </a:lnTo>
                  <a:lnTo>
                    <a:pt x="813936" y="1377043"/>
                  </a:lnTo>
                  <a:lnTo>
                    <a:pt x="813484" y="1379764"/>
                  </a:lnTo>
                  <a:lnTo>
                    <a:pt x="812579" y="1382259"/>
                  </a:lnTo>
                  <a:lnTo>
                    <a:pt x="811675" y="1384300"/>
                  </a:lnTo>
                  <a:lnTo>
                    <a:pt x="810545" y="1386114"/>
                  </a:lnTo>
                  <a:lnTo>
                    <a:pt x="808962" y="1387929"/>
                  </a:lnTo>
                  <a:lnTo>
                    <a:pt x="807605" y="1389290"/>
                  </a:lnTo>
                  <a:lnTo>
                    <a:pt x="806023" y="1390423"/>
                  </a:lnTo>
                  <a:lnTo>
                    <a:pt x="804214" y="1391331"/>
                  </a:lnTo>
                  <a:lnTo>
                    <a:pt x="802179" y="1392238"/>
                  </a:lnTo>
                  <a:lnTo>
                    <a:pt x="800144" y="1392691"/>
                  </a:lnTo>
                  <a:lnTo>
                    <a:pt x="797883" y="1393145"/>
                  </a:lnTo>
                  <a:lnTo>
                    <a:pt x="795848" y="1393598"/>
                  </a:lnTo>
                  <a:lnTo>
                    <a:pt x="790874" y="1393825"/>
                  </a:lnTo>
                  <a:lnTo>
                    <a:pt x="614065" y="1393825"/>
                  </a:lnTo>
                  <a:lnTo>
                    <a:pt x="609316" y="1393598"/>
                  </a:lnTo>
                  <a:lnTo>
                    <a:pt x="607055" y="1393145"/>
                  </a:lnTo>
                  <a:lnTo>
                    <a:pt x="605021" y="1392691"/>
                  </a:lnTo>
                  <a:lnTo>
                    <a:pt x="602760" y="1392238"/>
                  </a:lnTo>
                  <a:lnTo>
                    <a:pt x="600951" y="1391331"/>
                  </a:lnTo>
                  <a:lnTo>
                    <a:pt x="599142" y="1390423"/>
                  </a:lnTo>
                  <a:lnTo>
                    <a:pt x="597559" y="1389290"/>
                  </a:lnTo>
                  <a:lnTo>
                    <a:pt x="595977" y="1387929"/>
                  </a:lnTo>
                  <a:lnTo>
                    <a:pt x="594394" y="1386114"/>
                  </a:lnTo>
                  <a:lnTo>
                    <a:pt x="593263" y="1384300"/>
                  </a:lnTo>
                  <a:lnTo>
                    <a:pt x="592359" y="1382259"/>
                  </a:lnTo>
                  <a:lnTo>
                    <a:pt x="591681" y="1379764"/>
                  </a:lnTo>
                  <a:lnTo>
                    <a:pt x="591002" y="1377043"/>
                  </a:lnTo>
                  <a:lnTo>
                    <a:pt x="590776" y="1374322"/>
                  </a:lnTo>
                  <a:lnTo>
                    <a:pt x="590550" y="1370920"/>
                  </a:lnTo>
                  <a:lnTo>
                    <a:pt x="590550" y="776968"/>
                  </a:lnTo>
                  <a:lnTo>
                    <a:pt x="590776" y="773793"/>
                  </a:lnTo>
                  <a:lnTo>
                    <a:pt x="591002" y="770618"/>
                  </a:lnTo>
                  <a:lnTo>
                    <a:pt x="591681" y="768123"/>
                  </a:lnTo>
                  <a:lnTo>
                    <a:pt x="592359" y="765855"/>
                  </a:lnTo>
                  <a:lnTo>
                    <a:pt x="593263" y="763360"/>
                  </a:lnTo>
                  <a:lnTo>
                    <a:pt x="594394" y="761546"/>
                  </a:lnTo>
                  <a:lnTo>
                    <a:pt x="595977" y="759959"/>
                  </a:lnTo>
                  <a:lnTo>
                    <a:pt x="597559" y="758598"/>
                  </a:lnTo>
                  <a:lnTo>
                    <a:pt x="599142" y="757237"/>
                  </a:lnTo>
                  <a:lnTo>
                    <a:pt x="600951" y="756330"/>
                  </a:lnTo>
                  <a:lnTo>
                    <a:pt x="602760" y="755650"/>
                  </a:lnTo>
                  <a:lnTo>
                    <a:pt x="605021" y="754969"/>
                  </a:lnTo>
                  <a:lnTo>
                    <a:pt x="607055" y="754516"/>
                  </a:lnTo>
                  <a:lnTo>
                    <a:pt x="609316" y="754289"/>
                  </a:lnTo>
                  <a:lnTo>
                    <a:pt x="614065" y="754062"/>
                  </a:lnTo>
                  <a:close/>
                  <a:moveTo>
                    <a:pt x="925215" y="371475"/>
                  </a:moveTo>
                  <a:lnTo>
                    <a:pt x="1102024" y="371475"/>
                  </a:lnTo>
                  <a:lnTo>
                    <a:pt x="1106998" y="371702"/>
                  </a:lnTo>
                  <a:lnTo>
                    <a:pt x="1109033" y="371702"/>
                  </a:lnTo>
                  <a:lnTo>
                    <a:pt x="1111294" y="371929"/>
                  </a:lnTo>
                  <a:lnTo>
                    <a:pt x="1113329" y="372383"/>
                  </a:lnTo>
                  <a:lnTo>
                    <a:pt x="1115364" y="373290"/>
                  </a:lnTo>
                  <a:lnTo>
                    <a:pt x="1117173" y="374198"/>
                  </a:lnTo>
                  <a:lnTo>
                    <a:pt x="1118755" y="375332"/>
                  </a:lnTo>
                  <a:lnTo>
                    <a:pt x="1120112" y="376694"/>
                  </a:lnTo>
                  <a:lnTo>
                    <a:pt x="1121695" y="378509"/>
                  </a:lnTo>
                  <a:lnTo>
                    <a:pt x="1122825" y="381004"/>
                  </a:lnTo>
                  <a:lnTo>
                    <a:pt x="1123729" y="383727"/>
                  </a:lnTo>
                  <a:lnTo>
                    <a:pt x="1124634" y="387130"/>
                  </a:lnTo>
                  <a:lnTo>
                    <a:pt x="1125086" y="390987"/>
                  </a:lnTo>
                  <a:lnTo>
                    <a:pt x="1125538" y="395525"/>
                  </a:lnTo>
                  <a:lnTo>
                    <a:pt x="1125538" y="400517"/>
                  </a:lnTo>
                  <a:lnTo>
                    <a:pt x="1125538" y="1361609"/>
                  </a:lnTo>
                  <a:lnTo>
                    <a:pt x="1125538" y="1366827"/>
                  </a:lnTo>
                  <a:lnTo>
                    <a:pt x="1125086" y="1371138"/>
                  </a:lnTo>
                  <a:lnTo>
                    <a:pt x="1124634" y="1375222"/>
                  </a:lnTo>
                  <a:lnTo>
                    <a:pt x="1123729" y="1378398"/>
                  </a:lnTo>
                  <a:lnTo>
                    <a:pt x="1122825" y="1381348"/>
                  </a:lnTo>
                  <a:lnTo>
                    <a:pt x="1121695" y="1383617"/>
                  </a:lnTo>
                  <a:lnTo>
                    <a:pt x="1120112" y="1385432"/>
                  </a:lnTo>
                  <a:lnTo>
                    <a:pt x="1118755" y="1387020"/>
                  </a:lnTo>
                  <a:lnTo>
                    <a:pt x="1117173" y="1388381"/>
                  </a:lnTo>
                  <a:lnTo>
                    <a:pt x="1115364" y="1389289"/>
                  </a:lnTo>
                  <a:lnTo>
                    <a:pt x="1113329" y="1389743"/>
                  </a:lnTo>
                  <a:lnTo>
                    <a:pt x="1111294" y="1390196"/>
                  </a:lnTo>
                  <a:lnTo>
                    <a:pt x="1109033" y="1390423"/>
                  </a:lnTo>
                  <a:lnTo>
                    <a:pt x="1106998" y="1390650"/>
                  </a:lnTo>
                  <a:lnTo>
                    <a:pt x="1102024" y="1390650"/>
                  </a:lnTo>
                  <a:lnTo>
                    <a:pt x="925215" y="1390650"/>
                  </a:lnTo>
                  <a:lnTo>
                    <a:pt x="920466" y="1390650"/>
                  </a:lnTo>
                  <a:lnTo>
                    <a:pt x="918205" y="1390423"/>
                  </a:lnTo>
                  <a:lnTo>
                    <a:pt x="916171" y="1390196"/>
                  </a:lnTo>
                  <a:lnTo>
                    <a:pt x="913910" y="1389743"/>
                  </a:lnTo>
                  <a:lnTo>
                    <a:pt x="912101" y="1389289"/>
                  </a:lnTo>
                  <a:lnTo>
                    <a:pt x="910292" y="1388381"/>
                  </a:lnTo>
                  <a:lnTo>
                    <a:pt x="908709" y="1387020"/>
                  </a:lnTo>
                  <a:lnTo>
                    <a:pt x="907127" y="1385432"/>
                  </a:lnTo>
                  <a:lnTo>
                    <a:pt x="905544" y="1383617"/>
                  </a:lnTo>
                  <a:lnTo>
                    <a:pt x="904413" y="1381348"/>
                  </a:lnTo>
                  <a:lnTo>
                    <a:pt x="903509" y="1378398"/>
                  </a:lnTo>
                  <a:lnTo>
                    <a:pt x="902831" y="1375222"/>
                  </a:lnTo>
                  <a:lnTo>
                    <a:pt x="902152" y="1371138"/>
                  </a:lnTo>
                  <a:lnTo>
                    <a:pt x="901926" y="1366827"/>
                  </a:lnTo>
                  <a:lnTo>
                    <a:pt x="901700" y="1361609"/>
                  </a:lnTo>
                  <a:lnTo>
                    <a:pt x="901700" y="400517"/>
                  </a:lnTo>
                  <a:lnTo>
                    <a:pt x="901926" y="395525"/>
                  </a:lnTo>
                  <a:lnTo>
                    <a:pt x="902152" y="390987"/>
                  </a:lnTo>
                  <a:lnTo>
                    <a:pt x="902831" y="387130"/>
                  </a:lnTo>
                  <a:lnTo>
                    <a:pt x="903509" y="383727"/>
                  </a:lnTo>
                  <a:lnTo>
                    <a:pt x="904413" y="381004"/>
                  </a:lnTo>
                  <a:lnTo>
                    <a:pt x="905544" y="378509"/>
                  </a:lnTo>
                  <a:lnTo>
                    <a:pt x="907127" y="376694"/>
                  </a:lnTo>
                  <a:lnTo>
                    <a:pt x="908709" y="375332"/>
                  </a:lnTo>
                  <a:lnTo>
                    <a:pt x="910292" y="374198"/>
                  </a:lnTo>
                  <a:lnTo>
                    <a:pt x="912101" y="373290"/>
                  </a:lnTo>
                  <a:lnTo>
                    <a:pt x="913910" y="372383"/>
                  </a:lnTo>
                  <a:lnTo>
                    <a:pt x="916171" y="371929"/>
                  </a:lnTo>
                  <a:lnTo>
                    <a:pt x="918205" y="371702"/>
                  </a:lnTo>
                  <a:lnTo>
                    <a:pt x="920466" y="371702"/>
                  </a:lnTo>
                  <a:lnTo>
                    <a:pt x="925215" y="371475"/>
                  </a:lnTo>
                  <a:close/>
                  <a:moveTo>
                    <a:pt x="866187" y="0"/>
                  </a:moveTo>
                  <a:lnTo>
                    <a:pt x="1014412" y="183647"/>
                  </a:lnTo>
                  <a:lnTo>
                    <a:pt x="885708" y="183647"/>
                  </a:lnTo>
                  <a:lnTo>
                    <a:pt x="882530" y="200651"/>
                  </a:lnTo>
                  <a:lnTo>
                    <a:pt x="879126" y="217202"/>
                  </a:lnTo>
                  <a:lnTo>
                    <a:pt x="875494" y="233980"/>
                  </a:lnTo>
                  <a:lnTo>
                    <a:pt x="871862" y="250077"/>
                  </a:lnTo>
                  <a:lnTo>
                    <a:pt x="867776" y="265948"/>
                  </a:lnTo>
                  <a:lnTo>
                    <a:pt x="863690" y="281365"/>
                  </a:lnTo>
                  <a:lnTo>
                    <a:pt x="859150" y="296782"/>
                  </a:lnTo>
                  <a:lnTo>
                    <a:pt x="854384" y="311746"/>
                  </a:lnTo>
                  <a:lnTo>
                    <a:pt x="849844" y="326483"/>
                  </a:lnTo>
                  <a:lnTo>
                    <a:pt x="844623" y="340994"/>
                  </a:lnTo>
                  <a:lnTo>
                    <a:pt x="839402" y="355051"/>
                  </a:lnTo>
                  <a:lnTo>
                    <a:pt x="834181" y="369107"/>
                  </a:lnTo>
                  <a:lnTo>
                    <a:pt x="828734" y="382711"/>
                  </a:lnTo>
                  <a:lnTo>
                    <a:pt x="822832" y="396088"/>
                  </a:lnTo>
                  <a:lnTo>
                    <a:pt x="816930" y="409238"/>
                  </a:lnTo>
                  <a:lnTo>
                    <a:pt x="811028" y="422161"/>
                  </a:lnTo>
                  <a:lnTo>
                    <a:pt x="804900" y="434857"/>
                  </a:lnTo>
                  <a:lnTo>
                    <a:pt x="798317" y="446874"/>
                  </a:lnTo>
                  <a:lnTo>
                    <a:pt x="791734" y="459117"/>
                  </a:lnTo>
                  <a:lnTo>
                    <a:pt x="785151" y="471133"/>
                  </a:lnTo>
                  <a:lnTo>
                    <a:pt x="778342" y="482470"/>
                  </a:lnTo>
                  <a:lnTo>
                    <a:pt x="771305" y="494033"/>
                  </a:lnTo>
                  <a:lnTo>
                    <a:pt x="764041" y="505142"/>
                  </a:lnTo>
                  <a:lnTo>
                    <a:pt x="756777" y="516025"/>
                  </a:lnTo>
                  <a:lnTo>
                    <a:pt x="749514" y="526681"/>
                  </a:lnTo>
                  <a:lnTo>
                    <a:pt x="742023" y="537110"/>
                  </a:lnTo>
                  <a:lnTo>
                    <a:pt x="734305" y="547313"/>
                  </a:lnTo>
                  <a:lnTo>
                    <a:pt x="726588" y="557062"/>
                  </a:lnTo>
                  <a:lnTo>
                    <a:pt x="718643" y="567038"/>
                  </a:lnTo>
                  <a:lnTo>
                    <a:pt x="710698" y="576334"/>
                  </a:lnTo>
                  <a:lnTo>
                    <a:pt x="702754" y="585629"/>
                  </a:lnTo>
                  <a:lnTo>
                    <a:pt x="694582" y="594698"/>
                  </a:lnTo>
                  <a:lnTo>
                    <a:pt x="686183" y="603767"/>
                  </a:lnTo>
                  <a:lnTo>
                    <a:pt x="677785" y="612156"/>
                  </a:lnTo>
                  <a:lnTo>
                    <a:pt x="669159" y="620545"/>
                  </a:lnTo>
                  <a:lnTo>
                    <a:pt x="660533" y="628934"/>
                  </a:lnTo>
                  <a:lnTo>
                    <a:pt x="651908" y="636869"/>
                  </a:lnTo>
                  <a:lnTo>
                    <a:pt x="643282" y="644578"/>
                  </a:lnTo>
                  <a:lnTo>
                    <a:pt x="634429" y="652286"/>
                  </a:lnTo>
                  <a:lnTo>
                    <a:pt x="625577" y="659541"/>
                  </a:lnTo>
                  <a:lnTo>
                    <a:pt x="616497" y="666797"/>
                  </a:lnTo>
                  <a:lnTo>
                    <a:pt x="607417" y="673825"/>
                  </a:lnTo>
                  <a:lnTo>
                    <a:pt x="598338" y="680627"/>
                  </a:lnTo>
                  <a:lnTo>
                    <a:pt x="589258" y="687429"/>
                  </a:lnTo>
                  <a:lnTo>
                    <a:pt x="579952" y="693777"/>
                  </a:lnTo>
                  <a:lnTo>
                    <a:pt x="570645" y="700125"/>
                  </a:lnTo>
                  <a:lnTo>
                    <a:pt x="561565" y="706020"/>
                  </a:lnTo>
                  <a:lnTo>
                    <a:pt x="552259" y="711915"/>
                  </a:lnTo>
                  <a:lnTo>
                    <a:pt x="542725" y="717810"/>
                  </a:lnTo>
                  <a:lnTo>
                    <a:pt x="533191" y="723478"/>
                  </a:lnTo>
                  <a:lnTo>
                    <a:pt x="523885" y="728919"/>
                  </a:lnTo>
                  <a:lnTo>
                    <a:pt x="514351" y="733907"/>
                  </a:lnTo>
                  <a:lnTo>
                    <a:pt x="504818" y="739122"/>
                  </a:lnTo>
                  <a:lnTo>
                    <a:pt x="495284" y="743883"/>
                  </a:lnTo>
                  <a:lnTo>
                    <a:pt x="485750" y="748644"/>
                  </a:lnTo>
                  <a:lnTo>
                    <a:pt x="476217" y="753179"/>
                  </a:lnTo>
                  <a:lnTo>
                    <a:pt x="466683" y="757486"/>
                  </a:lnTo>
                  <a:lnTo>
                    <a:pt x="457149" y="761794"/>
                  </a:lnTo>
                  <a:lnTo>
                    <a:pt x="437855" y="769956"/>
                  </a:lnTo>
                  <a:lnTo>
                    <a:pt x="419015" y="777438"/>
                  </a:lnTo>
                  <a:lnTo>
                    <a:pt x="399948" y="784467"/>
                  </a:lnTo>
                  <a:lnTo>
                    <a:pt x="381107" y="790815"/>
                  </a:lnTo>
                  <a:lnTo>
                    <a:pt x="362040" y="796936"/>
                  </a:lnTo>
                  <a:lnTo>
                    <a:pt x="343654" y="802151"/>
                  </a:lnTo>
                  <a:lnTo>
                    <a:pt x="325041" y="807139"/>
                  </a:lnTo>
                  <a:lnTo>
                    <a:pt x="306881" y="811673"/>
                  </a:lnTo>
                  <a:lnTo>
                    <a:pt x="288722" y="815528"/>
                  </a:lnTo>
                  <a:lnTo>
                    <a:pt x="271244" y="819382"/>
                  </a:lnTo>
                  <a:lnTo>
                    <a:pt x="253539" y="822556"/>
                  </a:lnTo>
                  <a:lnTo>
                    <a:pt x="236514" y="825504"/>
                  </a:lnTo>
                  <a:lnTo>
                    <a:pt x="219944" y="827998"/>
                  </a:lnTo>
                  <a:lnTo>
                    <a:pt x="203828" y="830038"/>
                  </a:lnTo>
                  <a:lnTo>
                    <a:pt x="187938" y="831852"/>
                  </a:lnTo>
                  <a:lnTo>
                    <a:pt x="172503" y="833666"/>
                  </a:lnTo>
                  <a:lnTo>
                    <a:pt x="157748" y="835026"/>
                  </a:lnTo>
                  <a:lnTo>
                    <a:pt x="143448" y="835933"/>
                  </a:lnTo>
                  <a:lnTo>
                    <a:pt x="129602" y="836840"/>
                  </a:lnTo>
                  <a:lnTo>
                    <a:pt x="116436" y="837293"/>
                  </a:lnTo>
                  <a:lnTo>
                    <a:pt x="103725" y="837747"/>
                  </a:lnTo>
                  <a:lnTo>
                    <a:pt x="91921" y="837973"/>
                  </a:lnTo>
                  <a:lnTo>
                    <a:pt x="80571" y="838200"/>
                  </a:lnTo>
                  <a:lnTo>
                    <a:pt x="60369" y="837973"/>
                  </a:lnTo>
                  <a:lnTo>
                    <a:pt x="43345" y="837520"/>
                  </a:lnTo>
                  <a:lnTo>
                    <a:pt x="29499" y="836840"/>
                  </a:lnTo>
                  <a:lnTo>
                    <a:pt x="19511" y="836386"/>
                  </a:lnTo>
                  <a:lnTo>
                    <a:pt x="11112" y="835480"/>
                  </a:lnTo>
                  <a:lnTo>
                    <a:pt x="26094" y="834119"/>
                  </a:lnTo>
                  <a:lnTo>
                    <a:pt x="40848" y="832079"/>
                  </a:lnTo>
                  <a:lnTo>
                    <a:pt x="55375" y="830265"/>
                  </a:lnTo>
                  <a:lnTo>
                    <a:pt x="69676" y="828224"/>
                  </a:lnTo>
                  <a:lnTo>
                    <a:pt x="83976" y="826184"/>
                  </a:lnTo>
                  <a:lnTo>
                    <a:pt x="97823" y="823690"/>
                  </a:lnTo>
                  <a:lnTo>
                    <a:pt x="111669" y="821423"/>
                  </a:lnTo>
                  <a:lnTo>
                    <a:pt x="125516" y="818929"/>
                  </a:lnTo>
                  <a:lnTo>
                    <a:pt x="138908" y="815981"/>
                  </a:lnTo>
                  <a:lnTo>
                    <a:pt x="152301" y="813261"/>
                  </a:lnTo>
                  <a:lnTo>
                    <a:pt x="165693" y="810540"/>
                  </a:lnTo>
                  <a:lnTo>
                    <a:pt x="178405" y="807366"/>
                  </a:lnTo>
                  <a:lnTo>
                    <a:pt x="191343" y="804418"/>
                  </a:lnTo>
                  <a:lnTo>
                    <a:pt x="204055" y="801017"/>
                  </a:lnTo>
                  <a:lnTo>
                    <a:pt x="216312" y="797617"/>
                  </a:lnTo>
                  <a:lnTo>
                    <a:pt x="228797" y="793989"/>
                  </a:lnTo>
                  <a:lnTo>
                    <a:pt x="241054" y="790588"/>
                  </a:lnTo>
                  <a:lnTo>
                    <a:pt x="252858" y="786734"/>
                  </a:lnTo>
                  <a:lnTo>
                    <a:pt x="264888" y="783106"/>
                  </a:lnTo>
                  <a:lnTo>
                    <a:pt x="276692" y="779025"/>
                  </a:lnTo>
                  <a:lnTo>
                    <a:pt x="288041" y="775171"/>
                  </a:lnTo>
                  <a:lnTo>
                    <a:pt x="299618" y="770863"/>
                  </a:lnTo>
                  <a:lnTo>
                    <a:pt x="310513" y="766782"/>
                  </a:lnTo>
                  <a:lnTo>
                    <a:pt x="321863" y="762474"/>
                  </a:lnTo>
                  <a:lnTo>
                    <a:pt x="332531" y="757940"/>
                  </a:lnTo>
                  <a:lnTo>
                    <a:pt x="343427" y="753632"/>
                  </a:lnTo>
                  <a:lnTo>
                    <a:pt x="353869" y="748871"/>
                  </a:lnTo>
                  <a:lnTo>
                    <a:pt x="364310" y="744336"/>
                  </a:lnTo>
                  <a:lnTo>
                    <a:pt x="384739" y="734587"/>
                  </a:lnTo>
                  <a:lnTo>
                    <a:pt x="404715" y="724838"/>
                  </a:lnTo>
                  <a:lnTo>
                    <a:pt x="423782" y="714635"/>
                  </a:lnTo>
                  <a:lnTo>
                    <a:pt x="442622" y="703979"/>
                  </a:lnTo>
                  <a:lnTo>
                    <a:pt x="460554" y="693323"/>
                  </a:lnTo>
                  <a:lnTo>
                    <a:pt x="478260" y="682214"/>
                  </a:lnTo>
                  <a:lnTo>
                    <a:pt x="495057" y="671104"/>
                  </a:lnTo>
                  <a:lnTo>
                    <a:pt x="511400" y="659541"/>
                  </a:lnTo>
                  <a:lnTo>
                    <a:pt x="527290" y="647752"/>
                  </a:lnTo>
                  <a:lnTo>
                    <a:pt x="542725" y="635962"/>
                  </a:lnTo>
                  <a:lnTo>
                    <a:pt x="557479" y="623719"/>
                  </a:lnTo>
                  <a:lnTo>
                    <a:pt x="571780" y="611476"/>
                  </a:lnTo>
                  <a:lnTo>
                    <a:pt x="585853" y="599006"/>
                  </a:lnTo>
                  <a:lnTo>
                    <a:pt x="599246" y="586536"/>
                  </a:lnTo>
                  <a:lnTo>
                    <a:pt x="612184" y="574066"/>
                  </a:lnTo>
                  <a:lnTo>
                    <a:pt x="624215" y="561143"/>
                  </a:lnTo>
                  <a:lnTo>
                    <a:pt x="636245" y="548446"/>
                  </a:lnTo>
                  <a:lnTo>
                    <a:pt x="647822" y="535296"/>
                  </a:lnTo>
                  <a:lnTo>
                    <a:pt x="658717" y="522600"/>
                  </a:lnTo>
                  <a:lnTo>
                    <a:pt x="669613" y="509677"/>
                  </a:lnTo>
                  <a:lnTo>
                    <a:pt x="679601" y="496527"/>
                  </a:lnTo>
                  <a:lnTo>
                    <a:pt x="689361" y="483376"/>
                  </a:lnTo>
                  <a:lnTo>
                    <a:pt x="698441" y="470680"/>
                  </a:lnTo>
                  <a:lnTo>
                    <a:pt x="707520" y="457757"/>
                  </a:lnTo>
                  <a:lnTo>
                    <a:pt x="716146" y="444607"/>
                  </a:lnTo>
                  <a:lnTo>
                    <a:pt x="724091" y="431683"/>
                  </a:lnTo>
                  <a:lnTo>
                    <a:pt x="732035" y="419214"/>
                  </a:lnTo>
                  <a:lnTo>
                    <a:pt x="739299" y="406517"/>
                  </a:lnTo>
                  <a:lnTo>
                    <a:pt x="746336" y="393820"/>
                  </a:lnTo>
                  <a:lnTo>
                    <a:pt x="753146" y="381577"/>
                  </a:lnTo>
                  <a:lnTo>
                    <a:pt x="759501" y="369107"/>
                  </a:lnTo>
                  <a:lnTo>
                    <a:pt x="765176" y="356864"/>
                  </a:lnTo>
                  <a:lnTo>
                    <a:pt x="770851" y="345075"/>
                  </a:lnTo>
                  <a:lnTo>
                    <a:pt x="776299" y="333285"/>
                  </a:lnTo>
                  <a:lnTo>
                    <a:pt x="781520" y="321722"/>
                  </a:lnTo>
                  <a:lnTo>
                    <a:pt x="786059" y="310386"/>
                  </a:lnTo>
                  <a:lnTo>
                    <a:pt x="790599" y="299050"/>
                  </a:lnTo>
                  <a:lnTo>
                    <a:pt x="794685" y="288394"/>
                  </a:lnTo>
                  <a:lnTo>
                    <a:pt x="798544" y="277737"/>
                  </a:lnTo>
                  <a:lnTo>
                    <a:pt x="802176" y="267308"/>
                  </a:lnTo>
                  <a:lnTo>
                    <a:pt x="808531" y="247810"/>
                  </a:lnTo>
                  <a:lnTo>
                    <a:pt x="814206" y="229445"/>
                  </a:lnTo>
                  <a:lnTo>
                    <a:pt x="818973" y="212441"/>
                  </a:lnTo>
                  <a:lnTo>
                    <a:pt x="822605" y="197250"/>
                  </a:lnTo>
                  <a:lnTo>
                    <a:pt x="825783" y="183647"/>
                  </a:lnTo>
                  <a:lnTo>
                    <a:pt x="695944" y="183647"/>
                  </a:lnTo>
                  <a:lnTo>
                    <a:pt x="8661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grpSp>
        <p:nvGrpSpPr>
          <p:cNvPr id="24" name="组合 40"/>
          <p:cNvGrpSpPr/>
          <p:nvPr/>
        </p:nvGrpSpPr>
        <p:grpSpPr>
          <a:xfrm>
            <a:off x="4478473" y="2456202"/>
            <a:ext cx="937180" cy="1609962"/>
            <a:chOff x="2736043" y="1725706"/>
            <a:chExt cx="576064" cy="1156415"/>
          </a:xfrm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29" name="组合 41"/>
            <p:cNvGrpSpPr/>
            <p:nvPr/>
          </p:nvGrpSpPr>
          <p:grpSpPr>
            <a:xfrm flipV="1">
              <a:off x="2993810" y="2270121"/>
              <a:ext cx="72000" cy="612000"/>
              <a:chOff x="467544" y="2421862"/>
              <a:chExt cx="72000" cy="612000"/>
            </a:xfrm>
          </p:grpSpPr>
          <p:cxnSp>
            <p:nvCxnSpPr>
              <p:cNvPr id="45" name="直接连接符 44"/>
              <p:cNvCxnSpPr/>
              <p:nvPr/>
            </p:nvCxnSpPr>
            <p:spPr>
              <a:xfrm>
                <a:off x="503544" y="2421862"/>
                <a:ext cx="0" cy="612000"/>
              </a:xfrm>
              <a:prstGeom prst="line">
                <a:avLst/>
              </a:prstGeom>
              <a:ln w="19050">
                <a:solidFill>
                  <a:srgbClr val="E5700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椭圆 45"/>
              <p:cNvSpPr/>
              <p:nvPr/>
            </p:nvSpPr>
            <p:spPr>
              <a:xfrm>
                <a:off x="467544" y="2421862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600" dirty="0">
                  <a:latin typeface="SimHei" pitchFamily="49" charset="-122"/>
                  <a:ea typeface="SimHei" pitchFamily="49" charset="-122"/>
                </a:endParaRPr>
              </a:p>
            </p:txBody>
          </p:sp>
        </p:grpSp>
        <p:sp>
          <p:nvSpPr>
            <p:cNvPr id="43" name="椭圆 42"/>
            <p:cNvSpPr/>
            <p:nvPr/>
          </p:nvSpPr>
          <p:spPr>
            <a:xfrm>
              <a:off x="2736043" y="1725706"/>
              <a:ext cx="576064" cy="630325"/>
            </a:xfrm>
            <a:prstGeom prst="ellipse">
              <a:avLst/>
            </a:prstGeom>
            <a:solidFill>
              <a:srgbClr val="F46501"/>
            </a:solidFill>
            <a:ln>
              <a:solidFill>
                <a:srgbClr val="F47A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44" name="KSO_Shape"/>
            <p:cNvSpPr>
              <a:spLocks/>
            </p:cNvSpPr>
            <p:nvPr/>
          </p:nvSpPr>
          <p:spPr bwMode="auto">
            <a:xfrm>
              <a:off x="2834173" y="1867473"/>
              <a:ext cx="368094" cy="360953"/>
            </a:xfrm>
            <a:custGeom>
              <a:avLst/>
              <a:gdLst>
                <a:gd name="T0" fmla="*/ 191431 w 4204"/>
                <a:gd name="T1" fmla="*/ 115682 h 4123"/>
                <a:gd name="T2" fmla="*/ 335754 w 4204"/>
                <a:gd name="T3" fmla="*/ 98972 h 4123"/>
                <a:gd name="T4" fmla="*/ 1317750 w 4204"/>
                <a:gd name="T5" fmla="*/ 1455447 h 4123"/>
                <a:gd name="T6" fmla="*/ 1239379 w 4204"/>
                <a:gd name="T7" fmla="*/ 1766502 h 4123"/>
                <a:gd name="T8" fmla="*/ 912618 w 4204"/>
                <a:gd name="T9" fmla="*/ 1646536 h 4123"/>
                <a:gd name="T10" fmla="*/ 635107 w 4204"/>
                <a:gd name="T11" fmla="*/ 1377469 h 4123"/>
                <a:gd name="T12" fmla="*/ 516908 w 4204"/>
                <a:gd name="T13" fmla="*/ 725795 h 4123"/>
                <a:gd name="T14" fmla="*/ 626542 w 4204"/>
                <a:gd name="T15" fmla="*/ 883037 h 4123"/>
                <a:gd name="T16" fmla="*/ 657376 w 4204"/>
                <a:gd name="T17" fmla="*/ 1056131 h 4123"/>
                <a:gd name="T18" fmla="*/ 781999 w 4204"/>
                <a:gd name="T19" fmla="*/ 1372756 h 4123"/>
                <a:gd name="T20" fmla="*/ 853518 w 4204"/>
                <a:gd name="T21" fmla="*/ 1481582 h 4123"/>
                <a:gd name="T22" fmla="*/ 1078354 w 4204"/>
                <a:gd name="T23" fmla="*/ 1136680 h 4123"/>
                <a:gd name="T24" fmla="*/ 934459 w 4204"/>
                <a:gd name="T25" fmla="*/ 936165 h 4123"/>
                <a:gd name="T26" fmla="*/ 652237 w 4204"/>
                <a:gd name="T27" fmla="*/ 851760 h 4123"/>
                <a:gd name="T28" fmla="*/ 560590 w 4204"/>
                <a:gd name="T29" fmla="*/ 742505 h 4123"/>
                <a:gd name="T30" fmla="*/ 755447 w 4204"/>
                <a:gd name="T31" fmla="*/ 616112 h 4123"/>
                <a:gd name="T32" fmla="*/ 997413 w 4204"/>
                <a:gd name="T33" fmla="*/ 393318 h 4123"/>
                <a:gd name="T34" fmla="*/ 1360148 w 4204"/>
                <a:gd name="T35" fmla="*/ 386462 h 4123"/>
                <a:gd name="T36" fmla="*/ 1256509 w 4204"/>
                <a:gd name="T37" fmla="*/ 505143 h 4123"/>
                <a:gd name="T38" fmla="*/ 1260792 w 4204"/>
                <a:gd name="T39" fmla="*/ 608828 h 4123"/>
                <a:gd name="T40" fmla="*/ 1423530 w 4204"/>
                <a:gd name="T41" fmla="*/ 592119 h 4123"/>
                <a:gd name="T42" fmla="*/ 1566140 w 4204"/>
                <a:gd name="T43" fmla="*/ 558700 h 4123"/>
                <a:gd name="T44" fmla="*/ 1722454 w 4204"/>
                <a:gd name="T45" fmla="*/ 972155 h 4123"/>
                <a:gd name="T46" fmla="*/ 1587553 w 4204"/>
                <a:gd name="T47" fmla="*/ 424595 h 4123"/>
                <a:gd name="T48" fmla="*/ 1074071 w 4204"/>
                <a:gd name="T49" fmla="*/ 211655 h 4123"/>
                <a:gd name="T50" fmla="*/ 802127 w 4204"/>
                <a:gd name="T51" fmla="*/ 292632 h 4123"/>
                <a:gd name="T52" fmla="*/ 515623 w 4204"/>
                <a:gd name="T53" fmla="*/ 614827 h 4123"/>
                <a:gd name="T54" fmla="*/ 560590 w 4204"/>
                <a:gd name="T55" fmla="*/ 1451591 h 4123"/>
                <a:gd name="T56" fmla="*/ 1247088 w 4204"/>
                <a:gd name="T57" fmla="*/ 922883 h 4123"/>
                <a:gd name="T58" fmla="*/ 1487340 w 4204"/>
                <a:gd name="T59" fmla="*/ 1313201 h 4123"/>
                <a:gd name="T60" fmla="*/ 1535734 w 4204"/>
                <a:gd name="T61" fmla="*/ 654244 h 4123"/>
                <a:gd name="T62" fmla="*/ 1318607 w 4204"/>
                <a:gd name="T63" fmla="*/ 609685 h 4123"/>
                <a:gd name="T64" fmla="*/ 1198266 w 4204"/>
                <a:gd name="T65" fmla="*/ 715513 h 4123"/>
                <a:gd name="T66" fmla="*/ 215414 w 4204"/>
                <a:gd name="T67" fmla="*/ 203514 h 4123"/>
                <a:gd name="T68" fmla="*/ 173016 w 4204"/>
                <a:gd name="T69" fmla="*/ 365897 h 4123"/>
                <a:gd name="T70" fmla="*/ 494210 w 4204"/>
                <a:gd name="T71" fmla="*/ 533421 h 4123"/>
                <a:gd name="T72" fmla="*/ 792706 w 4204"/>
                <a:gd name="T73" fmla="*/ 208227 h 4123"/>
                <a:gd name="T74" fmla="*/ 1076641 w 4204"/>
                <a:gd name="T75" fmla="*/ 59983 h 4123"/>
                <a:gd name="T76" fmla="*/ 743456 w 4204"/>
                <a:gd name="T77" fmla="*/ 68981 h 4123"/>
                <a:gd name="T78" fmla="*/ 215414 w 4204"/>
                <a:gd name="T79" fmla="*/ 203514 h 4123"/>
                <a:gd name="T80" fmla="*/ 473225 w 4204"/>
                <a:gd name="T81" fmla="*/ 0 h 4123"/>
                <a:gd name="T82" fmla="*/ 333613 w 4204"/>
                <a:gd name="T83" fmla="*/ 488862 h 4123"/>
                <a:gd name="T84" fmla="*/ 104067 w 4204"/>
                <a:gd name="T85" fmla="*/ 507286 h 4123"/>
                <a:gd name="T86" fmla="*/ 325048 w 4204"/>
                <a:gd name="T87" fmla="*/ 580979 h 4123"/>
                <a:gd name="T88" fmla="*/ 104067 w 4204"/>
                <a:gd name="T89" fmla="*/ 597260 h 4123"/>
                <a:gd name="T90" fmla="*/ 341750 w 4204"/>
                <a:gd name="T91" fmla="*/ 401030 h 4123"/>
                <a:gd name="T92" fmla="*/ 104495 w 4204"/>
                <a:gd name="T93" fmla="*/ 421595 h 412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204" h="4123">
                  <a:moveTo>
                    <a:pt x="784" y="231"/>
                  </a:moveTo>
                  <a:cubicBezTo>
                    <a:pt x="502" y="303"/>
                    <a:pt x="502" y="303"/>
                    <a:pt x="502" y="303"/>
                  </a:cubicBezTo>
                  <a:cubicBezTo>
                    <a:pt x="478" y="309"/>
                    <a:pt x="453" y="294"/>
                    <a:pt x="447" y="270"/>
                  </a:cubicBezTo>
                  <a:cubicBezTo>
                    <a:pt x="441" y="246"/>
                    <a:pt x="456" y="221"/>
                    <a:pt x="480" y="215"/>
                  </a:cubicBezTo>
                  <a:cubicBezTo>
                    <a:pt x="742" y="148"/>
                    <a:pt x="742" y="148"/>
                    <a:pt x="742" y="148"/>
                  </a:cubicBezTo>
                  <a:cubicBezTo>
                    <a:pt x="784" y="231"/>
                    <a:pt x="784" y="231"/>
                    <a:pt x="784" y="231"/>
                  </a:cubicBezTo>
                  <a:close/>
                  <a:moveTo>
                    <a:pt x="2230" y="3422"/>
                  </a:moveTo>
                  <a:cubicBezTo>
                    <a:pt x="3135" y="3165"/>
                    <a:pt x="3135" y="3165"/>
                    <a:pt x="3135" y="3165"/>
                  </a:cubicBezTo>
                  <a:cubicBezTo>
                    <a:pt x="3077" y="3397"/>
                    <a:pt x="3077" y="3397"/>
                    <a:pt x="3077" y="3397"/>
                  </a:cubicBezTo>
                  <a:cubicBezTo>
                    <a:pt x="3603" y="3412"/>
                    <a:pt x="4062" y="3121"/>
                    <a:pt x="4119" y="2472"/>
                  </a:cubicBezTo>
                  <a:cubicBezTo>
                    <a:pt x="4102" y="3278"/>
                    <a:pt x="3686" y="3902"/>
                    <a:pt x="2948" y="3907"/>
                  </a:cubicBezTo>
                  <a:cubicBezTo>
                    <a:pt x="2894" y="4123"/>
                    <a:pt x="2894" y="4123"/>
                    <a:pt x="2894" y="4123"/>
                  </a:cubicBezTo>
                  <a:cubicBezTo>
                    <a:pt x="2230" y="3422"/>
                    <a:pt x="2230" y="3422"/>
                    <a:pt x="2230" y="3422"/>
                  </a:cubicBezTo>
                  <a:close/>
                  <a:moveTo>
                    <a:pt x="1810" y="3735"/>
                  </a:moveTo>
                  <a:cubicBezTo>
                    <a:pt x="1924" y="3786"/>
                    <a:pt x="2029" y="3818"/>
                    <a:pt x="2131" y="3843"/>
                  </a:cubicBezTo>
                  <a:cubicBezTo>
                    <a:pt x="2217" y="3862"/>
                    <a:pt x="2304" y="3875"/>
                    <a:pt x="2394" y="3881"/>
                  </a:cubicBezTo>
                  <a:cubicBezTo>
                    <a:pt x="2114" y="3586"/>
                    <a:pt x="2114" y="3586"/>
                    <a:pt x="2114" y="3586"/>
                  </a:cubicBezTo>
                  <a:cubicBezTo>
                    <a:pt x="1872" y="3518"/>
                    <a:pt x="1656" y="3388"/>
                    <a:pt x="1483" y="3215"/>
                  </a:cubicBezTo>
                  <a:cubicBezTo>
                    <a:pt x="1220" y="2953"/>
                    <a:pt x="1058" y="2590"/>
                    <a:pt x="1058" y="2190"/>
                  </a:cubicBezTo>
                  <a:cubicBezTo>
                    <a:pt x="1058" y="1944"/>
                    <a:pt x="1118" y="1713"/>
                    <a:pt x="1226" y="1511"/>
                  </a:cubicBezTo>
                  <a:cubicBezTo>
                    <a:pt x="1198" y="1605"/>
                    <a:pt x="1204" y="1668"/>
                    <a:pt x="1207" y="1694"/>
                  </a:cubicBezTo>
                  <a:cubicBezTo>
                    <a:pt x="1213" y="1745"/>
                    <a:pt x="1189" y="1814"/>
                    <a:pt x="1256" y="1856"/>
                  </a:cubicBezTo>
                  <a:cubicBezTo>
                    <a:pt x="1322" y="1898"/>
                    <a:pt x="1391" y="1928"/>
                    <a:pt x="1397" y="1958"/>
                  </a:cubicBezTo>
                  <a:cubicBezTo>
                    <a:pt x="1403" y="1988"/>
                    <a:pt x="1406" y="2031"/>
                    <a:pt x="1463" y="2061"/>
                  </a:cubicBezTo>
                  <a:cubicBezTo>
                    <a:pt x="1493" y="2077"/>
                    <a:pt x="1531" y="2099"/>
                    <a:pt x="1559" y="2116"/>
                  </a:cubicBezTo>
                  <a:cubicBezTo>
                    <a:pt x="1553" y="2124"/>
                    <a:pt x="1546" y="2132"/>
                    <a:pt x="1540" y="2141"/>
                  </a:cubicBezTo>
                  <a:cubicBezTo>
                    <a:pt x="1475" y="2229"/>
                    <a:pt x="1527" y="2406"/>
                    <a:pt x="1535" y="2465"/>
                  </a:cubicBezTo>
                  <a:cubicBezTo>
                    <a:pt x="1543" y="2525"/>
                    <a:pt x="1642" y="2642"/>
                    <a:pt x="1699" y="2686"/>
                  </a:cubicBezTo>
                  <a:cubicBezTo>
                    <a:pt x="1756" y="2731"/>
                    <a:pt x="1769" y="2866"/>
                    <a:pt x="1766" y="2915"/>
                  </a:cubicBezTo>
                  <a:cubicBezTo>
                    <a:pt x="1764" y="2965"/>
                    <a:pt x="1826" y="3139"/>
                    <a:pt x="1826" y="3204"/>
                  </a:cubicBezTo>
                  <a:cubicBezTo>
                    <a:pt x="1826" y="3269"/>
                    <a:pt x="1884" y="3440"/>
                    <a:pt x="1884" y="3440"/>
                  </a:cubicBezTo>
                  <a:cubicBezTo>
                    <a:pt x="1884" y="3440"/>
                    <a:pt x="1930" y="3485"/>
                    <a:pt x="1964" y="3490"/>
                  </a:cubicBezTo>
                  <a:cubicBezTo>
                    <a:pt x="1980" y="3492"/>
                    <a:pt x="1987" y="3480"/>
                    <a:pt x="1993" y="3458"/>
                  </a:cubicBezTo>
                  <a:cubicBezTo>
                    <a:pt x="2082" y="3260"/>
                    <a:pt x="2082" y="3260"/>
                    <a:pt x="2082" y="3260"/>
                  </a:cubicBezTo>
                  <a:cubicBezTo>
                    <a:pt x="2106" y="3231"/>
                    <a:pt x="2141" y="3200"/>
                    <a:pt x="2209" y="3147"/>
                  </a:cubicBezTo>
                  <a:cubicBezTo>
                    <a:pt x="2336" y="3045"/>
                    <a:pt x="2466" y="2751"/>
                    <a:pt x="2518" y="2653"/>
                  </a:cubicBezTo>
                  <a:cubicBezTo>
                    <a:pt x="2570" y="2554"/>
                    <a:pt x="2591" y="2530"/>
                    <a:pt x="2620" y="2473"/>
                  </a:cubicBezTo>
                  <a:cubicBezTo>
                    <a:pt x="2648" y="2416"/>
                    <a:pt x="2507" y="2390"/>
                    <a:pt x="2469" y="2362"/>
                  </a:cubicBezTo>
                  <a:cubicBezTo>
                    <a:pt x="2429" y="2333"/>
                    <a:pt x="2247" y="2255"/>
                    <a:pt x="2182" y="2185"/>
                  </a:cubicBezTo>
                  <a:cubicBezTo>
                    <a:pt x="2118" y="2114"/>
                    <a:pt x="1933" y="2044"/>
                    <a:pt x="1821" y="1995"/>
                  </a:cubicBezTo>
                  <a:cubicBezTo>
                    <a:pt x="1735" y="1957"/>
                    <a:pt x="1653" y="2011"/>
                    <a:pt x="1591" y="2079"/>
                  </a:cubicBezTo>
                  <a:cubicBezTo>
                    <a:pt x="1557" y="2056"/>
                    <a:pt x="1516" y="2021"/>
                    <a:pt x="1523" y="1988"/>
                  </a:cubicBezTo>
                  <a:cubicBezTo>
                    <a:pt x="1535" y="1934"/>
                    <a:pt x="1508" y="1850"/>
                    <a:pt x="1505" y="1820"/>
                  </a:cubicBezTo>
                  <a:cubicBezTo>
                    <a:pt x="1502" y="1790"/>
                    <a:pt x="1553" y="1700"/>
                    <a:pt x="1490" y="1721"/>
                  </a:cubicBezTo>
                  <a:cubicBezTo>
                    <a:pt x="1427" y="1742"/>
                    <a:pt x="1291" y="1814"/>
                    <a:pt x="1309" y="1733"/>
                  </a:cubicBezTo>
                  <a:cubicBezTo>
                    <a:pt x="1327" y="1652"/>
                    <a:pt x="1345" y="1450"/>
                    <a:pt x="1481" y="1474"/>
                  </a:cubicBezTo>
                  <a:cubicBezTo>
                    <a:pt x="1616" y="1498"/>
                    <a:pt x="1574" y="1637"/>
                    <a:pt x="1634" y="1622"/>
                  </a:cubicBezTo>
                  <a:cubicBezTo>
                    <a:pt x="1694" y="1607"/>
                    <a:pt x="1731" y="1480"/>
                    <a:pt x="1764" y="1438"/>
                  </a:cubicBezTo>
                  <a:cubicBezTo>
                    <a:pt x="1796" y="1396"/>
                    <a:pt x="1968" y="1186"/>
                    <a:pt x="2034" y="1168"/>
                  </a:cubicBezTo>
                  <a:cubicBezTo>
                    <a:pt x="2100" y="1150"/>
                    <a:pt x="2130" y="1084"/>
                    <a:pt x="2200" y="1041"/>
                  </a:cubicBezTo>
                  <a:cubicBezTo>
                    <a:pt x="2269" y="999"/>
                    <a:pt x="2332" y="1062"/>
                    <a:pt x="2329" y="918"/>
                  </a:cubicBezTo>
                  <a:cubicBezTo>
                    <a:pt x="2327" y="850"/>
                    <a:pt x="2331" y="792"/>
                    <a:pt x="2329" y="750"/>
                  </a:cubicBezTo>
                  <a:cubicBezTo>
                    <a:pt x="2388" y="743"/>
                    <a:pt x="2448" y="739"/>
                    <a:pt x="2508" y="739"/>
                  </a:cubicBezTo>
                  <a:cubicBezTo>
                    <a:pt x="2749" y="739"/>
                    <a:pt x="2976" y="798"/>
                    <a:pt x="3176" y="902"/>
                  </a:cubicBezTo>
                  <a:cubicBezTo>
                    <a:pt x="3124" y="939"/>
                    <a:pt x="3066" y="988"/>
                    <a:pt x="3058" y="1013"/>
                  </a:cubicBezTo>
                  <a:cubicBezTo>
                    <a:pt x="3046" y="1057"/>
                    <a:pt x="3014" y="1153"/>
                    <a:pt x="2986" y="1158"/>
                  </a:cubicBezTo>
                  <a:cubicBezTo>
                    <a:pt x="2957" y="1164"/>
                    <a:pt x="2928" y="1145"/>
                    <a:pt x="2934" y="1179"/>
                  </a:cubicBezTo>
                  <a:cubicBezTo>
                    <a:pt x="2939" y="1213"/>
                    <a:pt x="2902" y="1281"/>
                    <a:pt x="2902" y="1281"/>
                  </a:cubicBezTo>
                  <a:cubicBezTo>
                    <a:pt x="2858" y="1236"/>
                    <a:pt x="2858" y="1236"/>
                    <a:pt x="2858" y="1236"/>
                  </a:cubicBezTo>
                  <a:cubicBezTo>
                    <a:pt x="2858" y="1236"/>
                    <a:pt x="2889" y="1421"/>
                    <a:pt x="2944" y="1421"/>
                  </a:cubicBezTo>
                  <a:cubicBezTo>
                    <a:pt x="2998" y="1421"/>
                    <a:pt x="3040" y="1346"/>
                    <a:pt x="3071" y="1317"/>
                  </a:cubicBezTo>
                  <a:cubicBezTo>
                    <a:pt x="3103" y="1288"/>
                    <a:pt x="3139" y="1182"/>
                    <a:pt x="3178" y="1226"/>
                  </a:cubicBezTo>
                  <a:cubicBezTo>
                    <a:pt x="3217" y="1270"/>
                    <a:pt x="3290" y="1374"/>
                    <a:pt x="3324" y="1382"/>
                  </a:cubicBezTo>
                  <a:cubicBezTo>
                    <a:pt x="3357" y="1390"/>
                    <a:pt x="3467" y="1374"/>
                    <a:pt x="3490" y="1400"/>
                  </a:cubicBezTo>
                  <a:cubicBezTo>
                    <a:pt x="3513" y="1426"/>
                    <a:pt x="3568" y="1468"/>
                    <a:pt x="3586" y="1421"/>
                  </a:cubicBezTo>
                  <a:cubicBezTo>
                    <a:pt x="3596" y="1396"/>
                    <a:pt x="3631" y="1347"/>
                    <a:pt x="3657" y="1304"/>
                  </a:cubicBezTo>
                  <a:cubicBezTo>
                    <a:pt x="3815" y="1508"/>
                    <a:pt x="3919" y="1755"/>
                    <a:pt x="3949" y="2024"/>
                  </a:cubicBezTo>
                  <a:cubicBezTo>
                    <a:pt x="3964" y="2151"/>
                    <a:pt x="3959" y="2422"/>
                    <a:pt x="3918" y="2608"/>
                  </a:cubicBezTo>
                  <a:cubicBezTo>
                    <a:pt x="3966" y="2508"/>
                    <a:pt x="4005" y="2399"/>
                    <a:pt x="4022" y="2269"/>
                  </a:cubicBezTo>
                  <a:cubicBezTo>
                    <a:pt x="4201" y="2279"/>
                    <a:pt x="4201" y="2279"/>
                    <a:pt x="4201" y="2279"/>
                  </a:cubicBezTo>
                  <a:cubicBezTo>
                    <a:pt x="4203" y="2249"/>
                    <a:pt x="4204" y="2220"/>
                    <a:pt x="4204" y="2190"/>
                  </a:cubicBezTo>
                  <a:cubicBezTo>
                    <a:pt x="4204" y="1722"/>
                    <a:pt x="4014" y="1298"/>
                    <a:pt x="3707" y="991"/>
                  </a:cubicBezTo>
                  <a:cubicBezTo>
                    <a:pt x="3543" y="827"/>
                    <a:pt x="3346" y="696"/>
                    <a:pt x="3126" y="610"/>
                  </a:cubicBezTo>
                  <a:cubicBezTo>
                    <a:pt x="3018" y="569"/>
                    <a:pt x="2910" y="538"/>
                    <a:pt x="2799" y="519"/>
                  </a:cubicBezTo>
                  <a:cubicBezTo>
                    <a:pt x="2705" y="503"/>
                    <a:pt x="2607" y="494"/>
                    <a:pt x="2508" y="494"/>
                  </a:cubicBezTo>
                  <a:cubicBezTo>
                    <a:pt x="2487" y="494"/>
                    <a:pt x="2466" y="495"/>
                    <a:pt x="2445" y="496"/>
                  </a:cubicBezTo>
                  <a:cubicBezTo>
                    <a:pt x="2380" y="534"/>
                    <a:pt x="2299" y="575"/>
                    <a:pt x="2229" y="593"/>
                  </a:cubicBezTo>
                  <a:cubicBezTo>
                    <a:pt x="1873" y="683"/>
                    <a:pt x="1873" y="683"/>
                    <a:pt x="1873" y="683"/>
                  </a:cubicBezTo>
                  <a:cubicBezTo>
                    <a:pt x="1709" y="940"/>
                    <a:pt x="1516" y="1162"/>
                    <a:pt x="1293" y="1384"/>
                  </a:cubicBezTo>
                  <a:cubicBezTo>
                    <a:pt x="1255" y="1422"/>
                    <a:pt x="1255" y="1422"/>
                    <a:pt x="1255" y="1422"/>
                  </a:cubicBezTo>
                  <a:cubicBezTo>
                    <a:pt x="1204" y="1435"/>
                    <a:pt x="1204" y="1435"/>
                    <a:pt x="1204" y="1435"/>
                  </a:cubicBezTo>
                  <a:cubicBezTo>
                    <a:pt x="1122" y="1457"/>
                    <a:pt x="1040" y="1480"/>
                    <a:pt x="958" y="1502"/>
                  </a:cubicBezTo>
                  <a:cubicBezTo>
                    <a:pt x="865" y="1712"/>
                    <a:pt x="813" y="1945"/>
                    <a:pt x="813" y="2190"/>
                  </a:cubicBezTo>
                  <a:cubicBezTo>
                    <a:pt x="813" y="2658"/>
                    <a:pt x="1003" y="3082"/>
                    <a:pt x="1309" y="3388"/>
                  </a:cubicBezTo>
                  <a:cubicBezTo>
                    <a:pt x="1453" y="3532"/>
                    <a:pt x="1622" y="3650"/>
                    <a:pt x="1810" y="3735"/>
                  </a:cubicBezTo>
                  <a:close/>
                  <a:moveTo>
                    <a:pt x="2778" y="1925"/>
                  </a:moveTo>
                  <a:cubicBezTo>
                    <a:pt x="2778" y="1925"/>
                    <a:pt x="2865" y="2097"/>
                    <a:pt x="2912" y="2154"/>
                  </a:cubicBezTo>
                  <a:cubicBezTo>
                    <a:pt x="2958" y="2212"/>
                    <a:pt x="3276" y="2134"/>
                    <a:pt x="3323" y="2144"/>
                  </a:cubicBezTo>
                  <a:cubicBezTo>
                    <a:pt x="3369" y="2154"/>
                    <a:pt x="3331" y="2241"/>
                    <a:pt x="3385" y="2352"/>
                  </a:cubicBezTo>
                  <a:cubicBezTo>
                    <a:pt x="3439" y="2463"/>
                    <a:pt x="3396" y="3039"/>
                    <a:pt x="3473" y="3065"/>
                  </a:cubicBezTo>
                  <a:cubicBezTo>
                    <a:pt x="3551" y="3091"/>
                    <a:pt x="3744" y="2763"/>
                    <a:pt x="3780" y="2690"/>
                  </a:cubicBezTo>
                  <a:cubicBezTo>
                    <a:pt x="3817" y="2617"/>
                    <a:pt x="3890" y="2019"/>
                    <a:pt x="3890" y="1915"/>
                  </a:cubicBezTo>
                  <a:cubicBezTo>
                    <a:pt x="3890" y="1811"/>
                    <a:pt x="3607" y="1543"/>
                    <a:pt x="3586" y="1527"/>
                  </a:cubicBezTo>
                  <a:cubicBezTo>
                    <a:pt x="3566" y="1511"/>
                    <a:pt x="3394" y="1511"/>
                    <a:pt x="3337" y="1496"/>
                  </a:cubicBezTo>
                  <a:cubicBezTo>
                    <a:pt x="3279" y="1480"/>
                    <a:pt x="3225" y="1423"/>
                    <a:pt x="3202" y="1418"/>
                  </a:cubicBezTo>
                  <a:cubicBezTo>
                    <a:pt x="3178" y="1413"/>
                    <a:pt x="3129" y="1428"/>
                    <a:pt x="3079" y="1423"/>
                  </a:cubicBezTo>
                  <a:cubicBezTo>
                    <a:pt x="3030" y="1418"/>
                    <a:pt x="2973" y="1454"/>
                    <a:pt x="2944" y="1472"/>
                  </a:cubicBezTo>
                  <a:cubicBezTo>
                    <a:pt x="2915" y="1490"/>
                    <a:pt x="2902" y="1545"/>
                    <a:pt x="2882" y="1576"/>
                  </a:cubicBezTo>
                  <a:cubicBezTo>
                    <a:pt x="2861" y="1607"/>
                    <a:pt x="2845" y="1626"/>
                    <a:pt x="2798" y="1670"/>
                  </a:cubicBezTo>
                  <a:cubicBezTo>
                    <a:pt x="2752" y="1714"/>
                    <a:pt x="2783" y="1753"/>
                    <a:pt x="2791" y="1813"/>
                  </a:cubicBezTo>
                  <a:cubicBezTo>
                    <a:pt x="2798" y="1873"/>
                    <a:pt x="2778" y="1925"/>
                    <a:pt x="2778" y="1925"/>
                  </a:cubicBezTo>
                  <a:close/>
                  <a:moveTo>
                    <a:pt x="503" y="475"/>
                  </a:moveTo>
                  <a:cubicBezTo>
                    <a:pt x="234" y="235"/>
                    <a:pt x="234" y="235"/>
                    <a:pt x="234" y="235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40" y="362"/>
                    <a:pt x="208" y="904"/>
                    <a:pt x="404" y="854"/>
                  </a:cubicBezTo>
                  <a:cubicBezTo>
                    <a:pt x="956" y="713"/>
                    <a:pt x="956" y="713"/>
                    <a:pt x="956" y="713"/>
                  </a:cubicBezTo>
                  <a:cubicBezTo>
                    <a:pt x="896" y="1314"/>
                    <a:pt x="896" y="1314"/>
                    <a:pt x="896" y="1314"/>
                  </a:cubicBezTo>
                  <a:cubicBezTo>
                    <a:pt x="1012" y="1284"/>
                    <a:pt x="1038" y="1275"/>
                    <a:pt x="1154" y="1245"/>
                  </a:cubicBezTo>
                  <a:cubicBezTo>
                    <a:pt x="1429" y="971"/>
                    <a:pt x="1653" y="704"/>
                    <a:pt x="1838" y="353"/>
                  </a:cubicBezTo>
                  <a:cubicBezTo>
                    <a:pt x="1930" y="335"/>
                    <a:pt x="1930" y="335"/>
                    <a:pt x="1930" y="335"/>
                  </a:cubicBezTo>
                  <a:cubicBezTo>
                    <a:pt x="1912" y="372"/>
                    <a:pt x="1868" y="455"/>
                    <a:pt x="1851" y="486"/>
                  </a:cubicBezTo>
                  <a:cubicBezTo>
                    <a:pt x="2181" y="402"/>
                    <a:pt x="2181" y="402"/>
                    <a:pt x="2181" y="402"/>
                  </a:cubicBezTo>
                  <a:cubicBezTo>
                    <a:pt x="2272" y="379"/>
                    <a:pt x="2538" y="232"/>
                    <a:pt x="2514" y="140"/>
                  </a:cubicBezTo>
                  <a:cubicBezTo>
                    <a:pt x="2514" y="140"/>
                    <a:pt x="2514" y="140"/>
                    <a:pt x="2514" y="140"/>
                  </a:cubicBezTo>
                  <a:cubicBezTo>
                    <a:pt x="2491" y="49"/>
                    <a:pt x="2187" y="46"/>
                    <a:pt x="2096" y="70"/>
                  </a:cubicBezTo>
                  <a:cubicBezTo>
                    <a:pt x="1890" y="122"/>
                    <a:pt x="1890" y="122"/>
                    <a:pt x="1890" y="122"/>
                  </a:cubicBezTo>
                  <a:cubicBezTo>
                    <a:pt x="1736" y="161"/>
                    <a:pt x="1736" y="161"/>
                    <a:pt x="1736" y="161"/>
                  </a:cubicBezTo>
                  <a:cubicBezTo>
                    <a:pt x="950" y="361"/>
                    <a:pt x="950" y="361"/>
                    <a:pt x="950" y="361"/>
                  </a:cubicBezTo>
                  <a:cubicBezTo>
                    <a:pt x="849" y="387"/>
                    <a:pt x="849" y="387"/>
                    <a:pt x="849" y="387"/>
                  </a:cubicBezTo>
                  <a:cubicBezTo>
                    <a:pt x="503" y="475"/>
                    <a:pt x="503" y="475"/>
                    <a:pt x="503" y="475"/>
                  </a:cubicBezTo>
                  <a:close/>
                  <a:moveTo>
                    <a:pt x="927" y="297"/>
                  </a:moveTo>
                  <a:cubicBezTo>
                    <a:pt x="813" y="78"/>
                    <a:pt x="813" y="78"/>
                    <a:pt x="813" y="78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661" y="110"/>
                    <a:pt x="1661" y="110"/>
                    <a:pt x="1661" y="110"/>
                  </a:cubicBezTo>
                  <a:cubicBezTo>
                    <a:pt x="927" y="297"/>
                    <a:pt x="927" y="297"/>
                    <a:pt x="927" y="297"/>
                  </a:cubicBezTo>
                  <a:close/>
                  <a:moveTo>
                    <a:pt x="779" y="1141"/>
                  </a:moveTo>
                  <a:cubicBezTo>
                    <a:pt x="266" y="1272"/>
                    <a:pt x="266" y="1272"/>
                    <a:pt x="266" y="1272"/>
                  </a:cubicBezTo>
                  <a:cubicBezTo>
                    <a:pt x="242" y="1278"/>
                    <a:pt x="217" y="1263"/>
                    <a:pt x="211" y="1239"/>
                  </a:cubicBezTo>
                  <a:cubicBezTo>
                    <a:pt x="205" y="1215"/>
                    <a:pt x="219" y="1191"/>
                    <a:pt x="243" y="1184"/>
                  </a:cubicBezTo>
                  <a:cubicBezTo>
                    <a:pt x="788" y="1046"/>
                    <a:pt x="788" y="1046"/>
                    <a:pt x="788" y="1046"/>
                  </a:cubicBezTo>
                  <a:cubicBezTo>
                    <a:pt x="779" y="1141"/>
                    <a:pt x="779" y="1141"/>
                    <a:pt x="779" y="1141"/>
                  </a:cubicBezTo>
                  <a:close/>
                  <a:moveTo>
                    <a:pt x="759" y="1356"/>
                  </a:moveTo>
                  <a:cubicBezTo>
                    <a:pt x="265" y="1482"/>
                    <a:pt x="265" y="1482"/>
                    <a:pt x="265" y="1482"/>
                  </a:cubicBezTo>
                  <a:cubicBezTo>
                    <a:pt x="241" y="1488"/>
                    <a:pt x="217" y="1473"/>
                    <a:pt x="210" y="1449"/>
                  </a:cubicBezTo>
                  <a:cubicBezTo>
                    <a:pt x="204" y="1425"/>
                    <a:pt x="219" y="1400"/>
                    <a:pt x="243" y="1394"/>
                  </a:cubicBezTo>
                  <a:cubicBezTo>
                    <a:pt x="768" y="1261"/>
                    <a:pt x="768" y="1261"/>
                    <a:pt x="768" y="1261"/>
                  </a:cubicBezTo>
                  <a:cubicBezTo>
                    <a:pt x="759" y="1356"/>
                    <a:pt x="759" y="1356"/>
                    <a:pt x="759" y="1356"/>
                  </a:cubicBezTo>
                  <a:close/>
                  <a:moveTo>
                    <a:pt x="798" y="936"/>
                  </a:moveTo>
                  <a:cubicBezTo>
                    <a:pt x="266" y="1071"/>
                    <a:pt x="266" y="1071"/>
                    <a:pt x="266" y="1071"/>
                  </a:cubicBezTo>
                  <a:cubicBezTo>
                    <a:pt x="242" y="1078"/>
                    <a:pt x="217" y="1063"/>
                    <a:pt x="211" y="1039"/>
                  </a:cubicBezTo>
                  <a:cubicBezTo>
                    <a:pt x="205" y="1015"/>
                    <a:pt x="220" y="990"/>
                    <a:pt x="244" y="984"/>
                  </a:cubicBezTo>
                  <a:cubicBezTo>
                    <a:pt x="807" y="841"/>
                    <a:pt x="807" y="841"/>
                    <a:pt x="807" y="841"/>
                  </a:cubicBezTo>
                  <a:lnTo>
                    <a:pt x="798" y="9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kumimoji="0" lang="zh-CN" altLang="en-US" sz="1600" dirty="0">
                <a:latin typeface="SimHei" pitchFamily="49" charset="-122"/>
                <a:ea typeface="SimHei" pitchFamily="49" charset="-122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個人履歷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996950" y="1365250"/>
            <a:ext cx="3117850" cy="4167188"/>
          </a:xfrm>
          <a:prstGeom prst="roundRect">
            <a:avLst>
              <a:gd name="adj" fmla="val 8013"/>
            </a:avLst>
          </a:pr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267200" y="1365250"/>
            <a:ext cx="6397625" cy="4167188"/>
          </a:xfrm>
          <a:custGeom>
            <a:avLst/>
            <a:gdLst>
              <a:gd name="connsiteX0" fmla="*/ 273956 w 6397520"/>
              <a:gd name="connsiteY0" fmla="*/ 0 h 4167265"/>
              <a:gd name="connsiteX1" fmla="*/ 6397520 w 6397520"/>
              <a:gd name="connsiteY1" fmla="*/ 0 h 4167265"/>
              <a:gd name="connsiteX2" fmla="*/ 6397520 w 6397520"/>
              <a:gd name="connsiteY2" fmla="*/ 4167265 h 4167265"/>
              <a:gd name="connsiteX3" fmla="*/ 273956 w 6397520"/>
              <a:gd name="connsiteY3" fmla="*/ 4167265 h 4167265"/>
              <a:gd name="connsiteX4" fmla="*/ 0 w 6397520"/>
              <a:gd name="connsiteY4" fmla="*/ 3893309 h 4167265"/>
              <a:gd name="connsiteX5" fmla="*/ 0 w 6397520"/>
              <a:gd name="connsiteY5" fmla="*/ 273956 h 4167265"/>
              <a:gd name="connsiteX6" fmla="*/ 273956 w 6397520"/>
              <a:gd name="connsiteY6" fmla="*/ 0 h 41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97520" h="4167265">
                <a:moveTo>
                  <a:pt x="273956" y="0"/>
                </a:moveTo>
                <a:lnTo>
                  <a:pt x="6397520" y="0"/>
                </a:lnTo>
                <a:lnTo>
                  <a:pt x="6397520" y="4167265"/>
                </a:lnTo>
                <a:lnTo>
                  <a:pt x="273956" y="4167265"/>
                </a:lnTo>
                <a:cubicBezTo>
                  <a:pt x="122654" y="4167265"/>
                  <a:pt x="0" y="4044611"/>
                  <a:pt x="0" y="3893309"/>
                </a:cubicBezTo>
                <a:lnTo>
                  <a:pt x="0" y="273956"/>
                </a:lnTo>
                <a:cubicBezTo>
                  <a:pt x="0" y="122654"/>
                  <a:pt x="122654" y="0"/>
                  <a:pt x="273956" y="0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15465" y="1365121"/>
            <a:ext cx="2175776" cy="4167265"/>
          </a:xfrm>
          <a:prstGeom prst="rect">
            <a:avLst/>
          </a:prstGeom>
          <a:blipFill dpi="0" rotWithShape="1">
            <a:blip r:embed="rId3" cstate="print">
              <a:extLst/>
            </a:blip>
            <a:srcRect/>
            <a:stretch>
              <a:fillRect l="-185811" r="-1485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0" name="TextBox 48"/>
          <p:cNvSpPr txBox="1"/>
          <p:nvPr/>
        </p:nvSpPr>
        <p:spPr>
          <a:xfrm>
            <a:off x="4697413" y="2695575"/>
            <a:ext cx="3243262" cy="68580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000" b="1" spc="6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工作經歷</a:t>
            </a:r>
          </a:p>
        </p:txBody>
      </p:sp>
      <p:sp>
        <p:nvSpPr>
          <p:cNvPr id="37" name="TextBox 48"/>
          <p:cNvSpPr txBox="1"/>
          <p:nvPr/>
        </p:nvSpPr>
        <p:spPr>
          <a:xfrm>
            <a:off x="1671638" y="2025650"/>
            <a:ext cx="1811337" cy="108585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6600" spc="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02</a:t>
            </a:r>
            <a:endParaRPr kumimoji="0" lang="en-GB" altLang="zh-CN" sz="6600" spc="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406650" y="3386138"/>
            <a:ext cx="274638" cy="274637"/>
          </a:xfrm>
          <a:custGeom>
            <a:avLst/>
            <a:gdLst>
              <a:gd name="connsiteX0" fmla="*/ 92158 w 353350"/>
              <a:gd name="connsiteY0" fmla="*/ 140861 h 353350"/>
              <a:gd name="connsiteX1" fmla="*/ 176675 w 353350"/>
              <a:gd name="connsiteY1" fmla="*/ 241543 h 353350"/>
              <a:gd name="connsiteX2" fmla="*/ 261192 w 353350"/>
              <a:gd name="connsiteY2" fmla="*/ 140861 h 353350"/>
              <a:gd name="connsiteX3" fmla="*/ 176675 w 353350"/>
              <a:gd name="connsiteY3" fmla="*/ 0 h 353350"/>
              <a:gd name="connsiteX4" fmla="*/ 353350 w 353350"/>
              <a:gd name="connsiteY4" fmla="*/ 176675 h 353350"/>
              <a:gd name="connsiteX5" fmla="*/ 176675 w 353350"/>
              <a:gd name="connsiteY5" fmla="*/ 353350 h 353350"/>
              <a:gd name="connsiteX6" fmla="*/ 0 w 353350"/>
              <a:gd name="connsiteY6" fmla="*/ 176675 h 353350"/>
              <a:gd name="connsiteX7" fmla="*/ 176675 w 353350"/>
              <a:gd name="connsiteY7" fmla="*/ 0 h 35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350" h="353350">
                <a:moveTo>
                  <a:pt x="92158" y="140861"/>
                </a:moveTo>
                <a:lnTo>
                  <a:pt x="176675" y="241543"/>
                </a:lnTo>
                <a:lnTo>
                  <a:pt x="261192" y="140861"/>
                </a:lnTo>
                <a:close/>
                <a:moveTo>
                  <a:pt x="176675" y="0"/>
                </a:moveTo>
                <a:cubicBezTo>
                  <a:pt x="274250" y="0"/>
                  <a:pt x="353350" y="79100"/>
                  <a:pt x="353350" y="176675"/>
                </a:cubicBezTo>
                <a:cubicBezTo>
                  <a:pt x="353350" y="274250"/>
                  <a:pt x="274250" y="353350"/>
                  <a:pt x="176675" y="353350"/>
                </a:cubicBezTo>
                <a:cubicBezTo>
                  <a:pt x="79100" y="353350"/>
                  <a:pt x="0" y="274250"/>
                  <a:pt x="0" y="176675"/>
                </a:cubicBezTo>
                <a:cubicBezTo>
                  <a:pt x="0" y="79100"/>
                  <a:pt x="79100" y="0"/>
                  <a:pt x="176675" y="0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7178" name="矩形 29"/>
          <p:cNvSpPr>
            <a:spLocks noChangeArrowheads="1"/>
          </p:cNvSpPr>
          <p:nvPr/>
        </p:nvSpPr>
        <p:spPr bwMode="auto">
          <a:xfrm>
            <a:off x="1320800" y="4445000"/>
            <a:ext cx="2451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kumimoji="0" lang="en-US" altLang="zh-CN" sz="3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  <a:sym typeface="+mn-lt"/>
              </a:rPr>
              <a:t>Part Two</a:t>
            </a: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4659313" y="4057650"/>
            <a:ext cx="4068762" cy="677863"/>
          </a:xfrm>
          <a:prstGeom prst="rect">
            <a:avLst/>
          </a:prstGeom>
          <a:noFill/>
          <a:ln>
            <a:noFill/>
          </a:ln>
          <a:extLst/>
        </p:spPr>
        <p:txBody>
          <a:bodyPr lIns="121909" tIns="60954" rIns="121909" bIns="60954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2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本人性格活潑、開朗、有親和力，善於與人溝通，表達能力強，能認真對待自己的工作崗位，吃苦耐勞，認真細心。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1549400" y="4171950"/>
            <a:ext cx="2011363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81" name="组合 41"/>
          <p:cNvGrpSpPr>
            <a:grpSpLocks/>
          </p:cNvGrpSpPr>
          <p:nvPr/>
        </p:nvGrpSpPr>
        <p:grpSpPr bwMode="auto">
          <a:xfrm>
            <a:off x="3830638" y="3205163"/>
            <a:ext cx="654050" cy="654050"/>
            <a:chOff x="4078923" y="3112851"/>
            <a:chExt cx="653586" cy="653586"/>
          </a:xfrm>
        </p:grpSpPr>
        <p:sp>
          <p:nvSpPr>
            <p:cNvPr id="43" name="椭圆 42"/>
            <p:cNvSpPr/>
            <p:nvPr/>
          </p:nvSpPr>
          <p:spPr>
            <a:xfrm>
              <a:off x="4078923" y="3112851"/>
              <a:ext cx="653586" cy="653586"/>
            </a:xfrm>
            <a:prstGeom prst="ellips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7188" name="Freeform 135"/>
            <p:cNvSpPr>
              <a:spLocks noEditPoints="1"/>
            </p:cNvSpPr>
            <p:nvPr/>
          </p:nvSpPr>
          <p:spPr bwMode="auto">
            <a:xfrm>
              <a:off x="4254474" y="3237278"/>
              <a:ext cx="302484" cy="404732"/>
            </a:xfrm>
            <a:custGeom>
              <a:avLst/>
              <a:gdLst>
                <a:gd name="T0" fmla="*/ 2147483647 w 428"/>
                <a:gd name="T1" fmla="*/ 2147483647 h 571"/>
                <a:gd name="T2" fmla="*/ 2147483647 w 428"/>
                <a:gd name="T3" fmla="*/ 2147483647 h 571"/>
                <a:gd name="T4" fmla="*/ 2147483647 w 428"/>
                <a:gd name="T5" fmla="*/ 2147483647 h 571"/>
                <a:gd name="T6" fmla="*/ 2147483647 w 428"/>
                <a:gd name="T7" fmla="*/ 2147483647 h 571"/>
                <a:gd name="T8" fmla="*/ 2147483647 w 428"/>
                <a:gd name="T9" fmla="*/ 2147483647 h 571"/>
                <a:gd name="T10" fmla="*/ 2147483647 w 428"/>
                <a:gd name="T11" fmla="*/ 2147483647 h 571"/>
                <a:gd name="T12" fmla="*/ 2147483647 w 428"/>
                <a:gd name="T13" fmla="*/ 2147483647 h 571"/>
                <a:gd name="T14" fmla="*/ 2147483647 w 428"/>
                <a:gd name="T15" fmla="*/ 2147483647 h 571"/>
                <a:gd name="T16" fmla="*/ 2147483647 w 428"/>
                <a:gd name="T17" fmla="*/ 2147483647 h 571"/>
                <a:gd name="T18" fmla="*/ 2147483647 w 428"/>
                <a:gd name="T19" fmla="*/ 2147483647 h 571"/>
                <a:gd name="T20" fmla="*/ 2147483647 w 428"/>
                <a:gd name="T21" fmla="*/ 2147483647 h 571"/>
                <a:gd name="T22" fmla="*/ 2147483647 w 428"/>
                <a:gd name="T23" fmla="*/ 2147483647 h 571"/>
                <a:gd name="T24" fmla="*/ 2147483647 w 428"/>
                <a:gd name="T25" fmla="*/ 2147483647 h 571"/>
                <a:gd name="T26" fmla="*/ 2147483647 w 428"/>
                <a:gd name="T27" fmla="*/ 2147483647 h 571"/>
                <a:gd name="T28" fmla="*/ 2147483647 w 428"/>
                <a:gd name="T29" fmla="*/ 2147483647 h 571"/>
                <a:gd name="T30" fmla="*/ 0 w 428"/>
                <a:gd name="T31" fmla="*/ 2147483647 h 571"/>
                <a:gd name="T32" fmla="*/ 2147483647 w 428"/>
                <a:gd name="T33" fmla="*/ 2147483647 h 571"/>
                <a:gd name="T34" fmla="*/ 2147483647 w 428"/>
                <a:gd name="T35" fmla="*/ 2147483647 h 571"/>
                <a:gd name="T36" fmla="*/ 2147483647 w 428"/>
                <a:gd name="T37" fmla="*/ 2147483647 h 571"/>
                <a:gd name="T38" fmla="*/ 2147483647 w 428"/>
                <a:gd name="T39" fmla="*/ 2147483647 h 571"/>
                <a:gd name="T40" fmla="*/ 2147483647 w 428"/>
                <a:gd name="T41" fmla="*/ 2147483647 h 571"/>
                <a:gd name="T42" fmla="*/ 2147483647 w 428"/>
                <a:gd name="T43" fmla="*/ 2147483647 h 571"/>
                <a:gd name="T44" fmla="*/ 2147483647 w 428"/>
                <a:gd name="T45" fmla="*/ 2147483647 h 571"/>
                <a:gd name="T46" fmla="*/ 2147483647 w 428"/>
                <a:gd name="T47" fmla="*/ 2147483647 h 571"/>
                <a:gd name="T48" fmla="*/ 2147483647 w 428"/>
                <a:gd name="T49" fmla="*/ 2147483647 h 571"/>
                <a:gd name="T50" fmla="*/ 2147483647 w 428"/>
                <a:gd name="T51" fmla="*/ 2147483647 h 571"/>
                <a:gd name="T52" fmla="*/ 2147483647 w 428"/>
                <a:gd name="T53" fmla="*/ 2147483647 h 571"/>
                <a:gd name="T54" fmla="*/ 2147483647 w 428"/>
                <a:gd name="T55" fmla="*/ 2147483647 h 571"/>
                <a:gd name="T56" fmla="*/ 2147483647 w 428"/>
                <a:gd name="T57" fmla="*/ 2147483647 h 571"/>
                <a:gd name="T58" fmla="*/ 2147483647 w 428"/>
                <a:gd name="T59" fmla="*/ 2147483647 h 571"/>
                <a:gd name="T60" fmla="*/ 2147483647 w 428"/>
                <a:gd name="T61" fmla="*/ 2147483647 h 571"/>
                <a:gd name="T62" fmla="*/ 2147483647 w 428"/>
                <a:gd name="T63" fmla="*/ 2147483647 h 571"/>
                <a:gd name="T64" fmla="*/ 2147483647 w 428"/>
                <a:gd name="T65" fmla="*/ 2147483647 h 571"/>
                <a:gd name="T66" fmla="*/ 2147483647 w 428"/>
                <a:gd name="T67" fmla="*/ 2147483647 h 571"/>
                <a:gd name="T68" fmla="*/ 2147483647 w 428"/>
                <a:gd name="T69" fmla="*/ 2147483647 h 571"/>
                <a:gd name="T70" fmla="*/ 2147483647 w 428"/>
                <a:gd name="T71" fmla="*/ 2147483647 h 571"/>
                <a:gd name="T72" fmla="*/ 2147483647 w 428"/>
                <a:gd name="T73" fmla="*/ 2147483647 h 571"/>
                <a:gd name="T74" fmla="*/ 2147483647 w 428"/>
                <a:gd name="T75" fmla="*/ 2147483647 h 571"/>
                <a:gd name="T76" fmla="*/ 2147483647 w 428"/>
                <a:gd name="T77" fmla="*/ 2147483647 h 571"/>
                <a:gd name="T78" fmla="*/ 2147483647 w 428"/>
                <a:gd name="T79" fmla="*/ 2147483647 h 571"/>
                <a:gd name="T80" fmla="*/ 2147483647 w 428"/>
                <a:gd name="T81" fmla="*/ 2147483647 h 571"/>
                <a:gd name="T82" fmla="*/ 2147483647 w 428"/>
                <a:gd name="T83" fmla="*/ 2147483647 h 571"/>
                <a:gd name="T84" fmla="*/ 2147483647 w 428"/>
                <a:gd name="T85" fmla="*/ 2147483647 h 571"/>
                <a:gd name="T86" fmla="*/ 2147483647 w 428"/>
                <a:gd name="T87" fmla="*/ 2147483647 h 571"/>
                <a:gd name="T88" fmla="*/ 2147483647 w 428"/>
                <a:gd name="T89" fmla="*/ 2147483647 h 571"/>
                <a:gd name="T90" fmla="*/ 2147483647 w 428"/>
                <a:gd name="T91" fmla="*/ 2147483647 h 571"/>
                <a:gd name="T92" fmla="*/ 2147483647 w 428"/>
                <a:gd name="T93" fmla="*/ 2147483647 h 571"/>
                <a:gd name="T94" fmla="*/ 2147483647 w 428"/>
                <a:gd name="T95" fmla="*/ 2147483647 h 571"/>
                <a:gd name="T96" fmla="*/ 2147483647 w 428"/>
                <a:gd name="T97" fmla="*/ 2147483647 h 571"/>
                <a:gd name="T98" fmla="*/ 2147483647 w 428"/>
                <a:gd name="T99" fmla="*/ 2147483647 h 571"/>
                <a:gd name="T100" fmla="*/ 2147483647 w 428"/>
                <a:gd name="T101" fmla="*/ 2147483647 h 5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8"/>
                <a:gd name="T154" fmla="*/ 0 h 571"/>
                <a:gd name="T155" fmla="*/ 428 w 428"/>
                <a:gd name="T156" fmla="*/ 571 h 5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8" h="571">
                  <a:moveTo>
                    <a:pt x="376" y="290"/>
                  </a:moveTo>
                  <a:lnTo>
                    <a:pt x="285" y="382"/>
                  </a:lnTo>
                  <a:lnTo>
                    <a:pt x="212" y="455"/>
                  </a:lnTo>
                  <a:lnTo>
                    <a:pt x="193" y="472"/>
                  </a:lnTo>
                  <a:lnTo>
                    <a:pt x="189" y="477"/>
                  </a:lnTo>
                  <a:lnTo>
                    <a:pt x="183" y="482"/>
                  </a:lnTo>
                  <a:lnTo>
                    <a:pt x="177" y="485"/>
                  </a:lnTo>
                  <a:lnTo>
                    <a:pt x="171" y="487"/>
                  </a:lnTo>
                  <a:lnTo>
                    <a:pt x="165" y="490"/>
                  </a:lnTo>
                  <a:lnTo>
                    <a:pt x="159" y="491"/>
                  </a:lnTo>
                  <a:lnTo>
                    <a:pt x="152" y="492"/>
                  </a:lnTo>
                  <a:lnTo>
                    <a:pt x="146" y="492"/>
                  </a:lnTo>
                  <a:lnTo>
                    <a:pt x="139" y="492"/>
                  </a:lnTo>
                  <a:lnTo>
                    <a:pt x="133" y="491"/>
                  </a:lnTo>
                  <a:lnTo>
                    <a:pt x="126" y="490"/>
                  </a:lnTo>
                  <a:lnTo>
                    <a:pt x="120" y="487"/>
                  </a:lnTo>
                  <a:lnTo>
                    <a:pt x="115" y="485"/>
                  </a:lnTo>
                  <a:lnTo>
                    <a:pt x="109" y="482"/>
                  </a:lnTo>
                  <a:lnTo>
                    <a:pt x="103" y="477"/>
                  </a:lnTo>
                  <a:lnTo>
                    <a:pt x="98" y="472"/>
                  </a:lnTo>
                  <a:lnTo>
                    <a:pt x="93" y="467"/>
                  </a:lnTo>
                  <a:lnTo>
                    <a:pt x="90" y="462"/>
                  </a:lnTo>
                  <a:lnTo>
                    <a:pt x="86" y="456"/>
                  </a:lnTo>
                  <a:lnTo>
                    <a:pt x="83" y="450"/>
                  </a:lnTo>
                  <a:lnTo>
                    <a:pt x="81" y="444"/>
                  </a:lnTo>
                  <a:lnTo>
                    <a:pt x="79" y="438"/>
                  </a:lnTo>
                  <a:lnTo>
                    <a:pt x="78" y="431"/>
                  </a:lnTo>
                  <a:lnTo>
                    <a:pt x="78" y="425"/>
                  </a:lnTo>
                  <a:lnTo>
                    <a:pt x="78" y="418"/>
                  </a:lnTo>
                  <a:lnTo>
                    <a:pt x="79" y="412"/>
                  </a:lnTo>
                  <a:lnTo>
                    <a:pt x="81" y="405"/>
                  </a:lnTo>
                  <a:lnTo>
                    <a:pt x="83" y="399"/>
                  </a:lnTo>
                  <a:lnTo>
                    <a:pt x="86" y="394"/>
                  </a:lnTo>
                  <a:lnTo>
                    <a:pt x="90" y="388"/>
                  </a:lnTo>
                  <a:lnTo>
                    <a:pt x="93" y="382"/>
                  </a:lnTo>
                  <a:lnTo>
                    <a:pt x="98" y="377"/>
                  </a:lnTo>
                  <a:lnTo>
                    <a:pt x="189" y="287"/>
                  </a:lnTo>
                  <a:lnTo>
                    <a:pt x="197" y="280"/>
                  </a:lnTo>
                  <a:lnTo>
                    <a:pt x="206" y="274"/>
                  </a:lnTo>
                  <a:lnTo>
                    <a:pt x="216" y="270"/>
                  </a:lnTo>
                  <a:lnTo>
                    <a:pt x="226" y="268"/>
                  </a:lnTo>
                  <a:lnTo>
                    <a:pt x="294" y="200"/>
                  </a:lnTo>
                  <a:lnTo>
                    <a:pt x="280" y="194"/>
                  </a:lnTo>
                  <a:lnTo>
                    <a:pt x="266" y="190"/>
                  </a:lnTo>
                  <a:lnTo>
                    <a:pt x="251" y="188"/>
                  </a:lnTo>
                  <a:lnTo>
                    <a:pt x="237" y="188"/>
                  </a:lnTo>
                  <a:lnTo>
                    <a:pt x="223" y="188"/>
                  </a:lnTo>
                  <a:lnTo>
                    <a:pt x="208" y="190"/>
                  </a:lnTo>
                  <a:lnTo>
                    <a:pt x="194" y="194"/>
                  </a:lnTo>
                  <a:lnTo>
                    <a:pt x="181" y="199"/>
                  </a:lnTo>
                  <a:lnTo>
                    <a:pt x="169" y="205"/>
                  </a:lnTo>
                  <a:lnTo>
                    <a:pt x="156" y="212"/>
                  </a:lnTo>
                  <a:lnTo>
                    <a:pt x="144" y="221"/>
                  </a:lnTo>
                  <a:lnTo>
                    <a:pt x="132" y="230"/>
                  </a:lnTo>
                  <a:lnTo>
                    <a:pt x="42" y="321"/>
                  </a:lnTo>
                  <a:lnTo>
                    <a:pt x="32" y="332"/>
                  </a:lnTo>
                  <a:lnTo>
                    <a:pt x="23" y="344"/>
                  </a:lnTo>
                  <a:lnTo>
                    <a:pt x="16" y="356"/>
                  </a:lnTo>
                  <a:lnTo>
                    <a:pt x="10" y="370"/>
                  </a:lnTo>
                  <a:lnTo>
                    <a:pt x="5" y="383"/>
                  </a:lnTo>
                  <a:lnTo>
                    <a:pt x="2" y="397"/>
                  </a:lnTo>
                  <a:lnTo>
                    <a:pt x="0" y="411"/>
                  </a:lnTo>
                  <a:lnTo>
                    <a:pt x="0" y="425"/>
                  </a:lnTo>
                  <a:lnTo>
                    <a:pt x="0" y="439"/>
                  </a:lnTo>
                  <a:lnTo>
                    <a:pt x="2" y="452"/>
                  </a:lnTo>
                  <a:lnTo>
                    <a:pt x="5" y="466"/>
                  </a:lnTo>
                  <a:lnTo>
                    <a:pt x="10" y="480"/>
                  </a:lnTo>
                  <a:lnTo>
                    <a:pt x="16" y="493"/>
                  </a:lnTo>
                  <a:lnTo>
                    <a:pt x="23" y="505"/>
                  </a:lnTo>
                  <a:lnTo>
                    <a:pt x="32" y="518"/>
                  </a:lnTo>
                  <a:lnTo>
                    <a:pt x="42" y="528"/>
                  </a:lnTo>
                  <a:lnTo>
                    <a:pt x="54" y="539"/>
                  </a:lnTo>
                  <a:lnTo>
                    <a:pt x="65" y="547"/>
                  </a:lnTo>
                  <a:lnTo>
                    <a:pt x="77" y="554"/>
                  </a:lnTo>
                  <a:lnTo>
                    <a:pt x="91" y="560"/>
                  </a:lnTo>
                  <a:lnTo>
                    <a:pt x="104" y="565"/>
                  </a:lnTo>
                  <a:lnTo>
                    <a:pt x="118" y="568"/>
                  </a:lnTo>
                  <a:lnTo>
                    <a:pt x="132" y="571"/>
                  </a:lnTo>
                  <a:lnTo>
                    <a:pt x="146" y="571"/>
                  </a:lnTo>
                  <a:lnTo>
                    <a:pt x="160" y="571"/>
                  </a:lnTo>
                  <a:lnTo>
                    <a:pt x="174" y="568"/>
                  </a:lnTo>
                  <a:lnTo>
                    <a:pt x="187" y="565"/>
                  </a:lnTo>
                  <a:lnTo>
                    <a:pt x="201" y="560"/>
                  </a:lnTo>
                  <a:lnTo>
                    <a:pt x="214" y="554"/>
                  </a:lnTo>
                  <a:lnTo>
                    <a:pt x="226" y="547"/>
                  </a:lnTo>
                  <a:lnTo>
                    <a:pt x="239" y="539"/>
                  </a:lnTo>
                  <a:lnTo>
                    <a:pt x="250" y="528"/>
                  </a:lnTo>
                  <a:lnTo>
                    <a:pt x="340" y="438"/>
                  </a:lnTo>
                  <a:lnTo>
                    <a:pt x="351" y="426"/>
                  </a:lnTo>
                  <a:lnTo>
                    <a:pt x="359" y="415"/>
                  </a:lnTo>
                  <a:lnTo>
                    <a:pt x="366" y="403"/>
                  </a:lnTo>
                  <a:lnTo>
                    <a:pt x="373" y="390"/>
                  </a:lnTo>
                  <a:lnTo>
                    <a:pt x="376" y="376"/>
                  </a:lnTo>
                  <a:lnTo>
                    <a:pt x="380" y="362"/>
                  </a:lnTo>
                  <a:lnTo>
                    <a:pt x="382" y="348"/>
                  </a:lnTo>
                  <a:lnTo>
                    <a:pt x="383" y="334"/>
                  </a:lnTo>
                  <a:lnTo>
                    <a:pt x="382" y="323"/>
                  </a:lnTo>
                  <a:lnTo>
                    <a:pt x="381" y="311"/>
                  </a:lnTo>
                  <a:lnTo>
                    <a:pt x="379" y="301"/>
                  </a:lnTo>
                  <a:lnTo>
                    <a:pt x="376" y="290"/>
                  </a:lnTo>
                  <a:close/>
                  <a:moveTo>
                    <a:pt x="385" y="44"/>
                  </a:moveTo>
                  <a:lnTo>
                    <a:pt x="385" y="44"/>
                  </a:lnTo>
                  <a:lnTo>
                    <a:pt x="395" y="54"/>
                  </a:lnTo>
                  <a:lnTo>
                    <a:pt x="403" y="66"/>
                  </a:lnTo>
                  <a:lnTo>
                    <a:pt x="412" y="79"/>
                  </a:lnTo>
                  <a:lnTo>
                    <a:pt x="417" y="92"/>
                  </a:lnTo>
                  <a:lnTo>
                    <a:pt x="422" y="105"/>
                  </a:lnTo>
                  <a:lnTo>
                    <a:pt x="426" y="119"/>
                  </a:lnTo>
                  <a:lnTo>
                    <a:pt x="427" y="133"/>
                  </a:lnTo>
                  <a:lnTo>
                    <a:pt x="428" y="147"/>
                  </a:lnTo>
                  <a:lnTo>
                    <a:pt x="427" y="161"/>
                  </a:lnTo>
                  <a:lnTo>
                    <a:pt x="426" y="175"/>
                  </a:lnTo>
                  <a:lnTo>
                    <a:pt x="422" y="189"/>
                  </a:lnTo>
                  <a:lnTo>
                    <a:pt x="417" y="202"/>
                  </a:lnTo>
                  <a:lnTo>
                    <a:pt x="412" y="215"/>
                  </a:lnTo>
                  <a:lnTo>
                    <a:pt x="403" y="228"/>
                  </a:lnTo>
                  <a:lnTo>
                    <a:pt x="395" y="240"/>
                  </a:lnTo>
                  <a:lnTo>
                    <a:pt x="385" y="250"/>
                  </a:lnTo>
                  <a:lnTo>
                    <a:pt x="294" y="342"/>
                  </a:lnTo>
                  <a:lnTo>
                    <a:pt x="284" y="351"/>
                  </a:lnTo>
                  <a:lnTo>
                    <a:pt x="272" y="359"/>
                  </a:lnTo>
                  <a:lnTo>
                    <a:pt x="259" y="368"/>
                  </a:lnTo>
                  <a:lnTo>
                    <a:pt x="246" y="374"/>
                  </a:lnTo>
                  <a:lnTo>
                    <a:pt x="232" y="378"/>
                  </a:lnTo>
                  <a:lnTo>
                    <a:pt x="219" y="382"/>
                  </a:lnTo>
                  <a:lnTo>
                    <a:pt x="205" y="383"/>
                  </a:lnTo>
                  <a:lnTo>
                    <a:pt x="191" y="384"/>
                  </a:lnTo>
                  <a:lnTo>
                    <a:pt x="176" y="383"/>
                  </a:lnTo>
                  <a:lnTo>
                    <a:pt x="160" y="381"/>
                  </a:lnTo>
                  <a:lnTo>
                    <a:pt x="145" y="377"/>
                  </a:lnTo>
                  <a:lnTo>
                    <a:pt x="131" y="371"/>
                  </a:lnTo>
                  <a:lnTo>
                    <a:pt x="198" y="304"/>
                  </a:lnTo>
                  <a:lnTo>
                    <a:pt x="208" y="303"/>
                  </a:lnTo>
                  <a:lnTo>
                    <a:pt x="219" y="298"/>
                  </a:lnTo>
                  <a:lnTo>
                    <a:pt x="230" y="293"/>
                  </a:lnTo>
                  <a:lnTo>
                    <a:pt x="239" y="286"/>
                  </a:lnTo>
                  <a:lnTo>
                    <a:pt x="329" y="195"/>
                  </a:lnTo>
                  <a:lnTo>
                    <a:pt x="334" y="189"/>
                  </a:lnTo>
                  <a:lnTo>
                    <a:pt x="338" y="185"/>
                  </a:lnTo>
                  <a:lnTo>
                    <a:pt x="341" y="179"/>
                  </a:lnTo>
                  <a:lnTo>
                    <a:pt x="343" y="173"/>
                  </a:lnTo>
                  <a:lnTo>
                    <a:pt x="346" y="166"/>
                  </a:lnTo>
                  <a:lnTo>
                    <a:pt x="347" y="160"/>
                  </a:lnTo>
                  <a:lnTo>
                    <a:pt x="348" y="154"/>
                  </a:lnTo>
                  <a:lnTo>
                    <a:pt x="349" y="147"/>
                  </a:lnTo>
                  <a:lnTo>
                    <a:pt x="348" y="140"/>
                  </a:lnTo>
                  <a:lnTo>
                    <a:pt x="347" y="134"/>
                  </a:lnTo>
                  <a:lnTo>
                    <a:pt x="346" y="128"/>
                  </a:lnTo>
                  <a:lnTo>
                    <a:pt x="343" y="121"/>
                  </a:lnTo>
                  <a:lnTo>
                    <a:pt x="341" y="115"/>
                  </a:lnTo>
                  <a:lnTo>
                    <a:pt x="338" y="109"/>
                  </a:lnTo>
                  <a:lnTo>
                    <a:pt x="334" y="105"/>
                  </a:lnTo>
                  <a:lnTo>
                    <a:pt x="329" y="99"/>
                  </a:lnTo>
                  <a:lnTo>
                    <a:pt x="324" y="94"/>
                  </a:lnTo>
                  <a:lnTo>
                    <a:pt x="319" y="91"/>
                  </a:lnTo>
                  <a:lnTo>
                    <a:pt x="313" y="87"/>
                  </a:lnTo>
                  <a:lnTo>
                    <a:pt x="307" y="85"/>
                  </a:lnTo>
                  <a:lnTo>
                    <a:pt x="300" y="82"/>
                  </a:lnTo>
                  <a:lnTo>
                    <a:pt x="294" y="81"/>
                  </a:lnTo>
                  <a:lnTo>
                    <a:pt x="288" y="80"/>
                  </a:lnTo>
                  <a:lnTo>
                    <a:pt x="281" y="80"/>
                  </a:lnTo>
                  <a:lnTo>
                    <a:pt x="274" y="80"/>
                  </a:lnTo>
                  <a:lnTo>
                    <a:pt x="268" y="81"/>
                  </a:lnTo>
                  <a:lnTo>
                    <a:pt x="262" y="82"/>
                  </a:lnTo>
                  <a:lnTo>
                    <a:pt x="255" y="85"/>
                  </a:lnTo>
                  <a:lnTo>
                    <a:pt x="250" y="87"/>
                  </a:lnTo>
                  <a:lnTo>
                    <a:pt x="244" y="91"/>
                  </a:lnTo>
                  <a:lnTo>
                    <a:pt x="239" y="94"/>
                  </a:lnTo>
                  <a:lnTo>
                    <a:pt x="233" y="99"/>
                  </a:lnTo>
                  <a:lnTo>
                    <a:pt x="143" y="189"/>
                  </a:lnTo>
                  <a:lnTo>
                    <a:pt x="139" y="194"/>
                  </a:lnTo>
                  <a:lnTo>
                    <a:pt x="136" y="199"/>
                  </a:lnTo>
                  <a:lnTo>
                    <a:pt x="51" y="283"/>
                  </a:lnTo>
                  <a:lnTo>
                    <a:pt x="48" y="271"/>
                  </a:lnTo>
                  <a:lnTo>
                    <a:pt x="46" y="261"/>
                  </a:lnTo>
                  <a:lnTo>
                    <a:pt x="44" y="249"/>
                  </a:lnTo>
                  <a:lnTo>
                    <a:pt x="44" y="237"/>
                  </a:lnTo>
                  <a:lnTo>
                    <a:pt x="45" y="223"/>
                  </a:lnTo>
                  <a:lnTo>
                    <a:pt x="46" y="209"/>
                  </a:lnTo>
                  <a:lnTo>
                    <a:pt x="50" y="196"/>
                  </a:lnTo>
                  <a:lnTo>
                    <a:pt x="55" y="182"/>
                  </a:lnTo>
                  <a:lnTo>
                    <a:pt x="61" y="169"/>
                  </a:lnTo>
                  <a:lnTo>
                    <a:pt x="69" y="156"/>
                  </a:lnTo>
                  <a:lnTo>
                    <a:pt x="77" y="145"/>
                  </a:lnTo>
                  <a:lnTo>
                    <a:pt x="88" y="134"/>
                  </a:lnTo>
                  <a:lnTo>
                    <a:pt x="178" y="44"/>
                  </a:lnTo>
                  <a:lnTo>
                    <a:pt x="189" y="33"/>
                  </a:lnTo>
                  <a:lnTo>
                    <a:pt x="200" y="25"/>
                  </a:lnTo>
                  <a:lnTo>
                    <a:pt x="213" y="17"/>
                  </a:lnTo>
                  <a:lnTo>
                    <a:pt x="226" y="11"/>
                  </a:lnTo>
                  <a:lnTo>
                    <a:pt x="239" y="6"/>
                  </a:lnTo>
                  <a:lnTo>
                    <a:pt x="253" y="3"/>
                  </a:lnTo>
                  <a:lnTo>
                    <a:pt x="267" y="1"/>
                  </a:lnTo>
                  <a:lnTo>
                    <a:pt x="281" y="0"/>
                  </a:lnTo>
                  <a:lnTo>
                    <a:pt x="295" y="1"/>
                  </a:lnTo>
                  <a:lnTo>
                    <a:pt x="309" y="3"/>
                  </a:lnTo>
                  <a:lnTo>
                    <a:pt x="324" y="6"/>
                  </a:lnTo>
                  <a:lnTo>
                    <a:pt x="336" y="11"/>
                  </a:lnTo>
                  <a:lnTo>
                    <a:pt x="349" y="17"/>
                  </a:lnTo>
                  <a:lnTo>
                    <a:pt x="362" y="25"/>
                  </a:lnTo>
                  <a:lnTo>
                    <a:pt x="374" y="33"/>
                  </a:lnTo>
                  <a:lnTo>
                    <a:pt x="385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4781550" y="3997325"/>
            <a:ext cx="3792538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3" name="TextBox 14"/>
          <p:cNvSpPr txBox="1">
            <a:spLocks noChangeArrowheads="1"/>
          </p:cNvSpPr>
          <p:nvPr/>
        </p:nvSpPr>
        <p:spPr bwMode="auto">
          <a:xfrm>
            <a:off x="6126163" y="3521075"/>
            <a:ext cx="1503362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目前工作職責</a:t>
            </a:r>
          </a:p>
        </p:txBody>
      </p:sp>
      <p:sp>
        <p:nvSpPr>
          <p:cNvPr id="7184" name="Freeform 16"/>
          <p:cNvSpPr>
            <a:spLocks/>
          </p:cNvSpPr>
          <p:nvPr/>
        </p:nvSpPr>
        <p:spPr bwMode="auto">
          <a:xfrm>
            <a:off x="4811713" y="3616325"/>
            <a:ext cx="142875" cy="115888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85" name="TextBox 14"/>
          <p:cNvSpPr txBox="1">
            <a:spLocks noChangeArrowheads="1"/>
          </p:cNvSpPr>
          <p:nvPr/>
        </p:nvSpPr>
        <p:spPr bwMode="auto">
          <a:xfrm>
            <a:off x="4940300" y="3509963"/>
            <a:ext cx="10747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工作經驗</a:t>
            </a:r>
          </a:p>
        </p:txBody>
      </p:sp>
      <p:sp>
        <p:nvSpPr>
          <p:cNvPr id="7186" name="Freeform 16"/>
          <p:cNvSpPr>
            <a:spLocks/>
          </p:cNvSpPr>
          <p:nvPr/>
        </p:nvSpPr>
        <p:spPr bwMode="auto">
          <a:xfrm>
            <a:off x="5988050" y="3619500"/>
            <a:ext cx="141288" cy="114300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6048375" y="2198688"/>
            <a:ext cx="0" cy="4427537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553227" y="1584258"/>
            <a:ext cx="3696873" cy="2066794"/>
          </a:xfrm>
          <a:prstGeom prst="rect">
            <a:avLst/>
          </a:prstGeom>
          <a:blipFill dpi="0" rotWithShape="1">
            <a:blip r:embed="rId3" cstate="print">
              <a:extLst/>
            </a:blip>
            <a:srcRect/>
            <a:stretch>
              <a:fillRect t="-9624" b="-9624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35638" y="1555750"/>
            <a:ext cx="627062" cy="642938"/>
          </a:xfrm>
          <a:prstGeom prst="rect">
            <a:avLst/>
          </a:prstGeom>
          <a:solidFill>
            <a:srgbClr val="F4650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dirty="0">
                <a:latin typeface="思源黑体" panose="020B0500000000000000" pitchFamily="34" charset="-122"/>
                <a:ea typeface="思源黑体" panose="020B0500000000000000" pitchFamily="34" charset="-122"/>
              </a:rPr>
              <a:t>01</a:t>
            </a: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8199" name="TextBox 39"/>
          <p:cNvSpPr txBox="1">
            <a:spLocks noChangeArrowheads="1"/>
          </p:cNvSpPr>
          <p:nvPr/>
        </p:nvSpPr>
        <p:spPr bwMode="auto">
          <a:xfrm>
            <a:off x="6791325" y="1517650"/>
            <a:ext cx="3567113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2010</a:t>
            </a: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年</a:t>
            </a:r>
            <a:r>
              <a:rPr kumimoji="0" lang="en-US" altLang="zh-CN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8</a:t>
            </a: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月 西安佰聯網絡技術有限公司</a:t>
            </a:r>
            <a:endParaRPr kumimoji="0" lang="en-US" altLang="zh-CN" sz="1600" b="1">
              <a:solidFill>
                <a:srgbClr val="595959"/>
              </a:solidFill>
              <a:latin typeface="SimHei" pitchFamily="49" charset="-122"/>
              <a:ea typeface="SimHei" pitchFamily="49" charset="-122"/>
              <a:cs typeface="思源黑体"/>
            </a:endParaRPr>
          </a:p>
          <a:p>
            <a:pPr>
              <a:lnSpc>
                <a:spcPct val="120000"/>
              </a:lnSpc>
            </a:pP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職位：國際部專員</a:t>
            </a:r>
            <a:endParaRPr kumimoji="0" lang="en-US" altLang="zh-CN" sz="1600" b="1">
              <a:solidFill>
                <a:srgbClr val="595959"/>
              </a:solidFill>
              <a:latin typeface="SimHei" pitchFamily="49" charset="-122"/>
              <a:ea typeface="SimHei" pitchFamily="49" charset="-122"/>
              <a:cs typeface="思源黑体"/>
            </a:endParaRPr>
          </a:p>
        </p:txBody>
      </p:sp>
      <p:sp>
        <p:nvSpPr>
          <p:cNvPr id="8" name="TextBox 40"/>
          <p:cNvSpPr txBox="1"/>
          <p:nvPr/>
        </p:nvSpPr>
        <p:spPr>
          <a:xfrm>
            <a:off x="6796088" y="2236788"/>
            <a:ext cx="3535362" cy="14462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spcBef>
                <a:spcPts val="1200"/>
              </a:spcBef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公司英文網站日常維護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新聞編輯、翻譯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行業動態</a:t>
            </a:r>
            <a:r>
              <a:rPr kumimoji="0" lang="en-US" altLang="zh-CN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/</a:t>
            </a: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招標</a:t>
            </a:r>
            <a:r>
              <a:rPr kumimoji="0" lang="en-US" altLang="zh-CN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/</a:t>
            </a: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展會信息發佈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海外客戶定期跟進回訪</a:t>
            </a:r>
            <a:endParaRPr kumimoji="0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5638" y="4243388"/>
            <a:ext cx="627062" cy="641350"/>
          </a:xfrm>
          <a:prstGeom prst="rect">
            <a:avLst/>
          </a:pr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02</a:t>
            </a: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42210" y="4223606"/>
            <a:ext cx="3696873" cy="2066794"/>
          </a:xfrm>
          <a:prstGeom prst="rect">
            <a:avLst/>
          </a:prstGeom>
          <a:blipFill dpi="0" rotWithShape="1">
            <a:blip r:embed="rId4" cstate="print">
              <a:extLst/>
            </a:blip>
            <a:srcRect/>
            <a:stretch>
              <a:fillRect t="-9251" b="-9251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8205" name="TextBox 39"/>
          <p:cNvSpPr txBox="1">
            <a:spLocks noChangeArrowheads="1"/>
          </p:cNvSpPr>
          <p:nvPr/>
        </p:nvSpPr>
        <p:spPr bwMode="auto">
          <a:xfrm>
            <a:off x="1042988" y="4178300"/>
            <a:ext cx="418147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kumimoji="0" lang="en-US" altLang="zh-CN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2012</a:t>
            </a: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年</a:t>
            </a:r>
            <a:r>
              <a:rPr kumimoji="0" lang="en-US" altLang="zh-CN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4</a:t>
            </a: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月 威意特汽車系統（中國）有限公司</a:t>
            </a:r>
            <a:endParaRPr kumimoji="0" lang="en-US" altLang="zh-CN" sz="1600" b="1">
              <a:solidFill>
                <a:srgbClr val="595959"/>
              </a:solidFill>
              <a:latin typeface="SimHei" pitchFamily="49" charset="-122"/>
              <a:ea typeface="SimHei" pitchFamily="49" charset="-122"/>
              <a:cs typeface="思源黑体"/>
            </a:endParaRPr>
          </a:p>
          <a:p>
            <a:pPr algn="r">
              <a:lnSpc>
                <a:spcPct val="120000"/>
              </a:lnSpc>
            </a:pPr>
            <a:r>
              <a:rPr kumimoji="0" lang="zh-CN" altLang="en-US" sz="1600" b="1">
                <a:solidFill>
                  <a:srgbClr val="595959"/>
                </a:solidFill>
                <a:latin typeface="SimHei" pitchFamily="49" charset="-122"/>
                <a:ea typeface="SimHei" pitchFamily="49" charset="-122"/>
                <a:cs typeface="思源黑体"/>
              </a:rPr>
              <a:t>職位：生產計劃</a:t>
            </a:r>
            <a:endParaRPr kumimoji="0" lang="en-US" altLang="zh-CN" sz="1600" b="1">
              <a:solidFill>
                <a:srgbClr val="595959"/>
              </a:solidFill>
              <a:latin typeface="SimHei" pitchFamily="49" charset="-122"/>
              <a:ea typeface="SimHei" pitchFamily="49" charset="-122"/>
              <a:cs typeface="思源黑体"/>
            </a:endParaRPr>
          </a:p>
        </p:txBody>
      </p:sp>
      <p:sp>
        <p:nvSpPr>
          <p:cNvPr id="15" name="TextBox 40"/>
          <p:cNvSpPr txBox="1"/>
          <p:nvPr/>
        </p:nvSpPr>
        <p:spPr>
          <a:xfrm>
            <a:off x="2252663" y="4906963"/>
            <a:ext cx="2987675" cy="18462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spcBef>
                <a:spcPts val="1200"/>
              </a:spcBef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defRPr>
            </a:lvl1pPr>
          </a:lstStyle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依客戶訂單要求制定生產計劃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跟進生產進度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生產原料調配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kumimoji="0"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imHei" pitchFamily="49" charset="-122"/>
                <a:ea typeface="SimHei" pitchFamily="49" charset="-122"/>
              </a:rPr>
              <a:t>單據製作、及時跟進倉庫發貨</a:t>
            </a:r>
            <a:endParaRPr kumimoji="0"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algn="r" fontAlgn="auto">
              <a:lnSpc>
                <a:spcPct val="100000"/>
              </a:lnSpc>
              <a:spcAft>
                <a:spcPts val="0"/>
              </a:spcAft>
              <a:defRPr/>
            </a:pPr>
            <a:endParaRPr kumimoji="0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6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工作經驗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4784645" y="2257889"/>
            <a:ext cx="2689764" cy="2695252"/>
          </a:xfrm>
          <a:custGeom>
            <a:avLst/>
            <a:gdLst>
              <a:gd name="connsiteX0" fmla="*/ 1459427 w 2987299"/>
              <a:gd name="connsiteY0" fmla="*/ 660111 h 2993395"/>
              <a:gd name="connsiteX1" fmla="*/ 647987 w 2987299"/>
              <a:gd name="connsiteY1" fmla="*/ 1471549 h 2993395"/>
              <a:gd name="connsiteX2" fmla="*/ 1459427 w 2987299"/>
              <a:gd name="connsiteY2" fmla="*/ 2282987 h 2993395"/>
              <a:gd name="connsiteX3" fmla="*/ 2270867 w 2987299"/>
              <a:gd name="connsiteY3" fmla="*/ 1471549 h 2993395"/>
              <a:gd name="connsiteX4" fmla="*/ 1459427 w 2987299"/>
              <a:gd name="connsiteY4" fmla="*/ 660111 h 2993395"/>
              <a:gd name="connsiteX5" fmla="*/ 0 w 2987299"/>
              <a:gd name="connsiteY5" fmla="*/ 0 h 2993395"/>
              <a:gd name="connsiteX6" fmla="*/ 2987299 w 2987299"/>
              <a:gd name="connsiteY6" fmla="*/ 0 h 2993395"/>
              <a:gd name="connsiteX7" fmla="*/ 2987299 w 2987299"/>
              <a:gd name="connsiteY7" fmla="*/ 2993395 h 2993395"/>
              <a:gd name="connsiteX8" fmla="*/ 0 w 2987299"/>
              <a:gd name="connsiteY8" fmla="*/ 2993395 h 299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7299" h="2993395">
                <a:moveTo>
                  <a:pt x="1459427" y="660111"/>
                </a:moveTo>
                <a:cubicBezTo>
                  <a:pt x="1011281" y="660111"/>
                  <a:pt x="647987" y="1023404"/>
                  <a:pt x="647987" y="1471549"/>
                </a:cubicBezTo>
                <a:cubicBezTo>
                  <a:pt x="647987" y="1919694"/>
                  <a:pt x="1011281" y="2282987"/>
                  <a:pt x="1459427" y="2282987"/>
                </a:cubicBezTo>
                <a:cubicBezTo>
                  <a:pt x="1907573" y="2282987"/>
                  <a:pt x="2270867" y="1919694"/>
                  <a:pt x="2270867" y="1471549"/>
                </a:cubicBezTo>
                <a:cubicBezTo>
                  <a:pt x="2270867" y="1023404"/>
                  <a:pt x="1907573" y="660111"/>
                  <a:pt x="1459427" y="660111"/>
                </a:cubicBezTo>
                <a:close/>
                <a:moveTo>
                  <a:pt x="0" y="0"/>
                </a:moveTo>
                <a:lnTo>
                  <a:pt x="2987299" y="0"/>
                </a:lnTo>
                <a:lnTo>
                  <a:pt x="2987299" y="2993395"/>
                </a:lnTo>
                <a:lnTo>
                  <a:pt x="0" y="2993395"/>
                </a:lnTo>
                <a:close/>
              </a:path>
            </a:pathLst>
          </a:custGeom>
        </p:spPr>
      </p:pic>
      <p:sp>
        <p:nvSpPr>
          <p:cNvPr id="30" name="MH_Other_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97388" y="1963738"/>
            <a:ext cx="3265487" cy="3284537"/>
          </a:xfrm>
          <a:prstGeom prst="ellipse">
            <a:avLst/>
          </a:prstGeom>
          <a:noFill/>
          <a:ln w="53975" cmpd="dbl">
            <a:solidFill>
              <a:schemeClr val="bg1">
                <a:lumMod val="65000"/>
              </a:schemeClr>
            </a:solidFill>
            <a:bevel/>
            <a:headEnd/>
            <a:tailEnd/>
          </a:ln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zh-CN" sz="8000" dirty="0">
              <a:solidFill>
                <a:schemeClr val="bg1"/>
              </a:solidFill>
              <a:latin typeface="+mn-lt"/>
              <a:ea typeface="思源黑体" panose="020B0500000000000000" pitchFamily="34" charset="-122"/>
              <a:sym typeface="Calibri" pitchFamily="34" charset="0"/>
            </a:endParaRPr>
          </a:p>
        </p:txBody>
      </p:sp>
      <p:grpSp>
        <p:nvGrpSpPr>
          <p:cNvPr id="2" name="组合 2"/>
          <p:cNvGrpSpPr/>
          <p:nvPr/>
        </p:nvGrpSpPr>
        <p:grpSpPr>
          <a:xfrm>
            <a:off x="4464265" y="1963049"/>
            <a:ext cx="1025072" cy="1030951"/>
            <a:chOff x="4394941" y="2091617"/>
            <a:chExt cx="1025072" cy="1030951"/>
          </a:xfrm>
          <a:solidFill>
            <a:srgbClr val="020202"/>
          </a:solidFill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1" name="MH_Other_2"/>
            <p:cNvSpPr>
              <a:spLocks noChangeArrowheads="1"/>
            </p:cNvSpPr>
            <p:nvPr/>
          </p:nvSpPr>
          <p:spPr bwMode="auto">
            <a:xfrm>
              <a:off x="4394941" y="2091617"/>
              <a:ext cx="1025072" cy="1030951"/>
            </a:xfrm>
            <a:prstGeom prst="ellipse">
              <a:avLst/>
            </a:prstGeom>
            <a:solidFill>
              <a:srgbClr val="292F39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37" name="MH_Other_8"/>
            <p:cNvSpPr>
              <a:spLocks noChangeArrowheads="1"/>
            </p:cNvSpPr>
            <p:nvPr/>
          </p:nvSpPr>
          <p:spPr bwMode="auto">
            <a:xfrm>
              <a:off x="4839856" y="2626692"/>
              <a:ext cx="101919" cy="101919"/>
            </a:xfrm>
            <a:custGeom>
              <a:avLst/>
              <a:gdLst>
                <a:gd name="T0" fmla="*/ 89848 w 36"/>
                <a:gd name="T1" fmla="*/ 49916 h 36"/>
                <a:gd name="T2" fmla="*/ 39932 w 36"/>
                <a:gd name="T3" fmla="*/ 0 h 36"/>
                <a:gd name="T4" fmla="*/ 39932 w 36"/>
                <a:gd name="T5" fmla="*/ 0 h 36"/>
                <a:gd name="T6" fmla="*/ 0 w 36"/>
                <a:gd name="T7" fmla="*/ 89848 h 36"/>
                <a:gd name="T8" fmla="*/ 89848 w 36"/>
                <a:gd name="T9" fmla="*/ 4991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36"/>
                <a:gd name="T17" fmla="*/ 36 w 36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36">
                  <a:moveTo>
                    <a:pt x="36" y="20"/>
                  </a:moveTo>
                  <a:lnTo>
                    <a:pt x="16" y="0"/>
                  </a:lnTo>
                  <a:lnTo>
                    <a:pt x="0" y="36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38" name="MH_Other_9"/>
            <p:cNvSpPr>
              <a:spLocks noChangeArrowheads="1"/>
            </p:cNvSpPr>
            <p:nvPr/>
          </p:nvSpPr>
          <p:spPr bwMode="auto">
            <a:xfrm>
              <a:off x="4941777" y="2683530"/>
              <a:ext cx="1959" cy="1961"/>
            </a:xfrm>
            <a:prstGeom prst="rect">
              <a:avLst/>
            </a:prstGeom>
            <a:grpFill/>
            <a:ln w="9525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1600" dirty="0"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39" name="MH_Other_10"/>
            <p:cNvSpPr>
              <a:spLocks noChangeArrowheads="1"/>
            </p:cNvSpPr>
            <p:nvPr/>
          </p:nvSpPr>
          <p:spPr bwMode="auto">
            <a:xfrm>
              <a:off x="4898657" y="2381693"/>
              <a:ext cx="258719" cy="252837"/>
            </a:xfrm>
            <a:custGeom>
              <a:avLst/>
              <a:gdLst>
                <a:gd name="T0" fmla="*/ 202159 w 91"/>
                <a:gd name="T1" fmla="*/ 0 h 89"/>
                <a:gd name="T2" fmla="*/ 0 w 91"/>
                <a:gd name="T3" fmla="*/ 202159 h 89"/>
                <a:gd name="T4" fmla="*/ 19966 w 91"/>
                <a:gd name="T5" fmla="*/ 222125 h 89"/>
                <a:gd name="T6" fmla="*/ 227117 w 91"/>
                <a:gd name="T7" fmla="*/ 19966 h 89"/>
                <a:gd name="T8" fmla="*/ 202159 w 91"/>
                <a:gd name="T9" fmla="*/ 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89"/>
                <a:gd name="T17" fmla="*/ 91 w 91"/>
                <a:gd name="T18" fmla="*/ 89 h 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89">
                  <a:moveTo>
                    <a:pt x="81" y="0"/>
                  </a:moveTo>
                  <a:lnTo>
                    <a:pt x="0" y="81"/>
                  </a:lnTo>
                  <a:lnTo>
                    <a:pt x="8" y="89"/>
                  </a:lnTo>
                  <a:lnTo>
                    <a:pt x="91" y="8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 fontScale="775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40" name="MH_Other_11"/>
            <p:cNvSpPr>
              <a:spLocks noChangeArrowheads="1"/>
            </p:cNvSpPr>
            <p:nvPr/>
          </p:nvSpPr>
          <p:spPr bwMode="auto">
            <a:xfrm>
              <a:off x="4933933" y="2416974"/>
              <a:ext cx="256757" cy="254797"/>
            </a:xfrm>
            <a:custGeom>
              <a:avLst/>
              <a:gdLst>
                <a:gd name="T0" fmla="*/ 0 w 91"/>
                <a:gd name="T1" fmla="*/ 204654 h 90"/>
                <a:gd name="T2" fmla="*/ 19966 w 91"/>
                <a:gd name="T3" fmla="*/ 224620 h 90"/>
                <a:gd name="T4" fmla="*/ 227117 w 91"/>
                <a:gd name="T5" fmla="*/ 19966 h 90"/>
                <a:gd name="T6" fmla="*/ 207151 w 91"/>
                <a:gd name="T7" fmla="*/ 0 h 90"/>
                <a:gd name="T8" fmla="*/ 0 w 91"/>
                <a:gd name="T9" fmla="*/ 204654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"/>
                <a:gd name="T16" fmla="*/ 0 h 90"/>
                <a:gd name="T17" fmla="*/ 91 w 9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" h="90">
                  <a:moveTo>
                    <a:pt x="0" y="82"/>
                  </a:moveTo>
                  <a:lnTo>
                    <a:pt x="8" y="90"/>
                  </a:lnTo>
                  <a:lnTo>
                    <a:pt x="91" y="8"/>
                  </a:lnTo>
                  <a:lnTo>
                    <a:pt x="83" y="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 fontScale="775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41" name="MH_Other_12"/>
            <p:cNvSpPr>
              <a:spLocks noChangeArrowheads="1"/>
            </p:cNvSpPr>
            <p:nvPr/>
          </p:nvSpPr>
          <p:spPr bwMode="auto">
            <a:xfrm>
              <a:off x="5145615" y="2348375"/>
              <a:ext cx="80359" cy="74479"/>
            </a:xfrm>
            <a:custGeom>
              <a:avLst/>
              <a:gdLst>
                <a:gd name="T0" fmla="*/ 46588 w 21"/>
                <a:gd name="T1" fmla="*/ 19467 h 20"/>
                <a:gd name="T2" fmla="*/ 0 w 21"/>
                <a:gd name="T3" fmla="*/ 19467 h 20"/>
                <a:gd name="T4" fmla="*/ 49916 w 21"/>
                <a:gd name="T5" fmla="*/ 64890 h 20"/>
                <a:gd name="T6" fmla="*/ 46588 w 21"/>
                <a:gd name="T7" fmla="*/ 19467 h 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"/>
                <a:gd name="T13" fmla="*/ 0 h 20"/>
                <a:gd name="T14" fmla="*/ 21 w 21"/>
                <a:gd name="T15" fmla="*/ 20 h 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" h="20">
                  <a:moveTo>
                    <a:pt x="14" y="6"/>
                  </a:moveTo>
                  <a:cubicBezTo>
                    <a:pt x="8" y="0"/>
                    <a:pt x="0" y="6"/>
                    <a:pt x="0" y="6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21" y="13"/>
                    <a:pt x="14" y="6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42" name="MH_Other_13"/>
            <p:cNvSpPr>
              <a:spLocks noChangeArrowheads="1"/>
            </p:cNvSpPr>
            <p:nvPr/>
          </p:nvSpPr>
          <p:spPr bwMode="auto">
            <a:xfrm>
              <a:off x="4659540" y="2360134"/>
              <a:ext cx="474316" cy="468435"/>
            </a:xfrm>
            <a:custGeom>
              <a:avLst/>
              <a:gdLst>
                <a:gd name="T0" fmla="*/ 366880 w 167"/>
                <a:gd name="T1" fmla="*/ 361889 h 165"/>
                <a:gd name="T2" fmla="*/ 49916 w 167"/>
                <a:gd name="T3" fmla="*/ 361889 h 165"/>
                <a:gd name="T4" fmla="*/ 49916 w 167"/>
                <a:gd name="T5" fmla="*/ 49916 h 165"/>
                <a:gd name="T6" fmla="*/ 346914 w 167"/>
                <a:gd name="T7" fmla="*/ 49916 h 165"/>
                <a:gd name="T8" fmla="*/ 399326 w 167"/>
                <a:gd name="T9" fmla="*/ 0 h 165"/>
                <a:gd name="T10" fmla="*/ 0 w 167"/>
                <a:gd name="T11" fmla="*/ 0 h 165"/>
                <a:gd name="T12" fmla="*/ 0 w 167"/>
                <a:gd name="T13" fmla="*/ 411805 h 165"/>
                <a:gd name="T14" fmla="*/ 416796 w 167"/>
                <a:gd name="T15" fmla="*/ 411805 h 165"/>
                <a:gd name="T16" fmla="*/ 416796 w 167"/>
                <a:gd name="T17" fmla="*/ 152243 h 165"/>
                <a:gd name="T18" fmla="*/ 366880 w 167"/>
                <a:gd name="T19" fmla="*/ 202159 h 165"/>
                <a:gd name="T20" fmla="*/ 366880 w 167"/>
                <a:gd name="T21" fmla="*/ 361889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67"/>
                <a:gd name="T34" fmla="*/ 0 h 165"/>
                <a:gd name="T35" fmla="*/ 167 w 167"/>
                <a:gd name="T36" fmla="*/ 165 h 16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67" h="165">
                  <a:moveTo>
                    <a:pt x="147" y="145"/>
                  </a:moveTo>
                  <a:lnTo>
                    <a:pt x="20" y="145"/>
                  </a:lnTo>
                  <a:lnTo>
                    <a:pt x="20" y="20"/>
                  </a:lnTo>
                  <a:lnTo>
                    <a:pt x="139" y="20"/>
                  </a:lnTo>
                  <a:lnTo>
                    <a:pt x="160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167" y="165"/>
                  </a:lnTo>
                  <a:lnTo>
                    <a:pt x="167" y="61"/>
                  </a:lnTo>
                  <a:lnTo>
                    <a:pt x="147" y="81"/>
                  </a:lnTo>
                  <a:lnTo>
                    <a:pt x="147" y="145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3991910" y="3135120"/>
            <a:ext cx="1025071" cy="1030951"/>
            <a:chOff x="3922584" y="3263687"/>
            <a:chExt cx="1025071" cy="1030951"/>
          </a:xfrm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2" name="MH_Other_3"/>
            <p:cNvSpPr>
              <a:spLocks noChangeArrowheads="1"/>
            </p:cNvSpPr>
            <p:nvPr/>
          </p:nvSpPr>
          <p:spPr bwMode="auto">
            <a:xfrm>
              <a:off x="3922584" y="3263687"/>
              <a:ext cx="1025071" cy="1030951"/>
            </a:xfrm>
            <a:prstGeom prst="ellipse">
              <a:avLst/>
            </a:prstGeom>
            <a:solidFill>
              <a:srgbClr val="F46501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43" name="MH_Other_14"/>
            <p:cNvSpPr>
              <a:spLocks noEditPoints="1" noChangeArrowheads="1"/>
            </p:cNvSpPr>
            <p:nvPr/>
          </p:nvSpPr>
          <p:spPr bwMode="auto">
            <a:xfrm>
              <a:off x="4157781" y="3528284"/>
              <a:ext cx="531155" cy="525275"/>
            </a:xfrm>
            <a:custGeom>
              <a:avLst/>
              <a:gdLst>
                <a:gd name="T0" fmla="*/ 271436 w 95"/>
                <a:gd name="T1" fmla="*/ 189679 h 93"/>
                <a:gd name="T2" fmla="*/ 314468 w 95"/>
                <a:gd name="T3" fmla="*/ 169713 h 93"/>
                <a:gd name="T4" fmla="*/ 314468 w 95"/>
                <a:gd name="T5" fmla="*/ 136436 h 93"/>
                <a:gd name="T6" fmla="*/ 271436 w 95"/>
                <a:gd name="T7" fmla="*/ 119798 h 93"/>
                <a:gd name="T8" fmla="*/ 264815 w 95"/>
                <a:gd name="T9" fmla="*/ 99831 h 93"/>
                <a:gd name="T10" fmla="*/ 281366 w 95"/>
                <a:gd name="T11" fmla="*/ 56571 h 93"/>
                <a:gd name="T12" fmla="*/ 254885 w 95"/>
                <a:gd name="T13" fmla="*/ 33277 h 93"/>
                <a:gd name="T14" fmla="*/ 211852 w 95"/>
                <a:gd name="T15" fmla="*/ 49916 h 93"/>
                <a:gd name="T16" fmla="*/ 195301 w 95"/>
                <a:gd name="T17" fmla="*/ 43260 h 93"/>
                <a:gd name="T18" fmla="*/ 175440 w 95"/>
                <a:gd name="T19" fmla="*/ 0 h 93"/>
                <a:gd name="T20" fmla="*/ 139028 w 95"/>
                <a:gd name="T21" fmla="*/ 0 h 93"/>
                <a:gd name="T22" fmla="*/ 122477 w 95"/>
                <a:gd name="T23" fmla="*/ 43260 h 93"/>
                <a:gd name="T24" fmla="*/ 102616 w 95"/>
                <a:gd name="T25" fmla="*/ 49916 h 93"/>
                <a:gd name="T26" fmla="*/ 59583 w 95"/>
                <a:gd name="T27" fmla="*/ 33277 h 93"/>
                <a:gd name="T28" fmla="*/ 33102 w 95"/>
                <a:gd name="T29" fmla="*/ 56571 h 93"/>
                <a:gd name="T30" fmla="*/ 52963 w 95"/>
                <a:gd name="T31" fmla="*/ 99831 h 93"/>
                <a:gd name="T32" fmla="*/ 43032 w 95"/>
                <a:gd name="T33" fmla="*/ 119798 h 93"/>
                <a:gd name="T34" fmla="*/ 0 w 95"/>
                <a:gd name="T35" fmla="*/ 136436 h 93"/>
                <a:gd name="T36" fmla="*/ 0 w 95"/>
                <a:gd name="T37" fmla="*/ 173041 h 93"/>
                <a:gd name="T38" fmla="*/ 43032 w 95"/>
                <a:gd name="T39" fmla="*/ 189679 h 93"/>
                <a:gd name="T40" fmla="*/ 52963 w 95"/>
                <a:gd name="T41" fmla="*/ 209646 h 93"/>
                <a:gd name="T42" fmla="*/ 36412 w 95"/>
                <a:gd name="T43" fmla="*/ 252906 h 93"/>
                <a:gd name="T44" fmla="*/ 59583 w 95"/>
                <a:gd name="T45" fmla="*/ 276200 h 93"/>
                <a:gd name="T46" fmla="*/ 102616 w 95"/>
                <a:gd name="T47" fmla="*/ 259561 h 93"/>
                <a:gd name="T48" fmla="*/ 122477 w 95"/>
                <a:gd name="T49" fmla="*/ 266217 h 93"/>
                <a:gd name="T50" fmla="*/ 142338 w 95"/>
                <a:gd name="T51" fmla="*/ 309477 h 93"/>
                <a:gd name="T52" fmla="*/ 175440 w 95"/>
                <a:gd name="T53" fmla="*/ 309477 h 93"/>
                <a:gd name="T54" fmla="*/ 195301 w 95"/>
                <a:gd name="T55" fmla="*/ 266217 h 93"/>
                <a:gd name="T56" fmla="*/ 211852 w 95"/>
                <a:gd name="T57" fmla="*/ 259561 h 93"/>
                <a:gd name="T58" fmla="*/ 258195 w 95"/>
                <a:gd name="T59" fmla="*/ 276200 h 93"/>
                <a:gd name="T60" fmla="*/ 281366 w 95"/>
                <a:gd name="T61" fmla="*/ 249578 h 93"/>
                <a:gd name="T62" fmla="*/ 264815 w 95"/>
                <a:gd name="T63" fmla="*/ 209646 h 93"/>
                <a:gd name="T64" fmla="*/ 271436 w 95"/>
                <a:gd name="T65" fmla="*/ 189679 h 93"/>
                <a:gd name="T66" fmla="*/ 158889 w 95"/>
                <a:gd name="T67" fmla="*/ 202990 h 93"/>
                <a:gd name="T68" fmla="*/ 109236 w 95"/>
                <a:gd name="T69" fmla="*/ 153075 h 93"/>
                <a:gd name="T70" fmla="*/ 158889 w 95"/>
                <a:gd name="T71" fmla="*/ 106487 h 93"/>
                <a:gd name="T72" fmla="*/ 208542 w 95"/>
                <a:gd name="T73" fmla="*/ 153075 h 93"/>
                <a:gd name="T74" fmla="*/ 158889 w 95"/>
                <a:gd name="T75" fmla="*/ 202990 h 9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5"/>
                <a:gd name="T115" fmla="*/ 0 h 93"/>
                <a:gd name="T116" fmla="*/ 95 w 95"/>
                <a:gd name="T117" fmla="*/ 93 h 9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  <a:bevel/>
              <a:headEnd/>
              <a:tailEnd/>
            </a:ln>
          </p:spPr>
          <p:txBody>
            <a:bodyPr>
              <a:norm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44" name="MH_Other_15"/>
            <p:cNvSpPr>
              <a:spLocks noChangeArrowheads="1"/>
            </p:cNvSpPr>
            <p:nvPr/>
          </p:nvSpPr>
          <p:spPr bwMode="auto">
            <a:xfrm>
              <a:off x="4367500" y="3736043"/>
              <a:ext cx="109759" cy="105839"/>
            </a:xfrm>
            <a:prstGeom prst="ellipse">
              <a:avLst/>
            </a:prstGeom>
            <a:solidFill>
              <a:srgbClr val="FEFFFF"/>
            </a:solidFill>
            <a:ln w="9525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1600" dirty="0"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</p:grpSp>
      <p:grpSp>
        <p:nvGrpSpPr>
          <p:cNvPr id="4" name="组合 9"/>
          <p:cNvGrpSpPr/>
          <p:nvPr/>
        </p:nvGrpSpPr>
        <p:grpSpPr>
          <a:xfrm>
            <a:off x="7333681" y="3135120"/>
            <a:ext cx="1027031" cy="1030951"/>
            <a:chOff x="7264355" y="3263687"/>
            <a:chExt cx="1027031" cy="1030951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5" name="MH_Other_6"/>
            <p:cNvSpPr>
              <a:spLocks noChangeArrowheads="1"/>
            </p:cNvSpPr>
            <p:nvPr/>
          </p:nvSpPr>
          <p:spPr bwMode="auto">
            <a:xfrm>
              <a:off x="7264355" y="3263687"/>
              <a:ext cx="1027031" cy="1030951"/>
            </a:xfrm>
            <a:prstGeom prst="ellipse">
              <a:avLst/>
            </a:prstGeom>
            <a:solidFill>
              <a:srgbClr val="292F39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45" name="MH_Other_16"/>
            <p:cNvSpPr>
              <a:spLocks noChangeArrowheads="1"/>
            </p:cNvSpPr>
            <p:nvPr/>
          </p:nvSpPr>
          <p:spPr bwMode="auto">
            <a:xfrm>
              <a:off x="7560314" y="3479285"/>
              <a:ext cx="435116" cy="546836"/>
            </a:xfrm>
            <a:custGeom>
              <a:avLst/>
              <a:gdLst>
                <a:gd name="connsiteX0" fmla="*/ 7193 w 352425"/>
                <a:gd name="connsiteY0" fmla="*/ 298450 h 442913"/>
                <a:gd name="connsiteX1" fmla="*/ 176213 w 352425"/>
                <a:gd name="connsiteY1" fmla="*/ 352624 h 442913"/>
                <a:gd name="connsiteX2" fmla="*/ 345233 w 352425"/>
                <a:gd name="connsiteY2" fmla="*/ 298450 h 442913"/>
                <a:gd name="connsiteX3" fmla="*/ 352425 w 352425"/>
                <a:gd name="connsiteY3" fmla="*/ 312896 h 442913"/>
                <a:gd name="connsiteX4" fmla="*/ 352425 w 352425"/>
                <a:gd name="connsiteY4" fmla="*/ 367070 h 442913"/>
                <a:gd name="connsiteX5" fmla="*/ 176213 w 352425"/>
                <a:gd name="connsiteY5" fmla="*/ 442913 h 442913"/>
                <a:gd name="connsiteX6" fmla="*/ 0 w 352425"/>
                <a:gd name="connsiteY6" fmla="*/ 367070 h 442913"/>
                <a:gd name="connsiteX7" fmla="*/ 0 w 352425"/>
                <a:gd name="connsiteY7" fmla="*/ 312896 h 442913"/>
                <a:gd name="connsiteX8" fmla="*/ 7193 w 352425"/>
                <a:gd name="connsiteY8" fmla="*/ 298450 h 442913"/>
                <a:gd name="connsiteX9" fmla="*/ 7193 w 352425"/>
                <a:gd name="connsiteY9" fmla="*/ 184150 h 442913"/>
                <a:gd name="connsiteX10" fmla="*/ 176213 w 352425"/>
                <a:gd name="connsiteY10" fmla="*/ 243205 h 442913"/>
                <a:gd name="connsiteX11" fmla="*/ 345233 w 352425"/>
                <a:gd name="connsiteY11" fmla="*/ 184150 h 442913"/>
                <a:gd name="connsiteX12" fmla="*/ 352425 w 352425"/>
                <a:gd name="connsiteY12" fmla="*/ 202605 h 442913"/>
                <a:gd name="connsiteX13" fmla="*/ 352425 w 352425"/>
                <a:gd name="connsiteY13" fmla="*/ 257969 h 442913"/>
                <a:gd name="connsiteX14" fmla="*/ 176213 w 352425"/>
                <a:gd name="connsiteY14" fmla="*/ 331788 h 442913"/>
                <a:gd name="connsiteX15" fmla="*/ 0 w 352425"/>
                <a:gd name="connsiteY15" fmla="*/ 257969 h 442913"/>
                <a:gd name="connsiteX16" fmla="*/ 0 w 352425"/>
                <a:gd name="connsiteY16" fmla="*/ 202605 h 442913"/>
                <a:gd name="connsiteX17" fmla="*/ 7193 w 352425"/>
                <a:gd name="connsiteY17" fmla="*/ 184150 h 442913"/>
                <a:gd name="connsiteX18" fmla="*/ 7193 w 352425"/>
                <a:gd name="connsiteY18" fmla="*/ 76200 h 442913"/>
                <a:gd name="connsiteX19" fmla="*/ 176213 w 352425"/>
                <a:gd name="connsiteY19" fmla="*/ 130795 h 442913"/>
                <a:gd name="connsiteX20" fmla="*/ 345233 w 352425"/>
                <a:gd name="connsiteY20" fmla="*/ 76200 h 442913"/>
                <a:gd name="connsiteX21" fmla="*/ 352425 w 352425"/>
                <a:gd name="connsiteY21" fmla="*/ 94398 h 442913"/>
                <a:gd name="connsiteX22" fmla="*/ 352425 w 352425"/>
                <a:gd name="connsiteY22" fmla="*/ 148993 h 442913"/>
                <a:gd name="connsiteX23" fmla="*/ 176213 w 352425"/>
                <a:gd name="connsiteY23" fmla="*/ 225425 h 442913"/>
                <a:gd name="connsiteX24" fmla="*/ 0 w 352425"/>
                <a:gd name="connsiteY24" fmla="*/ 148993 h 442913"/>
                <a:gd name="connsiteX25" fmla="*/ 0 w 352425"/>
                <a:gd name="connsiteY25" fmla="*/ 94398 h 442913"/>
                <a:gd name="connsiteX26" fmla="*/ 7193 w 352425"/>
                <a:gd name="connsiteY26" fmla="*/ 76200 h 442913"/>
                <a:gd name="connsiteX27" fmla="*/ 177006 w 352425"/>
                <a:gd name="connsiteY27" fmla="*/ 0 h 442913"/>
                <a:gd name="connsiteX28" fmla="*/ 349250 w 352425"/>
                <a:gd name="connsiteY28" fmla="*/ 57944 h 442913"/>
                <a:gd name="connsiteX29" fmla="*/ 177006 w 352425"/>
                <a:gd name="connsiteY29" fmla="*/ 115888 h 442913"/>
                <a:gd name="connsiteX30" fmla="*/ 4762 w 352425"/>
                <a:gd name="connsiteY30" fmla="*/ 57944 h 442913"/>
                <a:gd name="connsiteX31" fmla="*/ 177006 w 352425"/>
                <a:gd name="connsiteY31" fmla="*/ 0 h 44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2425" h="442913">
                  <a:moveTo>
                    <a:pt x="7193" y="298450"/>
                  </a:moveTo>
                  <a:cubicBezTo>
                    <a:pt x="25173" y="330954"/>
                    <a:pt x="93501" y="352624"/>
                    <a:pt x="176213" y="352624"/>
                  </a:cubicBezTo>
                  <a:cubicBezTo>
                    <a:pt x="258925" y="352624"/>
                    <a:pt x="327252" y="330954"/>
                    <a:pt x="345233" y="298450"/>
                  </a:cubicBezTo>
                  <a:cubicBezTo>
                    <a:pt x="348829" y="302062"/>
                    <a:pt x="352425" y="309285"/>
                    <a:pt x="352425" y="312896"/>
                  </a:cubicBezTo>
                  <a:cubicBezTo>
                    <a:pt x="352425" y="312896"/>
                    <a:pt x="352425" y="312896"/>
                    <a:pt x="352425" y="367070"/>
                  </a:cubicBezTo>
                  <a:cubicBezTo>
                    <a:pt x="352425" y="410409"/>
                    <a:pt x="273309" y="442913"/>
                    <a:pt x="176213" y="442913"/>
                  </a:cubicBezTo>
                  <a:cubicBezTo>
                    <a:pt x="79116" y="442913"/>
                    <a:pt x="0" y="410409"/>
                    <a:pt x="0" y="367070"/>
                  </a:cubicBezTo>
                  <a:cubicBezTo>
                    <a:pt x="0" y="367070"/>
                    <a:pt x="0" y="367070"/>
                    <a:pt x="0" y="312896"/>
                  </a:cubicBezTo>
                  <a:cubicBezTo>
                    <a:pt x="0" y="309285"/>
                    <a:pt x="3596" y="302062"/>
                    <a:pt x="7193" y="298450"/>
                  </a:cubicBezTo>
                  <a:close/>
                  <a:moveTo>
                    <a:pt x="7193" y="184150"/>
                  </a:moveTo>
                  <a:cubicBezTo>
                    <a:pt x="25173" y="217369"/>
                    <a:pt x="93501" y="243205"/>
                    <a:pt x="176213" y="243205"/>
                  </a:cubicBezTo>
                  <a:cubicBezTo>
                    <a:pt x="258925" y="243205"/>
                    <a:pt x="327252" y="217369"/>
                    <a:pt x="345233" y="184150"/>
                  </a:cubicBezTo>
                  <a:cubicBezTo>
                    <a:pt x="348829" y="191532"/>
                    <a:pt x="352425" y="195223"/>
                    <a:pt x="352425" y="202605"/>
                  </a:cubicBezTo>
                  <a:cubicBezTo>
                    <a:pt x="352425" y="202605"/>
                    <a:pt x="352425" y="202605"/>
                    <a:pt x="352425" y="257969"/>
                  </a:cubicBezTo>
                  <a:cubicBezTo>
                    <a:pt x="352425" y="298570"/>
                    <a:pt x="273309" y="331788"/>
                    <a:pt x="176213" y="331788"/>
                  </a:cubicBezTo>
                  <a:cubicBezTo>
                    <a:pt x="79116" y="331788"/>
                    <a:pt x="0" y="298570"/>
                    <a:pt x="0" y="257969"/>
                  </a:cubicBezTo>
                  <a:cubicBezTo>
                    <a:pt x="0" y="257969"/>
                    <a:pt x="0" y="257969"/>
                    <a:pt x="0" y="202605"/>
                  </a:cubicBezTo>
                  <a:cubicBezTo>
                    <a:pt x="0" y="195223"/>
                    <a:pt x="3596" y="191532"/>
                    <a:pt x="7193" y="184150"/>
                  </a:cubicBezTo>
                  <a:close/>
                  <a:moveTo>
                    <a:pt x="7193" y="76200"/>
                  </a:moveTo>
                  <a:cubicBezTo>
                    <a:pt x="10789" y="108957"/>
                    <a:pt x="86308" y="130795"/>
                    <a:pt x="176213" y="130795"/>
                  </a:cubicBezTo>
                  <a:cubicBezTo>
                    <a:pt x="269713" y="130795"/>
                    <a:pt x="341637" y="108957"/>
                    <a:pt x="345233" y="76200"/>
                  </a:cubicBezTo>
                  <a:cubicBezTo>
                    <a:pt x="348829" y="83479"/>
                    <a:pt x="352425" y="87119"/>
                    <a:pt x="352425" y="94398"/>
                  </a:cubicBezTo>
                  <a:cubicBezTo>
                    <a:pt x="352425" y="94398"/>
                    <a:pt x="352425" y="94398"/>
                    <a:pt x="352425" y="148993"/>
                  </a:cubicBezTo>
                  <a:cubicBezTo>
                    <a:pt x="352425" y="189029"/>
                    <a:pt x="273309" y="225425"/>
                    <a:pt x="176213" y="225425"/>
                  </a:cubicBezTo>
                  <a:cubicBezTo>
                    <a:pt x="79116" y="225425"/>
                    <a:pt x="0" y="189029"/>
                    <a:pt x="0" y="148993"/>
                  </a:cubicBezTo>
                  <a:cubicBezTo>
                    <a:pt x="0" y="148993"/>
                    <a:pt x="0" y="148993"/>
                    <a:pt x="0" y="94398"/>
                  </a:cubicBezTo>
                  <a:cubicBezTo>
                    <a:pt x="0" y="87119"/>
                    <a:pt x="3596" y="83479"/>
                    <a:pt x="7193" y="76200"/>
                  </a:cubicBezTo>
                  <a:close/>
                  <a:moveTo>
                    <a:pt x="177006" y="0"/>
                  </a:moveTo>
                  <a:cubicBezTo>
                    <a:pt x="272134" y="0"/>
                    <a:pt x="349250" y="25942"/>
                    <a:pt x="349250" y="57944"/>
                  </a:cubicBezTo>
                  <a:cubicBezTo>
                    <a:pt x="349250" y="89946"/>
                    <a:pt x="272134" y="115888"/>
                    <a:pt x="177006" y="115888"/>
                  </a:cubicBezTo>
                  <a:cubicBezTo>
                    <a:pt x="81878" y="115888"/>
                    <a:pt x="4762" y="89946"/>
                    <a:pt x="4762" y="57944"/>
                  </a:cubicBezTo>
                  <a:cubicBezTo>
                    <a:pt x="4762" y="25942"/>
                    <a:pt x="81878" y="0"/>
                    <a:pt x="177006" y="0"/>
                  </a:cubicBezTo>
                  <a:close/>
                </a:path>
              </a:pathLst>
            </a:custGeom>
            <a:grpFill/>
            <a:ln w="9525">
              <a:noFill/>
              <a:bevel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1600" dirty="0"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</p:grpSp>
      <p:grpSp>
        <p:nvGrpSpPr>
          <p:cNvPr id="5" name="组合 7"/>
          <p:cNvGrpSpPr/>
          <p:nvPr/>
        </p:nvGrpSpPr>
        <p:grpSpPr>
          <a:xfrm>
            <a:off x="4464265" y="4365989"/>
            <a:ext cx="1025072" cy="1032911"/>
            <a:chOff x="4394941" y="4494556"/>
            <a:chExt cx="1025072" cy="1032911"/>
          </a:xfrm>
          <a:solidFill>
            <a:schemeClr val="bg1"/>
          </a:solidFill>
        </p:grpSpPr>
        <p:sp>
          <p:nvSpPr>
            <p:cNvPr id="33" name="MH_Other_4"/>
            <p:cNvSpPr>
              <a:spLocks noChangeArrowheads="1"/>
            </p:cNvSpPr>
            <p:nvPr/>
          </p:nvSpPr>
          <p:spPr bwMode="auto">
            <a:xfrm>
              <a:off x="4394941" y="4494556"/>
              <a:ext cx="1025072" cy="1032911"/>
            </a:xfrm>
            <a:prstGeom prst="ellipse">
              <a:avLst/>
            </a:prstGeom>
            <a:solidFill>
              <a:srgbClr val="292F39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46" name="MH_Other_17"/>
            <p:cNvSpPr>
              <a:spLocks noEditPoints="1" noChangeArrowheads="1"/>
            </p:cNvSpPr>
            <p:nvPr/>
          </p:nvSpPr>
          <p:spPr bwMode="auto">
            <a:xfrm>
              <a:off x="4612498" y="4761113"/>
              <a:ext cx="509596" cy="499796"/>
            </a:xfrm>
            <a:custGeom>
              <a:avLst/>
              <a:gdLst>
                <a:gd name="T0" fmla="*/ 2147483646 w 113"/>
                <a:gd name="T1" fmla="*/ 2147483646 h 112"/>
                <a:gd name="T2" fmla="*/ 2147483646 w 113"/>
                <a:gd name="T3" fmla="*/ 2147483646 h 112"/>
                <a:gd name="T4" fmla="*/ 2147483646 w 113"/>
                <a:gd name="T5" fmla="*/ 2147483646 h 112"/>
                <a:gd name="T6" fmla="*/ 2147483646 w 113"/>
                <a:gd name="T7" fmla="*/ 2147483646 h 112"/>
                <a:gd name="T8" fmla="*/ 2147483646 w 113"/>
                <a:gd name="T9" fmla="*/ 2147483646 h 112"/>
                <a:gd name="T10" fmla="*/ 2147483646 w 113"/>
                <a:gd name="T11" fmla="*/ 2147483646 h 112"/>
                <a:gd name="T12" fmla="*/ 2147483646 w 113"/>
                <a:gd name="T13" fmla="*/ 2147483646 h 112"/>
                <a:gd name="T14" fmla="*/ 2147483646 w 113"/>
                <a:gd name="T15" fmla="*/ 2147483646 h 112"/>
                <a:gd name="T16" fmla="*/ 2147483646 w 113"/>
                <a:gd name="T17" fmla="*/ 2147483646 h 112"/>
                <a:gd name="T18" fmla="*/ 2147483646 w 113"/>
                <a:gd name="T19" fmla="*/ 2147483646 h 112"/>
                <a:gd name="T20" fmla="*/ 2147483646 w 113"/>
                <a:gd name="T21" fmla="*/ 2147483646 h 112"/>
                <a:gd name="T22" fmla="*/ 2147483646 w 113"/>
                <a:gd name="T23" fmla="*/ 2147483646 h 112"/>
                <a:gd name="T24" fmla="*/ 2147483646 w 113"/>
                <a:gd name="T25" fmla="*/ 2147483646 h 112"/>
                <a:gd name="T26" fmla="*/ 2147483646 w 113"/>
                <a:gd name="T27" fmla="*/ 2147483646 h 112"/>
                <a:gd name="T28" fmla="*/ 2147483646 w 113"/>
                <a:gd name="T29" fmla="*/ 2147483646 h 112"/>
                <a:gd name="T30" fmla="*/ 2147483646 w 113"/>
                <a:gd name="T31" fmla="*/ 2147483646 h 112"/>
                <a:gd name="T32" fmla="*/ 2147483646 w 113"/>
                <a:gd name="T33" fmla="*/ 2147483646 h 112"/>
                <a:gd name="T34" fmla="*/ 2147483646 w 113"/>
                <a:gd name="T35" fmla="*/ 2147483646 h 1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3"/>
                <a:gd name="T55" fmla="*/ 0 h 112"/>
                <a:gd name="T56" fmla="*/ 113 w 113"/>
                <a:gd name="T57" fmla="*/ 112 h 1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3" h="112">
                  <a:moveTo>
                    <a:pt x="14" y="13"/>
                  </a:moveTo>
                  <a:cubicBezTo>
                    <a:pt x="0" y="27"/>
                    <a:pt x="0" y="49"/>
                    <a:pt x="14" y="63"/>
                  </a:cubicBezTo>
                  <a:cubicBezTo>
                    <a:pt x="23" y="72"/>
                    <a:pt x="37" y="75"/>
                    <a:pt x="49" y="71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82"/>
                    <a:pt x="70" y="74"/>
                    <a:pt x="75" y="79"/>
                  </a:cubicBezTo>
                  <a:cubicBezTo>
                    <a:pt x="79" y="83"/>
                    <a:pt x="76" y="89"/>
                    <a:pt x="75" y="93"/>
                  </a:cubicBezTo>
                  <a:cubicBezTo>
                    <a:pt x="74" y="95"/>
                    <a:pt x="73" y="99"/>
                    <a:pt x="78" y="97"/>
                  </a:cubicBezTo>
                  <a:cubicBezTo>
                    <a:pt x="81" y="96"/>
                    <a:pt x="88" y="92"/>
                    <a:pt x="92" y="97"/>
                  </a:cubicBezTo>
                  <a:cubicBezTo>
                    <a:pt x="97" y="102"/>
                    <a:pt x="91" y="112"/>
                    <a:pt x="91" y="112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3" y="91"/>
                    <a:pt x="113" y="91"/>
                    <a:pt x="113" y="91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5" y="37"/>
                    <a:pt x="72" y="23"/>
                    <a:pt x="63" y="13"/>
                  </a:cubicBezTo>
                  <a:cubicBezTo>
                    <a:pt x="49" y="0"/>
                    <a:pt x="27" y="0"/>
                    <a:pt x="14" y="13"/>
                  </a:cubicBezTo>
                  <a:close/>
                  <a:moveTo>
                    <a:pt x="17" y="53"/>
                  </a:moveTo>
                  <a:cubicBezTo>
                    <a:pt x="11" y="43"/>
                    <a:pt x="12" y="29"/>
                    <a:pt x="20" y="20"/>
                  </a:cubicBezTo>
                  <a:cubicBezTo>
                    <a:pt x="29" y="12"/>
                    <a:pt x="43" y="11"/>
                    <a:pt x="53" y="17"/>
                  </a:cubicBezTo>
                  <a:lnTo>
                    <a:pt x="17" y="5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2400" dirty="0">
                <a:latin typeface="+mn-lt"/>
                <a:ea typeface="思源黑体" panose="020B0500000000000000" pitchFamily="34" charset="-122"/>
              </a:endParaRPr>
            </a:p>
          </p:txBody>
        </p:sp>
      </p:grpSp>
      <p:grpSp>
        <p:nvGrpSpPr>
          <p:cNvPr id="6" name="组合 8"/>
          <p:cNvGrpSpPr/>
          <p:nvPr/>
        </p:nvGrpSpPr>
        <p:grpSpPr>
          <a:xfrm>
            <a:off x="6924045" y="4365989"/>
            <a:ext cx="1025071" cy="1032911"/>
            <a:chOff x="6854719" y="4494556"/>
            <a:chExt cx="1025071" cy="1032911"/>
          </a:xfrm>
          <a:solidFill>
            <a:schemeClr val="bg1"/>
          </a:solidFill>
        </p:grpSpPr>
        <p:sp>
          <p:nvSpPr>
            <p:cNvPr id="36" name="MH_Other_7"/>
            <p:cNvSpPr>
              <a:spLocks noChangeArrowheads="1"/>
            </p:cNvSpPr>
            <p:nvPr/>
          </p:nvSpPr>
          <p:spPr bwMode="auto">
            <a:xfrm>
              <a:off x="6854719" y="4494556"/>
              <a:ext cx="1025071" cy="1032911"/>
            </a:xfrm>
            <a:prstGeom prst="ellipse">
              <a:avLst/>
            </a:prstGeom>
            <a:solidFill>
              <a:srgbClr val="F46501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47" name="MH_Other_18"/>
            <p:cNvSpPr>
              <a:spLocks noEditPoints="1" noChangeArrowheads="1"/>
            </p:cNvSpPr>
            <p:nvPr/>
          </p:nvSpPr>
          <p:spPr bwMode="auto">
            <a:xfrm>
              <a:off x="7099717" y="4731714"/>
              <a:ext cx="537035" cy="529195"/>
            </a:xfrm>
            <a:custGeom>
              <a:avLst/>
              <a:gdLst>
                <a:gd name="T0" fmla="*/ 2147483646 w 120"/>
                <a:gd name="T1" fmla="*/ 2147483646 h 118"/>
                <a:gd name="T2" fmla="*/ 2147483646 w 120"/>
                <a:gd name="T3" fmla="*/ 2147483646 h 118"/>
                <a:gd name="T4" fmla="*/ 2147483646 w 120"/>
                <a:gd name="T5" fmla="*/ 2147483646 h 118"/>
                <a:gd name="T6" fmla="*/ 2147483646 w 120"/>
                <a:gd name="T7" fmla="*/ 2147483646 h 118"/>
                <a:gd name="T8" fmla="*/ 2147483646 w 120"/>
                <a:gd name="T9" fmla="*/ 2147483646 h 118"/>
                <a:gd name="T10" fmla="*/ 2147483646 w 120"/>
                <a:gd name="T11" fmla="*/ 2147483646 h 118"/>
                <a:gd name="T12" fmla="*/ 2147483646 w 120"/>
                <a:gd name="T13" fmla="*/ 2147483646 h 118"/>
                <a:gd name="T14" fmla="*/ 2147483646 w 120"/>
                <a:gd name="T15" fmla="*/ 2147483646 h 118"/>
                <a:gd name="T16" fmla="*/ 2147483646 w 120"/>
                <a:gd name="T17" fmla="*/ 2147483646 h 118"/>
                <a:gd name="T18" fmla="*/ 2147483646 w 120"/>
                <a:gd name="T19" fmla="*/ 2147483646 h 118"/>
                <a:gd name="T20" fmla="*/ 2147483646 w 120"/>
                <a:gd name="T21" fmla="*/ 2147483646 h 118"/>
                <a:gd name="T22" fmla="*/ 2147483646 w 120"/>
                <a:gd name="T23" fmla="*/ 2147483646 h 118"/>
                <a:gd name="T24" fmla="*/ 2147483646 w 120"/>
                <a:gd name="T25" fmla="*/ 2147483646 h 118"/>
                <a:gd name="T26" fmla="*/ 2147483646 w 120"/>
                <a:gd name="T27" fmla="*/ 2147483646 h 118"/>
                <a:gd name="T28" fmla="*/ 2147483646 w 120"/>
                <a:gd name="T29" fmla="*/ 2147483646 h 118"/>
                <a:gd name="T30" fmla="*/ 2147483646 w 120"/>
                <a:gd name="T31" fmla="*/ 2147483646 h 118"/>
                <a:gd name="T32" fmla="*/ 2147483646 w 120"/>
                <a:gd name="T33" fmla="*/ 2147483646 h 118"/>
                <a:gd name="T34" fmla="*/ 2147483646 w 120"/>
                <a:gd name="T35" fmla="*/ 2147483646 h 118"/>
                <a:gd name="T36" fmla="*/ 2147483646 w 120"/>
                <a:gd name="T37" fmla="*/ 2147483646 h 118"/>
                <a:gd name="T38" fmla="*/ 2147483646 w 120"/>
                <a:gd name="T39" fmla="*/ 2147483646 h 11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0"/>
                <a:gd name="T61" fmla="*/ 0 h 118"/>
                <a:gd name="T62" fmla="*/ 120 w 120"/>
                <a:gd name="T63" fmla="*/ 118 h 11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0" h="118">
                  <a:moveTo>
                    <a:pt x="53" y="35"/>
                  </a:moveTo>
                  <a:cubicBezTo>
                    <a:pt x="56" y="26"/>
                    <a:pt x="54" y="16"/>
                    <a:pt x="47" y="9"/>
                  </a:cubicBezTo>
                  <a:cubicBezTo>
                    <a:pt x="40" y="2"/>
                    <a:pt x="30" y="0"/>
                    <a:pt x="21" y="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30"/>
                    <a:pt x="2" y="40"/>
                    <a:pt x="9" y="47"/>
                  </a:cubicBezTo>
                  <a:cubicBezTo>
                    <a:pt x="17" y="54"/>
                    <a:pt x="27" y="5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98" y="115"/>
                    <a:pt x="98" y="115"/>
                    <a:pt x="98" y="115"/>
                  </a:cubicBezTo>
                  <a:cubicBezTo>
                    <a:pt x="100" y="117"/>
                    <a:pt x="103" y="118"/>
                    <a:pt x="107" y="118"/>
                  </a:cubicBezTo>
                  <a:cubicBezTo>
                    <a:pt x="110" y="118"/>
                    <a:pt x="113" y="117"/>
                    <a:pt x="115" y="115"/>
                  </a:cubicBezTo>
                  <a:cubicBezTo>
                    <a:pt x="120" y="110"/>
                    <a:pt x="120" y="102"/>
                    <a:pt x="115" y="97"/>
                  </a:cubicBezTo>
                  <a:lnTo>
                    <a:pt x="53" y="35"/>
                  </a:lnTo>
                  <a:close/>
                  <a:moveTo>
                    <a:pt x="108" y="113"/>
                  </a:moveTo>
                  <a:cubicBezTo>
                    <a:pt x="105" y="113"/>
                    <a:pt x="103" y="110"/>
                    <a:pt x="103" y="108"/>
                  </a:cubicBezTo>
                  <a:cubicBezTo>
                    <a:pt x="103" y="105"/>
                    <a:pt x="105" y="103"/>
                    <a:pt x="108" y="103"/>
                  </a:cubicBezTo>
                  <a:cubicBezTo>
                    <a:pt x="110" y="103"/>
                    <a:pt x="113" y="105"/>
                    <a:pt x="113" y="108"/>
                  </a:cubicBezTo>
                  <a:cubicBezTo>
                    <a:pt x="113" y="110"/>
                    <a:pt x="110" y="113"/>
                    <a:pt x="108" y="11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2400" dirty="0">
                <a:latin typeface="+mn-lt"/>
                <a:ea typeface="思源黑体" panose="020B0500000000000000" pitchFamily="34" charset="-122"/>
              </a:endParaRPr>
            </a:p>
          </p:txBody>
        </p:sp>
      </p:grpSp>
      <p:grpSp>
        <p:nvGrpSpPr>
          <p:cNvPr id="7" name="组合 5"/>
          <p:cNvGrpSpPr/>
          <p:nvPr/>
        </p:nvGrpSpPr>
        <p:grpSpPr>
          <a:xfrm>
            <a:off x="6924043" y="1963049"/>
            <a:ext cx="1025071" cy="1030951"/>
            <a:chOff x="6854717" y="2091617"/>
            <a:chExt cx="1025071" cy="1030951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4" name="MH_Other_5"/>
            <p:cNvSpPr>
              <a:spLocks noChangeArrowheads="1"/>
            </p:cNvSpPr>
            <p:nvPr/>
          </p:nvSpPr>
          <p:spPr bwMode="auto">
            <a:xfrm>
              <a:off x="6854717" y="2091617"/>
              <a:ext cx="1025071" cy="1030951"/>
            </a:xfrm>
            <a:prstGeom prst="ellipse">
              <a:avLst/>
            </a:prstGeom>
            <a:solidFill>
              <a:srgbClr val="F46501"/>
            </a:solidFill>
            <a:ln w="28575">
              <a:noFill/>
              <a:bevel/>
              <a:headEnd/>
              <a:tailEnd/>
            </a:ln>
          </p:spPr>
          <p:txBody>
            <a:bodyPr anchor="ctr">
              <a:normAutofit fontScale="62500" lnSpcReduction="20000"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zh-CN" sz="8000" dirty="0">
                <a:solidFill>
                  <a:schemeClr val="bg1"/>
                </a:solidFill>
                <a:latin typeface="+mn-lt"/>
                <a:ea typeface="思源黑体" panose="020B0500000000000000" pitchFamily="34" charset="-122"/>
                <a:sym typeface="Calibri" pitchFamily="34" charset="0"/>
              </a:endParaRPr>
            </a:p>
          </p:txBody>
        </p:sp>
        <p:sp>
          <p:nvSpPr>
            <p:cNvPr id="48" name="MH_Other_19"/>
            <p:cNvSpPr>
              <a:spLocks noEditPoints="1" noChangeArrowheads="1"/>
            </p:cNvSpPr>
            <p:nvPr/>
          </p:nvSpPr>
          <p:spPr bwMode="auto">
            <a:xfrm>
              <a:off x="7087958" y="2256254"/>
              <a:ext cx="248918" cy="454716"/>
            </a:xfrm>
            <a:custGeom>
              <a:avLst/>
              <a:gdLst>
                <a:gd name="T0" fmla="*/ 2147483646 w 50"/>
                <a:gd name="T1" fmla="*/ 2147483646 h 90"/>
                <a:gd name="T2" fmla="*/ 2147483646 w 50"/>
                <a:gd name="T3" fmla="*/ 2147483646 h 90"/>
                <a:gd name="T4" fmla="*/ 2147483646 w 50"/>
                <a:gd name="T5" fmla="*/ 0 h 90"/>
                <a:gd name="T6" fmla="*/ 2147483646 w 50"/>
                <a:gd name="T7" fmla="*/ 0 h 90"/>
                <a:gd name="T8" fmla="*/ 0 w 50"/>
                <a:gd name="T9" fmla="*/ 2147483646 h 90"/>
                <a:gd name="T10" fmla="*/ 0 w 50"/>
                <a:gd name="T11" fmla="*/ 2147483646 h 90"/>
                <a:gd name="T12" fmla="*/ 2147483646 w 50"/>
                <a:gd name="T13" fmla="*/ 2147483646 h 90"/>
                <a:gd name="T14" fmla="*/ 2147483646 w 50"/>
                <a:gd name="T15" fmla="*/ 2147483646 h 90"/>
                <a:gd name="T16" fmla="*/ 2147483646 w 50"/>
                <a:gd name="T17" fmla="*/ 2147483646 h 90"/>
                <a:gd name="T18" fmla="*/ 2147483646 w 50"/>
                <a:gd name="T19" fmla="*/ 2147483646 h 90"/>
                <a:gd name="T20" fmla="*/ 2147483646 w 50"/>
                <a:gd name="T21" fmla="*/ 2147483646 h 90"/>
                <a:gd name="T22" fmla="*/ 2147483646 w 50"/>
                <a:gd name="T23" fmla="*/ 2147483646 h 90"/>
                <a:gd name="T24" fmla="*/ 2147483646 w 50"/>
                <a:gd name="T25" fmla="*/ 2147483646 h 90"/>
                <a:gd name="T26" fmla="*/ 2147483646 w 50"/>
                <a:gd name="T27" fmla="*/ 2147483646 h 90"/>
                <a:gd name="T28" fmla="*/ 2147483646 w 50"/>
                <a:gd name="T29" fmla="*/ 2147483646 h 90"/>
                <a:gd name="T30" fmla="*/ 2147483646 w 50"/>
                <a:gd name="T31" fmla="*/ 2147483646 h 90"/>
                <a:gd name="T32" fmla="*/ 2147483646 w 50"/>
                <a:gd name="T33" fmla="*/ 2147483646 h 90"/>
                <a:gd name="T34" fmla="*/ 2147483646 w 50"/>
                <a:gd name="T35" fmla="*/ 2147483646 h 90"/>
                <a:gd name="T36" fmla="*/ 2147483646 w 50"/>
                <a:gd name="T37" fmla="*/ 2147483646 h 90"/>
                <a:gd name="T38" fmla="*/ 2147483646 w 50"/>
                <a:gd name="T39" fmla="*/ 2147483646 h 90"/>
                <a:gd name="T40" fmla="*/ 2147483646 w 50"/>
                <a:gd name="T41" fmla="*/ 2147483646 h 90"/>
                <a:gd name="T42" fmla="*/ 2147483646 w 50"/>
                <a:gd name="T43" fmla="*/ 2147483646 h 90"/>
                <a:gd name="T44" fmla="*/ 2147483646 w 50"/>
                <a:gd name="T45" fmla="*/ 2147483646 h 90"/>
                <a:gd name="T46" fmla="*/ 2147483646 w 50"/>
                <a:gd name="T47" fmla="*/ 2147483646 h 90"/>
                <a:gd name="T48" fmla="*/ 2147483646 w 50"/>
                <a:gd name="T49" fmla="*/ 2147483646 h 90"/>
                <a:gd name="T50" fmla="*/ 2147483646 w 50"/>
                <a:gd name="T51" fmla="*/ 2147483646 h 90"/>
                <a:gd name="T52" fmla="*/ 2147483646 w 50"/>
                <a:gd name="T53" fmla="*/ 2147483646 h 90"/>
                <a:gd name="T54" fmla="*/ 2147483646 w 50"/>
                <a:gd name="T55" fmla="*/ 2147483646 h 90"/>
                <a:gd name="T56" fmla="*/ 2147483646 w 50"/>
                <a:gd name="T57" fmla="*/ 2147483646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0"/>
                <a:gd name="T88" fmla="*/ 0 h 90"/>
                <a:gd name="T89" fmla="*/ 50 w 50"/>
                <a:gd name="T90" fmla="*/ 90 h 9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0" h="90">
                  <a:moveTo>
                    <a:pt x="50" y="83"/>
                  </a:moveTo>
                  <a:cubicBezTo>
                    <a:pt x="50" y="7"/>
                    <a:pt x="50" y="7"/>
                    <a:pt x="50" y="7"/>
                  </a:cubicBezTo>
                  <a:cubicBezTo>
                    <a:pt x="50" y="3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7"/>
                    <a:pt x="3" y="90"/>
                    <a:pt x="6" y="90"/>
                  </a:cubicBezTo>
                  <a:cubicBezTo>
                    <a:pt x="44" y="90"/>
                    <a:pt x="44" y="90"/>
                    <a:pt x="44" y="90"/>
                  </a:cubicBezTo>
                  <a:cubicBezTo>
                    <a:pt x="47" y="90"/>
                    <a:pt x="50" y="87"/>
                    <a:pt x="50" y="83"/>
                  </a:cubicBezTo>
                  <a:close/>
                  <a:moveTo>
                    <a:pt x="39" y="5"/>
                  </a:moveTo>
                  <a:cubicBezTo>
                    <a:pt x="40" y="5"/>
                    <a:pt x="41" y="5"/>
                    <a:pt x="41" y="6"/>
                  </a:cubicBezTo>
                  <a:cubicBezTo>
                    <a:pt x="41" y="7"/>
                    <a:pt x="40" y="8"/>
                    <a:pt x="39" y="8"/>
                  </a:cubicBezTo>
                  <a:cubicBezTo>
                    <a:pt x="38" y="8"/>
                    <a:pt x="38" y="7"/>
                    <a:pt x="38" y="6"/>
                  </a:cubicBezTo>
                  <a:cubicBezTo>
                    <a:pt x="38" y="5"/>
                    <a:pt x="38" y="5"/>
                    <a:pt x="39" y="5"/>
                  </a:cubicBezTo>
                  <a:close/>
                  <a:moveTo>
                    <a:pt x="16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6" y="5"/>
                  </a:lnTo>
                  <a:close/>
                  <a:moveTo>
                    <a:pt x="5" y="69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5" y="69"/>
                    <a:pt x="45" y="69"/>
                    <a:pt x="45" y="69"/>
                  </a:cubicBezTo>
                  <a:lnTo>
                    <a:pt x="5" y="69"/>
                  </a:lnTo>
                  <a:close/>
                  <a:moveTo>
                    <a:pt x="25" y="83"/>
                  </a:moveTo>
                  <a:cubicBezTo>
                    <a:pt x="23" y="83"/>
                    <a:pt x="21" y="81"/>
                    <a:pt x="21" y="79"/>
                  </a:cubicBezTo>
                  <a:cubicBezTo>
                    <a:pt x="21" y="77"/>
                    <a:pt x="23" y="75"/>
                    <a:pt x="25" y="75"/>
                  </a:cubicBezTo>
                  <a:cubicBezTo>
                    <a:pt x="27" y="75"/>
                    <a:pt x="29" y="77"/>
                    <a:pt x="29" y="79"/>
                  </a:cubicBezTo>
                  <a:cubicBezTo>
                    <a:pt x="29" y="81"/>
                    <a:pt x="27" y="83"/>
                    <a:pt x="25" y="8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24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49" name="MH_Other_20"/>
            <p:cNvSpPr>
              <a:spLocks noEditPoints="1" noChangeArrowheads="1"/>
            </p:cNvSpPr>
            <p:nvPr/>
          </p:nvSpPr>
          <p:spPr bwMode="auto">
            <a:xfrm>
              <a:off x="7379994" y="2426773"/>
              <a:ext cx="256757" cy="454716"/>
            </a:xfrm>
            <a:custGeom>
              <a:avLst/>
              <a:gdLst>
                <a:gd name="T0" fmla="*/ 2147483646 w 51"/>
                <a:gd name="T1" fmla="*/ 0 h 90"/>
                <a:gd name="T2" fmla="*/ 2147483646 w 51"/>
                <a:gd name="T3" fmla="*/ 0 h 90"/>
                <a:gd name="T4" fmla="*/ 0 w 51"/>
                <a:gd name="T5" fmla="*/ 2147483646 h 90"/>
                <a:gd name="T6" fmla="*/ 0 w 51"/>
                <a:gd name="T7" fmla="*/ 2147483646 h 90"/>
                <a:gd name="T8" fmla="*/ 2147483646 w 51"/>
                <a:gd name="T9" fmla="*/ 2147483646 h 90"/>
                <a:gd name="T10" fmla="*/ 2147483646 w 51"/>
                <a:gd name="T11" fmla="*/ 2147483646 h 90"/>
                <a:gd name="T12" fmla="*/ 2147483646 w 51"/>
                <a:gd name="T13" fmla="*/ 2147483646 h 90"/>
                <a:gd name="T14" fmla="*/ 2147483646 w 51"/>
                <a:gd name="T15" fmla="*/ 2147483646 h 90"/>
                <a:gd name="T16" fmla="*/ 2147483646 w 51"/>
                <a:gd name="T17" fmla="*/ 0 h 90"/>
                <a:gd name="T18" fmla="*/ 2147483646 w 51"/>
                <a:gd name="T19" fmla="*/ 2147483646 h 90"/>
                <a:gd name="T20" fmla="*/ 2147483646 w 51"/>
                <a:gd name="T21" fmla="*/ 2147483646 h 90"/>
                <a:gd name="T22" fmla="*/ 2147483646 w 51"/>
                <a:gd name="T23" fmla="*/ 2147483646 h 90"/>
                <a:gd name="T24" fmla="*/ 2147483646 w 51"/>
                <a:gd name="T25" fmla="*/ 2147483646 h 90"/>
                <a:gd name="T26" fmla="*/ 2147483646 w 51"/>
                <a:gd name="T27" fmla="*/ 2147483646 h 90"/>
                <a:gd name="T28" fmla="*/ 2147483646 w 51"/>
                <a:gd name="T29" fmla="*/ 2147483646 h 90"/>
                <a:gd name="T30" fmla="*/ 2147483646 w 51"/>
                <a:gd name="T31" fmla="*/ 2147483646 h 90"/>
                <a:gd name="T32" fmla="*/ 2147483646 w 51"/>
                <a:gd name="T33" fmla="*/ 2147483646 h 90"/>
                <a:gd name="T34" fmla="*/ 2147483646 w 51"/>
                <a:gd name="T35" fmla="*/ 2147483646 h 90"/>
                <a:gd name="T36" fmla="*/ 2147483646 w 51"/>
                <a:gd name="T37" fmla="*/ 2147483646 h 90"/>
                <a:gd name="T38" fmla="*/ 2147483646 w 51"/>
                <a:gd name="T39" fmla="*/ 2147483646 h 90"/>
                <a:gd name="T40" fmla="*/ 2147483646 w 51"/>
                <a:gd name="T41" fmla="*/ 2147483646 h 90"/>
                <a:gd name="T42" fmla="*/ 2147483646 w 51"/>
                <a:gd name="T43" fmla="*/ 2147483646 h 90"/>
                <a:gd name="T44" fmla="*/ 2147483646 w 51"/>
                <a:gd name="T45" fmla="*/ 2147483646 h 90"/>
                <a:gd name="T46" fmla="*/ 2147483646 w 51"/>
                <a:gd name="T47" fmla="*/ 2147483646 h 90"/>
                <a:gd name="T48" fmla="*/ 2147483646 w 51"/>
                <a:gd name="T49" fmla="*/ 2147483646 h 90"/>
                <a:gd name="T50" fmla="*/ 2147483646 w 51"/>
                <a:gd name="T51" fmla="*/ 2147483646 h 90"/>
                <a:gd name="T52" fmla="*/ 2147483646 w 51"/>
                <a:gd name="T53" fmla="*/ 2147483646 h 90"/>
                <a:gd name="T54" fmla="*/ 2147483646 w 51"/>
                <a:gd name="T55" fmla="*/ 2147483646 h 90"/>
                <a:gd name="T56" fmla="*/ 2147483646 w 51"/>
                <a:gd name="T57" fmla="*/ 2147483646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1"/>
                <a:gd name="T88" fmla="*/ 0 h 90"/>
                <a:gd name="T89" fmla="*/ 51 w 51"/>
                <a:gd name="T90" fmla="*/ 90 h 9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1" h="90">
                  <a:moveTo>
                    <a:pt x="44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7"/>
                    <a:pt x="3" y="90"/>
                    <a:pt x="7" y="90"/>
                  </a:cubicBezTo>
                  <a:cubicBezTo>
                    <a:pt x="44" y="90"/>
                    <a:pt x="44" y="90"/>
                    <a:pt x="44" y="90"/>
                  </a:cubicBezTo>
                  <a:cubicBezTo>
                    <a:pt x="48" y="90"/>
                    <a:pt x="51" y="87"/>
                    <a:pt x="51" y="83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3"/>
                    <a:pt x="48" y="0"/>
                    <a:pt x="44" y="0"/>
                  </a:cubicBezTo>
                  <a:close/>
                  <a:moveTo>
                    <a:pt x="40" y="5"/>
                  </a:moveTo>
                  <a:cubicBezTo>
                    <a:pt x="41" y="5"/>
                    <a:pt x="42" y="5"/>
                    <a:pt x="42" y="6"/>
                  </a:cubicBezTo>
                  <a:cubicBezTo>
                    <a:pt x="42" y="7"/>
                    <a:pt x="41" y="8"/>
                    <a:pt x="40" y="8"/>
                  </a:cubicBezTo>
                  <a:cubicBezTo>
                    <a:pt x="39" y="8"/>
                    <a:pt x="38" y="7"/>
                    <a:pt x="38" y="6"/>
                  </a:cubicBezTo>
                  <a:cubicBezTo>
                    <a:pt x="38" y="5"/>
                    <a:pt x="39" y="5"/>
                    <a:pt x="40" y="5"/>
                  </a:cubicBezTo>
                  <a:close/>
                  <a:moveTo>
                    <a:pt x="17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17" y="7"/>
                    <a:pt x="17" y="7"/>
                    <a:pt x="17" y="7"/>
                  </a:cubicBezTo>
                  <a:lnTo>
                    <a:pt x="17" y="5"/>
                  </a:lnTo>
                  <a:close/>
                  <a:moveTo>
                    <a:pt x="26" y="83"/>
                  </a:moveTo>
                  <a:cubicBezTo>
                    <a:pt x="23" y="83"/>
                    <a:pt x="21" y="81"/>
                    <a:pt x="21" y="79"/>
                  </a:cubicBezTo>
                  <a:cubicBezTo>
                    <a:pt x="21" y="77"/>
                    <a:pt x="23" y="75"/>
                    <a:pt x="26" y="75"/>
                  </a:cubicBezTo>
                  <a:cubicBezTo>
                    <a:pt x="28" y="75"/>
                    <a:pt x="30" y="77"/>
                    <a:pt x="30" y="79"/>
                  </a:cubicBezTo>
                  <a:cubicBezTo>
                    <a:pt x="30" y="81"/>
                    <a:pt x="28" y="83"/>
                    <a:pt x="26" y="83"/>
                  </a:cubicBezTo>
                  <a:close/>
                  <a:moveTo>
                    <a:pt x="46" y="69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6" y="11"/>
                    <a:pt x="46" y="11"/>
                    <a:pt x="46" y="11"/>
                  </a:cubicBezTo>
                  <a:lnTo>
                    <a:pt x="46" y="69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24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50" name="MH_Other_21"/>
            <p:cNvSpPr>
              <a:spLocks noChangeArrowheads="1"/>
            </p:cNvSpPr>
            <p:nvPr/>
          </p:nvSpPr>
          <p:spPr bwMode="auto">
            <a:xfrm>
              <a:off x="7360396" y="2283695"/>
              <a:ext cx="150918" cy="123480"/>
            </a:xfrm>
            <a:custGeom>
              <a:avLst/>
              <a:gdLst>
                <a:gd name="T0" fmla="*/ 79865 w 40"/>
                <a:gd name="T1" fmla="*/ 82362 h 33"/>
                <a:gd name="T2" fmla="*/ 99831 w 40"/>
                <a:gd name="T3" fmla="*/ 82362 h 33"/>
                <a:gd name="T4" fmla="*/ 99831 w 40"/>
                <a:gd name="T5" fmla="*/ 19967 h 33"/>
                <a:gd name="T6" fmla="*/ 99831 w 40"/>
                <a:gd name="T7" fmla="*/ 0 h 33"/>
                <a:gd name="T8" fmla="*/ 79865 w 40"/>
                <a:gd name="T9" fmla="*/ 0 h 33"/>
                <a:gd name="T10" fmla="*/ 0 w 40"/>
                <a:gd name="T11" fmla="*/ 0 h 33"/>
                <a:gd name="T12" fmla="*/ 0 w 40"/>
                <a:gd name="T13" fmla="*/ 19967 h 33"/>
                <a:gd name="T14" fmla="*/ 79865 w 40"/>
                <a:gd name="T15" fmla="*/ 19967 h 33"/>
                <a:gd name="T16" fmla="*/ 79865 w 40"/>
                <a:gd name="T17" fmla="*/ 82362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33"/>
                <a:gd name="T29" fmla="*/ 40 w 4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33">
                  <a:moveTo>
                    <a:pt x="32" y="33"/>
                  </a:moveTo>
                  <a:lnTo>
                    <a:pt x="40" y="33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32" y="8"/>
                  </a:lnTo>
                  <a:lnTo>
                    <a:pt x="32" y="33"/>
                  </a:lnTo>
                  <a:close/>
                </a:path>
              </a:pathLst>
            </a:custGeom>
            <a:grpFill/>
            <a:ln w="9525" cmpd="sng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  <p:sp>
          <p:nvSpPr>
            <p:cNvPr id="51" name="MH_Other_22"/>
            <p:cNvSpPr>
              <a:spLocks noChangeArrowheads="1"/>
            </p:cNvSpPr>
            <p:nvPr/>
          </p:nvSpPr>
          <p:spPr bwMode="auto">
            <a:xfrm>
              <a:off x="7225156" y="2738411"/>
              <a:ext cx="123480" cy="123480"/>
            </a:xfrm>
            <a:custGeom>
              <a:avLst/>
              <a:gdLst>
                <a:gd name="T0" fmla="*/ 19967 w 33"/>
                <a:gd name="T1" fmla="*/ 0 h 33"/>
                <a:gd name="T2" fmla="*/ 0 w 33"/>
                <a:gd name="T3" fmla="*/ 0 h 33"/>
                <a:gd name="T4" fmla="*/ 0 w 33"/>
                <a:gd name="T5" fmla="*/ 62395 h 33"/>
                <a:gd name="T6" fmla="*/ 0 w 33"/>
                <a:gd name="T7" fmla="*/ 82362 h 33"/>
                <a:gd name="T8" fmla="*/ 19967 w 33"/>
                <a:gd name="T9" fmla="*/ 82362 h 33"/>
                <a:gd name="T10" fmla="*/ 82362 w 33"/>
                <a:gd name="T11" fmla="*/ 82362 h 33"/>
                <a:gd name="T12" fmla="*/ 82362 w 33"/>
                <a:gd name="T13" fmla="*/ 62395 h 33"/>
                <a:gd name="T14" fmla="*/ 19967 w 33"/>
                <a:gd name="T15" fmla="*/ 62395 h 33"/>
                <a:gd name="T16" fmla="*/ 19967 w 33"/>
                <a:gd name="T17" fmla="*/ 0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"/>
                <a:gd name="T28" fmla="*/ 0 h 33"/>
                <a:gd name="T29" fmla="*/ 33 w 3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" h="33">
                  <a:moveTo>
                    <a:pt x="8" y="0"/>
                  </a:moveTo>
                  <a:lnTo>
                    <a:pt x="0" y="0"/>
                  </a:lnTo>
                  <a:lnTo>
                    <a:pt x="0" y="25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33" y="33"/>
                  </a:lnTo>
                  <a:lnTo>
                    <a:pt x="33" y="25"/>
                  </a:lnTo>
                  <a:lnTo>
                    <a:pt x="8" y="25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 cmpd="sng">
              <a:noFill/>
              <a:bevel/>
              <a:headEnd/>
              <a:tailEnd/>
            </a:ln>
          </p:spPr>
          <p:txBody>
            <a:bodyPr>
              <a:normAutofit fontScale="25000" lnSpcReduction="20000"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latin typeface="+mn-lt"/>
                <a:ea typeface="思源黑体" panose="020B0500000000000000" pitchFamily="34" charset="-122"/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1705733" y="2181225"/>
            <a:ext cx="24593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社會責任</a:t>
            </a:r>
            <a:r>
              <a:rPr kumimoji="0"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體系與文件完善</a:t>
            </a:r>
            <a:endParaRPr kumimoji="0" lang="en-US" altLang="zh-CN" sz="1600" b="1" dirty="0">
              <a:solidFill>
                <a:srgbClr val="C00000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41739" y="3366398"/>
            <a:ext cx="2459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稽核應對與缺失改善</a:t>
            </a:r>
            <a:r>
              <a:rPr kumimoji="0"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跟進</a:t>
            </a:r>
            <a:endParaRPr kumimoji="0" lang="en-US" altLang="zh-CN" sz="1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符合客戶要求</a:t>
            </a:r>
            <a:endParaRPr kumimoji="0"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9228" name="矩形 4"/>
          <p:cNvSpPr>
            <a:spLocks noChangeArrowheads="1"/>
          </p:cNvSpPr>
          <p:nvPr/>
        </p:nvSpPr>
        <p:spPr bwMode="auto">
          <a:xfrm>
            <a:off x="5719763" y="3175000"/>
            <a:ext cx="8001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zh-CN" altLang="en-US" sz="2400" b="1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思源黑体"/>
              </a:rPr>
              <a:t>海外</a:t>
            </a:r>
            <a:endParaRPr kumimoji="0" lang="en-US" altLang="zh-CN" sz="2400" b="1">
              <a:solidFill>
                <a:srgbClr val="020202"/>
              </a:solidFill>
              <a:latin typeface="SimHei" pitchFamily="49" charset="-122"/>
              <a:ea typeface="SimHei" pitchFamily="49" charset="-122"/>
              <a:cs typeface="思源黑体"/>
            </a:endParaRPr>
          </a:p>
          <a:p>
            <a:pPr algn="ctr"/>
            <a:r>
              <a:rPr kumimoji="0" lang="zh-CN" altLang="en-US" sz="2400" b="1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思源黑体"/>
              </a:rPr>
              <a:t>人資</a:t>
            </a:r>
          </a:p>
        </p:txBody>
      </p:sp>
      <p:sp>
        <p:nvSpPr>
          <p:cNvPr id="82" name="矩形 81"/>
          <p:cNvSpPr/>
          <p:nvPr/>
        </p:nvSpPr>
        <p:spPr>
          <a:xfrm>
            <a:off x="2511425" y="4875213"/>
            <a:ext cx="16353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b="1" dirty="0" smtClean="0">
                <a:latin typeface="SimHei" pitchFamily="49" charset="-122"/>
                <a:ea typeface="SimHei" pitchFamily="49" charset="-122"/>
              </a:rPr>
              <a:t>CSR</a:t>
            </a:r>
            <a:r>
              <a:rPr kumimoji="0" lang="zh-CN" altLang="en-US" sz="1600" b="1" dirty="0" smtClean="0">
                <a:latin typeface="SimHei" pitchFamily="49" charset="-122"/>
                <a:ea typeface="SimHei" pitchFamily="49" charset="-122"/>
              </a:rPr>
              <a:t>月</a:t>
            </a:r>
            <a:r>
              <a:rPr kumimoji="0" lang="en-US" altLang="zh-CN" sz="1600" b="1" dirty="0" smtClean="0">
                <a:latin typeface="SimHei" pitchFamily="49" charset="-122"/>
                <a:ea typeface="SimHei" pitchFamily="49" charset="-122"/>
              </a:rPr>
              <a:t>/</a:t>
            </a:r>
            <a:r>
              <a:rPr kumimoji="0" lang="zh-CN" altLang="en-US" sz="1600" b="1" dirty="0" smtClean="0">
                <a:latin typeface="SimHei" pitchFamily="49" charset="-122"/>
                <a:ea typeface="SimHei" pitchFamily="49" charset="-122"/>
              </a:rPr>
              <a:t>年度報告</a:t>
            </a:r>
            <a:endParaRPr kumimoji="0" lang="en-US" altLang="zh-CN" sz="1600" b="1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229600" y="2181225"/>
            <a:ext cx="26661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廊坊廠區中幹海外</a:t>
            </a:r>
            <a:r>
              <a:rPr kumimoji="0"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出差管理</a:t>
            </a:r>
            <a:endParaRPr kumimoji="0"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474366" y="3390900"/>
            <a:ext cx="2254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>
                <a:latin typeface="SimHei" pitchFamily="49" charset="-122"/>
                <a:ea typeface="SimHei" pitchFamily="49" charset="-122"/>
              </a:rPr>
              <a:t>海外</a:t>
            </a:r>
            <a:r>
              <a:rPr kumimoji="0" lang="zh-CN" altLang="en-US" sz="1600" b="1" dirty="0" smtClean="0">
                <a:latin typeface="SimHei" pitchFamily="49" charset="-122"/>
                <a:ea typeface="SimHei" pitchFamily="49" charset="-122"/>
              </a:rPr>
              <a:t>人力 月</a:t>
            </a:r>
            <a:r>
              <a:rPr kumimoji="0" lang="en-US" altLang="zh-CN" sz="1600" b="1" dirty="0">
                <a:latin typeface="SimHei" pitchFamily="49" charset="-122"/>
                <a:ea typeface="SimHei" pitchFamily="49" charset="-122"/>
              </a:rPr>
              <a:t>/</a:t>
            </a:r>
            <a:r>
              <a:rPr kumimoji="0" lang="zh-CN" altLang="en-US" sz="1600" b="1" dirty="0">
                <a:latin typeface="SimHei" pitchFamily="49" charset="-122"/>
                <a:ea typeface="SimHei" pitchFamily="49" charset="-122"/>
              </a:rPr>
              <a:t>年度報告</a:t>
            </a:r>
            <a:endParaRPr kumimoji="0" lang="en-US" altLang="zh-CN" sz="1600" b="1" dirty="0">
              <a:latin typeface="SimHei" pitchFamily="49" charset="-122"/>
              <a:ea typeface="SimHei" pitchFamily="49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b="1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8208963" y="4738688"/>
            <a:ext cx="1631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海外人資翻譯官</a:t>
            </a:r>
          </a:p>
        </p:txBody>
      </p:sp>
      <p:sp>
        <p:nvSpPr>
          <p:cNvPr id="52" name="TextBox 55"/>
          <p:cNvSpPr txBox="1"/>
          <p:nvPr/>
        </p:nvSpPr>
        <p:spPr>
          <a:xfrm>
            <a:off x="4117975" y="390525"/>
            <a:ext cx="3943350" cy="1055688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目前工作職責</a:t>
            </a:r>
            <a:endParaRPr kumimoji="0" lang="en-US" altLang="zh-CN" sz="3200" b="1" spc="300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Aparajit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3200" b="1" spc="300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Aparajita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996950" y="1365250"/>
            <a:ext cx="3117850" cy="4167188"/>
          </a:xfrm>
          <a:prstGeom prst="roundRect">
            <a:avLst>
              <a:gd name="adj" fmla="val 8013"/>
            </a:avLst>
          </a:pr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267200" y="1365250"/>
            <a:ext cx="6397625" cy="4167188"/>
          </a:xfrm>
          <a:custGeom>
            <a:avLst/>
            <a:gdLst>
              <a:gd name="connsiteX0" fmla="*/ 273956 w 6397520"/>
              <a:gd name="connsiteY0" fmla="*/ 0 h 4167265"/>
              <a:gd name="connsiteX1" fmla="*/ 6397520 w 6397520"/>
              <a:gd name="connsiteY1" fmla="*/ 0 h 4167265"/>
              <a:gd name="connsiteX2" fmla="*/ 6397520 w 6397520"/>
              <a:gd name="connsiteY2" fmla="*/ 4167265 h 4167265"/>
              <a:gd name="connsiteX3" fmla="*/ 273956 w 6397520"/>
              <a:gd name="connsiteY3" fmla="*/ 4167265 h 4167265"/>
              <a:gd name="connsiteX4" fmla="*/ 0 w 6397520"/>
              <a:gd name="connsiteY4" fmla="*/ 3893309 h 4167265"/>
              <a:gd name="connsiteX5" fmla="*/ 0 w 6397520"/>
              <a:gd name="connsiteY5" fmla="*/ 273956 h 4167265"/>
              <a:gd name="connsiteX6" fmla="*/ 273956 w 6397520"/>
              <a:gd name="connsiteY6" fmla="*/ 0 h 41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97520" h="4167265">
                <a:moveTo>
                  <a:pt x="273956" y="0"/>
                </a:moveTo>
                <a:lnTo>
                  <a:pt x="6397520" y="0"/>
                </a:lnTo>
                <a:lnTo>
                  <a:pt x="6397520" y="4167265"/>
                </a:lnTo>
                <a:lnTo>
                  <a:pt x="273956" y="4167265"/>
                </a:lnTo>
                <a:cubicBezTo>
                  <a:pt x="122654" y="4167265"/>
                  <a:pt x="0" y="4044611"/>
                  <a:pt x="0" y="3893309"/>
                </a:cubicBezTo>
                <a:lnTo>
                  <a:pt x="0" y="273956"/>
                </a:lnTo>
                <a:cubicBezTo>
                  <a:pt x="0" y="122654"/>
                  <a:pt x="122654" y="0"/>
                  <a:pt x="273956" y="0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15465" y="1365121"/>
            <a:ext cx="2175776" cy="4167265"/>
          </a:xfrm>
          <a:prstGeom prst="rect">
            <a:avLst/>
          </a:prstGeom>
          <a:blipFill dpi="0" rotWithShape="1">
            <a:blip r:embed="rId3" cstate="print">
              <a:extLst/>
            </a:blip>
            <a:srcRect/>
            <a:stretch>
              <a:fillRect l="-185811" r="-1485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0" name="TextBox 48"/>
          <p:cNvSpPr txBox="1"/>
          <p:nvPr/>
        </p:nvSpPr>
        <p:spPr>
          <a:xfrm>
            <a:off x="4697413" y="2695575"/>
            <a:ext cx="3243262" cy="68580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000" b="1" spc="6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過往業績</a:t>
            </a:r>
          </a:p>
        </p:txBody>
      </p:sp>
      <p:sp>
        <p:nvSpPr>
          <p:cNvPr id="10248" name="TextBox 13"/>
          <p:cNvSpPr txBox="1">
            <a:spLocks noChangeArrowheads="1"/>
          </p:cNvSpPr>
          <p:nvPr/>
        </p:nvSpPr>
        <p:spPr bwMode="auto">
          <a:xfrm>
            <a:off x="4948238" y="3521075"/>
            <a:ext cx="1316037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近兩年工作績效</a:t>
            </a:r>
          </a:p>
        </p:txBody>
      </p:sp>
      <p:sp>
        <p:nvSpPr>
          <p:cNvPr id="10249" name="TextBox 14"/>
          <p:cNvSpPr txBox="1">
            <a:spLocks noChangeArrowheads="1"/>
          </p:cNvSpPr>
          <p:nvPr/>
        </p:nvSpPr>
        <p:spPr bwMode="auto">
          <a:xfrm>
            <a:off x="6848475" y="3521075"/>
            <a:ext cx="1074738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sz="1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思源黑体"/>
              </a:rPr>
              <a:t>專案項目</a:t>
            </a:r>
          </a:p>
        </p:txBody>
      </p:sp>
      <p:sp>
        <p:nvSpPr>
          <p:cNvPr id="10250" name="Freeform 16"/>
          <p:cNvSpPr>
            <a:spLocks/>
          </p:cNvSpPr>
          <p:nvPr/>
        </p:nvSpPr>
        <p:spPr bwMode="auto">
          <a:xfrm>
            <a:off x="4811713" y="3616325"/>
            <a:ext cx="142875" cy="115888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51" name="Freeform 16"/>
          <p:cNvSpPr>
            <a:spLocks/>
          </p:cNvSpPr>
          <p:nvPr/>
        </p:nvSpPr>
        <p:spPr bwMode="auto">
          <a:xfrm>
            <a:off x="6713538" y="3616325"/>
            <a:ext cx="141287" cy="115888"/>
          </a:xfrm>
          <a:custGeom>
            <a:avLst/>
            <a:gdLst>
              <a:gd name="T0" fmla="*/ 2147483647 w 618"/>
              <a:gd name="T1" fmla="*/ 2147483647 h 497"/>
              <a:gd name="T2" fmla="*/ 2147483647 w 618"/>
              <a:gd name="T3" fmla="*/ 0 h 497"/>
              <a:gd name="T4" fmla="*/ 2147483647 w 618"/>
              <a:gd name="T5" fmla="*/ 0 h 497"/>
              <a:gd name="T6" fmla="*/ 2147483647 w 618"/>
              <a:gd name="T7" fmla="*/ 2147483647 h 497"/>
              <a:gd name="T8" fmla="*/ 0 w 618"/>
              <a:gd name="T9" fmla="*/ 2147483647 h 497"/>
              <a:gd name="T10" fmla="*/ 0 w 618"/>
              <a:gd name="T11" fmla="*/ 2147483647 h 497"/>
              <a:gd name="T12" fmla="*/ 2147483647 w 618"/>
              <a:gd name="T13" fmla="*/ 2147483647 h 497"/>
              <a:gd name="T14" fmla="*/ 2147483647 w 618"/>
              <a:gd name="T15" fmla="*/ 2147483647 h 497"/>
              <a:gd name="T16" fmla="*/ 2147483647 w 618"/>
              <a:gd name="T17" fmla="*/ 2147483647 h 497"/>
              <a:gd name="T18" fmla="*/ 2147483647 w 618"/>
              <a:gd name="T19" fmla="*/ 2147483647 h 49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18"/>
              <a:gd name="T31" fmla="*/ 0 h 497"/>
              <a:gd name="T32" fmla="*/ 618 w 618"/>
              <a:gd name="T33" fmla="*/ 497 h 49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18" h="497">
                <a:moveTo>
                  <a:pt x="618" y="248"/>
                </a:moveTo>
                <a:lnTo>
                  <a:pt x="369" y="0"/>
                </a:lnTo>
                <a:lnTo>
                  <a:pt x="182" y="0"/>
                </a:lnTo>
                <a:lnTo>
                  <a:pt x="364" y="182"/>
                </a:lnTo>
                <a:lnTo>
                  <a:pt x="0" y="182"/>
                </a:lnTo>
                <a:lnTo>
                  <a:pt x="0" y="315"/>
                </a:lnTo>
                <a:lnTo>
                  <a:pt x="364" y="315"/>
                </a:lnTo>
                <a:lnTo>
                  <a:pt x="182" y="497"/>
                </a:lnTo>
                <a:lnTo>
                  <a:pt x="369" y="497"/>
                </a:lnTo>
                <a:lnTo>
                  <a:pt x="618" y="2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Box 48"/>
          <p:cNvSpPr txBox="1"/>
          <p:nvPr/>
        </p:nvSpPr>
        <p:spPr>
          <a:xfrm>
            <a:off x="1671638" y="2025650"/>
            <a:ext cx="1811337" cy="108585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6600" spc="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03</a:t>
            </a:r>
            <a:endParaRPr kumimoji="0" lang="en-GB" altLang="zh-CN" sz="6600" spc="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406650" y="3386138"/>
            <a:ext cx="274638" cy="274637"/>
          </a:xfrm>
          <a:custGeom>
            <a:avLst/>
            <a:gdLst>
              <a:gd name="connsiteX0" fmla="*/ 92158 w 353350"/>
              <a:gd name="connsiteY0" fmla="*/ 140861 h 353350"/>
              <a:gd name="connsiteX1" fmla="*/ 176675 w 353350"/>
              <a:gd name="connsiteY1" fmla="*/ 241543 h 353350"/>
              <a:gd name="connsiteX2" fmla="*/ 261192 w 353350"/>
              <a:gd name="connsiteY2" fmla="*/ 140861 h 353350"/>
              <a:gd name="connsiteX3" fmla="*/ 176675 w 353350"/>
              <a:gd name="connsiteY3" fmla="*/ 0 h 353350"/>
              <a:gd name="connsiteX4" fmla="*/ 353350 w 353350"/>
              <a:gd name="connsiteY4" fmla="*/ 176675 h 353350"/>
              <a:gd name="connsiteX5" fmla="*/ 176675 w 353350"/>
              <a:gd name="connsiteY5" fmla="*/ 353350 h 353350"/>
              <a:gd name="connsiteX6" fmla="*/ 0 w 353350"/>
              <a:gd name="connsiteY6" fmla="*/ 176675 h 353350"/>
              <a:gd name="connsiteX7" fmla="*/ 176675 w 353350"/>
              <a:gd name="connsiteY7" fmla="*/ 0 h 35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350" h="353350">
                <a:moveTo>
                  <a:pt x="92158" y="140861"/>
                </a:moveTo>
                <a:lnTo>
                  <a:pt x="176675" y="241543"/>
                </a:lnTo>
                <a:lnTo>
                  <a:pt x="261192" y="140861"/>
                </a:lnTo>
                <a:close/>
                <a:moveTo>
                  <a:pt x="176675" y="0"/>
                </a:moveTo>
                <a:cubicBezTo>
                  <a:pt x="274250" y="0"/>
                  <a:pt x="353350" y="79100"/>
                  <a:pt x="353350" y="176675"/>
                </a:cubicBezTo>
                <a:cubicBezTo>
                  <a:pt x="353350" y="274250"/>
                  <a:pt x="274250" y="353350"/>
                  <a:pt x="176675" y="353350"/>
                </a:cubicBezTo>
                <a:cubicBezTo>
                  <a:pt x="79100" y="353350"/>
                  <a:pt x="0" y="274250"/>
                  <a:pt x="0" y="176675"/>
                </a:cubicBezTo>
                <a:cubicBezTo>
                  <a:pt x="0" y="79100"/>
                  <a:pt x="79100" y="0"/>
                  <a:pt x="176675" y="0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254" name="矩形 29"/>
          <p:cNvSpPr>
            <a:spLocks noChangeArrowheads="1"/>
          </p:cNvSpPr>
          <p:nvPr/>
        </p:nvSpPr>
        <p:spPr bwMode="auto">
          <a:xfrm>
            <a:off x="1320800" y="4445000"/>
            <a:ext cx="2451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kumimoji="0" lang="en-US" altLang="zh-CN" sz="3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  <a:sym typeface="+mn-lt"/>
              </a:rPr>
              <a:t>Part Three</a:t>
            </a: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4659313" y="4057650"/>
            <a:ext cx="4068762" cy="677863"/>
          </a:xfrm>
          <a:prstGeom prst="rect">
            <a:avLst/>
          </a:prstGeom>
          <a:noFill/>
          <a:ln>
            <a:noFill/>
          </a:ln>
          <a:extLst/>
        </p:spPr>
        <p:txBody>
          <a:bodyPr lIns="121909" tIns="60954" rIns="121909" bIns="60954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2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本人性格活潑、開朗、有親和力，善於與人溝通，表達能力強，能認真對待自己的工作崗位，吃苦耐勞，認真細心。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1549400" y="4171950"/>
            <a:ext cx="2011363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57" name="组合 41"/>
          <p:cNvGrpSpPr>
            <a:grpSpLocks/>
          </p:cNvGrpSpPr>
          <p:nvPr/>
        </p:nvGrpSpPr>
        <p:grpSpPr bwMode="auto">
          <a:xfrm>
            <a:off x="3830638" y="3205163"/>
            <a:ext cx="654050" cy="654050"/>
            <a:chOff x="4078923" y="3112851"/>
            <a:chExt cx="653586" cy="653586"/>
          </a:xfrm>
        </p:grpSpPr>
        <p:sp>
          <p:nvSpPr>
            <p:cNvPr id="43" name="椭圆 42"/>
            <p:cNvSpPr/>
            <p:nvPr/>
          </p:nvSpPr>
          <p:spPr>
            <a:xfrm>
              <a:off x="4078923" y="3112851"/>
              <a:ext cx="653586" cy="653586"/>
            </a:xfrm>
            <a:prstGeom prst="ellips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0260" name="Freeform 135"/>
            <p:cNvSpPr>
              <a:spLocks noEditPoints="1"/>
            </p:cNvSpPr>
            <p:nvPr/>
          </p:nvSpPr>
          <p:spPr bwMode="auto">
            <a:xfrm>
              <a:off x="4254474" y="3237278"/>
              <a:ext cx="302484" cy="404732"/>
            </a:xfrm>
            <a:custGeom>
              <a:avLst/>
              <a:gdLst>
                <a:gd name="T0" fmla="*/ 2147483647 w 428"/>
                <a:gd name="T1" fmla="*/ 2147483647 h 571"/>
                <a:gd name="T2" fmla="*/ 2147483647 w 428"/>
                <a:gd name="T3" fmla="*/ 2147483647 h 571"/>
                <a:gd name="T4" fmla="*/ 2147483647 w 428"/>
                <a:gd name="T5" fmla="*/ 2147483647 h 571"/>
                <a:gd name="T6" fmla="*/ 2147483647 w 428"/>
                <a:gd name="T7" fmla="*/ 2147483647 h 571"/>
                <a:gd name="T8" fmla="*/ 2147483647 w 428"/>
                <a:gd name="T9" fmla="*/ 2147483647 h 571"/>
                <a:gd name="T10" fmla="*/ 2147483647 w 428"/>
                <a:gd name="T11" fmla="*/ 2147483647 h 571"/>
                <a:gd name="T12" fmla="*/ 2147483647 w 428"/>
                <a:gd name="T13" fmla="*/ 2147483647 h 571"/>
                <a:gd name="T14" fmla="*/ 2147483647 w 428"/>
                <a:gd name="T15" fmla="*/ 2147483647 h 571"/>
                <a:gd name="T16" fmla="*/ 2147483647 w 428"/>
                <a:gd name="T17" fmla="*/ 2147483647 h 571"/>
                <a:gd name="T18" fmla="*/ 2147483647 w 428"/>
                <a:gd name="T19" fmla="*/ 2147483647 h 571"/>
                <a:gd name="T20" fmla="*/ 2147483647 w 428"/>
                <a:gd name="T21" fmla="*/ 2147483647 h 571"/>
                <a:gd name="T22" fmla="*/ 2147483647 w 428"/>
                <a:gd name="T23" fmla="*/ 2147483647 h 571"/>
                <a:gd name="T24" fmla="*/ 2147483647 w 428"/>
                <a:gd name="T25" fmla="*/ 2147483647 h 571"/>
                <a:gd name="T26" fmla="*/ 2147483647 w 428"/>
                <a:gd name="T27" fmla="*/ 2147483647 h 571"/>
                <a:gd name="T28" fmla="*/ 2147483647 w 428"/>
                <a:gd name="T29" fmla="*/ 2147483647 h 571"/>
                <a:gd name="T30" fmla="*/ 0 w 428"/>
                <a:gd name="T31" fmla="*/ 2147483647 h 571"/>
                <a:gd name="T32" fmla="*/ 2147483647 w 428"/>
                <a:gd name="T33" fmla="*/ 2147483647 h 571"/>
                <a:gd name="T34" fmla="*/ 2147483647 w 428"/>
                <a:gd name="T35" fmla="*/ 2147483647 h 571"/>
                <a:gd name="T36" fmla="*/ 2147483647 w 428"/>
                <a:gd name="T37" fmla="*/ 2147483647 h 571"/>
                <a:gd name="T38" fmla="*/ 2147483647 w 428"/>
                <a:gd name="T39" fmla="*/ 2147483647 h 571"/>
                <a:gd name="T40" fmla="*/ 2147483647 w 428"/>
                <a:gd name="T41" fmla="*/ 2147483647 h 571"/>
                <a:gd name="T42" fmla="*/ 2147483647 w 428"/>
                <a:gd name="T43" fmla="*/ 2147483647 h 571"/>
                <a:gd name="T44" fmla="*/ 2147483647 w 428"/>
                <a:gd name="T45" fmla="*/ 2147483647 h 571"/>
                <a:gd name="T46" fmla="*/ 2147483647 w 428"/>
                <a:gd name="T47" fmla="*/ 2147483647 h 571"/>
                <a:gd name="T48" fmla="*/ 2147483647 w 428"/>
                <a:gd name="T49" fmla="*/ 2147483647 h 571"/>
                <a:gd name="T50" fmla="*/ 2147483647 w 428"/>
                <a:gd name="T51" fmla="*/ 2147483647 h 571"/>
                <a:gd name="T52" fmla="*/ 2147483647 w 428"/>
                <a:gd name="T53" fmla="*/ 2147483647 h 571"/>
                <a:gd name="T54" fmla="*/ 2147483647 w 428"/>
                <a:gd name="T55" fmla="*/ 2147483647 h 571"/>
                <a:gd name="T56" fmla="*/ 2147483647 w 428"/>
                <a:gd name="T57" fmla="*/ 2147483647 h 571"/>
                <a:gd name="T58" fmla="*/ 2147483647 w 428"/>
                <a:gd name="T59" fmla="*/ 2147483647 h 571"/>
                <a:gd name="T60" fmla="*/ 2147483647 w 428"/>
                <a:gd name="T61" fmla="*/ 2147483647 h 571"/>
                <a:gd name="T62" fmla="*/ 2147483647 w 428"/>
                <a:gd name="T63" fmla="*/ 2147483647 h 571"/>
                <a:gd name="T64" fmla="*/ 2147483647 w 428"/>
                <a:gd name="T65" fmla="*/ 2147483647 h 571"/>
                <a:gd name="T66" fmla="*/ 2147483647 w 428"/>
                <a:gd name="T67" fmla="*/ 2147483647 h 571"/>
                <a:gd name="T68" fmla="*/ 2147483647 w 428"/>
                <a:gd name="T69" fmla="*/ 2147483647 h 571"/>
                <a:gd name="T70" fmla="*/ 2147483647 w 428"/>
                <a:gd name="T71" fmla="*/ 2147483647 h 571"/>
                <a:gd name="T72" fmla="*/ 2147483647 w 428"/>
                <a:gd name="T73" fmla="*/ 2147483647 h 571"/>
                <a:gd name="T74" fmla="*/ 2147483647 w 428"/>
                <a:gd name="T75" fmla="*/ 2147483647 h 571"/>
                <a:gd name="T76" fmla="*/ 2147483647 w 428"/>
                <a:gd name="T77" fmla="*/ 2147483647 h 571"/>
                <a:gd name="T78" fmla="*/ 2147483647 w 428"/>
                <a:gd name="T79" fmla="*/ 2147483647 h 571"/>
                <a:gd name="T80" fmla="*/ 2147483647 w 428"/>
                <a:gd name="T81" fmla="*/ 2147483647 h 571"/>
                <a:gd name="T82" fmla="*/ 2147483647 w 428"/>
                <a:gd name="T83" fmla="*/ 2147483647 h 571"/>
                <a:gd name="T84" fmla="*/ 2147483647 w 428"/>
                <a:gd name="T85" fmla="*/ 2147483647 h 571"/>
                <a:gd name="T86" fmla="*/ 2147483647 w 428"/>
                <a:gd name="T87" fmla="*/ 2147483647 h 571"/>
                <a:gd name="T88" fmla="*/ 2147483647 w 428"/>
                <a:gd name="T89" fmla="*/ 2147483647 h 571"/>
                <a:gd name="T90" fmla="*/ 2147483647 w 428"/>
                <a:gd name="T91" fmla="*/ 2147483647 h 571"/>
                <a:gd name="T92" fmla="*/ 2147483647 w 428"/>
                <a:gd name="T93" fmla="*/ 2147483647 h 571"/>
                <a:gd name="T94" fmla="*/ 2147483647 w 428"/>
                <a:gd name="T95" fmla="*/ 2147483647 h 571"/>
                <a:gd name="T96" fmla="*/ 2147483647 w 428"/>
                <a:gd name="T97" fmla="*/ 2147483647 h 571"/>
                <a:gd name="T98" fmla="*/ 2147483647 w 428"/>
                <a:gd name="T99" fmla="*/ 2147483647 h 571"/>
                <a:gd name="T100" fmla="*/ 2147483647 w 428"/>
                <a:gd name="T101" fmla="*/ 2147483647 h 5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8"/>
                <a:gd name="T154" fmla="*/ 0 h 571"/>
                <a:gd name="T155" fmla="*/ 428 w 428"/>
                <a:gd name="T156" fmla="*/ 571 h 5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8" h="571">
                  <a:moveTo>
                    <a:pt x="376" y="290"/>
                  </a:moveTo>
                  <a:lnTo>
                    <a:pt x="285" y="382"/>
                  </a:lnTo>
                  <a:lnTo>
                    <a:pt x="212" y="455"/>
                  </a:lnTo>
                  <a:lnTo>
                    <a:pt x="193" y="472"/>
                  </a:lnTo>
                  <a:lnTo>
                    <a:pt x="189" y="477"/>
                  </a:lnTo>
                  <a:lnTo>
                    <a:pt x="183" y="482"/>
                  </a:lnTo>
                  <a:lnTo>
                    <a:pt x="177" y="485"/>
                  </a:lnTo>
                  <a:lnTo>
                    <a:pt x="171" y="487"/>
                  </a:lnTo>
                  <a:lnTo>
                    <a:pt x="165" y="490"/>
                  </a:lnTo>
                  <a:lnTo>
                    <a:pt x="159" y="491"/>
                  </a:lnTo>
                  <a:lnTo>
                    <a:pt x="152" y="492"/>
                  </a:lnTo>
                  <a:lnTo>
                    <a:pt x="146" y="492"/>
                  </a:lnTo>
                  <a:lnTo>
                    <a:pt x="139" y="492"/>
                  </a:lnTo>
                  <a:lnTo>
                    <a:pt x="133" y="491"/>
                  </a:lnTo>
                  <a:lnTo>
                    <a:pt x="126" y="490"/>
                  </a:lnTo>
                  <a:lnTo>
                    <a:pt x="120" y="487"/>
                  </a:lnTo>
                  <a:lnTo>
                    <a:pt x="115" y="485"/>
                  </a:lnTo>
                  <a:lnTo>
                    <a:pt x="109" y="482"/>
                  </a:lnTo>
                  <a:lnTo>
                    <a:pt x="103" y="477"/>
                  </a:lnTo>
                  <a:lnTo>
                    <a:pt x="98" y="472"/>
                  </a:lnTo>
                  <a:lnTo>
                    <a:pt x="93" y="467"/>
                  </a:lnTo>
                  <a:lnTo>
                    <a:pt x="90" y="462"/>
                  </a:lnTo>
                  <a:lnTo>
                    <a:pt x="86" y="456"/>
                  </a:lnTo>
                  <a:lnTo>
                    <a:pt x="83" y="450"/>
                  </a:lnTo>
                  <a:lnTo>
                    <a:pt x="81" y="444"/>
                  </a:lnTo>
                  <a:lnTo>
                    <a:pt x="79" y="438"/>
                  </a:lnTo>
                  <a:lnTo>
                    <a:pt x="78" y="431"/>
                  </a:lnTo>
                  <a:lnTo>
                    <a:pt x="78" y="425"/>
                  </a:lnTo>
                  <a:lnTo>
                    <a:pt x="78" y="418"/>
                  </a:lnTo>
                  <a:lnTo>
                    <a:pt x="79" y="412"/>
                  </a:lnTo>
                  <a:lnTo>
                    <a:pt x="81" y="405"/>
                  </a:lnTo>
                  <a:lnTo>
                    <a:pt x="83" y="399"/>
                  </a:lnTo>
                  <a:lnTo>
                    <a:pt x="86" y="394"/>
                  </a:lnTo>
                  <a:lnTo>
                    <a:pt x="90" y="388"/>
                  </a:lnTo>
                  <a:lnTo>
                    <a:pt x="93" y="382"/>
                  </a:lnTo>
                  <a:lnTo>
                    <a:pt x="98" y="377"/>
                  </a:lnTo>
                  <a:lnTo>
                    <a:pt x="189" y="287"/>
                  </a:lnTo>
                  <a:lnTo>
                    <a:pt x="197" y="280"/>
                  </a:lnTo>
                  <a:lnTo>
                    <a:pt x="206" y="274"/>
                  </a:lnTo>
                  <a:lnTo>
                    <a:pt x="216" y="270"/>
                  </a:lnTo>
                  <a:lnTo>
                    <a:pt x="226" y="268"/>
                  </a:lnTo>
                  <a:lnTo>
                    <a:pt x="294" y="200"/>
                  </a:lnTo>
                  <a:lnTo>
                    <a:pt x="280" y="194"/>
                  </a:lnTo>
                  <a:lnTo>
                    <a:pt x="266" y="190"/>
                  </a:lnTo>
                  <a:lnTo>
                    <a:pt x="251" y="188"/>
                  </a:lnTo>
                  <a:lnTo>
                    <a:pt x="237" y="188"/>
                  </a:lnTo>
                  <a:lnTo>
                    <a:pt x="223" y="188"/>
                  </a:lnTo>
                  <a:lnTo>
                    <a:pt x="208" y="190"/>
                  </a:lnTo>
                  <a:lnTo>
                    <a:pt x="194" y="194"/>
                  </a:lnTo>
                  <a:lnTo>
                    <a:pt x="181" y="199"/>
                  </a:lnTo>
                  <a:lnTo>
                    <a:pt x="169" y="205"/>
                  </a:lnTo>
                  <a:lnTo>
                    <a:pt x="156" y="212"/>
                  </a:lnTo>
                  <a:lnTo>
                    <a:pt x="144" y="221"/>
                  </a:lnTo>
                  <a:lnTo>
                    <a:pt x="132" y="230"/>
                  </a:lnTo>
                  <a:lnTo>
                    <a:pt x="42" y="321"/>
                  </a:lnTo>
                  <a:lnTo>
                    <a:pt x="32" y="332"/>
                  </a:lnTo>
                  <a:lnTo>
                    <a:pt x="23" y="344"/>
                  </a:lnTo>
                  <a:lnTo>
                    <a:pt x="16" y="356"/>
                  </a:lnTo>
                  <a:lnTo>
                    <a:pt x="10" y="370"/>
                  </a:lnTo>
                  <a:lnTo>
                    <a:pt x="5" y="383"/>
                  </a:lnTo>
                  <a:lnTo>
                    <a:pt x="2" y="397"/>
                  </a:lnTo>
                  <a:lnTo>
                    <a:pt x="0" y="411"/>
                  </a:lnTo>
                  <a:lnTo>
                    <a:pt x="0" y="425"/>
                  </a:lnTo>
                  <a:lnTo>
                    <a:pt x="0" y="439"/>
                  </a:lnTo>
                  <a:lnTo>
                    <a:pt x="2" y="452"/>
                  </a:lnTo>
                  <a:lnTo>
                    <a:pt x="5" y="466"/>
                  </a:lnTo>
                  <a:lnTo>
                    <a:pt x="10" y="480"/>
                  </a:lnTo>
                  <a:lnTo>
                    <a:pt x="16" y="493"/>
                  </a:lnTo>
                  <a:lnTo>
                    <a:pt x="23" y="505"/>
                  </a:lnTo>
                  <a:lnTo>
                    <a:pt x="32" y="518"/>
                  </a:lnTo>
                  <a:lnTo>
                    <a:pt x="42" y="528"/>
                  </a:lnTo>
                  <a:lnTo>
                    <a:pt x="54" y="539"/>
                  </a:lnTo>
                  <a:lnTo>
                    <a:pt x="65" y="547"/>
                  </a:lnTo>
                  <a:lnTo>
                    <a:pt x="77" y="554"/>
                  </a:lnTo>
                  <a:lnTo>
                    <a:pt x="91" y="560"/>
                  </a:lnTo>
                  <a:lnTo>
                    <a:pt x="104" y="565"/>
                  </a:lnTo>
                  <a:lnTo>
                    <a:pt x="118" y="568"/>
                  </a:lnTo>
                  <a:lnTo>
                    <a:pt x="132" y="571"/>
                  </a:lnTo>
                  <a:lnTo>
                    <a:pt x="146" y="571"/>
                  </a:lnTo>
                  <a:lnTo>
                    <a:pt x="160" y="571"/>
                  </a:lnTo>
                  <a:lnTo>
                    <a:pt x="174" y="568"/>
                  </a:lnTo>
                  <a:lnTo>
                    <a:pt x="187" y="565"/>
                  </a:lnTo>
                  <a:lnTo>
                    <a:pt x="201" y="560"/>
                  </a:lnTo>
                  <a:lnTo>
                    <a:pt x="214" y="554"/>
                  </a:lnTo>
                  <a:lnTo>
                    <a:pt x="226" y="547"/>
                  </a:lnTo>
                  <a:lnTo>
                    <a:pt x="239" y="539"/>
                  </a:lnTo>
                  <a:lnTo>
                    <a:pt x="250" y="528"/>
                  </a:lnTo>
                  <a:lnTo>
                    <a:pt x="340" y="438"/>
                  </a:lnTo>
                  <a:lnTo>
                    <a:pt x="351" y="426"/>
                  </a:lnTo>
                  <a:lnTo>
                    <a:pt x="359" y="415"/>
                  </a:lnTo>
                  <a:lnTo>
                    <a:pt x="366" y="403"/>
                  </a:lnTo>
                  <a:lnTo>
                    <a:pt x="373" y="390"/>
                  </a:lnTo>
                  <a:lnTo>
                    <a:pt x="376" y="376"/>
                  </a:lnTo>
                  <a:lnTo>
                    <a:pt x="380" y="362"/>
                  </a:lnTo>
                  <a:lnTo>
                    <a:pt x="382" y="348"/>
                  </a:lnTo>
                  <a:lnTo>
                    <a:pt x="383" y="334"/>
                  </a:lnTo>
                  <a:lnTo>
                    <a:pt x="382" y="323"/>
                  </a:lnTo>
                  <a:lnTo>
                    <a:pt x="381" y="311"/>
                  </a:lnTo>
                  <a:lnTo>
                    <a:pt x="379" y="301"/>
                  </a:lnTo>
                  <a:lnTo>
                    <a:pt x="376" y="290"/>
                  </a:lnTo>
                  <a:close/>
                  <a:moveTo>
                    <a:pt x="385" y="44"/>
                  </a:moveTo>
                  <a:lnTo>
                    <a:pt x="385" y="44"/>
                  </a:lnTo>
                  <a:lnTo>
                    <a:pt x="395" y="54"/>
                  </a:lnTo>
                  <a:lnTo>
                    <a:pt x="403" y="66"/>
                  </a:lnTo>
                  <a:lnTo>
                    <a:pt x="412" y="79"/>
                  </a:lnTo>
                  <a:lnTo>
                    <a:pt x="417" y="92"/>
                  </a:lnTo>
                  <a:lnTo>
                    <a:pt x="422" y="105"/>
                  </a:lnTo>
                  <a:lnTo>
                    <a:pt x="426" y="119"/>
                  </a:lnTo>
                  <a:lnTo>
                    <a:pt x="427" y="133"/>
                  </a:lnTo>
                  <a:lnTo>
                    <a:pt x="428" y="147"/>
                  </a:lnTo>
                  <a:lnTo>
                    <a:pt x="427" y="161"/>
                  </a:lnTo>
                  <a:lnTo>
                    <a:pt x="426" y="175"/>
                  </a:lnTo>
                  <a:lnTo>
                    <a:pt x="422" y="189"/>
                  </a:lnTo>
                  <a:lnTo>
                    <a:pt x="417" y="202"/>
                  </a:lnTo>
                  <a:lnTo>
                    <a:pt x="412" y="215"/>
                  </a:lnTo>
                  <a:lnTo>
                    <a:pt x="403" y="228"/>
                  </a:lnTo>
                  <a:lnTo>
                    <a:pt x="395" y="240"/>
                  </a:lnTo>
                  <a:lnTo>
                    <a:pt x="385" y="250"/>
                  </a:lnTo>
                  <a:lnTo>
                    <a:pt x="294" y="342"/>
                  </a:lnTo>
                  <a:lnTo>
                    <a:pt x="284" y="351"/>
                  </a:lnTo>
                  <a:lnTo>
                    <a:pt x="272" y="359"/>
                  </a:lnTo>
                  <a:lnTo>
                    <a:pt x="259" y="368"/>
                  </a:lnTo>
                  <a:lnTo>
                    <a:pt x="246" y="374"/>
                  </a:lnTo>
                  <a:lnTo>
                    <a:pt x="232" y="378"/>
                  </a:lnTo>
                  <a:lnTo>
                    <a:pt x="219" y="382"/>
                  </a:lnTo>
                  <a:lnTo>
                    <a:pt x="205" y="383"/>
                  </a:lnTo>
                  <a:lnTo>
                    <a:pt x="191" y="384"/>
                  </a:lnTo>
                  <a:lnTo>
                    <a:pt x="176" y="383"/>
                  </a:lnTo>
                  <a:lnTo>
                    <a:pt x="160" y="381"/>
                  </a:lnTo>
                  <a:lnTo>
                    <a:pt x="145" y="377"/>
                  </a:lnTo>
                  <a:lnTo>
                    <a:pt x="131" y="371"/>
                  </a:lnTo>
                  <a:lnTo>
                    <a:pt x="198" y="304"/>
                  </a:lnTo>
                  <a:lnTo>
                    <a:pt x="208" y="303"/>
                  </a:lnTo>
                  <a:lnTo>
                    <a:pt x="219" y="298"/>
                  </a:lnTo>
                  <a:lnTo>
                    <a:pt x="230" y="293"/>
                  </a:lnTo>
                  <a:lnTo>
                    <a:pt x="239" y="286"/>
                  </a:lnTo>
                  <a:lnTo>
                    <a:pt x="329" y="195"/>
                  </a:lnTo>
                  <a:lnTo>
                    <a:pt x="334" y="189"/>
                  </a:lnTo>
                  <a:lnTo>
                    <a:pt x="338" y="185"/>
                  </a:lnTo>
                  <a:lnTo>
                    <a:pt x="341" y="179"/>
                  </a:lnTo>
                  <a:lnTo>
                    <a:pt x="343" y="173"/>
                  </a:lnTo>
                  <a:lnTo>
                    <a:pt x="346" y="166"/>
                  </a:lnTo>
                  <a:lnTo>
                    <a:pt x="347" y="160"/>
                  </a:lnTo>
                  <a:lnTo>
                    <a:pt x="348" y="154"/>
                  </a:lnTo>
                  <a:lnTo>
                    <a:pt x="349" y="147"/>
                  </a:lnTo>
                  <a:lnTo>
                    <a:pt x="348" y="140"/>
                  </a:lnTo>
                  <a:lnTo>
                    <a:pt x="347" y="134"/>
                  </a:lnTo>
                  <a:lnTo>
                    <a:pt x="346" y="128"/>
                  </a:lnTo>
                  <a:lnTo>
                    <a:pt x="343" y="121"/>
                  </a:lnTo>
                  <a:lnTo>
                    <a:pt x="341" y="115"/>
                  </a:lnTo>
                  <a:lnTo>
                    <a:pt x="338" y="109"/>
                  </a:lnTo>
                  <a:lnTo>
                    <a:pt x="334" y="105"/>
                  </a:lnTo>
                  <a:lnTo>
                    <a:pt x="329" y="99"/>
                  </a:lnTo>
                  <a:lnTo>
                    <a:pt x="324" y="94"/>
                  </a:lnTo>
                  <a:lnTo>
                    <a:pt x="319" y="91"/>
                  </a:lnTo>
                  <a:lnTo>
                    <a:pt x="313" y="87"/>
                  </a:lnTo>
                  <a:lnTo>
                    <a:pt x="307" y="85"/>
                  </a:lnTo>
                  <a:lnTo>
                    <a:pt x="300" y="82"/>
                  </a:lnTo>
                  <a:lnTo>
                    <a:pt x="294" y="81"/>
                  </a:lnTo>
                  <a:lnTo>
                    <a:pt x="288" y="80"/>
                  </a:lnTo>
                  <a:lnTo>
                    <a:pt x="281" y="80"/>
                  </a:lnTo>
                  <a:lnTo>
                    <a:pt x="274" y="80"/>
                  </a:lnTo>
                  <a:lnTo>
                    <a:pt x="268" y="81"/>
                  </a:lnTo>
                  <a:lnTo>
                    <a:pt x="262" y="82"/>
                  </a:lnTo>
                  <a:lnTo>
                    <a:pt x="255" y="85"/>
                  </a:lnTo>
                  <a:lnTo>
                    <a:pt x="250" y="87"/>
                  </a:lnTo>
                  <a:lnTo>
                    <a:pt x="244" y="91"/>
                  </a:lnTo>
                  <a:lnTo>
                    <a:pt x="239" y="94"/>
                  </a:lnTo>
                  <a:lnTo>
                    <a:pt x="233" y="99"/>
                  </a:lnTo>
                  <a:lnTo>
                    <a:pt x="143" y="189"/>
                  </a:lnTo>
                  <a:lnTo>
                    <a:pt x="139" y="194"/>
                  </a:lnTo>
                  <a:lnTo>
                    <a:pt x="136" y="199"/>
                  </a:lnTo>
                  <a:lnTo>
                    <a:pt x="51" y="283"/>
                  </a:lnTo>
                  <a:lnTo>
                    <a:pt x="48" y="271"/>
                  </a:lnTo>
                  <a:lnTo>
                    <a:pt x="46" y="261"/>
                  </a:lnTo>
                  <a:lnTo>
                    <a:pt x="44" y="249"/>
                  </a:lnTo>
                  <a:lnTo>
                    <a:pt x="44" y="237"/>
                  </a:lnTo>
                  <a:lnTo>
                    <a:pt x="45" y="223"/>
                  </a:lnTo>
                  <a:lnTo>
                    <a:pt x="46" y="209"/>
                  </a:lnTo>
                  <a:lnTo>
                    <a:pt x="50" y="196"/>
                  </a:lnTo>
                  <a:lnTo>
                    <a:pt x="55" y="182"/>
                  </a:lnTo>
                  <a:lnTo>
                    <a:pt x="61" y="169"/>
                  </a:lnTo>
                  <a:lnTo>
                    <a:pt x="69" y="156"/>
                  </a:lnTo>
                  <a:lnTo>
                    <a:pt x="77" y="145"/>
                  </a:lnTo>
                  <a:lnTo>
                    <a:pt x="88" y="134"/>
                  </a:lnTo>
                  <a:lnTo>
                    <a:pt x="178" y="44"/>
                  </a:lnTo>
                  <a:lnTo>
                    <a:pt x="189" y="33"/>
                  </a:lnTo>
                  <a:lnTo>
                    <a:pt x="200" y="25"/>
                  </a:lnTo>
                  <a:lnTo>
                    <a:pt x="213" y="17"/>
                  </a:lnTo>
                  <a:lnTo>
                    <a:pt x="226" y="11"/>
                  </a:lnTo>
                  <a:lnTo>
                    <a:pt x="239" y="6"/>
                  </a:lnTo>
                  <a:lnTo>
                    <a:pt x="253" y="3"/>
                  </a:lnTo>
                  <a:lnTo>
                    <a:pt x="267" y="1"/>
                  </a:lnTo>
                  <a:lnTo>
                    <a:pt x="281" y="0"/>
                  </a:lnTo>
                  <a:lnTo>
                    <a:pt x="295" y="1"/>
                  </a:lnTo>
                  <a:lnTo>
                    <a:pt x="309" y="3"/>
                  </a:lnTo>
                  <a:lnTo>
                    <a:pt x="324" y="6"/>
                  </a:lnTo>
                  <a:lnTo>
                    <a:pt x="336" y="11"/>
                  </a:lnTo>
                  <a:lnTo>
                    <a:pt x="349" y="17"/>
                  </a:lnTo>
                  <a:lnTo>
                    <a:pt x="362" y="25"/>
                  </a:lnTo>
                  <a:lnTo>
                    <a:pt x="374" y="33"/>
                  </a:lnTo>
                  <a:lnTo>
                    <a:pt x="385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4781550" y="3997325"/>
            <a:ext cx="3792538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近兩年工作績效</a:t>
            </a:r>
          </a:p>
        </p:txBody>
      </p:sp>
      <p:grpSp>
        <p:nvGrpSpPr>
          <p:cNvPr id="2" name="组合 20">
            <a:extLst/>
          </p:cNvPr>
          <p:cNvGrpSpPr/>
          <p:nvPr/>
        </p:nvGrpSpPr>
        <p:grpSpPr>
          <a:xfrm>
            <a:off x="1103595" y="1652820"/>
            <a:ext cx="2390232" cy="1063089"/>
            <a:chOff x="1104900" y="2076450"/>
            <a:chExt cx="2390232" cy="1255867"/>
          </a:xfrm>
          <a:solidFill>
            <a:srgbClr val="FD3200"/>
          </a:solidFill>
        </p:grpSpPr>
        <p:sp>
          <p:nvSpPr>
            <p:cNvPr id="36" name="矩形 35">
              <a:extLst/>
            </p:cNvPr>
            <p:cNvSpPr/>
            <p:nvPr/>
          </p:nvSpPr>
          <p:spPr>
            <a:xfrm>
              <a:off x="1104900" y="2076450"/>
              <a:ext cx="2390232" cy="87630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465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37" name="等腰三角形 36">
              <a:extLst/>
            </p:cNvPr>
            <p:cNvSpPr/>
            <p:nvPr/>
          </p:nvSpPr>
          <p:spPr>
            <a:xfrm rot="10800000">
              <a:off x="2046882" y="2952846"/>
              <a:ext cx="479260" cy="379471"/>
            </a:xfrm>
            <a:prstGeom prst="triangl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9" name="矩形 38">
            <a:extLst/>
          </p:cNvPr>
          <p:cNvSpPr/>
          <p:nvPr/>
        </p:nvSpPr>
        <p:spPr>
          <a:xfrm>
            <a:off x="6127750" y="1652588"/>
            <a:ext cx="2411413" cy="741362"/>
          </a:xfrm>
          <a:prstGeom prst="rect">
            <a:avLst/>
          </a:prstGeom>
          <a:solidFill>
            <a:schemeClr val="bg1"/>
          </a:solidFill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2" name="矩形 41">
            <a:extLst/>
          </p:cNvPr>
          <p:cNvSpPr/>
          <p:nvPr/>
        </p:nvSpPr>
        <p:spPr>
          <a:xfrm>
            <a:off x="8632825" y="1652588"/>
            <a:ext cx="2400300" cy="7413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5" name="矩形 44">
            <a:extLst/>
          </p:cNvPr>
          <p:cNvSpPr/>
          <p:nvPr/>
        </p:nvSpPr>
        <p:spPr>
          <a:xfrm>
            <a:off x="3617913" y="1652588"/>
            <a:ext cx="2411412" cy="7413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8" name="文本框 40">
            <a:extLst/>
          </p:cNvPr>
          <p:cNvSpPr txBox="1"/>
          <p:nvPr/>
        </p:nvSpPr>
        <p:spPr>
          <a:xfrm>
            <a:off x="4273550" y="1827213"/>
            <a:ext cx="11080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 smtClean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涉外服務</a:t>
            </a:r>
            <a:endParaRPr lang="zh-CN" altLang="en-US" b="1" dirty="0"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49" name="文本框 41">
            <a:extLst/>
          </p:cNvPr>
          <p:cNvSpPr txBox="1"/>
          <p:nvPr/>
        </p:nvSpPr>
        <p:spPr>
          <a:xfrm>
            <a:off x="6788150" y="1827213"/>
            <a:ext cx="1106488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企業</a:t>
            </a:r>
            <a:r>
              <a:rPr lang="zh-CN" altLang="en-US" b="1" dirty="0" smtClean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官網</a:t>
            </a:r>
            <a:endParaRPr lang="zh-CN" altLang="en-US" b="1" dirty="0"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50" name="文本框 42">
            <a:extLst/>
          </p:cNvPr>
          <p:cNvSpPr txBox="1"/>
          <p:nvPr/>
        </p:nvSpPr>
        <p:spPr>
          <a:xfrm>
            <a:off x="9301163" y="1827213"/>
            <a:ext cx="11080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b="1" dirty="0" smtClean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業務能力</a:t>
            </a:r>
            <a:endParaRPr lang="zh-CN" altLang="en-US" b="1" dirty="0"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56" name="矩形: 圆角 54">
            <a:extLst/>
          </p:cNvPr>
          <p:cNvSpPr/>
          <p:nvPr/>
        </p:nvSpPr>
        <p:spPr>
          <a:xfrm>
            <a:off x="3630613" y="5564188"/>
            <a:ext cx="2387600" cy="5826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海外出差</a:t>
            </a:r>
          </a:p>
        </p:txBody>
      </p:sp>
      <p:sp>
        <p:nvSpPr>
          <p:cNvPr id="57" name="矩形: 圆角 55">
            <a:extLst/>
          </p:cNvPr>
          <p:cNvSpPr/>
          <p:nvPr/>
        </p:nvSpPr>
        <p:spPr>
          <a:xfrm>
            <a:off x="6137275" y="5573713"/>
            <a:ext cx="2392363" cy="568325"/>
          </a:xfrm>
          <a:prstGeom prst="rect">
            <a:avLst/>
          </a:prstGeom>
          <a:solidFill>
            <a:schemeClr val="bg1"/>
          </a:solidFill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b="1" dirty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ESG </a:t>
            </a:r>
            <a:r>
              <a:rPr lang="zh-CN" altLang="en-US" b="1" dirty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報告</a:t>
            </a:r>
          </a:p>
        </p:txBody>
      </p:sp>
      <p:sp>
        <p:nvSpPr>
          <p:cNvPr id="58" name="矩形: 圆角 56">
            <a:extLst/>
          </p:cNvPr>
          <p:cNvSpPr/>
          <p:nvPr/>
        </p:nvSpPr>
        <p:spPr>
          <a:xfrm>
            <a:off x="8639175" y="5561013"/>
            <a:ext cx="2406650" cy="5826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 smtClean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行政事務</a:t>
            </a:r>
            <a:endParaRPr lang="zh-CN" altLang="en-US" b="1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1187450" y="2862263"/>
          <a:ext cx="2292823" cy="2473905"/>
        </p:xfrm>
        <a:graphic>
          <a:graphicData uri="http://schemas.openxmlformats.org/drawingml/2006/table">
            <a:tbl>
              <a:tblPr firstRow="1" bandRow="1"/>
              <a:tblGrid>
                <a:gridCol w="2292823">
                  <a:extLst>
                    <a:ext uri="{9D8B030D-6E8A-4147-A177-3AD203B41FA5}"/>
                  </a:extLst>
                </a:gridCol>
              </a:tblGrid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 smtClean="0"/>
                        <a:t>德國電信（</a:t>
                      </a:r>
                      <a:r>
                        <a:rPr lang="en-US" altLang="zh-CN" sz="1400" dirty="0" smtClean="0"/>
                        <a:t>DT</a:t>
                      </a:r>
                      <a:r>
                        <a:rPr lang="zh-CN" altLang="en-US" sz="1400" dirty="0" smtClean="0"/>
                        <a:t>）</a:t>
                      </a:r>
                      <a:r>
                        <a:rPr lang="en-US" altLang="zh-CN" sz="1400" baseline="0" dirty="0" smtClean="0"/>
                        <a:t>CSR </a:t>
                      </a:r>
                      <a:r>
                        <a:rPr lang="zh-CN" altLang="en-US" sz="1400" baseline="0" dirty="0" smtClean="0"/>
                        <a:t>審核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 smtClean="0"/>
                        <a:t>第三方</a:t>
                      </a:r>
                      <a:r>
                        <a:rPr lang="en-US" altLang="zh-CN" sz="1400" dirty="0" smtClean="0"/>
                        <a:t>SGS CSR </a:t>
                      </a:r>
                      <a:r>
                        <a:rPr lang="zh-CN" altLang="en-US" sz="1400" dirty="0" smtClean="0"/>
                        <a:t>審核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/>
                        <a:t>ISO/EHS </a:t>
                      </a:r>
                      <a:r>
                        <a:rPr lang="zh-CN" altLang="en-US" sz="1400" dirty="0" smtClean="0"/>
                        <a:t>體系外審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 smtClean="0"/>
                        <a:t>小米客戶年度</a:t>
                      </a:r>
                      <a:r>
                        <a:rPr lang="en-US" altLang="zh-CN" sz="1400" dirty="0" smtClean="0"/>
                        <a:t>CSR </a:t>
                      </a:r>
                      <a:r>
                        <a:rPr lang="zh-CN" altLang="en-US" sz="1400" dirty="0" smtClean="0"/>
                        <a:t>審核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 smtClean="0"/>
                        <a:t>集團勞動保護監督稽核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 smtClean="0"/>
                        <a:t>廠區內部稽核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/>
                        <a:t>……</a:t>
                      </a:r>
                      <a:r>
                        <a:rPr lang="en-US" altLang="zh-TW" sz="1400" b="1" dirty="0" smtClean="0"/>
                        <a:t>20</a:t>
                      </a:r>
                      <a:r>
                        <a:rPr lang="zh-CN" altLang="en-US" sz="1400" b="1" dirty="0" smtClean="0"/>
                        <a:t>余次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3670300" y="2797175"/>
          <a:ext cx="2592790" cy="2516730"/>
        </p:xfrm>
        <a:graphic>
          <a:graphicData uri="http://schemas.openxmlformats.org/drawingml/2006/table">
            <a:tbl>
              <a:tblPr firstRow="1" bandRow="1"/>
              <a:tblGrid>
                <a:gridCol w="2592790">
                  <a:extLst>
                    <a:ext uri="{9D8B030D-6E8A-4147-A177-3AD203B41FA5}"/>
                  </a:extLst>
                </a:gridCol>
              </a:tblGrid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服務出差印度中幹</a:t>
                      </a:r>
                      <a:r>
                        <a:rPr lang="en-US" altLang="zh-CN" sz="1400" b="1" dirty="0" smtClean="0"/>
                        <a:t>20</a:t>
                      </a:r>
                      <a:r>
                        <a:rPr lang="zh-CN" altLang="en-US" sz="1400" b="1" dirty="0" smtClean="0"/>
                        <a:t>余人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返國政策、航班信息搜集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機票、</a:t>
                      </a:r>
                      <a:r>
                        <a:rPr lang="zh-CN" altLang="en-US" sz="1400" dirty="0" smtClean="0"/>
                        <a:t>保險、防疫、交通服務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感染 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異常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印度工作簽證辦理</a:t>
                      </a:r>
                      <a:r>
                        <a:rPr lang="en-US" altLang="zh-CN" sz="1400" b="1" dirty="0" smtClean="0"/>
                        <a:t>10</a:t>
                      </a:r>
                      <a:r>
                        <a:rPr lang="zh-CN" altLang="en-US" sz="1400" b="1" dirty="0" smtClean="0"/>
                        <a:t>人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r>
                        <a:rPr lang="zh-CN" altLang="en-US" sz="1400" dirty="0" smtClean="0"/>
                        <a:t>人，</a:t>
                      </a:r>
                      <a:r>
                        <a:rPr lang="en-US" altLang="zh-CN" sz="1400" dirty="0" smtClean="0"/>
                        <a:t>7/6</a:t>
                      </a:r>
                      <a:r>
                        <a:rPr lang="zh-CN" altLang="en-US" sz="1400" dirty="0" smtClean="0"/>
                        <a:t>已出簽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r>
                        <a:rPr lang="zh-CN" altLang="en-US" sz="1400" dirty="0" smtClean="0"/>
                        <a:t>人，使館受理中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6184900" y="2813050"/>
          <a:ext cx="2431618" cy="2473905"/>
        </p:xfrm>
        <a:graphic>
          <a:graphicData uri="http://schemas.openxmlformats.org/drawingml/2006/table">
            <a:tbl>
              <a:tblPr firstRow="1" bandRow="1"/>
              <a:tblGrid>
                <a:gridCol w="2431618">
                  <a:extLst>
                    <a:ext uri="{9D8B030D-6E8A-4147-A177-3AD203B41FA5}"/>
                  </a:extLst>
                </a:gridCol>
              </a:tblGrid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線上</a:t>
                      </a:r>
                      <a:r>
                        <a:rPr lang="zh-CN" altLang="en-US" sz="1400" b="1" dirty="0" smtClean="0"/>
                        <a:t>問卷調查 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管理層、慈善團體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活動收集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大陸、海外</a:t>
                      </a:r>
                      <a:r>
                        <a:rPr lang="en-US" altLang="zh-CN" sz="1400" dirty="0" smtClean="0"/>
                        <a:t>CSR</a:t>
                      </a:r>
                      <a:r>
                        <a:rPr lang="zh-CN" altLang="en-US" sz="1400" dirty="0" smtClean="0"/>
                        <a:t>活動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政策、數據收集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社會責任政策梳理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全球</a:t>
                      </a:r>
                      <a:r>
                        <a:rPr lang="en-US" altLang="zh-CN" sz="1400" dirty="0" smtClean="0"/>
                        <a:t>HR</a:t>
                      </a:r>
                      <a:r>
                        <a:rPr lang="zh-CN" altLang="en-US" sz="1400" dirty="0" smtClean="0"/>
                        <a:t>、</a:t>
                      </a:r>
                      <a:r>
                        <a:rPr lang="en-US" altLang="zh-CN" sz="1400" dirty="0" smtClean="0"/>
                        <a:t>EHS</a:t>
                      </a:r>
                      <a:r>
                        <a:rPr lang="zh-CN" altLang="en-US" sz="1400" dirty="0" smtClean="0"/>
                        <a:t>數據收集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8669338" y="2814638"/>
          <a:ext cx="2431618" cy="2473905"/>
        </p:xfrm>
        <a:graphic>
          <a:graphicData uri="http://schemas.openxmlformats.org/drawingml/2006/table">
            <a:tbl>
              <a:tblPr firstRow="1" bandRow="1"/>
              <a:tblGrid>
                <a:gridCol w="2431618">
                  <a:extLst>
                    <a:ext uri="{9D8B030D-6E8A-4147-A177-3AD203B41FA5}"/>
                  </a:extLst>
                </a:gridCol>
              </a:tblGrid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報表製作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海外人力週報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月報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廊坊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龍華月度</a:t>
                      </a:r>
                      <a:r>
                        <a:rPr lang="en-US" altLang="zh-CN" sz="1400" dirty="0" smtClean="0"/>
                        <a:t>CSR</a:t>
                      </a:r>
                      <a:r>
                        <a:rPr lang="en-US" altLang="zh-CN" sz="1400" baseline="0" dirty="0" smtClean="0"/>
                        <a:t> KPI </a:t>
                      </a:r>
                      <a:endParaRPr lang="zh-TW" altLang="en-US" sz="1400" b="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廊坊人資月度</a:t>
                      </a:r>
                      <a:r>
                        <a:rPr lang="en-US" altLang="zh-CN" sz="1400" baseline="0" dirty="0" smtClean="0"/>
                        <a:t> EHS KPI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b="1" dirty="0" smtClean="0"/>
                        <a:t>翻譯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翻譯海外廠區資料</a:t>
                      </a:r>
                      <a:r>
                        <a:rPr lang="en-US" altLang="zh-CN" sz="1400" dirty="0" smtClean="0"/>
                        <a:t>20</a:t>
                      </a:r>
                      <a:r>
                        <a:rPr lang="zh-CN" altLang="en-US" sz="1400" dirty="0" smtClean="0"/>
                        <a:t>餘份</a:t>
                      </a:r>
                      <a:endParaRPr lang="zh-TW" altLang="en-US" sz="1400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  <a:tr h="35341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其它主管交辦</a:t>
                      </a:r>
                      <a:endParaRPr lang="zh-TW" altLang="en-US" sz="1400" b="1" dirty="0"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51" name="矩形: 圆角 54">
            <a:extLst/>
          </p:cNvPr>
          <p:cNvSpPr/>
          <p:nvPr/>
        </p:nvSpPr>
        <p:spPr>
          <a:xfrm>
            <a:off x="1092200" y="5557838"/>
            <a:ext cx="2401888" cy="582612"/>
          </a:xfrm>
          <a:prstGeom prst="rect">
            <a:avLst/>
          </a:prstGeom>
          <a:solidFill>
            <a:schemeClr val="bg1"/>
          </a:solidFill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稽核</a:t>
            </a:r>
            <a:r>
              <a:rPr lang="zh-CN" altLang="en-US" b="1" dirty="0" smtClean="0">
                <a:solidFill>
                  <a:schemeClr val="tx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應對</a:t>
            </a:r>
            <a:endParaRPr lang="zh-CN" altLang="en-US" b="1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52" name="文本框 40">
            <a:extLst/>
          </p:cNvPr>
          <p:cNvSpPr txBox="1"/>
          <p:nvPr/>
        </p:nvSpPr>
        <p:spPr>
          <a:xfrm>
            <a:off x="1736725" y="1828800"/>
            <a:ext cx="1284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100</a:t>
            </a:r>
            <a:r>
              <a:rPr lang="en-US" altLang="zh-CN" b="1" dirty="0" smtClean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% </a:t>
            </a:r>
            <a:r>
              <a:rPr lang="zh-CN" altLang="en-US" b="1" dirty="0" smtClean="0"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通過</a:t>
            </a:r>
            <a:endParaRPr lang="zh-CN" altLang="en-US" b="1" dirty="0"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53" name="等腰三角形 52">
            <a:extLst/>
          </p:cNvPr>
          <p:cNvSpPr/>
          <p:nvPr/>
        </p:nvSpPr>
        <p:spPr>
          <a:xfrm rot="10800000">
            <a:off x="4613275" y="2392363"/>
            <a:ext cx="479425" cy="3222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54" name="等腰三角形 53">
            <a:extLst/>
          </p:cNvPr>
          <p:cNvSpPr/>
          <p:nvPr/>
        </p:nvSpPr>
        <p:spPr>
          <a:xfrm rot="10800000">
            <a:off x="7124700" y="2392363"/>
            <a:ext cx="479425" cy="322262"/>
          </a:xfrm>
          <a:prstGeom prst="triangle">
            <a:avLst/>
          </a:prstGeom>
          <a:solidFill>
            <a:srgbClr val="F46501"/>
          </a:solidFill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55" name="等腰三角形 54">
            <a:extLst/>
          </p:cNvPr>
          <p:cNvSpPr/>
          <p:nvPr/>
        </p:nvSpPr>
        <p:spPr>
          <a:xfrm rot="10800000">
            <a:off x="9652000" y="2398713"/>
            <a:ext cx="479425" cy="32226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04900" y="1665288"/>
            <a:ext cx="2401888" cy="4492625"/>
          </a:xfrm>
          <a:prstGeom prst="rect">
            <a:avLst/>
          </a:prstGeom>
          <a:noFill/>
          <a:ln w="28575">
            <a:solidFill>
              <a:srgbClr val="F4650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3632200" y="1665288"/>
            <a:ext cx="2401888" cy="44926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6129338" y="1654175"/>
            <a:ext cx="2403475" cy="4503738"/>
          </a:xfrm>
          <a:prstGeom prst="rect">
            <a:avLst/>
          </a:prstGeom>
          <a:noFill/>
          <a:ln w="28575">
            <a:solidFill>
              <a:srgbClr val="F4650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8643938" y="1652588"/>
            <a:ext cx="2401887" cy="44942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Text_5"/>
          <p:cNvSpPr/>
          <p:nvPr>
            <p:custDataLst>
              <p:tags r:id="rId2"/>
            </p:custDataLst>
          </p:nvPr>
        </p:nvSpPr>
        <p:spPr>
          <a:xfrm>
            <a:off x="1246188" y="2615647"/>
            <a:ext cx="4813300" cy="3294063"/>
          </a:xfrm>
          <a:prstGeom prst="rect">
            <a:avLst/>
          </a:prstGeom>
        </p:spPr>
        <p:txBody>
          <a:bodyPr lIns="91423" tIns="45719" rIns="91423" bIns="45719"/>
          <a:lstStyle/>
          <a:p>
            <a:pPr>
              <a:lnSpc>
                <a:spcPct val="250000"/>
              </a:lnSpc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sym typeface="+mn-lt"/>
              </a:rPr>
              <a:t>文件版本不一，缺失率較高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sym typeface="+mn-lt"/>
              </a:rPr>
              <a:t>沒有共享平台，收集耗時長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sym typeface="+mn-lt"/>
              </a:rPr>
              <a:t>紙檔不利保存，格式不統一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>
              <a:lnSpc>
                <a:spcPct val="250000"/>
              </a:lnSpc>
              <a:defRPr/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222375" y="1693863"/>
            <a:ext cx="104130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項目名稱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：人力資源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全球文控系統</a:t>
            </a:r>
          </a:p>
        </p:txBody>
      </p:sp>
      <p:sp>
        <p:nvSpPr>
          <p:cNvPr id="21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專案項目</a:t>
            </a:r>
            <a:r>
              <a:rPr kumimoji="0" lang="en-US" altLang="zh-CN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(</a:t>
            </a: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一</a:t>
            </a:r>
            <a:r>
              <a:rPr kumimoji="0" lang="en-US" altLang="zh-CN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)</a:t>
            </a:r>
            <a:endParaRPr kumimoji="0" lang="zh-CN" altLang="en-US" sz="3200" b="1" spc="300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Aparajita" panose="020B0604020202020204" pitchFamily="34" charset="0"/>
            </a:endParaRPr>
          </a:p>
        </p:txBody>
      </p:sp>
      <p:sp>
        <p:nvSpPr>
          <p:cNvPr id="24" name="MH_Title_1"/>
          <p:cNvSpPr/>
          <p:nvPr>
            <p:custDataLst>
              <p:tags r:id="rId3"/>
            </p:custDataLst>
          </p:nvPr>
        </p:nvSpPr>
        <p:spPr>
          <a:xfrm>
            <a:off x="8023225" y="3470275"/>
            <a:ext cx="1516063" cy="1500188"/>
          </a:xfrm>
          <a:prstGeom prst="ellipse">
            <a:avLst/>
          </a:prstGeom>
          <a:solidFill>
            <a:srgbClr val="292F39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開發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目的</a:t>
            </a:r>
          </a:p>
        </p:txBody>
      </p:sp>
      <p:sp>
        <p:nvSpPr>
          <p:cNvPr id="25" name="MH_Other_1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3871108" flipH="1">
            <a:off x="6725443" y="2539207"/>
            <a:ext cx="1211263" cy="2051050"/>
          </a:xfrm>
          <a:custGeom>
            <a:avLst/>
            <a:gdLst>
              <a:gd name="T0" fmla="*/ 2147483647 w 849"/>
              <a:gd name="T1" fmla="*/ 0 h 1133"/>
              <a:gd name="T2" fmla="*/ 2147483647 w 849"/>
              <a:gd name="T3" fmla="*/ 2147483647 h 1133"/>
              <a:gd name="T4" fmla="*/ 2147483647 w 849"/>
              <a:gd name="T5" fmla="*/ 2147483647 h 1133"/>
              <a:gd name="T6" fmla="*/ 2147483647 w 849"/>
              <a:gd name="T7" fmla="*/ 2147483647 h 1133"/>
              <a:gd name="T8" fmla="*/ 2147483647 w 849"/>
              <a:gd name="T9" fmla="*/ 2147483647 h 1133"/>
              <a:gd name="T10" fmla="*/ 2147483647 w 849"/>
              <a:gd name="T11" fmla="*/ 2147483647 h 1133"/>
              <a:gd name="T12" fmla="*/ 0 w 849"/>
              <a:gd name="T13" fmla="*/ 2147483647 h 1133"/>
              <a:gd name="T14" fmla="*/ 2147483647 w 849"/>
              <a:gd name="T15" fmla="*/ 0 h 11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49"/>
              <a:gd name="T25" fmla="*/ 0 h 1133"/>
              <a:gd name="T26" fmla="*/ 849 w 849"/>
              <a:gd name="T27" fmla="*/ 1133 h 11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49" h="1133">
                <a:moveTo>
                  <a:pt x="283" y="0"/>
                </a:moveTo>
                <a:cubicBezTo>
                  <a:pt x="595" y="0"/>
                  <a:pt x="849" y="253"/>
                  <a:pt x="849" y="567"/>
                </a:cubicBezTo>
                <a:cubicBezTo>
                  <a:pt x="849" y="880"/>
                  <a:pt x="595" y="1133"/>
                  <a:pt x="283" y="1133"/>
                </a:cubicBezTo>
                <a:cubicBezTo>
                  <a:pt x="283" y="1133"/>
                  <a:pt x="283" y="1133"/>
                  <a:pt x="283" y="1133"/>
                </a:cubicBezTo>
                <a:cubicBezTo>
                  <a:pt x="439" y="1133"/>
                  <a:pt x="566" y="1007"/>
                  <a:pt x="566" y="851"/>
                </a:cubicBezTo>
                <a:cubicBezTo>
                  <a:pt x="566" y="694"/>
                  <a:pt x="439" y="567"/>
                  <a:pt x="283" y="567"/>
                </a:cubicBezTo>
                <a:cubicBezTo>
                  <a:pt x="127" y="567"/>
                  <a:pt x="0" y="440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B2B2B2"/>
              </a:gs>
            </a:gsLst>
            <a:lin ang="8100000" scaled="1"/>
            <a:tileRect/>
          </a:gradFill>
          <a:ln w="3175" cap="flat" cmpd="sng" algn="ctr">
            <a:noFill/>
            <a:prstDash val="solid"/>
          </a:ln>
          <a:effectLst/>
        </p:spPr>
        <p:txBody>
          <a:bodyPr lIns="91423" tIns="45719" rIns="91423" bIns="45719" anchor="ctr"/>
          <a:lstStyle/>
          <a:p>
            <a:pPr algn="ctr">
              <a:lnSpc>
                <a:spcPct val="120000"/>
              </a:lnSpc>
              <a:defRPr/>
            </a:pPr>
            <a:endParaRPr lang="en-US" sz="1600" b="1" kern="0" dirty="0">
              <a:solidFill>
                <a:srgbClr val="F9F9F9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26" name="MH_SubTitle_5"/>
          <p:cNvSpPr/>
          <p:nvPr>
            <p:custDataLst>
              <p:tags r:id="rId5"/>
            </p:custDataLst>
          </p:nvPr>
        </p:nvSpPr>
        <p:spPr>
          <a:xfrm>
            <a:off x="6245225" y="3167063"/>
            <a:ext cx="1039813" cy="1031875"/>
          </a:xfrm>
          <a:prstGeom prst="ellipse">
            <a:avLst/>
          </a:prstGeom>
          <a:solidFill>
            <a:srgbClr val="F46501"/>
          </a:solidFill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文件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共享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29" name="MH_Other_2"/>
          <p:cNvSpPr>
            <a:spLocks/>
          </p:cNvSpPr>
          <p:nvPr>
            <p:custDataLst>
              <p:tags r:id="rId6"/>
            </p:custDataLst>
          </p:nvPr>
        </p:nvSpPr>
        <p:spPr bwMode="auto">
          <a:xfrm rot="18191108" flipH="1">
            <a:off x="8378031" y="1632745"/>
            <a:ext cx="1209675" cy="2049462"/>
          </a:xfrm>
          <a:custGeom>
            <a:avLst/>
            <a:gdLst>
              <a:gd name="T0" fmla="*/ 2147483647 w 849"/>
              <a:gd name="T1" fmla="*/ 0 h 1133"/>
              <a:gd name="T2" fmla="*/ 2147483647 w 849"/>
              <a:gd name="T3" fmla="*/ 2147483647 h 1133"/>
              <a:gd name="T4" fmla="*/ 2147483647 w 849"/>
              <a:gd name="T5" fmla="*/ 2147483647 h 1133"/>
              <a:gd name="T6" fmla="*/ 2147483647 w 849"/>
              <a:gd name="T7" fmla="*/ 2147483647 h 1133"/>
              <a:gd name="T8" fmla="*/ 2147483647 w 849"/>
              <a:gd name="T9" fmla="*/ 2147483647 h 1133"/>
              <a:gd name="T10" fmla="*/ 2147483647 w 849"/>
              <a:gd name="T11" fmla="*/ 2147483647 h 1133"/>
              <a:gd name="T12" fmla="*/ 0 w 849"/>
              <a:gd name="T13" fmla="*/ 2147483647 h 1133"/>
              <a:gd name="T14" fmla="*/ 2147483647 w 849"/>
              <a:gd name="T15" fmla="*/ 0 h 11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49"/>
              <a:gd name="T25" fmla="*/ 0 h 1133"/>
              <a:gd name="T26" fmla="*/ 849 w 849"/>
              <a:gd name="T27" fmla="*/ 1133 h 11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49" h="1133">
                <a:moveTo>
                  <a:pt x="283" y="0"/>
                </a:moveTo>
                <a:cubicBezTo>
                  <a:pt x="595" y="0"/>
                  <a:pt x="849" y="253"/>
                  <a:pt x="849" y="567"/>
                </a:cubicBezTo>
                <a:cubicBezTo>
                  <a:pt x="849" y="880"/>
                  <a:pt x="595" y="1133"/>
                  <a:pt x="283" y="1133"/>
                </a:cubicBezTo>
                <a:cubicBezTo>
                  <a:pt x="283" y="1133"/>
                  <a:pt x="283" y="1133"/>
                  <a:pt x="283" y="1133"/>
                </a:cubicBezTo>
                <a:cubicBezTo>
                  <a:pt x="439" y="1133"/>
                  <a:pt x="566" y="1007"/>
                  <a:pt x="566" y="851"/>
                </a:cubicBezTo>
                <a:cubicBezTo>
                  <a:pt x="566" y="694"/>
                  <a:pt x="439" y="567"/>
                  <a:pt x="283" y="567"/>
                </a:cubicBezTo>
                <a:cubicBezTo>
                  <a:pt x="127" y="567"/>
                  <a:pt x="0" y="440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B2B2B2"/>
              </a:gs>
            </a:gsLst>
            <a:lin ang="8100000" scaled="1"/>
            <a:tileRect/>
          </a:gradFill>
          <a:ln w="3175" cap="flat" cmpd="sng" algn="ctr">
            <a:noFill/>
            <a:prstDash val="solid"/>
          </a:ln>
          <a:effectLst/>
        </p:spPr>
        <p:txBody>
          <a:bodyPr lIns="91423" tIns="45719" rIns="91423" bIns="45719" anchor="ctr"/>
          <a:lstStyle/>
          <a:p>
            <a:pPr algn="ctr">
              <a:lnSpc>
                <a:spcPct val="120000"/>
              </a:lnSpc>
              <a:defRPr/>
            </a:pPr>
            <a:endParaRPr lang="en-US" sz="1600" b="1" kern="0" dirty="0">
              <a:solidFill>
                <a:srgbClr val="F9F9F9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30" name="MH_SubTitle_1"/>
          <p:cNvSpPr/>
          <p:nvPr>
            <p:custDataLst>
              <p:tags r:id="rId7"/>
            </p:custDataLst>
          </p:nvPr>
        </p:nvSpPr>
        <p:spPr>
          <a:xfrm>
            <a:off x="8177213" y="1646238"/>
            <a:ext cx="1036637" cy="1028700"/>
          </a:xfrm>
          <a:prstGeom prst="ellipse">
            <a:avLst/>
          </a:prstGeom>
          <a:solidFill>
            <a:srgbClr val="F46501"/>
          </a:solidFill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標準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制式</a:t>
            </a:r>
          </a:p>
        </p:txBody>
      </p:sp>
      <p:sp>
        <p:nvSpPr>
          <p:cNvPr id="31" name="MH_Other_3"/>
          <p:cNvSpPr>
            <a:spLocks/>
          </p:cNvSpPr>
          <p:nvPr>
            <p:custDataLst>
              <p:tags r:id="rId8"/>
            </p:custDataLst>
          </p:nvPr>
        </p:nvSpPr>
        <p:spPr bwMode="auto">
          <a:xfrm rot="911108" flipH="1">
            <a:off x="9753600" y="2917825"/>
            <a:ext cx="1220788" cy="2033588"/>
          </a:xfrm>
          <a:custGeom>
            <a:avLst/>
            <a:gdLst>
              <a:gd name="T0" fmla="*/ 2147483647 w 849"/>
              <a:gd name="T1" fmla="*/ 0 h 1133"/>
              <a:gd name="T2" fmla="*/ 2147483647 w 849"/>
              <a:gd name="T3" fmla="*/ 2147483647 h 1133"/>
              <a:gd name="T4" fmla="*/ 2147483647 w 849"/>
              <a:gd name="T5" fmla="*/ 2147483647 h 1133"/>
              <a:gd name="T6" fmla="*/ 2147483647 w 849"/>
              <a:gd name="T7" fmla="*/ 2147483647 h 1133"/>
              <a:gd name="T8" fmla="*/ 2147483647 w 849"/>
              <a:gd name="T9" fmla="*/ 2147483647 h 1133"/>
              <a:gd name="T10" fmla="*/ 2147483647 w 849"/>
              <a:gd name="T11" fmla="*/ 2147483647 h 1133"/>
              <a:gd name="T12" fmla="*/ 0 w 849"/>
              <a:gd name="T13" fmla="*/ 2147483647 h 1133"/>
              <a:gd name="T14" fmla="*/ 2147483647 w 849"/>
              <a:gd name="T15" fmla="*/ 0 h 11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49"/>
              <a:gd name="T25" fmla="*/ 0 h 1133"/>
              <a:gd name="T26" fmla="*/ 849 w 849"/>
              <a:gd name="T27" fmla="*/ 1133 h 11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49" h="1133">
                <a:moveTo>
                  <a:pt x="283" y="0"/>
                </a:moveTo>
                <a:cubicBezTo>
                  <a:pt x="595" y="0"/>
                  <a:pt x="849" y="253"/>
                  <a:pt x="849" y="567"/>
                </a:cubicBezTo>
                <a:cubicBezTo>
                  <a:pt x="849" y="880"/>
                  <a:pt x="595" y="1133"/>
                  <a:pt x="283" y="1133"/>
                </a:cubicBezTo>
                <a:cubicBezTo>
                  <a:pt x="283" y="1133"/>
                  <a:pt x="283" y="1133"/>
                  <a:pt x="283" y="1133"/>
                </a:cubicBezTo>
                <a:cubicBezTo>
                  <a:pt x="439" y="1133"/>
                  <a:pt x="566" y="1007"/>
                  <a:pt x="566" y="851"/>
                </a:cubicBezTo>
                <a:cubicBezTo>
                  <a:pt x="566" y="694"/>
                  <a:pt x="439" y="567"/>
                  <a:pt x="283" y="567"/>
                </a:cubicBezTo>
                <a:cubicBezTo>
                  <a:pt x="127" y="567"/>
                  <a:pt x="0" y="440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B2B2B2"/>
              </a:gs>
            </a:gsLst>
            <a:lin ang="8100000" scaled="1"/>
            <a:tileRect/>
          </a:gradFill>
          <a:ln w="3175" cap="flat" cmpd="sng" algn="ctr">
            <a:noFill/>
            <a:prstDash val="solid"/>
          </a:ln>
          <a:effectLst/>
        </p:spPr>
        <p:txBody>
          <a:bodyPr lIns="91423" tIns="45719" rIns="91423" bIns="45719" anchor="ctr"/>
          <a:lstStyle/>
          <a:p>
            <a:pPr algn="ctr">
              <a:lnSpc>
                <a:spcPct val="120000"/>
              </a:lnSpc>
              <a:defRPr/>
            </a:pPr>
            <a:endParaRPr lang="en-US" sz="1600" b="1" kern="0" dirty="0">
              <a:solidFill>
                <a:srgbClr val="F9F9F9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32" name="MH_SubTitle_2"/>
          <p:cNvSpPr/>
          <p:nvPr>
            <p:custDataLst>
              <p:tags r:id="rId9"/>
            </p:custDataLst>
          </p:nvPr>
        </p:nvSpPr>
        <p:spPr>
          <a:xfrm>
            <a:off x="10233025" y="2995613"/>
            <a:ext cx="1036638" cy="1028700"/>
          </a:xfrm>
          <a:prstGeom prst="ellipse">
            <a:avLst/>
          </a:prstGeom>
          <a:solidFill>
            <a:srgbClr val="F46501"/>
          </a:solidFill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規范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管理</a:t>
            </a:r>
          </a:p>
        </p:txBody>
      </p:sp>
      <p:sp>
        <p:nvSpPr>
          <p:cNvPr id="33" name="MH_Other_4"/>
          <p:cNvSpPr>
            <a:spLocks/>
          </p:cNvSpPr>
          <p:nvPr>
            <p:custDataLst>
              <p:tags r:id="rId10"/>
            </p:custDataLst>
          </p:nvPr>
        </p:nvSpPr>
        <p:spPr bwMode="auto">
          <a:xfrm rot="5231108" flipH="1">
            <a:off x="8959057" y="4604544"/>
            <a:ext cx="1211262" cy="2051050"/>
          </a:xfrm>
          <a:custGeom>
            <a:avLst/>
            <a:gdLst>
              <a:gd name="T0" fmla="*/ 2147483647 w 849"/>
              <a:gd name="T1" fmla="*/ 0 h 1133"/>
              <a:gd name="T2" fmla="*/ 2147483647 w 849"/>
              <a:gd name="T3" fmla="*/ 2147483647 h 1133"/>
              <a:gd name="T4" fmla="*/ 2147483647 w 849"/>
              <a:gd name="T5" fmla="*/ 2147483647 h 1133"/>
              <a:gd name="T6" fmla="*/ 2147483647 w 849"/>
              <a:gd name="T7" fmla="*/ 2147483647 h 1133"/>
              <a:gd name="T8" fmla="*/ 2147483647 w 849"/>
              <a:gd name="T9" fmla="*/ 2147483647 h 1133"/>
              <a:gd name="T10" fmla="*/ 2147483647 w 849"/>
              <a:gd name="T11" fmla="*/ 2147483647 h 1133"/>
              <a:gd name="T12" fmla="*/ 0 w 849"/>
              <a:gd name="T13" fmla="*/ 2147483647 h 1133"/>
              <a:gd name="T14" fmla="*/ 2147483647 w 849"/>
              <a:gd name="T15" fmla="*/ 0 h 11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49"/>
              <a:gd name="T25" fmla="*/ 0 h 1133"/>
              <a:gd name="T26" fmla="*/ 849 w 849"/>
              <a:gd name="T27" fmla="*/ 1133 h 11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49" h="1133">
                <a:moveTo>
                  <a:pt x="283" y="0"/>
                </a:moveTo>
                <a:cubicBezTo>
                  <a:pt x="595" y="0"/>
                  <a:pt x="849" y="253"/>
                  <a:pt x="849" y="567"/>
                </a:cubicBezTo>
                <a:cubicBezTo>
                  <a:pt x="849" y="880"/>
                  <a:pt x="595" y="1133"/>
                  <a:pt x="283" y="1133"/>
                </a:cubicBezTo>
                <a:cubicBezTo>
                  <a:pt x="283" y="1133"/>
                  <a:pt x="283" y="1133"/>
                  <a:pt x="283" y="1133"/>
                </a:cubicBezTo>
                <a:cubicBezTo>
                  <a:pt x="439" y="1133"/>
                  <a:pt x="566" y="1007"/>
                  <a:pt x="566" y="851"/>
                </a:cubicBezTo>
                <a:cubicBezTo>
                  <a:pt x="566" y="694"/>
                  <a:pt x="439" y="567"/>
                  <a:pt x="283" y="567"/>
                </a:cubicBezTo>
                <a:cubicBezTo>
                  <a:pt x="127" y="567"/>
                  <a:pt x="0" y="440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B2B2B2"/>
              </a:gs>
            </a:gsLst>
            <a:lin ang="8100000" scaled="1"/>
            <a:tileRect/>
          </a:gradFill>
          <a:ln w="3175" cap="flat" cmpd="sng" algn="ctr">
            <a:noFill/>
            <a:prstDash val="solid"/>
          </a:ln>
          <a:effectLst/>
        </p:spPr>
        <p:txBody>
          <a:bodyPr lIns="91423" tIns="45719" rIns="91423" bIns="45719" anchor="ctr"/>
          <a:lstStyle/>
          <a:p>
            <a:pPr algn="ctr">
              <a:lnSpc>
                <a:spcPct val="120000"/>
              </a:lnSpc>
              <a:defRPr/>
            </a:pPr>
            <a:endParaRPr lang="en-US" sz="1600" b="1" kern="0" dirty="0">
              <a:solidFill>
                <a:srgbClr val="F9F9F9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34" name="MH_SubTitle_3"/>
          <p:cNvSpPr/>
          <p:nvPr>
            <p:custDataLst>
              <p:tags r:id="rId11"/>
            </p:custDataLst>
          </p:nvPr>
        </p:nvSpPr>
        <p:spPr>
          <a:xfrm>
            <a:off x="9572625" y="5348288"/>
            <a:ext cx="1039813" cy="1031875"/>
          </a:xfrm>
          <a:prstGeom prst="ellipse">
            <a:avLst/>
          </a:prstGeom>
          <a:solidFill>
            <a:srgbClr val="F46501"/>
          </a:solidFill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體系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建置</a:t>
            </a:r>
          </a:p>
        </p:txBody>
      </p:sp>
      <p:sp>
        <p:nvSpPr>
          <p:cNvPr id="35" name="MH_Other_5"/>
          <p:cNvSpPr>
            <a:spLocks/>
          </p:cNvSpPr>
          <p:nvPr>
            <p:custDataLst>
              <p:tags r:id="rId12"/>
            </p:custDataLst>
          </p:nvPr>
        </p:nvSpPr>
        <p:spPr bwMode="auto">
          <a:xfrm rot="9551108" flipH="1">
            <a:off x="7080250" y="4386263"/>
            <a:ext cx="1220788" cy="2030412"/>
          </a:xfrm>
          <a:custGeom>
            <a:avLst/>
            <a:gdLst>
              <a:gd name="T0" fmla="*/ 2147483647 w 849"/>
              <a:gd name="T1" fmla="*/ 0 h 1133"/>
              <a:gd name="T2" fmla="*/ 2147483647 w 849"/>
              <a:gd name="T3" fmla="*/ 2147483647 h 1133"/>
              <a:gd name="T4" fmla="*/ 2147483647 w 849"/>
              <a:gd name="T5" fmla="*/ 2147483647 h 1133"/>
              <a:gd name="T6" fmla="*/ 2147483647 w 849"/>
              <a:gd name="T7" fmla="*/ 2147483647 h 1133"/>
              <a:gd name="T8" fmla="*/ 2147483647 w 849"/>
              <a:gd name="T9" fmla="*/ 2147483647 h 1133"/>
              <a:gd name="T10" fmla="*/ 2147483647 w 849"/>
              <a:gd name="T11" fmla="*/ 2147483647 h 1133"/>
              <a:gd name="T12" fmla="*/ 0 w 849"/>
              <a:gd name="T13" fmla="*/ 2147483647 h 1133"/>
              <a:gd name="T14" fmla="*/ 2147483647 w 849"/>
              <a:gd name="T15" fmla="*/ 0 h 11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49"/>
              <a:gd name="T25" fmla="*/ 0 h 1133"/>
              <a:gd name="T26" fmla="*/ 849 w 849"/>
              <a:gd name="T27" fmla="*/ 1133 h 11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49" h="1133">
                <a:moveTo>
                  <a:pt x="283" y="0"/>
                </a:moveTo>
                <a:cubicBezTo>
                  <a:pt x="595" y="0"/>
                  <a:pt x="849" y="253"/>
                  <a:pt x="849" y="567"/>
                </a:cubicBezTo>
                <a:cubicBezTo>
                  <a:pt x="849" y="880"/>
                  <a:pt x="595" y="1133"/>
                  <a:pt x="283" y="1133"/>
                </a:cubicBezTo>
                <a:cubicBezTo>
                  <a:pt x="283" y="1133"/>
                  <a:pt x="283" y="1133"/>
                  <a:pt x="283" y="1133"/>
                </a:cubicBezTo>
                <a:cubicBezTo>
                  <a:pt x="439" y="1133"/>
                  <a:pt x="566" y="1007"/>
                  <a:pt x="566" y="851"/>
                </a:cubicBezTo>
                <a:cubicBezTo>
                  <a:pt x="566" y="694"/>
                  <a:pt x="439" y="567"/>
                  <a:pt x="283" y="567"/>
                </a:cubicBezTo>
                <a:cubicBezTo>
                  <a:pt x="127" y="567"/>
                  <a:pt x="0" y="440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/>
              </a:gs>
              <a:gs pos="0">
                <a:srgbClr val="B2B2B2"/>
              </a:gs>
            </a:gsLst>
            <a:lin ang="8100000" scaled="1"/>
            <a:tileRect/>
          </a:gradFill>
          <a:ln w="3175" cap="flat" cmpd="sng" algn="ctr">
            <a:noFill/>
            <a:prstDash val="solid"/>
          </a:ln>
          <a:effectLst/>
        </p:spPr>
        <p:txBody>
          <a:bodyPr lIns="91423" tIns="45719" rIns="91423" bIns="45719" anchor="ctr"/>
          <a:lstStyle/>
          <a:p>
            <a:pPr algn="ctr">
              <a:lnSpc>
                <a:spcPct val="120000"/>
              </a:lnSpc>
              <a:defRPr/>
            </a:pPr>
            <a:endParaRPr lang="en-US" sz="1600" b="1" kern="0" dirty="0">
              <a:solidFill>
                <a:srgbClr val="F9F9F9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36" name="MH_SubTitle_4"/>
          <p:cNvSpPr/>
          <p:nvPr>
            <p:custDataLst>
              <p:tags r:id="rId13"/>
            </p:custDataLst>
          </p:nvPr>
        </p:nvSpPr>
        <p:spPr>
          <a:xfrm>
            <a:off x="7110413" y="5456238"/>
            <a:ext cx="1039812" cy="1030287"/>
          </a:xfrm>
          <a:prstGeom prst="ellipse">
            <a:avLst/>
          </a:prstGeom>
          <a:solidFill>
            <a:srgbClr val="F46501"/>
          </a:solidFill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線上</a:t>
            </a:r>
            <a:endParaRPr lang="en-US" altLang="zh-CN" sz="16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簽核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26"/>
          <p:cNvPicPr>
            <a:picLocks noChangeAspect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444875" y="5711825"/>
            <a:ext cx="2687638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图片 27"/>
          <p:cNvPicPr>
            <a:picLocks noChangeAspect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756275" y="5711825"/>
            <a:ext cx="268922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MH_Other_1"/>
          <p:cNvCxnSpPr>
            <a:stCxn id="17" idx="28"/>
            <a:endCxn id="6" idx="0"/>
          </p:cNvCxnSpPr>
          <p:nvPr>
            <p:custDataLst>
              <p:tags r:id="rId2"/>
            </p:custDataLst>
          </p:nvPr>
        </p:nvCxnSpPr>
        <p:spPr>
          <a:xfrm>
            <a:off x="2481263" y="3868738"/>
            <a:ext cx="3408362" cy="1593850"/>
          </a:xfrm>
          <a:prstGeom prst="line">
            <a:avLst/>
          </a:prstGeom>
          <a:ln cmpd="sng">
            <a:solidFill>
              <a:srgbClr val="9696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MH_Other_2"/>
          <p:cNvCxnSpPr>
            <a:stCxn id="6" idx="0"/>
            <a:endCxn id="8" idx="32"/>
          </p:cNvCxnSpPr>
          <p:nvPr>
            <p:custDataLst>
              <p:tags r:id="rId3"/>
            </p:custDataLst>
          </p:nvPr>
        </p:nvCxnSpPr>
        <p:spPr>
          <a:xfrm flipH="1" flipV="1">
            <a:off x="4270375" y="4100513"/>
            <a:ext cx="1619250" cy="1362075"/>
          </a:xfrm>
          <a:prstGeom prst="line">
            <a:avLst/>
          </a:prstGeom>
          <a:ln cmpd="sng">
            <a:solidFill>
              <a:srgbClr val="9696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H_Title_1"/>
          <p:cNvSpPr txBox="1"/>
          <p:nvPr>
            <p:custDataLst>
              <p:tags r:id="rId4"/>
            </p:custDataLst>
          </p:nvPr>
        </p:nvSpPr>
        <p:spPr>
          <a:xfrm>
            <a:off x="3030538" y="5462588"/>
            <a:ext cx="5718175" cy="952500"/>
          </a:xfrm>
          <a:prstGeom prst="rect">
            <a:avLst/>
          </a:prstGeom>
          <a:solidFill>
            <a:srgbClr val="292F39"/>
          </a:solidFill>
        </p:spPr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人力資源全球文控 </a:t>
            </a:r>
            <a:endParaRPr kumimoji="0" lang="en-US" altLang="zh-CN" sz="28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20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Global Document Control Center</a:t>
            </a:r>
            <a:endParaRPr kumimoji="0" lang="zh-CN" altLang="en-US" sz="2000" b="1" dirty="0">
              <a:solidFill>
                <a:schemeClr val="bg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8" name="MH_Other_3"/>
          <p:cNvSpPr/>
          <p:nvPr>
            <p:custDataLst>
              <p:tags r:id="rId5"/>
            </p:custDataLst>
          </p:nvPr>
        </p:nvSpPr>
        <p:spPr>
          <a:xfrm>
            <a:off x="3041650" y="2282825"/>
            <a:ext cx="1836738" cy="1835150"/>
          </a:xfrm>
          <a:custGeom>
            <a:avLst/>
            <a:gdLst>
              <a:gd name="connsiteX0" fmla="*/ 967503 w 1885632"/>
              <a:gd name="connsiteY0" fmla="*/ 143738 h 1811838"/>
              <a:gd name="connsiteX1" fmla="*/ 813446 w 1885632"/>
              <a:gd name="connsiteY1" fmla="*/ 154545 h 1811838"/>
              <a:gd name="connsiteX2" fmla="*/ 191442 w 1885632"/>
              <a:gd name="connsiteY2" fmla="*/ 1035290 h 1811838"/>
              <a:gd name="connsiteX3" fmla="*/ 1072187 w 1885632"/>
              <a:gd name="connsiteY3" fmla="*/ 1657294 h 1811838"/>
              <a:gd name="connsiteX4" fmla="*/ 1694191 w 1885632"/>
              <a:gd name="connsiteY4" fmla="*/ 776549 h 1811838"/>
              <a:gd name="connsiteX5" fmla="*/ 967503 w 1885632"/>
              <a:gd name="connsiteY5" fmla="*/ 143738 h 1811838"/>
              <a:gd name="connsiteX6" fmla="*/ 1205499 w 1885632"/>
              <a:gd name="connsiteY6" fmla="*/ 0 h 1811838"/>
              <a:gd name="connsiteX7" fmla="*/ 1205599 w 1885632"/>
              <a:gd name="connsiteY7" fmla="*/ 3219 h 1811838"/>
              <a:gd name="connsiteX8" fmla="*/ 1207410 w 1885632"/>
              <a:gd name="connsiteY8" fmla="*/ 556 h 1811838"/>
              <a:gd name="connsiteX9" fmla="*/ 1233742 w 1885632"/>
              <a:gd name="connsiteY9" fmla="*/ 44096 h 1811838"/>
              <a:gd name="connsiteX10" fmla="*/ 1412402 w 1885632"/>
              <a:gd name="connsiteY10" fmla="*/ 215739 h 1811838"/>
              <a:gd name="connsiteX11" fmla="*/ 1637652 w 1885632"/>
              <a:gd name="connsiteY11" fmla="*/ 318908 h 1811838"/>
              <a:gd name="connsiteX12" fmla="*/ 1687817 w 1885632"/>
              <a:gd name="connsiteY12" fmla="*/ 327417 h 1811838"/>
              <a:gd name="connsiteX13" fmla="*/ 1686005 w 1885632"/>
              <a:gd name="connsiteY13" fmla="*/ 330079 h 1811838"/>
              <a:gd name="connsiteX14" fmla="*/ 1689037 w 1885632"/>
              <a:gd name="connsiteY14" fmla="*/ 328991 h 1811838"/>
              <a:gd name="connsiteX15" fmla="*/ 1684748 w 1885632"/>
              <a:gd name="connsiteY15" fmla="*/ 379691 h 1811838"/>
              <a:gd name="connsiteX16" fmla="*/ 1728398 w 1885632"/>
              <a:gd name="connsiteY16" fmla="*/ 623568 h 1811838"/>
              <a:gd name="connsiteX17" fmla="*/ 1849986 w 1885632"/>
              <a:gd name="connsiteY17" fmla="*/ 839431 h 1811838"/>
              <a:gd name="connsiteX18" fmla="*/ 1885570 w 1885632"/>
              <a:gd name="connsiteY18" fmla="*/ 875801 h 1811838"/>
              <a:gd name="connsiteX19" fmla="*/ 1882539 w 1885632"/>
              <a:gd name="connsiteY19" fmla="*/ 876891 h 1811838"/>
              <a:gd name="connsiteX20" fmla="*/ 1885632 w 1885632"/>
              <a:gd name="connsiteY20" fmla="*/ 877791 h 1811838"/>
              <a:gd name="connsiteX21" fmla="*/ 1852361 w 1885632"/>
              <a:gd name="connsiteY21" fmla="*/ 916288 h 1811838"/>
              <a:gd name="connsiteX22" fmla="*/ 1744327 w 1885632"/>
              <a:gd name="connsiteY22" fmla="*/ 1139246 h 1811838"/>
              <a:gd name="connsiteX23" fmla="*/ 1715813 w 1885632"/>
              <a:gd name="connsiteY23" fmla="*/ 1385351 h 1811838"/>
              <a:gd name="connsiteX24" fmla="*/ 1723223 w 1885632"/>
              <a:gd name="connsiteY24" fmla="*/ 1435690 h 1811838"/>
              <a:gd name="connsiteX25" fmla="*/ 1720128 w 1885632"/>
              <a:gd name="connsiteY25" fmla="*/ 1434789 h 1811838"/>
              <a:gd name="connsiteX26" fmla="*/ 1722103 w 1885632"/>
              <a:gd name="connsiteY26" fmla="*/ 1437336 h 1811838"/>
              <a:gd name="connsiteX27" fmla="*/ 1672558 w 1885632"/>
              <a:gd name="connsiteY27" fmla="*/ 1448926 h 1811838"/>
              <a:gd name="connsiteX28" fmla="*/ 1454106 w 1885632"/>
              <a:gd name="connsiteY28" fmla="*/ 1565801 h 1811838"/>
              <a:gd name="connsiteX29" fmla="*/ 1286380 w 1885632"/>
              <a:gd name="connsiteY29" fmla="*/ 1748145 h 1811838"/>
              <a:gd name="connsiteX30" fmla="*/ 1262786 w 1885632"/>
              <a:gd name="connsiteY30" fmla="*/ 1793224 h 1811838"/>
              <a:gd name="connsiteX31" fmla="*/ 1260813 w 1885632"/>
              <a:gd name="connsiteY31" fmla="*/ 1790678 h 1811838"/>
              <a:gd name="connsiteX32" fmla="*/ 1260913 w 1885632"/>
              <a:gd name="connsiteY32" fmla="*/ 1793899 h 1811838"/>
              <a:gd name="connsiteX33" fmla="*/ 1214018 w 1885632"/>
              <a:gd name="connsiteY33" fmla="*/ 1774152 h 1811838"/>
              <a:gd name="connsiteX34" fmla="*/ 968589 w 1885632"/>
              <a:gd name="connsiteY34" fmla="*/ 1740304 h 1811838"/>
              <a:gd name="connsiteX35" fmla="*/ 725717 w 1885632"/>
              <a:gd name="connsiteY35" fmla="*/ 1789236 h 1811838"/>
              <a:gd name="connsiteX36" fmla="*/ 680132 w 1885632"/>
              <a:gd name="connsiteY36" fmla="*/ 1811838 h 1811838"/>
              <a:gd name="connsiteX37" fmla="*/ 680033 w 1885632"/>
              <a:gd name="connsiteY37" fmla="*/ 1808619 h 1811838"/>
              <a:gd name="connsiteX38" fmla="*/ 678222 w 1885632"/>
              <a:gd name="connsiteY38" fmla="*/ 1811282 h 1811838"/>
              <a:gd name="connsiteX39" fmla="*/ 651889 w 1885632"/>
              <a:gd name="connsiteY39" fmla="*/ 1767743 h 1811838"/>
              <a:gd name="connsiteX40" fmla="*/ 473229 w 1885632"/>
              <a:gd name="connsiteY40" fmla="*/ 1596099 h 1811838"/>
              <a:gd name="connsiteX41" fmla="*/ 247980 w 1885632"/>
              <a:gd name="connsiteY41" fmla="*/ 1492930 h 1811838"/>
              <a:gd name="connsiteX42" fmla="*/ 197815 w 1885632"/>
              <a:gd name="connsiteY42" fmla="*/ 1484422 h 1811838"/>
              <a:gd name="connsiteX43" fmla="*/ 199626 w 1885632"/>
              <a:gd name="connsiteY43" fmla="*/ 1481759 h 1811838"/>
              <a:gd name="connsiteX44" fmla="*/ 196595 w 1885632"/>
              <a:gd name="connsiteY44" fmla="*/ 1482848 h 1811838"/>
              <a:gd name="connsiteX45" fmla="*/ 200883 w 1885632"/>
              <a:gd name="connsiteY45" fmla="*/ 1432147 h 1811838"/>
              <a:gd name="connsiteX46" fmla="*/ 157233 w 1885632"/>
              <a:gd name="connsiteY46" fmla="*/ 1188270 h 1811838"/>
              <a:gd name="connsiteX47" fmla="*/ 35644 w 1885632"/>
              <a:gd name="connsiteY47" fmla="*/ 972407 h 1811838"/>
              <a:gd name="connsiteX48" fmla="*/ 62 w 1885632"/>
              <a:gd name="connsiteY48" fmla="*/ 936036 h 1811838"/>
              <a:gd name="connsiteX49" fmla="*/ 3095 w 1885632"/>
              <a:gd name="connsiteY49" fmla="*/ 934947 h 1811838"/>
              <a:gd name="connsiteX50" fmla="*/ 0 w 1885632"/>
              <a:gd name="connsiteY50" fmla="*/ 934046 h 1811838"/>
              <a:gd name="connsiteX51" fmla="*/ 33272 w 1885632"/>
              <a:gd name="connsiteY51" fmla="*/ 895549 h 1811838"/>
              <a:gd name="connsiteX52" fmla="*/ 141305 w 1885632"/>
              <a:gd name="connsiteY52" fmla="*/ 672591 h 1811838"/>
              <a:gd name="connsiteX53" fmla="*/ 169819 w 1885632"/>
              <a:gd name="connsiteY53" fmla="*/ 426486 h 1811838"/>
              <a:gd name="connsiteX54" fmla="*/ 162409 w 1885632"/>
              <a:gd name="connsiteY54" fmla="*/ 376147 h 1811838"/>
              <a:gd name="connsiteX55" fmla="*/ 165502 w 1885632"/>
              <a:gd name="connsiteY55" fmla="*/ 377047 h 1811838"/>
              <a:gd name="connsiteX56" fmla="*/ 163529 w 1885632"/>
              <a:gd name="connsiteY56" fmla="*/ 374501 h 1811838"/>
              <a:gd name="connsiteX57" fmla="*/ 213074 w 1885632"/>
              <a:gd name="connsiteY57" fmla="*/ 362912 h 1811838"/>
              <a:gd name="connsiteX58" fmla="*/ 431525 w 1885632"/>
              <a:gd name="connsiteY58" fmla="*/ 246037 h 1811838"/>
              <a:gd name="connsiteX59" fmla="*/ 599251 w 1885632"/>
              <a:gd name="connsiteY59" fmla="*/ 63694 h 1811838"/>
              <a:gd name="connsiteX60" fmla="*/ 622846 w 1885632"/>
              <a:gd name="connsiteY60" fmla="*/ 18614 h 1811838"/>
              <a:gd name="connsiteX61" fmla="*/ 624818 w 1885632"/>
              <a:gd name="connsiteY61" fmla="*/ 21159 h 1811838"/>
              <a:gd name="connsiteX62" fmla="*/ 624719 w 1885632"/>
              <a:gd name="connsiteY62" fmla="*/ 17940 h 1811838"/>
              <a:gd name="connsiteX63" fmla="*/ 671613 w 1885632"/>
              <a:gd name="connsiteY63" fmla="*/ 37686 h 1811838"/>
              <a:gd name="connsiteX64" fmla="*/ 917042 w 1885632"/>
              <a:gd name="connsiteY64" fmla="*/ 71535 h 1811838"/>
              <a:gd name="connsiteX65" fmla="*/ 1159914 w 1885632"/>
              <a:gd name="connsiteY65" fmla="*/ 22602 h 181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85632" h="1811838">
                <a:moveTo>
                  <a:pt x="967503" y="143738"/>
                </a:moveTo>
                <a:cubicBezTo>
                  <a:pt x="916867" y="142150"/>
                  <a:pt x="865318" y="145614"/>
                  <a:pt x="813446" y="154545"/>
                </a:cubicBezTo>
                <a:cubicBezTo>
                  <a:pt x="398473" y="225994"/>
                  <a:pt x="119993" y="620317"/>
                  <a:pt x="191442" y="1035290"/>
                </a:cubicBezTo>
                <a:cubicBezTo>
                  <a:pt x="262892" y="1450263"/>
                  <a:pt x="657215" y="1728743"/>
                  <a:pt x="1072187" y="1657294"/>
                </a:cubicBezTo>
                <a:cubicBezTo>
                  <a:pt x="1487160" y="1585844"/>
                  <a:pt x="1765641" y="1191522"/>
                  <a:pt x="1694191" y="776549"/>
                </a:cubicBezTo>
                <a:cubicBezTo>
                  <a:pt x="1631673" y="413447"/>
                  <a:pt x="1321955" y="154848"/>
                  <a:pt x="967503" y="143738"/>
                </a:cubicBezTo>
                <a:close/>
                <a:moveTo>
                  <a:pt x="1205499" y="0"/>
                </a:moveTo>
                <a:lnTo>
                  <a:pt x="1205599" y="3219"/>
                </a:lnTo>
                <a:lnTo>
                  <a:pt x="1207410" y="556"/>
                </a:lnTo>
                <a:lnTo>
                  <a:pt x="1233742" y="44096"/>
                </a:lnTo>
                <a:cubicBezTo>
                  <a:pt x="1276686" y="104934"/>
                  <a:pt x="1337594" y="164840"/>
                  <a:pt x="1412402" y="215739"/>
                </a:cubicBezTo>
                <a:cubicBezTo>
                  <a:pt x="1487211" y="266637"/>
                  <a:pt x="1565296" y="301300"/>
                  <a:pt x="1637652" y="318908"/>
                </a:cubicBezTo>
                <a:lnTo>
                  <a:pt x="1687817" y="327417"/>
                </a:lnTo>
                <a:lnTo>
                  <a:pt x="1686005" y="330079"/>
                </a:lnTo>
                <a:lnTo>
                  <a:pt x="1689037" y="328991"/>
                </a:lnTo>
                <a:lnTo>
                  <a:pt x="1684748" y="379691"/>
                </a:lnTo>
                <a:cubicBezTo>
                  <a:pt x="1683729" y="454152"/>
                  <a:pt x="1697794" y="538419"/>
                  <a:pt x="1728398" y="623568"/>
                </a:cubicBezTo>
                <a:cubicBezTo>
                  <a:pt x="1759002" y="708716"/>
                  <a:pt x="1801800" y="782656"/>
                  <a:pt x="1849986" y="839431"/>
                </a:cubicBezTo>
                <a:lnTo>
                  <a:pt x="1885570" y="875801"/>
                </a:lnTo>
                <a:lnTo>
                  <a:pt x="1882539" y="876891"/>
                </a:lnTo>
                <a:lnTo>
                  <a:pt x="1885632" y="877791"/>
                </a:lnTo>
                <a:lnTo>
                  <a:pt x="1852361" y="916288"/>
                </a:lnTo>
                <a:cubicBezTo>
                  <a:pt x="1807769" y="975929"/>
                  <a:pt x="1769618" y="1052370"/>
                  <a:pt x="1744327" y="1139246"/>
                </a:cubicBezTo>
                <a:cubicBezTo>
                  <a:pt x="1719038" y="1226121"/>
                  <a:pt x="1710201" y="1311095"/>
                  <a:pt x="1715813" y="1385351"/>
                </a:cubicBezTo>
                <a:lnTo>
                  <a:pt x="1723223" y="1435690"/>
                </a:lnTo>
                <a:lnTo>
                  <a:pt x="1720128" y="1434789"/>
                </a:lnTo>
                <a:lnTo>
                  <a:pt x="1722103" y="1437336"/>
                </a:lnTo>
                <a:lnTo>
                  <a:pt x="1672558" y="1448926"/>
                </a:lnTo>
                <a:cubicBezTo>
                  <a:pt x="1601426" y="1470966"/>
                  <a:pt x="1525630" y="1510382"/>
                  <a:pt x="1454106" y="1565801"/>
                </a:cubicBezTo>
                <a:cubicBezTo>
                  <a:pt x="1382582" y="1621220"/>
                  <a:pt x="1325485" y="1684771"/>
                  <a:pt x="1286380" y="1748145"/>
                </a:cubicBezTo>
                <a:lnTo>
                  <a:pt x="1262786" y="1793224"/>
                </a:lnTo>
                <a:lnTo>
                  <a:pt x="1260813" y="1790678"/>
                </a:lnTo>
                <a:lnTo>
                  <a:pt x="1260913" y="1793899"/>
                </a:lnTo>
                <a:lnTo>
                  <a:pt x="1214018" y="1774152"/>
                </a:lnTo>
                <a:cubicBezTo>
                  <a:pt x="1143517" y="1750173"/>
                  <a:pt x="1059028" y="1737510"/>
                  <a:pt x="968589" y="1740304"/>
                </a:cubicBezTo>
                <a:cubicBezTo>
                  <a:pt x="878151" y="1743097"/>
                  <a:pt x="794605" y="1760951"/>
                  <a:pt x="725717" y="1789236"/>
                </a:cubicBezTo>
                <a:lnTo>
                  <a:pt x="680132" y="1811838"/>
                </a:lnTo>
                <a:lnTo>
                  <a:pt x="680033" y="1808619"/>
                </a:lnTo>
                <a:lnTo>
                  <a:pt x="678222" y="1811282"/>
                </a:lnTo>
                <a:lnTo>
                  <a:pt x="651889" y="1767743"/>
                </a:lnTo>
                <a:cubicBezTo>
                  <a:pt x="608947" y="1706903"/>
                  <a:pt x="548037" y="1646998"/>
                  <a:pt x="473229" y="1596099"/>
                </a:cubicBezTo>
                <a:cubicBezTo>
                  <a:pt x="398420" y="1545201"/>
                  <a:pt x="320336" y="1510538"/>
                  <a:pt x="247980" y="1492930"/>
                </a:cubicBezTo>
                <a:lnTo>
                  <a:pt x="197815" y="1484422"/>
                </a:lnTo>
                <a:lnTo>
                  <a:pt x="199626" y="1481759"/>
                </a:lnTo>
                <a:lnTo>
                  <a:pt x="196595" y="1482848"/>
                </a:lnTo>
                <a:lnTo>
                  <a:pt x="200883" y="1432147"/>
                </a:lnTo>
                <a:cubicBezTo>
                  <a:pt x="201903" y="1357686"/>
                  <a:pt x="187837" y="1273419"/>
                  <a:pt x="157233" y="1188270"/>
                </a:cubicBezTo>
                <a:cubicBezTo>
                  <a:pt x="126630" y="1103122"/>
                  <a:pt x="83832" y="1029181"/>
                  <a:pt x="35644" y="972407"/>
                </a:cubicBezTo>
                <a:lnTo>
                  <a:pt x="62" y="936036"/>
                </a:lnTo>
                <a:lnTo>
                  <a:pt x="3095" y="934947"/>
                </a:lnTo>
                <a:lnTo>
                  <a:pt x="0" y="934046"/>
                </a:lnTo>
                <a:lnTo>
                  <a:pt x="33272" y="895549"/>
                </a:lnTo>
                <a:cubicBezTo>
                  <a:pt x="77863" y="835908"/>
                  <a:pt x="116015" y="759468"/>
                  <a:pt x="141305" y="672591"/>
                </a:cubicBezTo>
                <a:cubicBezTo>
                  <a:pt x="166594" y="585716"/>
                  <a:pt x="175432" y="500742"/>
                  <a:pt x="169819" y="426486"/>
                </a:cubicBezTo>
                <a:lnTo>
                  <a:pt x="162409" y="376147"/>
                </a:lnTo>
                <a:lnTo>
                  <a:pt x="165502" y="377047"/>
                </a:lnTo>
                <a:lnTo>
                  <a:pt x="163529" y="374501"/>
                </a:lnTo>
                <a:lnTo>
                  <a:pt x="213074" y="362912"/>
                </a:lnTo>
                <a:cubicBezTo>
                  <a:pt x="284205" y="340872"/>
                  <a:pt x="360001" y="301455"/>
                  <a:pt x="431525" y="246037"/>
                </a:cubicBezTo>
                <a:cubicBezTo>
                  <a:pt x="503050" y="190619"/>
                  <a:pt x="560146" y="127066"/>
                  <a:pt x="599251" y="63694"/>
                </a:cubicBezTo>
                <a:lnTo>
                  <a:pt x="622846" y="18614"/>
                </a:lnTo>
                <a:lnTo>
                  <a:pt x="624818" y="21159"/>
                </a:lnTo>
                <a:lnTo>
                  <a:pt x="624719" y="17940"/>
                </a:lnTo>
                <a:lnTo>
                  <a:pt x="671613" y="37686"/>
                </a:lnTo>
                <a:cubicBezTo>
                  <a:pt x="742114" y="61665"/>
                  <a:pt x="826603" y="74328"/>
                  <a:pt x="917042" y="71535"/>
                </a:cubicBezTo>
                <a:cubicBezTo>
                  <a:pt x="1007480" y="68741"/>
                  <a:pt x="1091027" y="50886"/>
                  <a:pt x="1159914" y="22602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000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9" name="MH_SubTitle_2"/>
          <p:cNvSpPr/>
          <p:nvPr>
            <p:custDataLst>
              <p:tags r:id="rId6"/>
            </p:custDataLst>
          </p:nvPr>
        </p:nvSpPr>
        <p:spPr>
          <a:xfrm>
            <a:off x="3240088" y="2479675"/>
            <a:ext cx="1439862" cy="1439863"/>
          </a:xfrm>
          <a:custGeom>
            <a:avLst/>
            <a:gdLst>
              <a:gd name="connsiteX0" fmla="*/ 766985 w 1487101"/>
              <a:gd name="connsiteY0" fmla="*/ 20013 h 1487102"/>
              <a:gd name="connsiteX1" fmla="*/ 620740 w 1487101"/>
              <a:gd name="connsiteY1" fmla="*/ 30273 h 1487102"/>
              <a:gd name="connsiteX2" fmla="*/ 30272 w 1487101"/>
              <a:gd name="connsiteY2" fmla="*/ 866362 h 1487102"/>
              <a:gd name="connsiteX3" fmla="*/ 866362 w 1487101"/>
              <a:gd name="connsiteY3" fmla="*/ 1456830 h 1487102"/>
              <a:gd name="connsiteX4" fmla="*/ 1456829 w 1487101"/>
              <a:gd name="connsiteY4" fmla="*/ 620740 h 1487102"/>
              <a:gd name="connsiteX5" fmla="*/ 766985 w 1487101"/>
              <a:gd name="connsiteY5" fmla="*/ 20013 h 1487102"/>
              <a:gd name="connsiteX6" fmla="*/ 767622 w 1487101"/>
              <a:gd name="connsiteY6" fmla="*/ 364 h 1487102"/>
              <a:gd name="connsiteX7" fmla="*/ 1476200 w 1487101"/>
              <a:gd name="connsiteY7" fmla="*/ 617405 h 1487102"/>
              <a:gd name="connsiteX8" fmla="*/ 869697 w 1487101"/>
              <a:gd name="connsiteY8" fmla="*/ 1476201 h 1487102"/>
              <a:gd name="connsiteX9" fmla="*/ 10901 w 1487101"/>
              <a:gd name="connsiteY9" fmla="*/ 869698 h 1487102"/>
              <a:gd name="connsiteX10" fmla="*/ 617404 w 1487101"/>
              <a:gd name="connsiteY10" fmla="*/ 10902 h 1487102"/>
              <a:gd name="connsiteX11" fmla="*/ 767622 w 1487101"/>
              <a:gd name="connsiteY11" fmla="*/ 364 h 148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7101" h="1487102">
                <a:moveTo>
                  <a:pt x="766985" y="20013"/>
                </a:moveTo>
                <a:cubicBezTo>
                  <a:pt x="718916" y="18506"/>
                  <a:pt x="669981" y="21794"/>
                  <a:pt x="620740" y="30273"/>
                </a:cubicBezTo>
                <a:cubicBezTo>
                  <a:pt x="226807" y="98099"/>
                  <a:pt x="-37554" y="472430"/>
                  <a:pt x="30272" y="866362"/>
                </a:cubicBezTo>
                <a:cubicBezTo>
                  <a:pt x="98099" y="1260295"/>
                  <a:pt x="472430" y="1524656"/>
                  <a:pt x="866362" y="1456830"/>
                </a:cubicBezTo>
                <a:cubicBezTo>
                  <a:pt x="1260295" y="1389003"/>
                  <a:pt x="1524656" y="1014672"/>
                  <a:pt x="1456829" y="620740"/>
                </a:cubicBezTo>
                <a:cubicBezTo>
                  <a:pt x="1397481" y="276049"/>
                  <a:pt x="1103466" y="30561"/>
                  <a:pt x="766985" y="20013"/>
                </a:cubicBezTo>
                <a:close/>
                <a:moveTo>
                  <a:pt x="767622" y="364"/>
                </a:moveTo>
                <a:cubicBezTo>
                  <a:pt x="1113240" y="11198"/>
                  <a:pt x="1415240" y="263352"/>
                  <a:pt x="1476200" y="617405"/>
                </a:cubicBezTo>
                <a:cubicBezTo>
                  <a:pt x="1545869" y="1022036"/>
                  <a:pt x="1274328" y="1406532"/>
                  <a:pt x="869697" y="1476201"/>
                </a:cubicBezTo>
                <a:cubicBezTo>
                  <a:pt x="465066" y="1545869"/>
                  <a:pt x="80570" y="1274329"/>
                  <a:pt x="10901" y="869698"/>
                </a:cubicBezTo>
                <a:cubicBezTo>
                  <a:pt x="-58767" y="465067"/>
                  <a:pt x="212773" y="80570"/>
                  <a:pt x="617404" y="10902"/>
                </a:cubicBezTo>
                <a:cubicBezTo>
                  <a:pt x="667983" y="2193"/>
                  <a:pt x="718248" y="-1184"/>
                  <a:pt x="767622" y="364"/>
                </a:cubicBezTo>
                <a:close/>
              </a:path>
            </a:pathLst>
          </a:custGeom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dirty="0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法律法規</a:t>
            </a:r>
          </a:p>
        </p:txBody>
      </p:sp>
      <p:sp>
        <p:nvSpPr>
          <p:cNvPr id="11" name="MH_Other_4"/>
          <p:cNvSpPr/>
          <p:nvPr>
            <p:custDataLst>
              <p:tags r:id="rId7"/>
            </p:custDataLst>
          </p:nvPr>
        </p:nvSpPr>
        <p:spPr>
          <a:xfrm>
            <a:off x="5014913" y="2282825"/>
            <a:ext cx="1835150" cy="1835150"/>
          </a:xfrm>
          <a:custGeom>
            <a:avLst/>
            <a:gdLst>
              <a:gd name="connsiteX0" fmla="*/ 967503 w 1885632"/>
              <a:gd name="connsiteY0" fmla="*/ 143738 h 1811838"/>
              <a:gd name="connsiteX1" fmla="*/ 813446 w 1885632"/>
              <a:gd name="connsiteY1" fmla="*/ 154545 h 1811838"/>
              <a:gd name="connsiteX2" fmla="*/ 191442 w 1885632"/>
              <a:gd name="connsiteY2" fmla="*/ 1035290 h 1811838"/>
              <a:gd name="connsiteX3" fmla="*/ 1072187 w 1885632"/>
              <a:gd name="connsiteY3" fmla="*/ 1657294 h 1811838"/>
              <a:gd name="connsiteX4" fmla="*/ 1694191 w 1885632"/>
              <a:gd name="connsiteY4" fmla="*/ 776549 h 1811838"/>
              <a:gd name="connsiteX5" fmla="*/ 967503 w 1885632"/>
              <a:gd name="connsiteY5" fmla="*/ 143738 h 1811838"/>
              <a:gd name="connsiteX6" fmla="*/ 1205499 w 1885632"/>
              <a:gd name="connsiteY6" fmla="*/ 0 h 1811838"/>
              <a:gd name="connsiteX7" fmla="*/ 1205599 w 1885632"/>
              <a:gd name="connsiteY7" fmla="*/ 3219 h 1811838"/>
              <a:gd name="connsiteX8" fmla="*/ 1207410 w 1885632"/>
              <a:gd name="connsiteY8" fmla="*/ 556 h 1811838"/>
              <a:gd name="connsiteX9" fmla="*/ 1233742 w 1885632"/>
              <a:gd name="connsiteY9" fmla="*/ 44096 h 1811838"/>
              <a:gd name="connsiteX10" fmla="*/ 1412402 w 1885632"/>
              <a:gd name="connsiteY10" fmla="*/ 215739 h 1811838"/>
              <a:gd name="connsiteX11" fmla="*/ 1637652 w 1885632"/>
              <a:gd name="connsiteY11" fmla="*/ 318908 h 1811838"/>
              <a:gd name="connsiteX12" fmla="*/ 1687817 w 1885632"/>
              <a:gd name="connsiteY12" fmla="*/ 327417 h 1811838"/>
              <a:gd name="connsiteX13" fmla="*/ 1686005 w 1885632"/>
              <a:gd name="connsiteY13" fmla="*/ 330079 h 1811838"/>
              <a:gd name="connsiteX14" fmla="*/ 1689037 w 1885632"/>
              <a:gd name="connsiteY14" fmla="*/ 328991 h 1811838"/>
              <a:gd name="connsiteX15" fmla="*/ 1684748 w 1885632"/>
              <a:gd name="connsiteY15" fmla="*/ 379691 h 1811838"/>
              <a:gd name="connsiteX16" fmla="*/ 1728398 w 1885632"/>
              <a:gd name="connsiteY16" fmla="*/ 623568 h 1811838"/>
              <a:gd name="connsiteX17" fmla="*/ 1849986 w 1885632"/>
              <a:gd name="connsiteY17" fmla="*/ 839431 h 1811838"/>
              <a:gd name="connsiteX18" fmla="*/ 1885570 w 1885632"/>
              <a:gd name="connsiteY18" fmla="*/ 875801 h 1811838"/>
              <a:gd name="connsiteX19" fmla="*/ 1882539 w 1885632"/>
              <a:gd name="connsiteY19" fmla="*/ 876891 h 1811838"/>
              <a:gd name="connsiteX20" fmla="*/ 1885632 w 1885632"/>
              <a:gd name="connsiteY20" fmla="*/ 877791 h 1811838"/>
              <a:gd name="connsiteX21" fmla="*/ 1852361 w 1885632"/>
              <a:gd name="connsiteY21" fmla="*/ 916288 h 1811838"/>
              <a:gd name="connsiteX22" fmla="*/ 1744327 w 1885632"/>
              <a:gd name="connsiteY22" fmla="*/ 1139246 h 1811838"/>
              <a:gd name="connsiteX23" fmla="*/ 1715813 w 1885632"/>
              <a:gd name="connsiteY23" fmla="*/ 1385351 h 1811838"/>
              <a:gd name="connsiteX24" fmla="*/ 1723223 w 1885632"/>
              <a:gd name="connsiteY24" fmla="*/ 1435690 h 1811838"/>
              <a:gd name="connsiteX25" fmla="*/ 1720128 w 1885632"/>
              <a:gd name="connsiteY25" fmla="*/ 1434789 h 1811838"/>
              <a:gd name="connsiteX26" fmla="*/ 1722103 w 1885632"/>
              <a:gd name="connsiteY26" fmla="*/ 1437336 h 1811838"/>
              <a:gd name="connsiteX27" fmla="*/ 1672558 w 1885632"/>
              <a:gd name="connsiteY27" fmla="*/ 1448926 h 1811838"/>
              <a:gd name="connsiteX28" fmla="*/ 1454106 w 1885632"/>
              <a:gd name="connsiteY28" fmla="*/ 1565801 h 1811838"/>
              <a:gd name="connsiteX29" fmla="*/ 1286380 w 1885632"/>
              <a:gd name="connsiteY29" fmla="*/ 1748145 h 1811838"/>
              <a:gd name="connsiteX30" fmla="*/ 1262786 w 1885632"/>
              <a:gd name="connsiteY30" fmla="*/ 1793224 h 1811838"/>
              <a:gd name="connsiteX31" fmla="*/ 1260813 w 1885632"/>
              <a:gd name="connsiteY31" fmla="*/ 1790678 h 1811838"/>
              <a:gd name="connsiteX32" fmla="*/ 1260913 w 1885632"/>
              <a:gd name="connsiteY32" fmla="*/ 1793899 h 1811838"/>
              <a:gd name="connsiteX33" fmla="*/ 1214018 w 1885632"/>
              <a:gd name="connsiteY33" fmla="*/ 1774152 h 1811838"/>
              <a:gd name="connsiteX34" fmla="*/ 968589 w 1885632"/>
              <a:gd name="connsiteY34" fmla="*/ 1740304 h 1811838"/>
              <a:gd name="connsiteX35" fmla="*/ 725717 w 1885632"/>
              <a:gd name="connsiteY35" fmla="*/ 1789236 h 1811838"/>
              <a:gd name="connsiteX36" fmla="*/ 680132 w 1885632"/>
              <a:gd name="connsiteY36" fmla="*/ 1811838 h 1811838"/>
              <a:gd name="connsiteX37" fmla="*/ 680033 w 1885632"/>
              <a:gd name="connsiteY37" fmla="*/ 1808619 h 1811838"/>
              <a:gd name="connsiteX38" fmla="*/ 678222 w 1885632"/>
              <a:gd name="connsiteY38" fmla="*/ 1811282 h 1811838"/>
              <a:gd name="connsiteX39" fmla="*/ 651889 w 1885632"/>
              <a:gd name="connsiteY39" fmla="*/ 1767743 h 1811838"/>
              <a:gd name="connsiteX40" fmla="*/ 473229 w 1885632"/>
              <a:gd name="connsiteY40" fmla="*/ 1596099 h 1811838"/>
              <a:gd name="connsiteX41" fmla="*/ 247980 w 1885632"/>
              <a:gd name="connsiteY41" fmla="*/ 1492930 h 1811838"/>
              <a:gd name="connsiteX42" fmla="*/ 197815 w 1885632"/>
              <a:gd name="connsiteY42" fmla="*/ 1484422 h 1811838"/>
              <a:gd name="connsiteX43" fmla="*/ 199626 w 1885632"/>
              <a:gd name="connsiteY43" fmla="*/ 1481759 h 1811838"/>
              <a:gd name="connsiteX44" fmla="*/ 196595 w 1885632"/>
              <a:gd name="connsiteY44" fmla="*/ 1482848 h 1811838"/>
              <a:gd name="connsiteX45" fmla="*/ 200883 w 1885632"/>
              <a:gd name="connsiteY45" fmla="*/ 1432147 h 1811838"/>
              <a:gd name="connsiteX46" fmla="*/ 157233 w 1885632"/>
              <a:gd name="connsiteY46" fmla="*/ 1188270 h 1811838"/>
              <a:gd name="connsiteX47" fmla="*/ 35644 w 1885632"/>
              <a:gd name="connsiteY47" fmla="*/ 972407 h 1811838"/>
              <a:gd name="connsiteX48" fmla="*/ 62 w 1885632"/>
              <a:gd name="connsiteY48" fmla="*/ 936036 h 1811838"/>
              <a:gd name="connsiteX49" fmla="*/ 3095 w 1885632"/>
              <a:gd name="connsiteY49" fmla="*/ 934947 h 1811838"/>
              <a:gd name="connsiteX50" fmla="*/ 0 w 1885632"/>
              <a:gd name="connsiteY50" fmla="*/ 934046 h 1811838"/>
              <a:gd name="connsiteX51" fmla="*/ 33272 w 1885632"/>
              <a:gd name="connsiteY51" fmla="*/ 895549 h 1811838"/>
              <a:gd name="connsiteX52" fmla="*/ 141305 w 1885632"/>
              <a:gd name="connsiteY52" fmla="*/ 672591 h 1811838"/>
              <a:gd name="connsiteX53" fmla="*/ 169819 w 1885632"/>
              <a:gd name="connsiteY53" fmla="*/ 426486 h 1811838"/>
              <a:gd name="connsiteX54" fmla="*/ 162409 w 1885632"/>
              <a:gd name="connsiteY54" fmla="*/ 376147 h 1811838"/>
              <a:gd name="connsiteX55" fmla="*/ 165502 w 1885632"/>
              <a:gd name="connsiteY55" fmla="*/ 377047 h 1811838"/>
              <a:gd name="connsiteX56" fmla="*/ 163529 w 1885632"/>
              <a:gd name="connsiteY56" fmla="*/ 374501 h 1811838"/>
              <a:gd name="connsiteX57" fmla="*/ 213074 w 1885632"/>
              <a:gd name="connsiteY57" fmla="*/ 362912 h 1811838"/>
              <a:gd name="connsiteX58" fmla="*/ 431525 w 1885632"/>
              <a:gd name="connsiteY58" fmla="*/ 246037 h 1811838"/>
              <a:gd name="connsiteX59" fmla="*/ 599251 w 1885632"/>
              <a:gd name="connsiteY59" fmla="*/ 63694 h 1811838"/>
              <a:gd name="connsiteX60" fmla="*/ 622846 w 1885632"/>
              <a:gd name="connsiteY60" fmla="*/ 18614 h 1811838"/>
              <a:gd name="connsiteX61" fmla="*/ 624818 w 1885632"/>
              <a:gd name="connsiteY61" fmla="*/ 21159 h 1811838"/>
              <a:gd name="connsiteX62" fmla="*/ 624719 w 1885632"/>
              <a:gd name="connsiteY62" fmla="*/ 17940 h 1811838"/>
              <a:gd name="connsiteX63" fmla="*/ 671613 w 1885632"/>
              <a:gd name="connsiteY63" fmla="*/ 37686 h 1811838"/>
              <a:gd name="connsiteX64" fmla="*/ 917042 w 1885632"/>
              <a:gd name="connsiteY64" fmla="*/ 71535 h 1811838"/>
              <a:gd name="connsiteX65" fmla="*/ 1159914 w 1885632"/>
              <a:gd name="connsiteY65" fmla="*/ 22602 h 181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85632" h="1811838">
                <a:moveTo>
                  <a:pt x="967503" y="143738"/>
                </a:moveTo>
                <a:cubicBezTo>
                  <a:pt x="916867" y="142150"/>
                  <a:pt x="865318" y="145614"/>
                  <a:pt x="813446" y="154545"/>
                </a:cubicBezTo>
                <a:cubicBezTo>
                  <a:pt x="398473" y="225994"/>
                  <a:pt x="119993" y="620317"/>
                  <a:pt x="191442" y="1035290"/>
                </a:cubicBezTo>
                <a:cubicBezTo>
                  <a:pt x="262892" y="1450263"/>
                  <a:pt x="657215" y="1728743"/>
                  <a:pt x="1072187" y="1657294"/>
                </a:cubicBezTo>
                <a:cubicBezTo>
                  <a:pt x="1487160" y="1585844"/>
                  <a:pt x="1765641" y="1191522"/>
                  <a:pt x="1694191" y="776549"/>
                </a:cubicBezTo>
                <a:cubicBezTo>
                  <a:pt x="1631673" y="413447"/>
                  <a:pt x="1321955" y="154848"/>
                  <a:pt x="967503" y="143738"/>
                </a:cubicBezTo>
                <a:close/>
                <a:moveTo>
                  <a:pt x="1205499" y="0"/>
                </a:moveTo>
                <a:lnTo>
                  <a:pt x="1205599" y="3219"/>
                </a:lnTo>
                <a:lnTo>
                  <a:pt x="1207410" y="556"/>
                </a:lnTo>
                <a:lnTo>
                  <a:pt x="1233742" y="44096"/>
                </a:lnTo>
                <a:cubicBezTo>
                  <a:pt x="1276686" y="104934"/>
                  <a:pt x="1337594" y="164840"/>
                  <a:pt x="1412402" y="215739"/>
                </a:cubicBezTo>
                <a:cubicBezTo>
                  <a:pt x="1487211" y="266637"/>
                  <a:pt x="1565296" y="301300"/>
                  <a:pt x="1637652" y="318908"/>
                </a:cubicBezTo>
                <a:lnTo>
                  <a:pt x="1687817" y="327417"/>
                </a:lnTo>
                <a:lnTo>
                  <a:pt x="1686005" y="330079"/>
                </a:lnTo>
                <a:lnTo>
                  <a:pt x="1689037" y="328991"/>
                </a:lnTo>
                <a:lnTo>
                  <a:pt x="1684748" y="379691"/>
                </a:lnTo>
                <a:cubicBezTo>
                  <a:pt x="1683729" y="454152"/>
                  <a:pt x="1697794" y="538419"/>
                  <a:pt x="1728398" y="623568"/>
                </a:cubicBezTo>
                <a:cubicBezTo>
                  <a:pt x="1759002" y="708716"/>
                  <a:pt x="1801800" y="782656"/>
                  <a:pt x="1849986" y="839431"/>
                </a:cubicBezTo>
                <a:lnTo>
                  <a:pt x="1885570" y="875801"/>
                </a:lnTo>
                <a:lnTo>
                  <a:pt x="1882539" y="876891"/>
                </a:lnTo>
                <a:lnTo>
                  <a:pt x="1885632" y="877791"/>
                </a:lnTo>
                <a:lnTo>
                  <a:pt x="1852361" y="916288"/>
                </a:lnTo>
                <a:cubicBezTo>
                  <a:pt x="1807769" y="975929"/>
                  <a:pt x="1769618" y="1052370"/>
                  <a:pt x="1744327" y="1139246"/>
                </a:cubicBezTo>
                <a:cubicBezTo>
                  <a:pt x="1719038" y="1226121"/>
                  <a:pt x="1710201" y="1311095"/>
                  <a:pt x="1715813" y="1385351"/>
                </a:cubicBezTo>
                <a:lnTo>
                  <a:pt x="1723223" y="1435690"/>
                </a:lnTo>
                <a:lnTo>
                  <a:pt x="1720128" y="1434789"/>
                </a:lnTo>
                <a:lnTo>
                  <a:pt x="1722103" y="1437336"/>
                </a:lnTo>
                <a:lnTo>
                  <a:pt x="1672558" y="1448926"/>
                </a:lnTo>
                <a:cubicBezTo>
                  <a:pt x="1601426" y="1470966"/>
                  <a:pt x="1525630" y="1510382"/>
                  <a:pt x="1454106" y="1565801"/>
                </a:cubicBezTo>
                <a:cubicBezTo>
                  <a:pt x="1382582" y="1621220"/>
                  <a:pt x="1325485" y="1684771"/>
                  <a:pt x="1286380" y="1748145"/>
                </a:cubicBezTo>
                <a:lnTo>
                  <a:pt x="1262786" y="1793224"/>
                </a:lnTo>
                <a:lnTo>
                  <a:pt x="1260813" y="1790678"/>
                </a:lnTo>
                <a:lnTo>
                  <a:pt x="1260913" y="1793899"/>
                </a:lnTo>
                <a:lnTo>
                  <a:pt x="1214018" y="1774152"/>
                </a:lnTo>
                <a:cubicBezTo>
                  <a:pt x="1143517" y="1750173"/>
                  <a:pt x="1059028" y="1737510"/>
                  <a:pt x="968589" y="1740304"/>
                </a:cubicBezTo>
                <a:cubicBezTo>
                  <a:pt x="878151" y="1743097"/>
                  <a:pt x="794605" y="1760951"/>
                  <a:pt x="725717" y="1789236"/>
                </a:cubicBezTo>
                <a:lnTo>
                  <a:pt x="680132" y="1811838"/>
                </a:lnTo>
                <a:lnTo>
                  <a:pt x="680033" y="1808619"/>
                </a:lnTo>
                <a:lnTo>
                  <a:pt x="678222" y="1811282"/>
                </a:lnTo>
                <a:lnTo>
                  <a:pt x="651889" y="1767743"/>
                </a:lnTo>
                <a:cubicBezTo>
                  <a:pt x="608947" y="1706903"/>
                  <a:pt x="548037" y="1646998"/>
                  <a:pt x="473229" y="1596099"/>
                </a:cubicBezTo>
                <a:cubicBezTo>
                  <a:pt x="398420" y="1545201"/>
                  <a:pt x="320336" y="1510538"/>
                  <a:pt x="247980" y="1492930"/>
                </a:cubicBezTo>
                <a:lnTo>
                  <a:pt x="197815" y="1484422"/>
                </a:lnTo>
                <a:lnTo>
                  <a:pt x="199626" y="1481759"/>
                </a:lnTo>
                <a:lnTo>
                  <a:pt x="196595" y="1482848"/>
                </a:lnTo>
                <a:lnTo>
                  <a:pt x="200883" y="1432147"/>
                </a:lnTo>
                <a:cubicBezTo>
                  <a:pt x="201903" y="1357686"/>
                  <a:pt x="187837" y="1273419"/>
                  <a:pt x="157233" y="1188270"/>
                </a:cubicBezTo>
                <a:cubicBezTo>
                  <a:pt x="126630" y="1103122"/>
                  <a:pt x="83832" y="1029181"/>
                  <a:pt x="35644" y="972407"/>
                </a:cubicBezTo>
                <a:lnTo>
                  <a:pt x="62" y="936036"/>
                </a:lnTo>
                <a:lnTo>
                  <a:pt x="3095" y="934947"/>
                </a:lnTo>
                <a:lnTo>
                  <a:pt x="0" y="934046"/>
                </a:lnTo>
                <a:lnTo>
                  <a:pt x="33272" y="895549"/>
                </a:lnTo>
                <a:cubicBezTo>
                  <a:pt x="77863" y="835908"/>
                  <a:pt x="116015" y="759468"/>
                  <a:pt x="141305" y="672591"/>
                </a:cubicBezTo>
                <a:cubicBezTo>
                  <a:pt x="166594" y="585716"/>
                  <a:pt x="175432" y="500742"/>
                  <a:pt x="169819" y="426486"/>
                </a:cubicBezTo>
                <a:lnTo>
                  <a:pt x="162409" y="376147"/>
                </a:lnTo>
                <a:lnTo>
                  <a:pt x="165502" y="377047"/>
                </a:lnTo>
                <a:lnTo>
                  <a:pt x="163529" y="374501"/>
                </a:lnTo>
                <a:lnTo>
                  <a:pt x="213074" y="362912"/>
                </a:lnTo>
                <a:cubicBezTo>
                  <a:pt x="284205" y="340872"/>
                  <a:pt x="360001" y="301455"/>
                  <a:pt x="431525" y="246037"/>
                </a:cubicBezTo>
                <a:cubicBezTo>
                  <a:pt x="503050" y="190619"/>
                  <a:pt x="560146" y="127066"/>
                  <a:pt x="599251" y="63694"/>
                </a:cubicBezTo>
                <a:lnTo>
                  <a:pt x="622846" y="18614"/>
                </a:lnTo>
                <a:lnTo>
                  <a:pt x="624818" y="21159"/>
                </a:lnTo>
                <a:lnTo>
                  <a:pt x="624719" y="17940"/>
                </a:lnTo>
                <a:lnTo>
                  <a:pt x="671613" y="37686"/>
                </a:lnTo>
                <a:cubicBezTo>
                  <a:pt x="742114" y="61665"/>
                  <a:pt x="826603" y="74328"/>
                  <a:pt x="917042" y="71535"/>
                </a:cubicBezTo>
                <a:cubicBezTo>
                  <a:pt x="1007480" y="68741"/>
                  <a:pt x="1091027" y="50886"/>
                  <a:pt x="1159914" y="22602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000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12" name="MH_SubTitle_3"/>
          <p:cNvSpPr/>
          <p:nvPr>
            <p:custDataLst>
              <p:tags r:id="rId8"/>
            </p:custDataLst>
          </p:nvPr>
        </p:nvSpPr>
        <p:spPr>
          <a:xfrm>
            <a:off x="5213350" y="2479675"/>
            <a:ext cx="1439863" cy="1439863"/>
          </a:xfrm>
          <a:custGeom>
            <a:avLst/>
            <a:gdLst>
              <a:gd name="connsiteX0" fmla="*/ 766985 w 1487101"/>
              <a:gd name="connsiteY0" fmla="*/ 20013 h 1487102"/>
              <a:gd name="connsiteX1" fmla="*/ 620740 w 1487101"/>
              <a:gd name="connsiteY1" fmla="*/ 30273 h 1487102"/>
              <a:gd name="connsiteX2" fmla="*/ 30272 w 1487101"/>
              <a:gd name="connsiteY2" fmla="*/ 866362 h 1487102"/>
              <a:gd name="connsiteX3" fmla="*/ 866362 w 1487101"/>
              <a:gd name="connsiteY3" fmla="*/ 1456830 h 1487102"/>
              <a:gd name="connsiteX4" fmla="*/ 1456829 w 1487101"/>
              <a:gd name="connsiteY4" fmla="*/ 620740 h 1487102"/>
              <a:gd name="connsiteX5" fmla="*/ 766985 w 1487101"/>
              <a:gd name="connsiteY5" fmla="*/ 20013 h 1487102"/>
              <a:gd name="connsiteX6" fmla="*/ 767622 w 1487101"/>
              <a:gd name="connsiteY6" fmla="*/ 364 h 1487102"/>
              <a:gd name="connsiteX7" fmla="*/ 1476200 w 1487101"/>
              <a:gd name="connsiteY7" fmla="*/ 617405 h 1487102"/>
              <a:gd name="connsiteX8" fmla="*/ 869697 w 1487101"/>
              <a:gd name="connsiteY8" fmla="*/ 1476201 h 1487102"/>
              <a:gd name="connsiteX9" fmla="*/ 10901 w 1487101"/>
              <a:gd name="connsiteY9" fmla="*/ 869698 h 1487102"/>
              <a:gd name="connsiteX10" fmla="*/ 617404 w 1487101"/>
              <a:gd name="connsiteY10" fmla="*/ 10902 h 1487102"/>
              <a:gd name="connsiteX11" fmla="*/ 767622 w 1487101"/>
              <a:gd name="connsiteY11" fmla="*/ 364 h 148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7101" h="1487102">
                <a:moveTo>
                  <a:pt x="766985" y="20013"/>
                </a:moveTo>
                <a:cubicBezTo>
                  <a:pt x="718916" y="18506"/>
                  <a:pt x="669981" y="21794"/>
                  <a:pt x="620740" y="30273"/>
                </a:cubicBezTo>
                <a:cubicBezTo>
                  <a:pt x="226807" y="98099"/>
                  <a:pt x="-37554" y="472430"/>
                  <a:pt x="30272" y="866362"/>
                </a:cubicBezTo>
                <a:cubicBezTo>
                  <a:pt x="98099" y="1260295"/>
                  <a:pt x="472430" y="1524656"/>
                  <a:pt x="866362" y="1456830"/>
                </a:cubicBezTo>
                <a:cubicBezTo>
                  <a:pt x="1260295" y="1389003"/>
                  <a:pt x="1524656" y="1014672"/>
                  <a:pt x="1456829" y="620740"/>
                </a:cubicBezTo>
                <a:cubicBezTo>
                  <a:pt x="1397481" y="276049"/>
                  <a:pt x="1103466" y="30561"/>
                  <a:pt x="766985" y="20013"/>
                </a:cubicBezTo>
                <a:close/>
                <a:moveTo>
                  <a:pt x="767622" y="364"/>
                </a:moveTo>
                <a:cubicBezTo>
                  <a:pt x="1113240" y="11198"/>
                  <a:pt x="1415240" y="263352"/>
                  <a:pt x="1476200" y="617405"/>
                </a:cubicBezTo>
                <a:cubicBezTo>
                  <a:pt x="1545869" y="1022036"/>
                  <a:pt x="1274328" y="1406532"/>
                  <a:pt x="869697" y="1476201"/>
                </a:cubicBezTo>
                <a:cubicBezTo>
                  <a:pt x="465066" y="1545869"/>
                  <a:pt x="80570" y="1274329"/>
                  <a:pt x="10901" y="869698"/>
                </a:cubicBezTo>
                <a:cubicBezTo>
                  <a:pt x="-58767" y="465067"/>
                  <a:pt x="212773" y="80570"/>
                  <a:pt x="617404" y="10902"/>
                </a:cubicBezTo>
                <a:cubicBezTo>
                  <a:pt x="667983" y="2193"/>
                  <a:pt x="718248" y="-1184"/>
                  <a:pt x="767622" y="364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292F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dirty="0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公司文件</a:t>
            </a:r>
          </a:p>
        </p:txBody>
      </p:sp>
      <p:sp>
        <p:nvSpPr>
          <p:cNvPr id="14" name="MH_Other_5"/>
          <p:cNvSpPr/>
          <p:nvPr>
            <p:custDataLst>
              <p:tags r:id="rId9"/>
            </p:custDataLst>
          </p:nvPr>
        </p:nvSpPr>
        <p:spPr>
          <a:xfrm>
            <a:off x="6989763" y="2282825"/>
            <a:ext cx="1835150" cy="1835150"/>
          </a:xfrm>
          <a:custGeom>
            <a:avLst/>
            <a:gdLst>
              <a:gd name="connsiteX0" fmla="*/ 967503 w 1885632"/>
              <a:gd name="connsiteY0" fmla="*/ 143738 h 1811838"/>
              <a:gd name="connsiteX1" fmla="*/ 813446 w 1885632"/>
              <a:gd name="connsiteY1" fmla="*/ 154545 h 1811838"/>
              <a:gd name="connsiteX2" fmla="*/ 191442 w 1885632"/>
              <a:gd name="connsiteY2" fmla="*/ 1035290 h 1811838"/>
              <a:gd name="connsiteX3" fmla="*/ 1072187 w 1885632"/>
              <a:gd name="connsiteY3" fmla="*/ 1657294 h 1811838"/>
              <a:gd name="connsiteX4" fmla="*/ 1694191 w 1885632"/>
              <a:gd name="connsiteY4" fmla="*/ 776549 h 1811838"/>
              <a:gd name="connsiteX5" fmla="*/ 967503 w 1885632"/>
              <a:gd name="connsiteY5" fmla="*/ 143738 h 1811838"/>
              <a:gd name="connsiteX6" fmla="*/ 1205499 w 1885632"/>
              <a:gd name="connsiteY6" fmla="*/ 0 h 1811838"/>
              <a:gd name="connsiteX7" fmla="*/ 1205599 w 1885632"/>
              <a:gd name="connsiteY7" fmla="*/ 3219 h 1811838"/>
              <a:gd name="connsiteX8" fmla="*/ 1207410 w 1885632"/>
              <a:gd name="connsiteY8" fmla="*/ 556 h 1811838"/>
              <a:gd name="connsiteX9" fmla="*/ 1233742 w 1885632"/>
              <a:gd name="connsiteY9" fmla="*/ 44096 h 1811838"/>
              <a:gd name="connsiteX10" fmla="*/ 1412402 w 1885632"/>
              <a:gd name="connsiteY10" fmla="*/ 215739 h 1811838"/>
              <a:gd name="connsiteX11" fmla="*/ 1637652 w 1885632"/>
              <a:gd name="connsiteY11" fmla="*/ 318908 h 1811838"/>
              <a:gd name="connsiteX12" fmla="*/ 1687817 w 1885632"/>
              <a:gd name="connsiteY12" fmla="*/ 327417 h 1811838"/>
              <a:gd name="connsiteX13" fmla="*/ 1686005 w 1885632"/>
              <a:gd name="connsiteY13" fmla="*/ 330079 h 1811838"/>
              <a:gd name="connsiteX14" fmla="*/ 1689037 w 1885632"/>
              <a:gd name="connsiteY14" fmla="*/ 328991 h 1811838"/>
              <a:gd name="connsiteX15" fmla="*/ 1684748 w 1885632"/>
              <a:gd name="connsiteY15" fmla="*/ 379691 h 1811838"/>
              <a:gd name="connsiteX16" fmla="*/ 1728398 w 1885632"/>
              <a:gd name="connsiteY16" fmla="*/ 623568 h 1811838"/>
              <a:gd name="connsiteX17" fmla="*/ 1849986 w 1885632"/>
              <a:gd name="connsiteY17" fmla="*/ 839431 h 1811838"/>
              <a:gd name="connsiteX18" fmla="*/ 1885570 w 1885632"/>
              <a:gd name="connsiteY18" fmla="*/ 875801 h 1811838"/>
              <a:gd name="connsiteX19" fmla="*/ 1882539 w 1885632"/>
              <a:gd name="connsiteY19" fmla="*/ 876891 h 1811838"/>
              <a:gd name="connsiteX20" fmla="*/ 1885632 w 1885632"/>
              <a:gd name="connsiteY20" fmla="*/ 877791 h 1811838"/>
              <a:gd name="connsiteX21" fmla="*/ 1852361 w 1885632"/>
              <a:gd name="connsiteY21" fmla="*/ 916288 h 1811838"/>
              <a:gd name="connsiteX22" fmla="*/ 1744327 w 1885632"/>
              <a:gd name="connsiteY22" fmla="*/ 1139246 h 1811838"/>
              <a:gd name="connsiteX23" fmla="*/ 1715813 w 1885632"/>
              <a:gd name="connsiteY23" fmla="*/ 1385351 h 1811838"/>
              <a:gd name="connsiteX24" fmla="*/ 1723223 w 1885632"/>
              <a:gd name="connsiteY24" fmla="*/ 1435690 h 1811838"/>
              <a:gd name="connsiteX25" fmla="*/ 1720128 w 1885632"/>
              <a:gd name="connsiteY25" fmla="*/ 1434789 h 1811838"/>
              <a:gd name="connsiteX26" fmla="*/ 1722103 w 1885632"/>
              <a:gd name="connsiteY26" fmla="*/ 1437336 h 1811838"/>
              <a:gd name="connsiteX27" fmla="*/ 1672558 w 1885632"/>
              <a:gd name="connsiteY27" fmla="*/ 1448926 h 1811838"/>
              <a:gd name="connsiteX28" fmla="*/ 1454106 w 1885632"/>
              <a:gd name="connsiteY28" fmla="*/ 1565801 h 1811838"/>
              <a:gd name="connsiteX29" fmla="*/ 1286380 w 1885632"/>
              <a:gd name="connsiteY29" fmla="*/ 1748145 h 1811838"/>
              <a:gd name="connsiteX30" fmla="*/ 1262786 w 1885632"/>
              <a:gd name="connsiteY30" fmla="*/ 1793224 h 1811838"/>
              <a:gd name="connsiteX31" fmla="*/ 1260813 w 1885632"/>
              <a:gd name="connsiteY31" fmla="*/ 1790678 h 1811838"/>
              <a:gd name="connsiteX32" fmla="*/ 1260913 w 1885632"/>
              <a:gd name="connsiteY32" fmla="*/ 1793899 h 1811838"/>
              <a:gd name="connsiteX33" fmla="*/ 1214018 w 1885632"/>
              <a:gd name="connsiteY33" fmla="*/ 1774152 h 1811838"/>
              <a:gd name="connsiteX34" fmla="*/ 968589 w 1885632"/>
              <a:gd name="connsiteY34" fmla="*/ 1740304 h 1811838"/>
              <a:gd name="connsiteX35" fmla="*/ 725717 w 1885632"/>
              <a:gd name="connsiteY35" fmla="*/ 1789236 h 1811838"/>
              <a:gd name="connsiteX36" fmla="*/ 680132 w 1885632"/>
              <a:gd name="connsiteY36" fmla="*/ 1811838 h 1811838"/>
              <a:gd name="connsiteX37" fmla="*/ 680033 w 1885632"/>
              <a:gd name="connsiteY37" fmla="*/ 1808619 h 1811838"/>
              <a:gd name="connsiteX38" fmla="*/ 678222 w 1885632"/>
              <a:gd name="connsiteY38" fmla="*/ 1811282 h 1811838"/>
              <a:gd name="connsiteX39" fmla="*/ 651889 w 1885632"/>
              <a:gd name="connsiteY39" fmla="*/ 1767743 h 1811838"/>
              <a:gd name="connsiteX40" fmla="*/ 473229 w 1885632"/>
              <a:gd name="connsiteY40" fmla="*/ 1596099 h 1811838"/>
              <a:gd name="connsiteX41" fmla="*/ 247980 w 1885632"/>
              <a:gd name="connsiteY41" fmla="*/ 1492930 h 1811838"/>
              <a:gd name="connsiteX42" fmla="*/ 197815 w 1885632"/>
              <a:gd name="connsiteY42" fmla="*/ 1484422 h 1811838"/>
              <a:gd name="connsiteX43" fmla="*/ 199626 w 1885632"/>
              <a:gd name="connsiteY43" fmla="*/ 1481759 h 1811838"/>
              <a:gd name="connsiteX44" fmla="*/ 196595 w 1885632"/>
              <a:gd name="connsiteY44" fmla="*/ 1482848 h 1811838"/>
              <a:gd name="connsiteX45" fmla="*/ 200883 w 1885632"/>
              <a:gd name="connsiteY45" fmla="*/ 1432147 h 1811838"/>
              <a:gd name="connsiteX46" fmla="*/ 157233 w 1885632"/>
              <a:gd name="connsiteY46" fmla="*/ 1188270 h 1811838"/>
              <a:gd name="connsiteX47" fmla="*/ 35644 w 1885632"/>
              <a:gd name="connsiteY47" fmla="*/ 972407 h 1811838"/>
              <a:gd name="connsiteX48" fmla="*/ 62 w 1885632"/>
              <a:gd name="connsiteY48" fmla="*/ 936036 h 1811838"/>
              <a:gd name="connsiteX49" fmla="*/ 3095 w 1885632"/>
              <a:gd name="connsiteY49" fmla="*/ 934947 h 1811838"/>
              <a:gd name="connsiteX50" fmla="*/ 0 w 1885632"/>
              <a:gd name="connsiteY50" fmla="*/ 934046 h 1811838"/>
              <a:gd name="connsiteX51" fmla="*/ 33272 w 1885632"/>
              <a:gd name="connsiteY51" fmla="*/ 895549 h 1811838"/>
              <a:gd name="connsiteX52" fmla="*/ 141305 w 1885632"/>
              <a:gd name="connsiteY52" fmla="*/ 672591 h 1811838"/>
              <a:gd name="connsiteX53" fmla="*/ 169819 w 1885632"/>
              <a:gd name="connsiteY53" fmla="*/ 426486 h 1811838"/>
              <a:gd name="connsiteX54" fmla="*/ 162409 w 1885632"/>
              <a:gd name="connsiteY54" fmla="*/ 376147 h 1811838"/>
              <a:gd name="connsiteX55" fmla="*/ 165502 w 1885632"/>
              <a:gd name="connsiteY55" fmla="*/ 377047 h 1811838"/>
              <a:gd name="connsiteX56" fmla="*/ 163529 w 1885632"/>
              <a:gd name="connsiteY56" fmla="*/ 374501 h 1811838"/>
              <a:gd name="connsiteX57" fmla="*/ 213074 w 1885632"/>
              <a:gd name="connsiteY57" fmla="*/ 362912 h 1811838"/>
              <a:gd name="connsiteX58" fmla="*/ 431525 w 1885632"/>
              <a:gd name="connsiteY58" fmla="*/ 246037 h 1811838"/>
              <a:gd name="connsiteX59" fmla="*/ 599251 w 1885632"/>
              <a:gd name="connsiteY59" fmla="*/ 63694 h 1811838"/>
              <a:gd name="connsiteX60" fmla="*/ 622846 w 1885632"/>
              <a:gd name="connsiteY60" fmla="*/ 18614 h 1811838"/>
              <a:gd name="connsiteX61" fmla="*/ 624818 w 1885632"/>
              <a:gd name="connsiteY61" fmla="*/ 21159 h 1811838"/>
              <a:gd name="connsiteX62" fmla="*/ 624719 w 1885632"/>
              <a:gd name="connsiteY62" fmla="*/ 17940 h 1811838"/>
              <a:gd name="connsiteX63" fmla="*/ 671613 w 1885632"/>
              <a:gd name="connsiteY63" fmla="*/ 37686 h 1811838"/>
              <a:gd name="connsiteX64" fmla="*/ 917042 w 1885632"/>
              <a:gd name="connsiteY64" fmla="*/ 71535 h 1811838"/>
              <a:gd name="connsiteX65" fmla="*/ 1159914 w 1885632"/>
              <a:gd name="connsiteY65" fmla="*/ 22602 h 181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85632" h="1811838">
                <a:moveTo>
                  <a:pt x="967503" y="143738"/>
                </a:moveTo>
                <a:cubicBezTo>
                  <a:pt x="916867" y="142150"/>
                  <a:pt x="865318" y="145614"/>
                  <a:pt x="813446" y="154545"/>
                </a:cubicBezTo>
                <a:cubicBezTo>
                  <a:pt x="398473" y="225994"/>
                  <a:pt x="119993" y="620317"/>
                  <a:pt x="191442" y="1035290"/>
                </a:cubicBezTo>
                <a:cubicBezTo>
                  <a:pt x="262892" y="1450263"/>
                  <a:pt x="657215" y="1728743"/>
                  <a:pt x="1072187" y="1657294"/>
                </a:cubicBezTo>
                <a:cubicBezTo>
                  <a:pt x="1487160" y="1585844"/>
                  <a:pt x="1765641" y="1191522"/>
                  <a:pt x="1694191" y="776549"/>
                </a:cubicBezTo>
                <a:cubicBezTo>
                  <a:pt x="1631673" y="413447"/>
                  <a:pt x="1321955" y="154848"/>
                  <a:pt x="967503" y="143738"/>
                </a:cubicBezTo>
                <a:close/>
                <a:moveTo>
                  <a:pt x="1205499" y="0"/>
                </a:moveTo>
                <a:lnTo>
                  <a:pt x="1205599" y="3219"/>
                </a:lnTo>
                <a:lnTo>
                  <a:pt x="1207410" y="556"/>
                </a:lnTo>
                <a:lnTo>
                  <a:pt x="1233742" y="44096"/>
                </a:lnTo>
                <a:cubicBezTo>
                  <a:pt x="1276686" y="104934"/>
                  <a:pt x="1337594" y="164840"/>
                  <a:pt x="1412402" y="215739"/>
                </a:cubicBezTo>
                <a:cubicBezTo>
                  <a:pt x="1487211" y="266637"/>
                  <a:pt x="1565296" y="301300"/>
                  <a:pt x="1637652" y="318908"/>
                </a:cubicBezTo>
                <a:lnTo>
                  <a:pt x="1687817" y="327417"/>
                </a:lnTo>
                <a:lnTo>
                  <a:pt x="1686005" y="330079"/>
                </a:lnTo>
                <a:lnTo>
                  <a:pt x="1689037" y="328991"/>
                </a:lnTo>
                <a:lnTo>
                  <a:pt x="1684748" y="379691"/>
                </a:lnTo>
                <a:cubicBezTo>
                  <a:pt x="1683729" y="454152"/>
                  <a:pt x="1697794" y="538419"/>
                  <a:pt x="1728398" y="623568"/>
                </a:cubicBezTo>
                <a:cubicBezTo>
                  <a:pt x="1759002" y="708716"/>
                  <a:pt x="1801800" y="782656"/>
                  <a:pt x="1849986" y="839431"/>
                </a:cubicBezTo>
                <a:lnTo>
                  <a:pt x="1885570" y="875801"/>
                </a:lnTo>
                <a:lnTo>
                  <a:pt x="1882539" y="876891"/>
                </a:lnTo>
                <a:lnTo>
                  <a:pt x="1885632" y="877791"/>
                </a:lnTo>
                <a:lnTo>
                  <a:pt x="1852361" y="916288"/>
                </a:lnTo>
                <a:cubicBezTo>
                  <a:pt x="1807769" y="975929"/>
                  <a:pt x="1769618" y="1052370"/>
                  <a:pt x="1744327" y="1139246"/>
                </a:cubicBezTo>
                <a:cubicBezTo>
                  <a:pt x="1719038" y="1226121"/>
                  <a:pt x="1710201" y="1311095"/>
                  <a:pt x="1715813" y="1385351"/>
                </a:cubicBezTo>
                <a:lnTo>
                  <a:pt x="1723223" y="1435690"/>
                </a:lnTo>
                <a:lnTo>
                  <a:pt x="1720128" y="1434789"/>
                </a:lnTo>
                <a:lnTo>
                  <a:pt x="1722103" y="1437336"/>
                </a:lnTo>
                <a:lnTo>
                  <a:pt x="1672558" y="1448926"/>
                </a:lnTo>
                <a:cubicBezTo>
                  <a:pt x="1601426" y="1470966"/>
                  <a:pt x="1525630" y="1510382"/>
                  <a:pt x="1454106" y="1565801"/>
                </a:cubicBezTo>
                <a:cubicBezTo>
                  <a:pt x="1382582" y="1621220"/>
                  <a:pt x="1325485" y="1684771"/>
                  <a:pt x="1286380" y="1748145"/>
                </a:cubicBezTo>
                <a:lnTo>
                  <a:pt x="1262786" y="1793224"/>
                </a:lnTo>
                <a:lnTo>
                  <a:pt x="1260813" y="1790678"/>
                </a:lnTo>
                <a:lnTo>
                  <a:pt x="1260913" y="1793899"/>
                </a:lnTo>
                <a:lnTo>
                  <a:pt x="1214018" y="1774152"/>
                </a:lnTo>
                <a:cubicBezTo>
                  <a:pt x="1143517" y="1750173"/>
                  <a:pt x="1059028" y="1737510"/>
                  <a:pt x="968589" y="1740304"/>
                </a:cubicBezTo>
                <a:cubicBezTo>
                  <a:pt x="878151" y="1743097"/>
                  <a:pt x="794605" y="1760951"/>
                  <a:pt x="725717" y="1789236"/>
                </a:cubicBezTo>
                <a:lnTo>
                  <a:pt x="680132" y="1811838"/>
                </a:lnTo>
                <a:lnTo>
                  <a:pt x="680033" y="1808619"/>
                </a:lnTo>
                <a:lnTo>
                  <a:pt x="678222" y="1811282"/>
                </a:lnTo>
                <a:lnTo>
                  <a:pt x="651889" y="1767743"/>
                </a:lnTo>
                <a:cubicBezTo>
                  <a:pt x="608947" y="1706903"/>
                  <a:pt x="548037" y="1646998"/>
                  <a:pt x="473229" y="1596099"/>
                </a:cubicBezTo>
                <a:cubicBezTo>
                  <a:pt x="398420" y="1545201"/>
                  <a:pt x="320336" y="1510538"/>
                  <a:pt x="247980" y="1492930"/>
                </a:cubicBezTo>
                <a:lnTo>
                  <a:pt x="197815" y="1484422"/>
                </a:lnTo>
                <a:lnTo>
                  <a:pt x="199626" y="1481759"/>
                </a:lnTo>
                <a:lnTo>
                  <a:pt x="196595" y="1482848"/>
                </a:lnTo>
                <a:lnTo>
                  <a:pt x="200883" y="1432147"/>
                </a:lnTo>
                <a:cubicBezTo>
                  <a:pt x="201903" y="1357686"/>
                  <a:pt x="187837" y="1273419"/>
                  <a:pt x="157233" y="1188270"/>
                </a:cubicBezTo>
                <a:cubicBezTo>
                  <a:pt x="126630" y="1103122"/>
                  <a:pt x="83832" y="1029181"/>
                  <a:pt x="35644" y="972407"/>
                </a:cubicBezTo>
                <a:lnTo>
                  <a:pt x="62" y="936036"/>
                </a:lnTo>
                <a:lnTo>
                  <a:pt x="3095" y="934947"/>
                </a:lnTo>
                <a:lnTo>
                  <a:pt x="0" y="934046"/>
                </a:lnTo>
                <a:lnTo>
                  <a:pt x="33272" y="895549"/>
                </a:lnTo>
                <a:cubicBezTo>
                  <a:pt x="77863" y="835908"/>
                  <a:pt x="116015" y="759468"/>
                  <a:pt x="141305" y="672591"/>
                </a:cubicBezTo>
                <a:cubicBezTo>
                  <a:pt x="166594" y="585716"/>
                  <a:pt x="175432" y="500742"/>
                  <a:pt x="169819" y="426486"/>
                </a:cubicBezTo>
                <a:lnTo>
                  <a:pt x="162409" y="376147"/>
                </a:lnTo>
                <a:lnTo>
                  <a:pt x="165502" y="377047"/>
                </a:lnTo>
                <a:lnTo>
                  <a:pt x="163529" y="374501"/>
                </a:lnTo>
                <a:lnTo>
                  <a:pt x="213074" y="362912"/>
                </a:lnTo>
                <a:cubicBezTo>
                  <a:pt x="284205" y="340872"/>
                  <a:pt x="360001" y="301455"/>
                  <a:pt x="431525" y="246037"/>
                </a:cubicBezTo>
                <a:cubicBezTo>
                  <a:pt x="503050" y="190619"/>
                  <a:pt x="560146" y="127066"/>
                  <a:pt x="599251" y="63694"/>
                </a:cubicBezTo>
                <a:lnTo>
                  <a:pt x="622846" y="18614"/>
                </a:lnTo>
                <a:lnTo>
                  <a:pt x="624818" y="21159"/>
                </a:lnTo>
                <a:lnTo>
                  <a:pt x="624719" y="17940"/>
                </a:lnTo>
                <a:lnTo>
                  <a:pt x="671613" y="37686"/>
                </a:lnTo>
                <a:cubicBezTo>
                  <a:pt x="742114" y="61665"/>
                  <a:pt x="826603" y="74328"/>
                  <a:pt x="917042" y="71535"/>
                </a:cubicBezTo>
                <a:cubicBezTo>
                  <a:pt x="1007480" y="68741"/>
                  <a:pt x="1091027" y="50886"/>
                  <a:pt x="1159914" y="22602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000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15" name="MH_SubTitle_5"/>
          <p:cNvSpPr/>
          <p:nvPr>
            <p:custDataLst>
              <p:tags r:id="rId10"/>
            </p:custDataLst>
          </p:nvPr>
        </p:nvSpPr>
        <p:spPr>
          <a:xfrm>
            <a:off x="7188200" y="2479675"/>
            <a:ext cx="1439863" cy="1439863"/>
          </a:xfrm>
          <a:custGeom>
            <a:avLst/>
            <a:gdLst>
              <a:gd name="connsiteX0" fmla="*/ 766985 w 1487101"/>
              <a:gd name="connsiteY0" fmla="*/ 20013 h 1487102"/>
              <a:gd name="connsiteX1" fmla="*/ 620740 w 1487101"/>
              <a:gd name="connsiteY1" fmla="*/ 30273 h 1487102"/>
              <a:gd name="connsiteX2" fmla="*/ 30272 w 1487101"/>
              <a:gd name="connsiteY2" fmla="*/ 866362 h 1487102"/>
              <a:gd name="connsiteX3" fmla="*/ 866362 w 1487101"/>
              <a:gd name="connsiteY3" fmla="*/ 1456830 h 1487102"/>
              <a:gd name="connsiteX4" fmla="*/ 1456829 w 1487101"/>
              <a:gd name="connsiteY4" fmla="*/ 620740 h 1487102"/>
              <a:gd name="connsiteX5" fmla="*/ 766985 w 1487101"/>
              <a:gd name="connsiteY5" fmla="*/ 20013 h 1487102"/>
              <a:gd name="connsiteX6" fmla="*/ 767622 w 1487101"/>
              <a:gd name="connsiteY6" fmla="*/ 364 h 1487102"/>
              <a:gd name="connsiteX7" fmla="*/ 1476200 w 1487101"/>
              <a:gd name="connsiteY7" fmla="*/ 617405 h 1487102"/>
              <a:gd name="connsiteX8" fmla="*/ 869697 w 1487101"/>
              <a:gd name="connsiteY8" fmla="*/ 1476201 h 1487102"/>
              <a:gd name="connsiteX9" fmla="*/ 10901 w 1487101"/>
              <a:gd name="connsiteY9" fmla="*/ 869698 h 1487102"/>
              <a:gd name="connsiteX10" fmla="*/ 617404 w 1487101"/>
              <a:gd name="connsiteY10" fmla="*/ 10902 h 1487102"/>
              <a:gd name="connsiteX11" fmla="*/ 767622 w 1487101"/>
              <a:gd name="connsiteY11" fmla="*/ 364 h 148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7101" h="1487102">
                <a:moveTo>
                  <a:pt x="766985" y="20013"/>
                </a:moveTo>
                <a:cubicBezTo>
                  <a:pt x="718916" y="18506"/>
                  <a:pt x="669981" y="21794"/>
                  <a:pt x="620740" y="30273"/>
                </a:cubicBezTo>
                <a:cubicBezTo>
                  <a:pt x="226807" y="98099"/>
                  <a:pt x="-37554" y="472430"/>
                  <a:pt x="30272" y="866362"/>
                </a:cubicBezTo>
                <a:cubicBezTo>
                  <a:pt x="98099" y="1260295"/>
                  <a:pt x="472430" y="1524656"/>
                  <a:pt x="866362" y="1456830"/>
                </a:cubicBezTo>
                <a:cubicBezTo>
                  <a:pt x="1260295" y="1389003"/>
                  <a:pt x="1524656" y="1014672"/>
                  <a:pt x="1456829" y="620740"/>
                </a:cubicBezTo>
                <a:cubicBezTo>
                  <a:pt x="1397481" y="276049"/>
                  <a:pt x="1103466" y="30561"/>
                  <a:pt x="766985" y="20013"/>
                </a:cubicBezTo>
                <a:close/>
                <a:moveTo>
                  <a:pt x="767622" y="364"/>
                </a:moveTo>
                <a:cubicBezTo>
                  <a:pt x="1113240" y="11198"/>
                  <a:pt x="1415240" y="263352"/>
                  <a:pt x="1476200" y="617405"/>
                </a:cubicBezTo>
                <a:cubicBezTo>
                  <a:pt x="1545869" y="1022036"/>
                  <a:pt x="1274328" y="1406532"/>
                  <a:pt x="869697" y="1476201"/>
                </a:cubicBezTo>
                <a:cubicBezTo>
                  <a:pt x="465066" y="1545869"/>
                  <a:pt x="80570" y="1274329"/>
                  <a:pt x="10901" y="869698"/>
                </a:cubicBezTo>
                <a:cubicBezTo>
                  <a:pt x="-58767" y="465067"/>
                  <a:pt x="212773" y="80570"/>
                  <a:pt x="617404" y="10902"/>
                </a:cubicBezTo>
                <a:cubicBezTo>
                  <a:pt x="667983" y="2193"/>
                  <a:pt x="718248" y="-1184"/>
                  <a:pt x="767622" y="364"/>
                </a:cubicBezTo>
                <a:close/>
              </a:path>
            </a:pathLst>
          </a:custGeom>
          <a:noFill/>
          <a:ln>
            <a:solidFill>
              <a:srgbClr val="F465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dirty="0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客戶要求</a:t>
            </a:r>
          </a:p>
        </p:txBody>
      </p:sp>
      <p:sp>
        <p:nvSpPr>
          <p:cNvPr id="17" name="MH_Other_6"/>
          <p:cNvSpPr/>
          <p:nvPr>
            <p:custDataLst>
              <p:tags r:id="rId11"/>
            </p:custDataLst>
          </p:nvPr>
        </p:nvSpPr>
        <p:spPr>
          <a:xfrm>
            <a:off x="1066800" y="2282825"/>
            <a:ext cx="1835150" cy="1835150"/>
          </a:xfrm>
          <a:custGeom>
            <a:avLst/>
            <a:gdLst>
              <a:gd name="connsiteX0" fmla="*/ 967503 w 1885632"/>
              <a:gd name="connsiteY0" fmla="*/ 143738 h 1811838"/>
              <a:gd name="connsiteX1" fmla="*/ 813446 w 1885632"/>
              <a:gd name="connsiteY1" fmla="*/ 154545 h 1811838"/>
              <a:gd name="connsiteX2" fmla="*/ 191442 w 1885632"/>
              <a:gd name="connsiteY2" fmla="*/ 1035290 h 1811838"/>
              <a:gd name="connsiteX3" fmla="*/ 1072187 w 1885632"/>
              <a:gd name="connsiteY3" fmla="*/ 1657294 h 1811838"/>
              <a:gd name="connsiteX4" fmla="*/ 1694191 w 1885632"/>
              <a:gd name="connsiteY4" fmla="*/ 776549 h 1811838"/>
              <a:gd name="connsiteX5" fmla="*/ 967503 w 1885632"/>
              <a:gd name="connsiteY5" fmla="*/ 143738 h 1811838"/>
              <a:gd name="connsiteX6" fmla="*/ 1205499 w 1885632"/>
              <a:gd name="connsiteY6" fmla="*/ 0 h 1811838"/>
              <a:gd name="connsiteX7" fmla="*/ 1205599 w 1885632"/>
              <a:gd name="connsiteY7" fmla="*/ 3219 h 1811838"/>
              <a:gd name="connsiteX8" fmla="*/ 1207410 w 1885632"/>
              <a:gd name="connsiteY8" fmla="*/ 556 h 1811838"/>
              <a:gd name="connsiteX9" fmla="*/ 1233742 w 1885632"/>
              <a:gd name="connsiteY9" fmla="*/ 44096 h 1811838"/>
              <a:gd name="connsiteX10" fmla="*/ 1412402 w 1885632"/>
              <a:gd name="connsiteY10" fmla="*/ 215739 h 1811838"/>
              <a:gd name="connsiteX11" fmla="*/ 1637652 w 1885632"/>
              <a:gd name="connsiteY11" fmla="*/ 318908 h 1811838"/>
              <a:gd name="connsiteX12" fmla="*/ 1687817 w 1885632"/>
              <a:gd name="connsiteY12" fmla="*/ 327417 h 1811838"/>
              <a:gd name="connsiteX13" fmla="*/ 1686005 w 1885632"/>
              <a:gd name="connsiteY13" fmla="*/ 330079 h 1811838"/>
              <a:gd name="connsiteX14" fmla="*/ 1689037 w 1885632"/>
              <a:gd name="connsiteY14" fmla="*/ 328991 h 1811838"/>
              <a:gd name="connsiteX15" fmla="*/ 1684748 w 1885632"/>
              <a:gd name="connsiteY15" fmla="*/ 379691 h 1811838"/>
              <a:gd name="connsiteX16" fmla="*/ 1728398 w 1885632"/>
              <a:gd name="connsiteY16" fmla="*/ 623568 h 1811838"/>
              <a:gd name="connsiteX17" fmla="*/ 1849986 w 1885632"/>
              <a:gd name="connsiteY17" fmla="*/ 839431 h 1811838"/>
              <a:gd name="connsiteX18" fmla="*/ 1885570 w 1885632"/>
              <a:gd name="connsiteY18" fmla="*/ 875801 h 1811838"/>
              <a:gd name="connsiteX19" fmla="*/ 1882539 w 1885632"/>
              <a:gd name="connsiteY19" fmla="*/ 876891 h 1811838"/>
              <a:gd name="connsiteX20" fmla="*/ 1885632 w 1885632"/>
              <a:gd name="connsiteY20" fmla="*/ 877791 h 1811838"/>
              <a:gd name="connsiteX21" fmla="*/ 1852361 w 1885632"/>
              <a:gd name="connsiteY21" fmla="*/ 916288 h 1811838"/>
              <a:gd name="connsiteX22" fmla="*/ 1744327 w 1885632"/>
              <a:gd name="connsiteY22" fmla="*/ 1139246 h 1811838"/>
              <a:gd name="connsiteX23" fmla="*/ 1715813 w 1885632"/>
              <a:gd name="connsiteY23" fmla="*/ 1385351 h 1811838"/>
              <a:gd name="connsiteX24" fmla="*/ 1723223 w 1885632"/>
              <a:gd name="connsiteY24" fmla="*/ 1435690 h 1811838"/>
              <a:gd name="connsiteX25" fmla="*/ 1720128 w 1885632"/>
              <a:gd name="connsiteY25" fmla="*/ 1434789 h 1811838"/>
              <a:gd name="connsiteX26" fmla="*/ 1722103 w 1885632"/>
              <a:gd name="connsiteY26" fmla="*/ 1437336 h 1811838"/>
              <a:gd name="connsiteX27" fmla="*/ 1672558 w 1885632"/>
              <a:gd name="connsiteY27" fmla="*/ 1448926 h 1811838"/>
              <a:gd name="connsiteX28" fmla="*/ 1454106 w 1885632"/>
              <a:gd name="connsiteY28" fmla="*/ 1565801 h 1811838"/>
              <a:gd name="connsiteX29" fmla="*/ 1286380 w 1885632"/>
              <a:gd name="connsiteY29" fmla="*/ 1748145 h 1811838"/>
              <a:gd name="connsiteX30" fmla="*/ 1262786 w 1885632"/>
              <a:gd name="connsiteY30" fmla="*/ 1793224 h 1811838"/>
              <a:gd name="connsiteX31" fmla="*/ 1260813 w 1885632"/>
              <a:gd name="connsiteY31" fmla="*/ 1790678 h 1811838"/>
              <a:gd name="connsiteX32" fmla="*/ 1260913 w 1885632"/>
              <a:gd name="connsiteY32" fmla="*/ 1793899 h 1811838"/>
              <a:gd name="connsiteX33" fmla="*/ 1214018 w 1885632"/>
              <a:gd name="connsiteY33" fmla="*/ 1774152 h 1811838"/>
              <a:gd name="connsiteX34" fmla="*/ 968589 w 1885632"/>
              <a:gd name="connsiteY34" fmla="*/ 1740304 h 1811838"/>
              <a:gd name="connsiteX35" fmla="*/ 725717 w 1885632"/>
              <a:gd name="connsiteY35" fmla="*/ 1789236 h 1811838"/>
              <a:gd name="connsiteX36" fmla="*/ 680132 w 1885632"/>
              <a:gd name="connsiteY36" fmla="*/ 1811838 h 1811838"/>
              <a:gd name="connsiteX37" fmla="*/ 680033 w 1885632"/>
              <a:gd name="connsiteY37" fmla="*/ 1808619 h 1811838"/>
              <a:gd name="connsiteX38" fmla="*/ 678222 w 1885632"/>
              <a:gd name="connsiteY38" fmla="*/ 1811282 h 1811838"/>
              <a:gd name="connsiteX39" fmla="*/ 651889 w 1885632"/>
              <a:gd name="connsiteY39" fmla="*/ 1767743 h 1811838"/>
              <a:gd name="connsiteX40" fmla="*/ 473229 w 1885632"/>
              <a:gd name="connsiteY40" fmla="*/ 1596099 h 1811838"/>
              <a:gd name="connsiteX41" fmla="*/ 247980 w 1885632"/>
              <a:gd name="connsiteY41" fmla="*/ 1492930 h 1811838"/>
              <a:gd name="connsiteX42" fmla="*/ 197815 w 1885632"/>
              <a:gd name="connsiteY42" fmla="*/ 1484422 h 1811838"/>
              <a:gd name="connsiteX43" fmla="*/ 199626 w 1885632"/>
              <a:gd name="connsiteY43" fmla="*/ 1481759 h 1811838"/>
              <a:gd name="connsiteX44" fmla="*/ 196595 w 1885632"/>
              <a:gd name="connsiteY44" fmla="*/ 1482848 h 1811838"/>
              <a:gd name="connsiteX45" fmla="*/ 200883 w 1885632"/>
              <a:gd name="connsiteY45" fmla="*/ 1432147 h 1811838"/>
              <a:gd name="connsiteX46" fmla="*/ 157233 w 1885632"/>
              <a:gd name="connsiteY46" fmla="*/ 1188270 h 1811838"/>
              <a:gd name="connsiteX47" fmla="*/ 35644 w 1885632"/>
              <a:gd name="connsiteY47" fmla="*/ 972407 h 1811838"/>
              <a:gd name="connsiteX48" fmla="*/ 62 w 1885632"/>
              <a:gd name="connsiteY48" fmla="*/ 936036 h 1811838"/>
              <a:gd name="connsiteX49" fmla="*/ 3095 w 1885632"/>
              <a:gd name="connsiteY49" fmla="*/ 934947 h 1811838"/>
              <a:gd name="connsiteX50" fmla="*/ 0 w 1885632"/>
              <a:gd name="connsiteY50" fmla="*/ 934046 h 1811838"/>
              <a:gd name="connsiteX51" fmla="*/ 33272 w 1885632"/>
              <a:gd name="connsiteY51" fmla="*/ 895549 h 1811838"/>
              <a:gd name="connsiteX52" fmla="*/ 141305 w 1885632"/>
              <a:gd name="connsiteY52" fmla="*/ 672591 h 1811838"/>
              <a:gd name="connsiteX53" fmla="*/ 169819 w 1885632"/>
              <a:gd name="connsiteY53" fmla="*/ 426486 h 1811838"/>
              <a:gd name="connsiteX54" fmla="*/ 162409 w 1885632"/>
              <a:gd name="connsiteY54" fmla="*/ 376147 h 1811838"/>
              <a:gd name="connsiteX55" fmla="*/ 165502 w 1885632"/>
              <a:gd name="connsiteY55" fmla="*/ 377047 h 1811838"/>
              <a:gd name="connsiteX56" fmla="*/ 163529 w 1885632"/>
              <a:gd name="connsiteY56" fmla="*/ 374501 h 1811838"/>
              <a:gd name="connsiteX57" fmla="*/ 213074 w 1885632"/>
              <a:gd name="connsiteY57" fmla="*/ 362912 h 1811838"/>
              <a:gd name="connsiteX58" fmla="*/ 431525 w 1885632"/>
              <a:gd name="connsiteY58" fmla="*/ 246037 h 1811838"/>
              <a:gd name="connsiteX59" fmla="*/ 599251 w 1885632"/>
              <a:gd name="connsiteY59" fmla="*/ 63694 h 1811838"/>
              <a:gd name="connsiteX60" fmla="*/ 622846 w 1885632"/>
              <a:gd name="connsiteY60" fmla="*/ 18614 h 1811838"/>
              <a:gd name="connsiteX61" fmla="*/ 624818 w 1885632"/>
              <a:gd name="connsiteY61" fmla="*/ 21159 h 1811838"/>
              <a:gd name="connsiteX62" fmla="*/ 624719 w 1885632"/>
              <a:gd name="connsiteY62" fmla="*/ 17940 h 1811838"/>
              <a:gd name="connsiteX63" fmla="*/ 671613 w 1885632"/>
              <a:gd name="connsiteY63" fmla="*/ 37686 h 1811838"/>
              <a:gd name="connsiteX64" fmla="*/ 917042 w 1885632"/>
              <a:gd name="connsiteY64" fmla="*/ 71535 h 1811838"/>
              <a:gd name="connsiteX65" fmla="*/ 1159914 w 1885632"/>
              <a:gd name="connsiteY65" fmla="*/ 22602 h 181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85632" h="1811838">
                <a:moveTo>
                  <a:pt x="967503" y="143738"/>
                </a:moveTo>
                <a:cubicBezTo>
                  <a:pt x="916867" y="142150"/>
                  <a:pt x="865318" y="145614"/>
                  <a:pt x="813446" y="154545"/>
                </a:cubicBezTo>
                <a:cubicBezTo>
                  <a:pt x="398473" y="225994"/>
                  <a:pt x="119993" y="620317"/>
                  <a:pt x="191442" y="1035290"/>
                </a:cubicBezTo>
                <a:cubicBezTo>
                  <a:pt x="262892" y="1450263"/>
                  <a:pt x="657215" y="1728743"/>
                  <a:pt x="1072187" y="1657294"/>
                </a:cubicBezTo>
                <a:cubicBezTo>
                  <a:pt x="1487160" y="1585844"/>
                  <a:pt x="1765641" y="1191522"/>
                  <a:pt x="1694191" y="776549"/>
                </a:cubicBezTo>
                <a:cubicBezTo>
                  <a:pt x="1631673" y="413447"/>
                  <a:pt x="1321955" y="154848"/>
                  <a:pt x="967503" y="143738"/>
                </a:cubicBezTo>
                <a:close/>
                <a:moveTo>
                  <a:pt x="1205499" y="0"/>
                </a:moveTo>
                <a:lnTo>
                  <a:pt x="1205599" y="3219"/>
                </a:lnTo>
                <a:lnTo>
                  <a:pt x="1207410" y="556"/>
                </a:lnTo>
                <a:lnTo>
                  <a:pt x="1233742" y="44096"/>
                </a:lnTo>
                <a:cubicBezTo>
                  <a:pt x="1276686" y="104934"/>
                  <a:pt x="1337594" y="164840"/>
                  <a:pt x="1412402" y="215739"/>
                </a:cubicBezTo>
                <a:cubicBezTo>
                  <a:pt x="1487211" y="266637"/>
                  <a:pt x="1565296" y="301300"/>
                  <a:pt x="1637652" y="318908"/>
                </a:cubicBezTo>
                <a:lnTo>
                  <a:pt x="1687817" y="327417"/>
                </a:lnTo>
                <a:lnTo>
                  <a:pt x="1686005" y="330079"/>
                </a:lnTo>
                <a:lnTo>
                  <a:pt x="1689037" y="328991"/>
                </a:lnTo>
                <a:lnTo>
                  <a:pt x="1684748" y="379691"/>
                </a:lnTo>
                <a:cubicBezTo>
                  <a:pt x="1683729" y="454152"/>
                  <a:pt x="1697794" y="538419"/>
                  <a:pt x="1728398" y="623568"/>
                </a:cubicBezTo>
                <a:cubicBezTo>
                  <a:pt x="1759002" y="708716"/>
                  <a:pt x="1801800" y="782656"/>
                  <a:pt x="1849986" y="839431"/>
                </a:cubicBezTo>
                <a:lnTo>
                  <a:pt x="1885570" y="875801"/>
                </a:lnTo>
                <a:lnTo>
                  <a:pt x="1882539" y="876891"/>
                </a:lnTo>
                <a:lnTo>
                  <a:pt x="1885632" y="877791"/>
                </a:lnTo>
                <a:lnTo>
                  <a:pt x="1852361" y="916288"/>
                </a:lnTo>
                <a:cubicBezTo>
                  <a:pt x="1807769" y="975929"/>
                  <a:pt x="1769618" y="1052370"/>
                  <a:pt x="1744327" y="1139246"/>
                </a:cubicBezTo>
                <a:cubicBezTo>
                  <a:pt x="1719038" y="1226121"/>
                  <a:pt x="1710201" y="1311095"/>
                  <a:pt x="1715813" y="1385351"/>
                </a:cubicBezTo>
                <a:lnTo>
                  <a:pt x="1723223" y="1435690"/>
                </a:lnTo>
                <a:lnTo>
                  <a:pt x="1720128" y="1434789"/>
                </a:lnTo>
                <a:lnTo>
                  <a:pt x="1722103" y="1437336"/>
                </a:lnTo>
                <a:lnTo>
                  <a:pt x="1672558" y="1448926"/>
                </a:lnTo>
                <a:cubicBezTo>
                  <a:pt x="1601426" y="1470966"/>
                  <a:pt x="1525630" y="1510382"/>
                  <a:pt x="1454106" y="1565801"/>
                </a:cubicBezTo>
                <a:cubicBezTo>
                  <a:pt x="1382582" y="1621220"/>
                  <a:pt x="1325485" y="1684771"/>
                  <a:pt x="1286380" y="1748145"/>
                </a:cubicBezTo>
                <a:lnTo>
                  <a:pt x="1262786" y="1793224"/>
                </a:lnTo>
                <a:lnTo>
                  <a:pt x="1260813" y="1790678"/>
                </a:lnTo>
                <a:lnTo>
                  <a:pt x="1260913" y="1793899"/>
                </a:lnTo>
                <a:lnTo>
                  <a:pt x="1214018" y="1774152"/>
                </a:lnTo>
                <a:cubicBezTo>
                  <a:pt x="1143517" y="1750173"/>
                  <a:pt x="1059028" y="1737510"/>
                  <a:pt x="968589" y="1740304"/>
                </a:cubicBezTo>
                <a:cubicBezTo>
                  <a:pt x="878151" y="1743097"/>
                  <a:pt x="794605" y="1760951"/>
                  <a:pt x="725717" y="1789236"/>
                </a:cubicBezTo>
                <a:lnTo>
                  <a:pt x="680132" y="1811838"/>
                </a:lnTo>
                <a:lnTo>
                  <a:pt x="680033" y="1808619"/>
                </a:lnTo>
                <a:lnTo>
                  <a:pt x="678222" y="1811282"/>
                </a:lnTo>
                <a:lnTo>
                  <a:pt x="651889" y="1767743"/>
                </a:lnTo>
                <a:cubicBezTo>
                  <a:pt x="608947" y="1706903"/>
                  <a:pt x="548037" y="1646998"/>
                  <a:pt x="473229" y="1596099"/>
                </a:cubicBezTo>
                <a:cubicBezTo>
                  <a:pt x="398420" y="1545201"/>
                  <a:pt x="320336" y="1510538"/>
                  <a:pt x="247980" y="1492930"/>
                </a:cubicBezTo>
                <a:lnTo>
                  <a:pt x="197815" y="1484422"/>
                </a:lnTo>
                <a:lnTo>
                  <a:pt x="199626" y="1481759"/>
                </a:lnTo>
                <a:lnTo>
                  <a:pt x="196595" y="1482848"/>
                </a:lnTo>
                <a:lnTo>
                  <a:pt x="200883" y="1432147"/>
                </a:lnTo>
                <a:cubicBezTo>
                  <a:pt x="201903" y="1357686"/>
                  <a:pt x="187837" y="1273419"/>
                  <a:pt x="157233" y="1188270"/>
                </a:cubicBezTo>
                <a:cubicBezTo>
                  <a:pt x="126630" y="1103122"/>
                  <a:pt x="83832" y="1029181"/>
                  <a:pt x="35644" y="972407"/>
                </a:cubicBezTo>
                <a:lnTo>
                  <a:pt x="62" y="936036"/>
                </a:lnTo>
                <a:lnTo>
                  <a:pt x="3095" y="934947"/>
                </a:lnTo>
                <a:lnTo>
                  <a:pt x="0" y="934046"/>
                </a:lnTo>
                <a:lnTo>
                  <a:pt x="33272" y="895549"/>
                </a:lnTo>
                <a:cubicBezTo>
                  <a:pt x="77863" y="835908"/>
                  <a:pt x="116015" y="759468"/>
                  <a:pt x="141305" y="672591"/>
                </a:cubicBezTo>
                <a:cubicBezTo>
                  <a:pt x="166594" y="585716"/>
                  <a:pt x="175432" y="500742"/>
                  <a:pt x="169819" y="426486"/>
                </a:cubicBezTo>
                <a:lnTo>
                  <a:pt x="162409" y="376147"/>
                </a:lnTo>
                <a:lnTo>
                  <a:pt x="165502" y="377047"/>
                </a:lnTo>
                <a:lnTo>
                  <a:pt x="163529" y="374501"/>
                </a:lnTo>
                <a:lnTo>
                  <a:pt x="213074" y="362912"/>
                </a:lnTo>
                <a:cubicBezTo>
                  <a:pt x="284205" y="340872"/>
                  <a:pt x="360001" y="301455"/>
                  <a:pt x="431525" y="246037"/>
                </a:cubicBezTo>
                <a:cubicBezTo>
                  <a:pt x="503050" y="190619"/>
                  <a:pt x="560146" y="127066"/>
                  <a:pt x="599251" y="63694"/>
                </a:cubicBezTo>
                <a:lnTo>
                  <a:pt x="622846" y="18614"/>
                </a:lnTo>
                <a:lnTo>
                  <a:pt x="624818" y="21159"/>
                </a:lnTo>
                <a:lnTo>
                  <a:pt x="624719" y="17940"/>
                </a:lnTo>
                <a:lnTo>
                  <a:pt x="671613" y="37686"/>
                </a:lnTo>
                <a:cubicBezTo>
                  <a:pt x="742114" y="61665"/>
                  <a:pt x="826603" y="74328"/>
                  <a:pt x="917042" y="71535"/>
                </a:cubicBezTo>
                <a:cubicBezTo>
                  <a:pt x="1007480" y="68741"/>
                  <a:pt x="1091027" y="50886"/>
                  <a:pt x="1159914" y="22602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000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18" name="MH_SubTitle_1"/>
          <p:cNvSpPr/>
          <p:nvPr>
            <p:custDataLst>
              <p:tags r:id="rId12"/>
            </p:custDataLst>
          </p:nvPr>
        </p:nvSpPr>
        <p:spPr>
          <a:xfrm>
            <a:off x="1265238" y="2479675"/>
            <a:ext cx="1439862" cy="1439863"/>
          </a:xfrm>
          <a:custGeom>
            <a:avLst/>
            <a:gdLst>
              <a:gd name="connsiteX0" fmla="*/ 766985 w 1487101"/>
              <a:gd name="connsiteY0" fmla="*/ 20013 h 1487102"/>
              <a:gd name="connsiteX1" fmla="*/ 620740 w 1487101"/>
              <a:gd name="connsiteY1" fmla="*/ 30273 h 1487102"/>
              <a:gd name="connsiteX2" fmla="*/ 30272 w 1487101"/>
              <a:gd name="connsiteY2" fmla="*/ 866362 h 1487102"/>
              <a:gd name="connsiteX3" fmla="*/ 866362 w 1487101"/>
              <a:gd name="connsiteY3" fmla="*/ 1456830 h 1487102"/>
              <a:gd name="connsiteX4" fmla="*/ 1456829 w 1487101"/>
              <a:gd name="connsiteY4" fmla="*/ 620740 h 1487102"/>
              <a:gd name="connsiteX5" fmla="*/ 766985 w 1487101"/>
              <a:gd name="connsiteY5" fmla="*/ 20013 h 1487102"/>
              <a:gd name="connsiteX6" fmla="*/ 767622 w 1487101"/>
              <a:gd name="connsiteY6" fmla="*/ 364 h 1487102"/>
              <a:gd name="connsiteX7" fmla="*/ 1476200 w 1487101"/>
              <a:gd name="connsiteY7" fmla="*/ 617405 h 1487102"/>
              <a:gd name="connsiteX8" fmla="*/ 869697 w 1487101"/>
              <a:gd name="connsiteY8" fmla="*/ 1476201 h 1487102"/>
              <a:gd name="connsiteX9" fmla="*/ 10901 w 1487101"/>
              <a:gd name="connsiteY9" fmla="*/ 869698 h 1487102"/>
              <a:gd name="connsiteX10" fmla="*/ 617404 w 1487101"/>
              <a:gd name="connsiteY10" fmla="*/ 10902 h 1487102"/>
              <a:gd name="connsiteX11" fmla="*/ 767622 w 1487101"/>
              <a:gd name="connsiteY11" fmla="*/ 364 h 148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7101" h="1487102">
                <a:moveTo>
                  <a:pt x="766985" y="20013"/>
                </a:moveTo>
                <a:cubicBezTo>
                  <a:pt x="718916" y="18506"/>
                  <a:pt x="669981" y="21794"/>
                  <a:pt x="620740" y="30273"/>
                </a:cubicBezTo>
                <a:cubicBezTo>
                  <a:pt x="226807" y="98099"/>
                  <a:pt x="-37554" y="472430"/>
                  <a:pt x="30272" y="866362"/>
                </a:cubicBezTo>
                <a:cubicBezTo>
                  <a:pt x="98099" y="1260295"/>
                  <a:pt x="472430" y="1524656"/>
                  <a:pt x="866362" y="1456830"/>
                </a:cubicBezTo>
                <a:cubicBezTo>
                  <a:pt x="1260295" y="1389003"/>
                  <a:pt x="1524656" y="1014672"/>
                  <a:pt x="1456829" y="620740"/>
                </a:cubicBezTo>
                <a:cubicBezTo>
                  <a:pt x="1397481" y="276049"/>
                  <a:pt x="1103466" y="30561"/>
                  <a:pt x="766985" y="20013"/>
                </a:cubicBezTo>
                <a:close/>
                <a:moveTo>
                  <a:pt x="767622" y="364"/>
                </a:moveTo>
                <a:cubicBezTo>
                  <a:pt x="1113240" y="11198"/>
                  <a:pt x="1415240" y="263352"/>
                  <a:pt x="1476200" y="617405"/>
                </a:cubicBezTo>
                <a:cubicBezTo>
                  <a:pt x="1545869" y="1022036"/>
                  <a:pt x="1274328" y="1406532"/>
                  <a:pt x="869697" y="1476201"/>
                </a:cubicBezTo>
                <a:cubicBezTo>
                  <a:pt x="465066" y="1545869"/>
                  <a:pt x="80570" y="1274329"/>
                  <a:pt x="10901" y="869698"/>
                </a:cubicBezTo>
                <a:cubicBezTo>
                  <a:pt x="-58767" y="465067"/>
                  <a:pt x="212773" y="80570"/>
                  <a:pt x="617404" y="10902"/>
                </a:cubicBezTo>
                <a:cubicBezTo>
                  <a:pt x="667983" y="2193"/>
                  <a:pt x="718248" y="-1184"/>
                  <a:pt x="767622" y="364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292F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dirty="0">
                <a:solidFill>
                  <a:srgbClr val="020202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行業標準</a:t>
            </a:r>
          </a:p>
        </p:txBody>
      </p:sp>
      <p:cxnSp>
        <p:nvCxnSpPr>
          <p:cNvPr id="19" name="MH_Other_7"/>
          <p:cNvCxnSpPr>
            <a:stCxn id="6" idx="0"/>
            <a:endCxn id="22" idx="40"/>
          </p:cNvCxnSpPr>
          <p:nvPr>
            <p:custDataLst>
              <p:tags r:id="rId13"/>
            </p:custDataLst>
          </p:nvPr>
        </p:nvCxnSpPr>
        <p:spPr>
          <a:xfrm flipV="1">
            <a:off x="5889625" y="3898900"/>
            <a:ext cx="3535363" cy="1563688"/>
          </a:xfrm>
          <a:prstGeom prst="line">
            <a:avLst/>
          </a:prstGeom>
          <a:ln cmpd="sng">
            <a:solidFill>
              <a:srgbClr val="9696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MH_Other_8"/>
          <p:cNvCxnSpPr>
            <a:stCxn id="11" idx="34"/>
            <a:endCxn id="6" idx="0"/>
          </p:cNvCxnSpPr>
          <p:nvPr>
            <p:custDataLst>
              <p:tags r:id="rId14"/>
            </p:custDataLst>
          </p:nvPr>
        </p:nvCxnSpPr>
        <p:spPr>
          <a:xfrm flipH="1">
            <a:off x="5889625" y="4044950"/>
            <a:ext cx="68263" cy="1417638"/>
          </a:xfrm>
          <a:prstGeom prst="line">
            <a:avLst/>
          </a:prstGeom>
          <a:ln cmpd="sng">
            <a:solidFill>
              <a:srgbClr val="9696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H_Other_9"/>
          <p:cNvSpPr/>
          <p:nvPr>
            <p:custDataLst>
              <p:tags r:id="rId15"/>
            </p:custDataLst>
          </p:nvPr>
        </p:nvSpPr>
        <p:spPr>
          <a:xfrm>
            <a:off x="8964613" y="2282825"/>
            <a:ext cx="1835150" cy="1835150"/>
          </a:xfrm>
          <a:custGeom>
            <a:avLst/>
            <a:gdLst>
              <a:gd name="connsiteX0" fmla="*/ 967503 w 1885632"/>
              <a:gd name="connsiteY0" fmla="*/ 143738 h 1811838"/>
              <a:gd name="connsiteX1" fmla="*/ 813446 w 1885632"/>
              <a:gd name="connsiteY1" fmla="*/ 154545 h 1811838"/>
              <a:gd name="connsiteX2" fmla="*/ 191442 w 1885632"/>
              <a:gd name="connsiteY2" fmla="*/ 1035290 h 1811838"/>
              <a:gd name="connsiteX3" fmla="*/ 1072187 w 1885632"/>
              <a:gd name="connsiteY3" fmla="*/ 1657294 h 1811838"/>
              <a:gd name="connsiteX4" fmla="*/ 1694191 w 1885632"/>
              <a:gd name="connsiteY4" fmla="*/ 776549 h 1811838"/>
              <a:gd name="connsiteX5" fmla="*/ 967503 w 1885632"/>
              <a:gd name="connsiteY5" fmla="*/ 143738 h 1811838"/>
              <a:gd name="connsiteX6" fmla="*/ 1205499 w 1885632"/>
              <a:gd name="connsiteY6" fmla="*/ 0 h 1811838"/>
              <a:gd name="connsiteX7" fmla="*/ 1205599 w 1885632"/>
              <a:gd name="connsiteY7" fmla="*/ 3219 h 1811838"/>
              <a:gd name="connsiteX8" fmla="*/ 1207410 w 1885632"/>
              <a:gd name="connsiteY8" fmla="*/ 556 h 1811838"/>
              <a:gd name="connsiteX9" fmla="*/ 1233742 w 1885632"/>
              <a:gd name="connsiteY9" fmla="*/ 44096 h 1811838"/>
              <a:gd name="connsiteX10" fmla="*/ 1412402 w 1885632"/>
              <a:gd name="connsiteY10" fmla="*/ 215739 h 1811838"/>
              <a:gd name="connsiteX11" fmla="*/ 1637652 w 1885632"/>
              <a:gd name="connsiteY11" fmla="*/ 318908 h 1811838"/>
              <a:gd name="connsiteX12" fmla="*/ 1687817 w 1885632"/>
              <a:gd name="connsiteY12" fmla="*/ 327417 h 1811838"/>
              <a:gd name="connsiteX13" fmla="*/ 1686005 w 1885632"/>
              <a:gd name="connsiteY13" fmla="*/ 330079 h 1811838"/>
              <a:gd name="connsiteX14" fmla="*/ 1689037 w 1885632"/>
              <a:gd name="connsiteY14" fmla="*/ 328991 h 1811838"/>
              <a:gd name="connsiteX15" fmla="*/ 1684748 w 1885632"/>
              <a:gd name="connsiteY15" fmla="*/ 379691 h 1811838"/>
              <a:gd name="connsiteX16" fmla="*/ 1728398 w 1885632"/>
              <a:gd name="connsiteY16" fmla="*/ 623568 h 1811838"/>
              <a:gd name="connsiteX17" fmla="*/ 1849986 w 1885632"/>
              <a:gd name="connsiteY17" fmla="*/ 839431 h 1811838"/>
              <a:gd name="connsiteX18" fmla="*/ 1885570 w 1885632"/>
              <a:gd name="connsiteY18" fmla="*/ 875801 h 1811838"/>
              <a:gd name="connsiteX19" fmla="*/ 1882539 w 1885632"/>
              <a:gd name="connsiteY19" fmla="*/ 876891 h 1811838"/>
              <a:gd name="connsiteX20" fmla="*/ 1885632 w 1885632"/>
              <a:gd name="connsiteY20" fmla="*/ 877791 h 1811838"/>
              <a:gd name="connsiteX21" fmla="*/ 1852361 w 1885632"/>
              <a:gd name="connsiteY21" fmla="*/ 916288 h 1811838"/>
              <a:gd name="connsiteX22" fmla="*/ 1744327 w 1885632"/>
              <a:gd name="connsiteY22" fmla="*/ 1139246 h 1811838"/>
              <a:gd name="connsiteX23" fmla="*/ 1715813 w 1885632"/>
              <a:gd name="connsiteY23" fmla="*/ 1385351 h 1811838"/>
              <a:gd name="connsiteX24" fmla="*/ 1723223 w 1885632"/>
              <a:gd name="connsiteY24" fmla="*/ 1435690 h 1811838"/>
              <a:gd name="connsiteX25" fmla="*/ 1720128 w 1885632"/>
              <a:gd name="connsiteY25" fmla="*/ 1434789 h 1811838"/>
              <a:gd name="connsiteX26" fmla="*/ 1722103 w 1885632"/>
              <a:gd name="connsiteY26" fmla="*/ 1437336 h 1811838"/>
              <a:gd name="connsiteX27" fmla="*/ 1672558 w 1885632"/>
              <a:gd name="connsiteY27" fmla="*/ 1448926 h 1811838"/>
              <a:gd name="connsiteX28" fmla="*/ 1454106 w 1885632"/>
              <a:gd name="connsiteY28" fmla="*/ 1565801 h 1811838"/>
              <a:gd name="connsiteX29" fmla="*/ 1286380 w 1885632"/>
              <a:gd name="connsiteY29" fmla="*/ 1748145 h 1811838"/>
              <a:gd name="connsiteX30" fmla="*/ 1262786 w 1885632"/>
              <a:gd name="connsiteY30" fmla="*/ 1793224 h 1811838"/>
              <a:gd name="connsiteX31" fmla="*/ 1260813 w 1885632"/>
              <a:gd name="connsiteY31" fmla="*/ 1790678 h 1811838"/>
              <a:gd name="connsiteX32" fmla="*/ 1260913 w 1885632"/>
              <a:gd name="connsiteY32" fmla="*/ 1793899 h 1811838"/>
              <a:gd name="connsiteX33" fmla="*/ 1214018 w 1885632"/>
              <a:gd name="connsiteY33" fmla="*/ 1774152 h 1811838"/>
              <a:gd name="connsiteX34" fmla="*/ 968589 w 1885632"/>
              <a:gd name="connsiteY34" fmla="*/ 1740304 h 1811838"/>
              <a:gd name="connsiteX35" fmla="*/ 725717 w 1885632"/>
              <a:gd name="connsiteY35" fmla="*/ 1789236 h 1811838"/>
              <a:gd name="connsiteX36" fmla="*/ 680132 w 1885632"/>
              <a:gd name="connsiteY36" fmla="*/ 1811838 h 1811838"/>
              <a:gd name="connsiteX37" fmla="*/ 680033 w 1885632"/>
              <a:gd name="connsiteY37" fmla="*/ 1808619 h 1811838"/>
              <a:gd name="connsiteX38" fmla="*/ 678222 w 1885632"/>
              <a:gd name="connsiteY38" fmla="*/ 1811282 h 1811838"/>
              <a:gd name="connsiteX39" fmla="*/ 651889 w 1885632"/>
              <a:gd name="connsiteY39" fmla="*/ 1767743 h 1811838"/>
              <a:gd name="connsiteX40" fmla="*/ 473229 w 1885632"/>
              <a:gd name="connsiteY40" fmla="*/ 1596099 h 1811838"/>
              <a:gd name="connsiteX41" fmla="*/ 247980 w 1885632"/>
              <a:gd name="connsiteY41" fmla="*/ 1492930 h 1811838"/>
              <a:gd name="connsiteX42" fmla="*/ 197815 w 1885632"/>
              <a:gd name="connsiteY42" fmla="*/ 1484422 h 1811838"/>
              <a:gd name="connsiteX43" fmla="*/ 199626 w 1885632"/>
              <a:gd name="connsiteY43" fmla="*/ 1481759 h 1811838"/>
              <a:gd name="connsiteX44" fmla="*/ 196595 w 1885632"/>
              <a:gd name="connsiteY44" fmla="*/ 1482848 h 1811838"/>
              <a:gd name="connsiteX45" fmla="*/ 200883 w 1885632"/>
              <a:gd name="connsiteY45" fmla="*/ 1432147 h 1811838"/>
              <a:gd name="connsiteX46" fmla="*/ 157233 w 1885632"/>
              <a:gd name="connsiteY46" fmla="*/ 1188270 h 1811838"/>
              <a:gd name="connsiteX47" fmla="*/ 35644 w 1885632"/>
              <a:gd name="connsiteY47" fmla="*/ 972407 h 1811838"/>
              <a:gd name="connsiteX48" fmla="*/ 62 w 1885632"/>
              <a:gd name="connsiteY48" fmla="*/ 936036 h 1811838"/>
              <a:gd name="connsiteX49" fmla="*/ 3095 w 1885632"/>
              <a:gd name="connsiteY49" fmla="*/ 934947 h 1811838"/>
              <a:gd name="connsiteX50" fmla="*/ 0 w 1885632"/>
              <a:gd name="connsiteY50" fmla="*/ 934046 h 1811838"/>
              <a:gd name="connsiteX51" fmla="*/ 33272 w 1885632"/>
              <a:gd name="connsiteY51" fmla="*/ 895549 h 1811838"/>
              <a:gd name="connsiteX52" fmla="*/ 141305 w 1885632"/>
              <a:gd name="connsiteY52" fmla="*/ 672591 h 1811838"/>
              <a:gd name="connsiteX53" fmla="*/ 169819 w 1885632"/>
              <a:gd name="connsiteY53" fmla="*/ 426486 h 1811838"/>
              <a:gd name="connsiteX54" fmla="*/ 162409 w 1885632"/>
              <a:gd name="connsiteY54" fmla="*/ 376147 h 1811838"/>
              <a:gd name="connsiteX55" fmla="*/ 165502 w 1885632"/>
              <a:gd name="connsiteY55" fmla="*/ 377047 h 1811838"/>
              <a:gd name="connsiteX56" fmla="*/ 163529 w 1885632"/>
              <a:gd name="connsiteY56" fmla="*/ 374501 h 1811838"/>
              <a:gd name="connsiteX57" fmla="*/ 213074 w 1885632"/>
              <a:gd name="connsiteY57" fmla="*/ 362912 h 1811838"/>
              <a:gd name="connsiteX58" fmla="*/ 431525 w 1885632"/>
              <a:gd name="connsiteY58" fmla="*/ 246037 h 1811838"/>
              <a:gd name="connsiteX59" fmla="*/ 599251 w 1885632"/>
              <a:gd name="connsiteY59" fmla="*/ 63694 h 1811838"/>
              <a:gd name="connsiteX60" fmla="*/ 622846 w 1885632"/>
              <a:gd name="connsiteY60" fmla="*/ 18614 h 1811838"/>
              <a:gd name="connsiteX61" fmla="*/ 624818 w 1885632"/>
              <a:gd name="connsiteY61" fmla="*/ 21159 h 1811838"/>
              <a:gd name="connsiteX62" fmla="*/ 624719 w 1885632"/>
              <a:gd name="connsiteY62" fmla="*/ 17940 h 1811838"/>
              <a:gd name="connsiteX63" fmla="*/ 671613 w 1885632"/>
              <a:gd name="connsiteY63" fmla="*/ 37686 h 1811838"/>
              <a:gd name="connsiteX64" fmla="*/ 917042 w 1885632"/>
              <a:gd name="connsiteY64" fmla="*/ 71535 h 1811838"/>
              <a:gd name="connsiteX65" fmla="*/ 1159914 w 1885632"/>
              <a:gd name="connsiteY65" fmla="*/ 22602 h 181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885632" h="1811838">
                <a:moveTo>
                  <a:pt x="967503" y="143738"/>
                </a:moveTo>
                <a:cubicBezTo>
                  <a:pt x="916867" y="142150"/>
                  <a:pt x="865318" y="145614"/>
                  <a:pt x="813446" y="154545"/>
                </a:cubicBezTo>
                <a:cubicBezTo>
                  <a:pt x="398473" y="225994"/>
                  <a:pt x="119993" y="620317"/>
                  <a:pt x="191442" y="1035290"/>
                </a:cubicBezTo>
                <a:cubicBezTo>
                  <a:pt x="262892" y="1450263"/>
                  <a:pt x="657215" y="1728743"/>
                  <a:pt x="1072187" y="1657294"/>
                </a:cubicBezTo>
                <a:cubicBezTo>
                  <a:pt x="1487160" y="1585844"/>
                  <a:pt x="1765641" y="1191522"/>
                  <a:pt x="1694191" y="776549"/>
                </a:cubicBezTo>
                <a:cubicBezTo>
                  <a:pt x="1631673" y="413447"/>
                  <a:pt x="1321955" y="154848"/>
                  <a:pt x="967503" y="143738"/>
                </a:cubicBezTo>
                <a:close/>
                <a:moveTo>
                  <a:pt x="1205499" y="0"/>
                </a:moveTo>
                <a:lnTo>
                  <a:pt x="1205599" y="3219"/>
                </a:lnTo>
                <a:lnTo>
                  <a:pt x="1207410" y="556"/>
                </a:lnTo>
                <a:lnTo>
                  <a:pt x="1233742" y="44096"/>
                </a:lnTo>
                <a:cubicBezTo>
                  <a:pt x="1276686" y="104934"/>
                  <a:pt x="1337594" y="164840"/>
                  <a:pt x="1412402" y="215739"/>
                </a:cubicBezTo>
                <a:cubicBezTo>
                  <a:pt x="1487211" y="266637"/>
                  <a:pt x="1565296" y="301300"/>
                  <a:pt x="1637652" y="318908"/>
                </a:cubicBezTo>
                <a:lnTo>
                  <a:pt x="1687817" y="327417"/>
                </a:lnTo>
                <a:lnTo>
                  <a:pt x="1686005" y="330079"/>
                </a:lnTo>
                <a:lnTo>
                  <a:pt x="1689037" y="328991"/>
                </a:lnTo>
                <a:lnTo>
                  <a:pt x="1684748" y="379691"/>
                </a:lnTo>
                <a:cubicBezTo>
                  <a:pt x="1683729" y="454152"/>
                  <a:pt x="1697794" y="538419"/>
                  <a:pt x="1728398" y="623568"/>
                </a:cubicBezTo>
                <a:cubicBezTo>
                  <a:pt x="1759002" y="708716"/>
                  <a:pt x="1801800" y="782656"/>
                  <a:pt x="1849986" y="839431"/>
                </a:cubicBezTo>
                <a:lnTo>
                  <a:pt x="1885570" y="875801"/>
                </a:lnTo>
                <a:lnTo>
                  <a:pt x="1882539" y="876891"/>
                </a:lnTo>
                <a:lnTo>
                  <a:pt x="1885632" y="877791"/>
                </a:lnTo>
                <a:lnTo>
                  <a:pt x="1852361" y="916288"/>
                </a:lnTo>
                <a:cubicBezTo>
                  <a:pt x="1807769" y="975929"/>
                  <a:pt x="1769618" y="1052370"/>
                  <a:pt x="1744327" y="1139246"/>
                </a:cubicBezTo>
                <a:cubicBezTo>
                  <a:pt x="1719038" y="1226121"/>
                  <a:pt x="1710201" y="1311095"/>
                  <a:pt x="1715813" y="1385351"/>
                </a:cubicBezTo>
                <a:lnTo>
                  <a:pt x="1723223" y="1435690"/>
                </a:lnTo>
                <a:lnTo>
                  <a:pt x="1720128" y="1434789"/>
                </a:lnTo>
                <a:lnTo>
                  <a:pt x="1722103" y="1437336"/>
                </a:lnTo>
                <a:lnTo>
                  <a:pt x="1672558" y="1448926"/>
                </a:lnTo>
                <a:cubicBezTo>
                  <a:pt x="1601426" y="1470966"/>
                  <a:pt x="1525630" y="1510382"/>
                  <a:pt x="1454106" y="1565801"/>
                </a:cubicBezTo>
                <a:cubicBezTo>
                  <a:pt x="1382582" y="1621220"/>
                  <a:pt x="1325485" y="1684771"/>
                  <a:pt x="1286380" y="1748145"/>
                </a:cubicBezTo>
                <a:lnTo>
                  <a:pt x="1262786" y="1793224"/>
                </a:lnTo>
                <a:lnTo>
                  <a:pt x="1260813" y="1790678"/>
                </a:lnTo>
                <a:lnTo>
                  <a:pt x="1260913" y="1793899"/>
                </a:lnTo>
                <a:lnTo>
                  <a:pt x="1214018" y="1774152"/>
                </a:lnTo>
                <a:cubicBezTo>
                  <a:pt x="1143517" y="1750173"/>
                  <a:pt x="1059028" y="1737510"/>
                  <a:pt x="968589" y="1740304"/>
                </a:cubicBezTo>
                <a:cubicBezTo>
                  <a:pt x="878151" y="1743097"/>
                  <a:pt x="794605" y="1760951"/>
                  <a:pt x="725717" y="1789236"/>
                </a:cubicBezTo>
                <a:lnTo>
                  <a:pt x="680132" y="1811838"/>
                </a:lnTo>
                <a:lnTo>
                  <a:pt x="680033" y="1808619"/>
                </a:lnTo>
                <a:lnTo>
                  <a:pt x="678222" y="1811282"/>
                </a:lnTo>
                <a:lnTo>
                  <a:pt x="651889" y="1767743"/>
                </a:lnTo>
                <a:cubicBezTo>
                  <a:pt x="608947" y="1706903"/>
                  <a:pt x="548037" y="1646998"/>
                  <a:pt x="473229" y="1596099"/>
                </a:cubicBezTo>
                <a:cubicBezTo>
                  <a:pt x="398420" y="1545201"/>
                  <a:pt x="320336" y="1510538"/>
                  <a:pt x="247980" y="1492930"/>
                </a:cubicBezTo>
                <a:lnTo>
                  <a:pt x="197815" y="1484422"/>
                </a:lnTo>
                <a:lnTo>
                  <a:pt x="199626" y="1481759"/>
                </a:lnTo>
                <a:lnTo>
                  <a:pt x="196595" y="1482848"/>
                </a:lnTo>
                <a:lnTo>
                  <a:pt x="200883" y="1432147"/>
                </a:lnTo>
                <a:cubicBezTo>
                  <a:pt x="201903" y="1357686"/>
                  <a:pt x="187837" y="1273419"/>
                  <a:pt x="157233" y="1188270"/>
                </a:cubicBezTo>
                <a:cubicBezTo>
                  <a:pt x="126630" y="1103122"/>
                  <a:pt x="83832" y="1029181"/>
                  <a:pt x="35644" y="972407"/>
                </a:cubicBezTo>
                <a:lnTo>
                  <a:pt x="62" y="936036"/>
                </a:lnTo>
                <a:lnTo>
                  <a:pt x="3095" y="934947"/>
                </a:lnTo>
                <a:lnTo>
                  <a:pt x="0" y="934046"/>
                </a:lnTo>
                <a:lnTo>
                  <a:pt x="33272" y="895549"/>
                </a:lnTo>
                <a:cubicBezTo>
                  <a:pt x="77863" y="835908"/>
                  <a:pt x="116015" y="759468"/>
                  <a:pt x="141305" y="672591"/>
                </a:cubicBezTo>
                <a:cubicBezTo>
                  <a:pt x="166594" y="585716"/>
                  <a:pt x="175432" y="500742"/>
                  <a:pt x="169819" y="426486"/>
                </a:cubicBezTo>
                <a:lnTo>
                  <a:pt x="162409" y="376147"/>
                </a:lnTo>
                <a:lnTo>
                  <a:pt x="165502" y="377047"/>
                </a:lnTo>
                <a:lnTo>
                  <a:pt x="163529" y="374501"/>
                </a:lnTo>
                <a:lnTo>
                  <a:pt x="213074" y="362912"/>
                </a:lnTo>
                <a:cubicBezTo>
                  <a:pt x="284205" y="340872"/>
                  <a:pt x="360001" y="301455"/>
                  <a:pt x="431525" y="246037"/>
                </a:cubicBezTo>
                <a:cubicBezTo>
                  <a:pt x="503050" y="190619"/>
                  <a:pt x="560146" y="127066"/>
                  <a:pt x="599251" y="63694"/>
                </a:cubicBezTo>
                <a:lnTo>
                  <a:pt x="622846" y="18614"/>
                </a:lnTo>
                <a:lnTo>
                  <a:pt x="624818" y="21159"/>
                </a:lnTo>
                <a:lnTo>
                  <a:pt x="624719" y="17940"/>
                </a:lnTo>
                <a:lnTo>
                  <a:pt x="671613" y="37686"/>
                </a:lnTo>
                <a:cubicBezTo>
                  <a:pt x="742114" y="61665"/>
                  <a:pt x="826603" y="74328"/>
                  <a:pt x="917042" y="71535"/>
                </a:cubicBezTo>
                <a:cubicBezTo>
                  <a:pt x="1007480" y="68741"/>
                  <a:pt x="1091027" y="50886"/>
                  <a:pt x="1159914" y="22602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000" dirty="0">
              <a:solidFill>
                <a:schemeClr val="tx1"/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23" name="MH_SubTitle_4"/>
          <p:cNvSpPr/>
          <p:nvPr>
            <p:custDataLst>
              <p:tags r:id="rId16"/>
            </p:custDataLst>
          </p:nvPr>
        </p:nvSpPr>
        <p:spPr>
          <a:xfrm>
            <a:off x="9163050" y="2479675"/>
            <a:ext cx="1439863" cy="1439863"/>
          </a:xfrm>
          <a:custGeom>
            <a:avLst/>
            <a:gdLst>
              <a:gd name="connsiteX0" fmla="*/ 766985 w 1487101"/>
              <a:gd name="connsiteY0" fmla="*/ 20013 h 1487102"/>
              <a:gd name="connsiteX1" fmla="*/ 620740 w 1487101"/>
              <a:gd name="connsiteY1" fmla="*/ 30273 h 1487102"/>
              <a:gd name="connsiteX2" fmla="*/ 30272 w 1487101"/>
              <a:gd name="connsiteY2" fmla="*/ 866362 h 1487102"/>
              <a:gd name="connsiteX3" fmla="*/ 866362 w 1487101"/>
              <a:gd name="connsiteY3" fmla="*/ 1456830 h 1487102"/>
              <a:gd name="connsiteX4" fmla="*/ 1456829 w 1487101"/>
              <a:gd name="connsiteY4" fmla="*/ 620740 h 1487102"/>
              <a:gd name="connsiteX5" fmla="*/ 766985 w 1487101"/>
              <a:gd name="connsiteY5" fmla="*/ 20013 h 1487102"/>
              <a:gd name="connsiteX6" fmla="*/ 767622 w 1487101"/>
              <a:gd name="connsiteY6" fmla="*/ 364 h 1487102"/>
              <a:gd name="connsiteX7" fmla="*/ 1476200 w 1487101"/>
              <a:gd name="connsiteY7" fmla="*/ 617405 h 1487102"/>
              <a:gd name="connsiteX8" fmla="*/ 869697 w 1487101"/>
              <a:gd name="connsiteY8" fmla="*/ 1476201 h 1487102"/>
              <a:gd name="connsiteX9" fmla="*/ 10901 w 1487101"/>
              <a:gd name="connsiteY9" fmla="*/ 869698 h 1487102"/>
              <a:gd name="connsiteX10" fmla="*/ 617404 w 1487101"/>
              <a:gd name="connsiteY10" fmla="*/ 10902 h 1487102"/>
              <a:gd name="connsiteX11" fmla="*/ 767622 w 1487101"/>
              <a:gd name="connsiteY11" fmla="*/ 364 h 148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87101" h="1487102">
                <a:moveTo>
                  <a:pt x="766985" y="20013"/>
                </a:moveTo>
                <a:cubicBezTo>
                  <a:pt x="718916" y="18506"/>
                  <a:pt x="669981" y="21794"/>
                  <a:pt x="620740" y="30273"/>
                </a:cubicBezTo>
                <a:cubicBezTo>
                  <a:pt x="226807" y="98099"/>
                  <a:pt x="-37554" y="472430"/>
                  <a:pt x="30272" y="866362"/>
                </a:cubicBezTo>
                <a:cubicBezTo>
                  <a:pt x="98099" y="1260295"/>
                  <a:pt x="472430" y="1524656"/>
                  <a:pt x="866362" y="1456830"/>
                </a:cubicBezTo>
                <a:cubicBezTo>
                  <a:pt x="1260295" y="1389003"/>
                  <a:pt x="1524656" y="1014672"/>
                  <a:pt x="1456829" y="620740"/>
                </a:cubicBezTo>
                <a:cubicBezTo>
                  <a:pt x="1397481" y="276049"/>
                  <a:pt x="1103466" y="30561"/>
                  <a:pt x="766985" y="20013"/>
                </a:cubicBezTo>
                <a:close/>
                <a:moveTo>
                  <a:pt x="767622" y="364"/>
                </a:moveTo>
                <a:cubicBezTo>
                  <a:pt x="1113240" y="11198"/>
                  <a:pt x="1415240" y="263352"/>
                  <a:pt x="1476200" y="617405"/>
                </a:cubicBezTo>
                <a:cubicBezTo>
                  <a:pt x="1545869" y="1022036"/>
                  <a:pt x="1274328" y="1406532"/>
                  <a:pt x="869697" y="1476201"/>
                </a:cubicBezTo>
                <a:cubicBezTo>
                  <a:pt x="465066" y="1545869"/>
                  <a:pt x="80570" y="1274329"/>
                  <a:pt x="10901" y="869698"/>
                </a:cubicBezTo>
                <a:cubicBezTo>
                  <a:pt x="-58767" y="465067"/>
                  <a:pt x="212773" y="80570"/>
                  <a:pt x="617404" y="10902"/>
                </a:cubicBezTo>
                <a:cubicBezTo>
                  <a:pt x="667983" y="2193"/>
                  <a:pt x="718248" y="-1184"/>
                  <a:pt x="767622" y="364"/>
                </a:cubicBezTo>
                <a:close/>
              </a:path>
            </a:pathLst>
          </a:custGeom>
          <a:solidFill>
            <a:srgbClr val="778E2D"/>
          </a:solidFill>
          <a:ln>
            <a:solidFill>
              <a:srgbClr val="292F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9" rIns="91423" bIns="45719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dirty="0">
                <a:solidFill>
                  <a:schemeClr val="bg2">
                    <a:lumMod val="7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海外協同</a:t>
            </a:r>
          </a:p>
        </p:txBody>
      </p:sp>
      <p:cxnSp>
        <p:nvCxnSpPr>
          <p:cNvPr id="24" name="MH_Other_10"/>
          <p:cNvCxnSpPr>
            <a:stCxn id="14" idx="38"/>
            <a:endCxn id="6" idx="0"/>
          </p:cNvCxnSpPr>
          <p:nvPr>
            <p:custDataLst>
              <p:tags r:id="rId17"/>
            </p:custDataLst>
          </p:nvPr>
        </p:nvCxnSpPr>
        <p:spPr>
          <a:xfrm flipH="1">
            <a:off x="5889625" y="4117975"/>
            <a:ext cx="1760538" cy="1344613"/>
          </a:xfrm>
          <a:prstGeom prst="line">
            <a:avLst/>
          </a:prstGeom>
          <a:ln cmpd="sng">
            <a:solidFill>
              <a:srgbClr val="96969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55"/>
          <p:cNvSpPr txBox="1"/>
          <p:nvPr/>
        </p:nvSpPr>
        <p:spPr>
          <a:xfrm>
            <a:off x="2316163" y="239713"/>
            <a:ext cx="7550150" cy="807903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dirty="0" smtClean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社會責任體系</a:t>
            </a:r>
            <a:r>
              <a:rPr kumimoji="0" lang="zh-CN" altLang="en-US" sz="3200" b="1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架構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55"/>
          <p:cNvSpPr txBox="1"/>
          <p:nvPr/>
        </p:nvSpPr>
        <p:spPr>
          <a:xfrm>
            <a:off x="2962275" y="390525"/>
            <a:ext cx="6659563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HR GDCC</a:t>
            </a:r>
            <a:r>
              <a:rPr kumimoji="0" lang="en-US" altLang="zh-CN" sz="2400" b="1" spc="300" dirty="0">
                <a:solidFill>
                  <a:srgbClr val="F4650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(</a:t>
            </a:r>
            <a:r>
              <a:rPr kumimoji="0" lang="zh-CN" altLang="en-US" sz="2400" b="1" spc="300" dirty="0">
                <a:solidFill>
                  <a:srgbClr val="F4650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共發行</a:t>
            </a:r>
            <a:r>
              <a:rPr kumimoji="0" lang="en-US" altLang="zh-CN" sz="2400" b="1" spc="300" dirty="0">
                <a:solidFill>
                  <a:srgbClr val="F4650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136</a:t>
            </a:r>
            <a:r>
              <a:rPr kumimoji="0" lang="zh-CN" altLang="en-US" sz="2400" b="1" spc="300" dirty="0">
                <a:solidFill>
                  <a:srgbClr val="F4650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份文件</a:t>
            </a:r>
            <a:r>
              <a:rPr kumimoji="0" lang="en-US" altLang="zh-CN" sz="2400" b="1" spc="300" dirty="0">
                <a:solidFill>
                  <a:srgbClr val="F4650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)</a:t>
            </a:r>
            <a:endParaRPr kumimoji="0" lang="zh-CN" altLang="en-US" sz="2400" b="1" spc="300" dirty="0">
              <a:solidFill>
                <a:srgbClr val="F46501"/>
              </a:solidFill>
              <a:latin typeface="SimHei" pitchFamily="49" charset="-122"/>
              <a:ea typeface="SimHei" pitchFamily="49" charset="-122"/>
              <a:cs typeface="Aparajita" panose="020B0604020202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873125" y="5838825"/>
          <a:ext cx="10249468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59558">
                  <a:extLst>
                    <a:ext uri="{9D8B030D-6E8A-4147-A177-3AD203B41FA5}"/>
                  </a:extLst>
                </a:gridCol>
                <a:gridCol w="1610436">
                  <a:extLst>
                    <a:ext uri="{9D8B030D-6E8A-4147-A177-3AD203B41FA5}"/>
                  </a:extLst>
                </a:gridCol>
                <a:gridCol w="1624083">
                  <a:extLst>
                    <a:ext uri="{9D8B030D-6E8A-4147-A177-3AD203B41FA5}"/>
                  </a:extLst>
                </a:gridCol>
                <a:gridCol w="1610436">
                  <a:extLst>
                    <a:ext uri="{9D8B030D-6E8A-4147-A177-3AD203B41FA5}"/>
                  </a:extLst>
                </a:gridCol>
                <a:gridCol w="1624084">
                  <a:extLst>
                    <a:ext uri="{9D8B030D-6E8A-4147-A177-3AD203B41FA5}"/>
                  </a:extLst>
                </a:gridCol>
                <a:gridCol w="1610436">
                  <a:extLst>
                    <a:ext uri="{9D8B030D-6E8A-4147-A177-3AD203B41FA5}"/>
                  </a:extLst>
                </a:gridCol>
                <a:gridCol w="1610435">
                  <a:extLst>
                    <a:ext uri="{9D8B030D-6E8A-4147-A177-3AD203B41FA5}"/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總計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10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32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14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49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23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SimHei" pitchFamily="49" charset="-122"/>
                          <a:ea typeface="SimHei" pitchFamily="49" charset="-122"/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imHei" pitchFamily="49" charset="-122"/>
                        <a:ea typeface="SimHei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8" name="圖表 7"/>
          <p:cNvGraphicFramePr/>
          <p:nvPr/>
        </p:nvGraphicFramePr>
        <p:xfrm>
          <a:off x="668740" y="1296537"/>
          <a:ext cx="10604311" cy="4585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圖片 28" descr="Silver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62275" y="3660775"/>
            <a:ext cx="736600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圖片 29" descr="Silver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06988" y="3649663"/>
            <a:ext cx="7366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圖片 30" descr="Gold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242175" y="3575050"/>
            <a:ext cx="889000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圖片 34" descr="Gold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923338" y="3619500"/>
            <a:ext cx="889000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366" name="组合 23"/>
          <p:cNvGrpSpPr>
            <a:grpSpLocks/>
          </p:cNvGrpSpPr>
          <p:nvPr/>
        </p:nvGrpSpPr>
        <p:grpSpPr bwMode="auto">
          <a:xfrm>
            <a:off x="1012825" y="1668463"/>
            <a:ext cx="10506075" cy="1325562"/>
            <a:chOff x="1043105" y="3966424"/>
            <a:chExt cx="3409841" cy="1325268"/>
          </a:xfrm>
        </p:grpSpPr>
        <p:sp>
          <p:nvSpPr>
            <p:cNvPr id="15383" name="TextBox 21"/>
            <p:cNvSpPr txBox="1">
              <a:spLocks noChangeArrowheads="1"/>
            </p:cNvSpPr>
            <p:nvPr/>
          </p:nvSpPr>
          <p:spPr bwMode="auto">
            <a:xfrm>
              <a:off x="1081748" y="4552901"/>
              <a:ext cx="3371198" cy="738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0" lang="zh-CN" altLang="en-US" sz="1600" dirty="0">
                  <a:latin typeface="SimHei" pitchFamily="49" charset="-122"/>
                  <a:ea typeface="SimHei" pitchFamily="49" charset="-122"/>
                  <a:cs typeface="思源黑体"/>
                </a:rPr>
                <a:t>小米客戶聯合德國電信運營商</a:t>
              </a:r>
              <a:r>
                <a:rPr kumimoji="0" lang="en-US" altLang="zh-CN" sz="1600" dirty="0">
                  <a:latin typeface="SimHei" pitchFamily="49" charset="-122"/>
                  <a:ea typeface="SimHei" pitchFamily="49" charset="-122"/>
                  <a:cs typeface="思源黑体"/>
                </a:rPr>
                <a:t>DT</a:t>
              </a:r>
              <a:r>
                <a:rPr kumimoji="0" lang="zh-CN" altLang="en-US" sz="1600" dirty="0">
                  <a:latin typeface="SimHei" pitchFamily="49" charset="-122"/>
                  <a:ea typeface="SimHei" pitchFamily="49" charset="-122"/>
                  <a:cs typeface="思源黑体"/>
                </a:rPr>
                <a:t>，聘請第三方咨詢機構對工廠就策略、管理系統、利益相關方參與、資源管理、環境管理、生命週期思考、工人待遇、勞動實踐、人權、供應商開發十個方面進行降本增效改善。</a:t>
              </a:r>
              <a:endParaRPr kumimoji="0" lang="en-US" altLang="zh-CN" sz="1600" dirty="0">
                <a:latin typeface="SimHei" pitchFamily="49" charset="-122"/>
                <a:ea typeface="SimHei" pitchFamily="49" charset="-122"/>
                <a:cs typeface="思源黑体"/>
              </a:endParaRPr>
            </a:p>
          </p:txBody>
        </p:sp>
        <p:sp>
          <p:nvSpPr>
            <p:cNvPr id="26" name="Subtitle 2">
              <a:extLst/>
            </p:cNvPr>
            <p:cNvSpPr txBox="1">
              <a:spLocks/>
            </p:cNvSpPr>
            <p:nvPr/>
          </p:nvSpPr>
          <p:spPr>
            <a:xfrm>
              <a:off x="1043105" y="3966424"/>
              <a:ext cx="2944066" cy="41424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auto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id-ID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Lato" panose="020F0502020204030203" pitchFamily="34" charset="0"/>
              </a:endParaRPr>
            </a:p>
          </p:txBody>
        </p:sp>
      </p:grpSp>
      <p:sp>
        <p:nvSpPr>
          <p:cNvPr id="21" name="TextBox 55"/>
          <p:cNvSpPr txBox="1"/>
          <p:nvPr/>
        </p:nvSpPr>
        <p:spPr>
          <a:xfrm>
            <a:off x="4171950" y="336550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專案項目（二）</a:t>
            </a:r>
          </a:p>
        </p:txBody>
      </p:sp>
      <p:grpSp>
        <p:nvGrpSpPr>
          <p:cNvPr id="15368" name="130818db-b79a-4412-95a4-1d82f9e5f492"/>
          <p:cNvGrpSpPr>
            <a:grpSpLocks noChangeAspect="1"/>
          </p:cNvGrpSpPr>
          <p:nvPr/>
        </p:nvGrpSpPr>
        <p:grpSpPr bwMode="auto">
          <a:xfrm>
            <a:off x="1250950" y="3860800"/>
            <a:ext cx="10436225" cy="2216150"/>
            <a:chOff x="879508" y="2064281"/>
            <a:chExt cx="10440449" cy="2785531"/>
          </a:xfrm>
        </p:grpSpPr>
        <p:sp>
          <p:nvSpPr>
            <p:cNvPr id="23" name="任意多边形: 形状 2">
              <a:extLst/>
            </p:cNvPr>
            <p:cNvSpPr>
              <a:spLocks/>
            </p:cNvSpPr>
            <p:nvPr/>
          </p:nvSpPr>
          <p:spPr bwMode="auto">
            <a:xfrm>
              <a:off x="3091791" y="2772637"/>
              <a:ext cx="3071468" cy="1368821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rgbClr val="292F39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1799" dirty="0">
                <a:latin typeface="方正黑体简体" panose="02010601030101010101" pitchFamily="2" charset="-122"/>
                <a:ea typeface="方正黑体简体" panose="02010601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4" name="任意多边形: 形状 3">
              <a:extLst/>
            </p:cNvPr>
            <p:cNvSpPr>
              <a:spLocks/>
            </p:cNvSpPr>
            <p:nvPr/>
          </p:nvSpPr>
          <p:spPr bwMode="auto">
            <a:xfrm>
              <a:off x="5305662" y="2772637"/>
              <a:ext cx="3069879" cy="1368821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1799" dirty="0">
                <a:latin typeface="方正黑体简体" panose="02010601030101010101" pitchFamily="2" charset="-122"/>
                <a:ea typeface="方正黑体简体" panose="02010601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27" name="任意多边形: 形状 4">
              <a:extLst/>
            </p:cNvPr>
            <p:cNvSpPr>
              <a:spLocks/>
            </p:cNvSpPr>
            <p:nvPr/>
          </p:nvSpPr>
          <p:spPr bwMode="auto">
            <a:xfrm>
              <a:off x="879508" y="2772637"/>
              <a:ext cx="3071468" cy="1368821"/>
            </a:xfrm>
            <a:custGeom>
              <a:avLst/>
              <a:gdLst>
                <a:gd name="T0" fmla="*/ 204 w 296"/>
                <a:gd name="T1" fmla="*/ 132 h 132"/>
                <a:gd name="T2" fmla="*/ 296 w 296"/>
                <a:gd name="T3" fmla="*/ 0 h 132"/>
                <a:gd name="T4" fmla="*/ 95 w 296"/>
                <a:gd name="T5" fmla="*/ 0 h 132"/>
                <a:gd name="T6" fmla="*/ 0 w 296"/>
                <a:gd name="T7" fmla="*/ 132 h 132"/>
                <a:gd name="T8" fmla="*/ 204 w 296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132">
                  <a:moveTo>
                    <a:pt x="204" y="132"/>
                  </a:moveTo>
                  <a:lnTo>
                    <a:pt x="296" y="0"/>
                  </a:lnTo>
                  <a:lnTo>
                    <a:pt x="95" y="0"/>
                  </a:lnTo>
                  <a:lnTo>
                    <a:pt x="0" y="132"/>
                  </a:lnTo>
                  <a:lnTo>
                    <a:pt x="204" y="132"/>
                  </a:lnTo>
                  <a:close/>
                </a:path>
              </a:pathLst>
            </a:custGeom>
            <a:solidFill>
              <a:srgbClr val="F46501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1799" dirty="0">
                <a:latin typeface="方正黑体简体" panose="02010601030101010101" pitchFamily="2" charset="-122"/>
                <a:ea typeface="方正黑体简体" panose="02010601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任意多边形: 形状 5">
              <a:extLst/>
            </p:cNvPr>
            <p:cNvSpPr>
              <a:spLocks/>
            </p:cNvSpPr>
            <p:nvPr/>
          </p:nvSpPr>
          <p:spPr bwMode="auto">
            <a:xfrm>
              <a:off x="7517944" y="2064281"/>
              <a:ext cx="3802013" cy="2785531"/>
            </a:xfrm>
            <a:custGeom>
              <a:avLst/>
              <a:gdLst>
                <a:gd name="connsiteX0" fmla="*/ 1818396 w 3294359"/>
                <a:gd name="connsiteY0" fmla="*/ 0 h 2413783"/>
                <a:gd name="connsiteX1" fmla="*/ 3294359 w 3294359"/>
                <a:gd name="connsiteY1" fmla="*/ 1206892 h 2413783"/>
                <a:gd name="connsiteX2" fmla="*/ 1818396 w 3294359"/>
                <a:gd name="connsiteY2" fmla="*/ 2413783 h 2413783"/>
                <a:gd name="connsiteX3" fmla="*/ 1818396 w 3294359"/>
                <a:gd name="connsiteY3" fmla="*/ 1800225 h 2413783"/>
                <a:gd name="connsiteX4" fmla="*/ 0 w 3294359"/>
                <a:gd name="connsiteY4" fmla="*/ 1800225 h 2413783"/>
                <a:gd name="connsiteX5" fmla="*/ 853917 w 3294359"/>
                <a:gd name="connsiteY5" fmla="*/ 613557 h 2413783"/>
                <a:gd name="connsiteX6" fmla="*/ 1818396 w 3294359"/>
                <a:gd name="connsiteY6" fmla="*/ 619645 h 241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94359" h="2413783">
                  <a:moveTo>
                    <a:pt x="1818396" y="0"/>
                  </a:moveTo>
                  <a:lnTo>
                    <a:pt x="3294359" y="1206892"/>
                  </a:lnTo>
                  <a:lnTo>
                    <a:pt x="1818396" y="2413783"/>
                  </a:lnTo>
                  <a:lnTo>
                    <a:pt x="1818396" y="1800225"/>
                  </a:lnTo>
                  <a:lnTo>
                    <a:pt x="0" y="1800225"/>
                  </a:lnTo>
                  <a:lnTo>
                    <a:pt x="853917" y="613557"/>
                  </a:lnTo>
                  <a:lnTo>
                    <a:pt x="1818396" y="619645"/>
                  </a:lnTo>
                  <a:close/>
                </a:path>
              </a:pathLst>
            </a:custGeom>
            <a:solidFill>
              <a:srgbClr val="292F39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1799" dirty="0">
                <a:latin typeface="方正黑体简体" panose="02010601030101010101" pitchFamily="2" charset="-122"/>
                <a:ea typeface="方正黑体简体" panose="02010601030101010101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9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85900" y="5616575"/>
            <a:ext cx="1535113" cy="527050"/>
          </a:xfrm>
          <a:prstGeom prst="rect">
            <a:avLst/>
          </a:prstGeom>
          <a:noFill/>
          <a:ln>
            <a:noFill/>
          </a:ln>
          <a:extLst/>
        </p:spPr>
        <p:txBody>
          <a:bodyPr lIns="91423" tIns="45719" rIns="91423" bIns="45719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2020/5</a:t>
            </a:r>
            <a:endParaRPr kumimoji="0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40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98875" y="5630863"/>
            <a:ext cx="1536700" cy="527050"/>
          </a:xfrm>
          <a:prstGeom prst="rect">
            <a:avLst/>
          </a:prstGeom>
          <a:noFill/>
          <a:ln>
            <a:noFill/>
          </a:ln>
          <a:extLst/>
        </p:spPr>
        <p:txBody>
          <a:bodyPr lIns="91423" tIns="45719" rIns="91423" bIns="45719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2020/7</a:t>
            </a:r>
            <a:endParaRPr kumimoji="0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41" name="MH_SubTitle_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51538" y="5619750"/>
            <a:ext cx="1536700" cy="527050"/>
          </a:xfrm>
          <a:prstGeom prst="rect">
            <a:avLst/>
          </a:prstGeom>
          <a:noFill/>
          <a:ln>
            <a:noFill/>
          </a:ln>
          <a:extLst/>
        </p:spPr>
        <p:txBody>
          <a:bodyPr lIns="91423" tIns="45719" rIns="91423" bIns="45719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2021/3</a:t>
            </a:r>
            <a:endParaRPr kumimoji="0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42" name="MH_SubTitle_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96263" y="5616575"/>
            <a:ext cx="1536700" cy="527050"/>
          </a:xfrm>
          <a:prstGeom prst="rect">
            <a:avLst/>
          </a:prstGeom>
          <a:noFill/>
          <a:ln>
            <a:noFill/>
          </a:ln>
          <a:extLst/>
        </p:spPr>
        <p:txBody>
          <a:bodyPr lIns="91423" tIns="45719" rIns="91423" bIns="45719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2021/7</a:t>
            </a:r>
            <a:endParaRPr kumimoji="0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1057275" y="1557338"/>
            <a:ext cx="84721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項目名稱：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 SDP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 Sustainable Development 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Program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可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持續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SimHei" pitchFamily="49" charset="-122"/>
                <a:ea typeface="SimHei" pitchFamily="49" charset="-122"/>
              </a:rPr>
              <a:t>發展專案）</a:t>
            </a:r>
            <a:endParaRPr lang="id-ID" altLang="zh-TW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</a:endParaRPr>
          </a:p>
          <a:p>
            <a:pPr>
              <a:defRPr/>
            </a:pP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5374" name="文字方塊 24"/>
          <p:cNvSpPr txBox="1">
            <a:spLocks noChangeArrowheads="1"/>
          </p:cNvSpPr>
          <p:nvPr/>
        </p:nvSpPr>
        <p:spPr bwMode="auto">
          <a:xfrm>
            <a:off x="2114550" y="4722813"/>
            <a:ext cx="1692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67</a:t>
            </a:r>
            <a:r>
              <a:rPr lang="zh-CN" altLang="en-US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分 </a:t>
            </a:r>
            <a:r>
              <a:rPr lang="en-US" altLang="zh-CN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Silver</a:t>
            </a:r>
            <a:endParaRPr lang="zh-TW" altLang="en-US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5375" name="文字方塊 27"/>
          <p:cNvSpPr txBox="1">
            <a:spLocks noChangeArrowheads="1"/>
          </p:cNvSpPr>
          <p:nvPr/>
        </p:nvSpPr>
        <p:spPr bwMode="auto">
          <a:xfrm>
            <a:off x="4259263" y="4710113"/>
            <a:ext cx="1692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70</a:t>
            </a:r>
            <a:r>
              <a:rPr lang="zh-CN" altLang="en-US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分</a:t>
            </a:r>
            <a:r>
              <a:rPr lang="zh-CN" altLang="en-US" sz="24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Silver</a:t>
            </a:r>
            <a:endParaRPr lang="zh-TW" altLang="en-US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5376" name="文字方塊 28"/>
          <p:cNvSpPr txBox="1">
            <a:spLocks noChangeArrowheads="1"/>
          </p:cNvSpPr>
          <p:nvPr/>
        </p:nvSpPr>
        <p:spPr bwMode="auto">
          <a:xfrm>
            <a:off x="6581775" y="4713288"/>
            <a:ext cx="1692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76</a:t>
            </a:r>
            <a:r>
              <a:rPr lang="zh-CN" altLang="en-US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分</a:t>
            </a:r>
            <a:r>
              <a:rPr lang="zh-CN" altLang="en-US" sz="16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Gold</a:t>
            </a:r>
            <a:endParaRPr lang="zh-TW" altLang="en-US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5377" name="文字方塊 29"/>
          <p:cNvSpPr txBox="1">
            <a:spLocks noChangeArrowheads="1"/>
          </p:cNvSpPr>
          <p:nvPr/>
        </p:nvSpPr>
        <p:spPr bwMode="auto">
          <a:xfrm>
            <a:off x="8767763" y="4714875"/>
            <a:ext cx="1692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77</a:t>
            </a:r>
            <a:r>
              <a:rPr lang="zh-CN" altLang="en-US" sz="24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分</a:t>
            </a:r>
            <a:r>
              <a:rPr lang="zh-CN" altLang="en-US" sz="1600" b="1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Gold</a:t>
            </a:r>
            <a:endParaRPr lang="zh-TW" altLang="en-US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pic>
        <p:nvPicPr>
          <p:cNvPr id="15378" name="Picture 24" descr="C:\Users\H0576240\Documents\我已接收的檔案\未命名-2.png"/>
          <p:cNvPicPr>
            <a:picLocks noChangeAspect="1" noChangeArrowheads="1"/>
          </p:cNvPicPr>
          <p:nvPr/>
        </p:nvPicPr>
        <p:blipFill>
          <a:blip r:embed="rId9" cstate="print"/>
          <a:srcRect l="22298" t="35561" r="48474" b="37750"/>
          <a:stretch>
            <a:fillRect/>
          </a:stretch>
        </p:blipFill>
        <p:spPr bwMode="auto">
          <a:xfrm>
            <a:off x="177800" y="4121150"/>
            <a:ext cx="1541463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4368800" y="1758950"/>
            <a:ext cx="3236913" cy="2201863"/>
          </a:xfrm>
          <a:prstGeom prst="rect">
            <a:avLst/>
          </a:prstGeom>
          <a:solidFill>
            <a:srgbClr val="F46501"/>
          </a:solidFill>
          <a:ln>
            <a:noFill/>
          </a:ln>
          <a:effectLst>
            <a:outerShdw blurRad="63500" sx="102000" sy="102000" algn="ctr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662863" y="4078288"/>
            <a:ext cx="3322637" cy="21891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39825" y="4078288"/>
            <a:ext cx="3187700" cy="21891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63500" sx="102000" sy="102000" algn="ctr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SDP</a:t>
            </a: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項目成果展示</a:t>
            </a:r>
          </a:p>
        </p:txBody>
      </p:sp>
      <p:pic>
        <p:nvPicPr>
          <p:cNvPr id="16390" name="圖片 8" descr="SDP Award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6813" y="1758950"/>
            <a:ext cx="3160712" cy="2201863"/>
          </a:xfrm>
          <a:prstGeom prst="rect">
            <a:avLst/>
          </a:prstGeom>
          <a:solidFill>
            <a:srgbClr val="F46501"/>
          </a:solidFill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6391" name="圖片 9" descr="SDP.jpg"/>
          <p:cNvPicPr>
            <a:picLocks noChangeAspect="1"/>
          </p:cNvPicPr>
          <p:nvPr/>
        </p:nvPicPr>
        <p:blipFill>
          <a:blip r:embed="rId4" cstate="print"/>
          <a:srcRect t="23280"/>
          <a:stretch>
            <a:fillRect/>
          </a:stretch>
        </p:blipFill>
        <p:spPr bwMode="auto">
          <a:xfrm>
            <a:off x="7662863" y="1758950"/>
            <a:ext cx="3282950" cy="2201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11" name="圖表 10"/>
          <p:cNvGraphicFramePr/>
          <p:nvPr/>
        </p:nvGraphicFramePr>
        <p:xfrm>
          <a:off x="4368519" y="4078953"/>
          <a:ext cx="3237611" cy="2189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393" name="文字方塊 13"/>
          <p:cNvSpPr txBox="1">
            <a:spLocks noChangeArrowheads="1"/>
          </p:cNvSpPr>
          <p:nvPr/>
        </p:nvSpPr>
        <p:spPr bwMode="auto">
          <a:xfrm>
            <a:off x="4554538" y="2016125"/>
            <a:ext cx="2533650" cy="16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SimHei" pitchFamily="49" charset="-122"/>
              </a:rPr>
              <a:t>人資三大項目得分</a:t>
            </a:r>
            <a:endParaRPr lang="en-US" altLang="zh-CN" b="1" dirty="0">
              <a:solidFill>
                <a:schemeClr val="bg1"/>
              </a:solidFill>
              <a:ea typeface="SimHei" pitchFamily="49" charset="-122"/>
            </a:endParaRPr>
          </a:p>
          <a:p>
            <a:endParaRPr lang="en-US" altLang="zh-CN" dirty="0">
              <a:solidFill>
                <a:schemeClr val="bg1"/>
              </a:solidFill>
              <a:ea typeface="SimHei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近兩年，工人待遇、勞動實踐、基本人權等各方企業得分呈上升趨勢。</a:t>
            </a:r>
            <a:endParaRPr lang="en-US" altLang="zh-CN" sz="1400" dirty="0">
              <a:solidFill>
                <a:schemeClr val="bg1"/>
              </a:solidFill>
              <a:ea typeface="SimHei" pitchFamily="49" charset="-122"/>
            </a:endParaRPr>
          </a:p>
        </p:txBody>
      </p:sp>
      <p:sp>
        <p:nvSpPr>
          <p:cNvPr id="16394" name="文字方塊 29"/>
          <p:cNvSpPr txBox="1">
            <a:spLocks noChangeArrowheads="1"/>
          </p:cNvSpPr>
          <p:nvPr/>
        </p:nvSpPr>
        <p:spPr bwMode="auto">
          <a:xfrm>
            <a:off x="1530350" y="4235450"/>
            <a:ext cx="2614613" cy="16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SimHei" pitchFamily="49" charset="-122"/>
              </a:rPr>
              <a:t>德國</a:t>
            </a:r>
            <a:r>
              <a:rPr lang="en-US" altLang="zh-CN" b="1" dirty="0">
                <a:solidFill>
                  <a:schemeClr val="bg1"/>
                </a:solidFill>
                <a:ea typeface="SimHei" pitchFamily="49" charset="-122"/>
              </a:rPr>
              <a:t>DT</a:t>
            </a:r>
            <a:r>
              <a:rPr lang="zh-CN" altLang="en-US" b="1" dirty="0">
                <a:solidFill>
                  <a:schemeClr val="bg1"/>
                </a:solidFill>
                <a:ea typeface="SimHei" pitchFamily="49" charset="-122"/>
              </a:rPr>
              <a:t>授予金獎</a:t>
            </a:r>
            <a:endParaRPr lang="en-US" altLang="zh-CN" b="1" dirty="0">
              <a:solidFill>
                <a:schemeClr val="bg1"/>
              </a:solidFill>
              <a:ea typeface="SimHei" pitchFamily="49" charset="-122"/>
            </a:endParaRPr>
          </a:p>
          <a:p>
            <a:endParaRPr lang="en-US" altLang="zh-CN" dirty="0">
              <a:solidFill>
                <a:schemeClr val="bg1"/>
              </a:solidFill>
              <a:ea typeface="SimHei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imHei" pitchFamily="49" charset="-122"/>
              </a:rPr>
              <a:t>2020</a:t>
            </a: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年經多方努力，廊坊富士康得到德國</a:t>
            </a:r>
            <a:r>
              <a:rPr lang="en-US" altLang="zh-CN" sz="1400" dirty="0">
                <a:solidFill>
                  <a:schemeClr val="bg1"/>
                </a:solidFill>
                <a:ea typeface="SimHei" pitchFamily="49" charset="-122"/>
              </a:rPr>
              <a:t>DT</a:t>
            </a: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認可，於</a:t>
            </a:r>
            <a:r>
              <a:rPr lang="en-US" altLang="zh-CN" sz="1400" dirty="0">
                <a:solidFill>
                  <a:schemeClr val="bg1"/>
                </a:solidFill>
                <a:ea typeface="SimHei" pitchFamily="49" charset="-122"/>
              </a:rPr>
              <a:t>2021</a:t>
            </a: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年初獲得金獎榮譽。</a:t>
            </a:r>
            <a:endParaRPr lang="en-US" altLang="zh-CN" sz="1400" dirty="0">
              <a:solidFill>
                <a:schemeClr val="bg1"/>
              </a:solidFill>
              <a:ea typeface="SimHei" pitchFamily="49" charset="-122"/>
            </a:endParaRPr>
          </a:p>
        </p:txBody>
      </p:sp>
      <p:sp>
        <p:nvSpPr>
          <p:cNvPr id="16395" name="文字方塊 30"/>
          <p:cNvSpPr txBox="1">
            <a:spLocks noChangeArrowheads="1"/>
          </p:cNvSpPr>
          <p:nvPr/>
        </p:nvSpPr>
        <p:spPr bwMode="auto">
          <a:xfrm>
            <a:off x="7750175" y="4235450"/>
            <a:ext cx="2757488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SimHei" pitchFamily="49" charset="-122"/>
              </a:rPr>
              <a:t>獲獎團隊與客戶合影</a:t>
            </a:r>
            <a:endParaRPr lang="en-US" altLang="zh-CN" b="1" dirty="0">
              <a:solidFill>
                <a:schemeClr val="bg1"/>
              </a:solidFill>
              <a:ea typeface="SimHei" pitchFamily="49" charset="-122"/>
            </a:endParaRPr>
          </a:p>
          <a:p>
            <a:endParaRPr lang="en-US" altLang="zh-CN" b="1" dirty="0">
              <a:solidFill>
                <a:schemeClr val="bg1"/>
              </a:solidFill>
              <a:ea typeface="SimHei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德國</a:t>
            </a:r>
            <a:r>
              <a:rPr lang="en-US" altLang="zh-CN" sz="1400" dirty="0">
                <a:solidFill>
                  <a:schemeClr val="bg1"/>
                </a:solidFill>
                <a:ea typeface="SimHei" pitchFamily="49" charset="-122"/>
              </a:rPr>
              <a:t>DT</a:t>
            </a:r>
            <a:r>
              <a:rPr lang="zh-CN" altLang="en-US" sz="1400" dirty="0">
                <a:solidFill>
                  <a:schemeClr val="bg1"/>
                </a:solidFill>
                <a:ea typeface="SimHei" pitchFamily="49" charset="-122"/>
              </a:rPr>
              <a:t>委託小米客戶為企業頒發金獎獎杯。</a:t>
            </a:r>
            <a:endParaRPr lang="en-US" altLang="zh-CN" sz="1400" dirty="0">
              <a:solidFill>
                <a:schemeClr val="bg1"/>
              </a:solidFill>
              <a:ea typeface="SimHei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 rot="18878268">
            <a:off x="7458552" y="4377813"/>
            <a:ext cx="5303614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6000" dirty="0">
                <a:solidFill>
                  <a:schemeClr val="bg1">
                    <a:alpha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PART  FOUR</a:t>
            </a:r>
            <a:endParaRPr kumimoji="0" lang="zh-CN" altLang="en-US" sz="6000" dirty="0">
              <a:solidFill>
                <a:schemeClr val="bg1">
                  <a:alpha val="1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96950" y="1365250"/>
            <a:ext cx="3117850" cy="4167188"/>
          </a:xfrm>
          <a:prstGeom prst="roundRect">
            <a:avLst>
              <a:gd name="adj" fmla="val 8013"/>
            </a:avLst>
          </a:pr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267200" y="1365250"/>
            <a:ext cx="6397625" cy="4167188"/>
          </a:xfrm>
          <a:custGeom>
            <a:avLst/>
            <a:gdLst>
              <a:gd name="connsiteX0" fmla="*/ 273956 w 6397520"/>
              <a:gd name="connsiteY0" fmla="*/ 0 h 4167265"/>
              <a:gd name="connsiteX1" fmla="*/ 6397520 w 6397520"/>
              <a:gd name="connsiteY1" fmla="*/ 0 h 4167265"/>
              <a:gd name="connsiteX2" fmla="*/ 6397520 w 6397520"/>
              <a:gd name="connsiteY2" fmla="*/ 4167265 h 4167265"/>
              <a:gd name="connsiteX3" fmla="*/ 273956 w 6397520"/>
              <a:gd name="connsiteY3" fmla="*/ 4167265 h 4167265"/>
              <a:gd name="connsiteX4" fmla="*/ 0 w 6397520"/>
              <a:gd name="connsiteY4" fmla="*/ 3893309 h 4167265"/>
              <a:gd name="connsiteX5" fmla="*/ 0 w 6397520"/>
              <a:gd name="connsiteY5" fmla="*/ 273956 h 4167265"/>
              <a:gd name="connsiteX6" fmla="*/ 273956 w 6397520"/>
              <a:gd name="connsiteY6" fmla="*/ 0 h 41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97520" h="4167265">
                <a:moveTo>
                  <a:pt x="273956" y="0"/>
                </a:moveTo>
                <a:lnTo>
                  <a:pt x="6397520" y="0"/>
                </a:lnTo>
                <a:lnTo>
                  <a:pt x="6397520" y="4167265"/>
                </a:lnTo>
                <a:lnTo>
                  <a:pt x="273956" y="4167265"/>
                </a:lnTo>
                <a:cubicBezTo>
                  <a:pt x="122654" y="4167265"/>
                  <a:pt x="0" y="4044611"/>
                  <a:pt x="0" y="3893309"/>
                </a:cubicBezTo>
                <a:lnTo>
                  <a:pt x="0" y="273956"/>
                </a:lnTo>
                <a:cubicBezTo>
                  <a:pt x="0" y="122654"/>
                  <a:pt x="122654" y="0"/>
                  <a:pt x="273956" y="0"/>
                </a:cubicBezTo>
                <a:close/>
              </a:path>
            </a:pathLst>
          </a:custGeom>
          <a:solidFill>
            <a:srgbClr val="292F39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2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15465" y="1365121"/>
            <a:ext cx="2175776" cy="4167265"/>
          </a:xfrm>
          <a:prstGeom prst="rect">
            <a:avLst/>
          </a:prstGeom>
          <a:blipFill dpi="0" rotWithShape="1">
            <a:blip r:embed="rId3" cstate="print">
              <a:extLst/>
            </a:blip>
            <a:srcRect/>
            <a:stretch>
              <a:fillRect l="-185811" r="-1485"/>
            </a:stretch>
          </a:blip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0" name="TextBox 48"/>
          <p:cNvSpPr txBox="1"/>
          <p:nvPr/>
        </p:nvSpPr>
        <p:spPr>
          <a:xfrm>
            <a:off x="4697413" y="2695575"/>
            <a:ext cx="3243262" cy="68580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000" b="1" spc="6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職涯規劃</a:t>
            </a:r>
          </a:p>
        </p:txBody>
      </p:sp>
      <p:sp>
        <p:nvSpPr>
          <p:cNvPr id="37" name="TextBox 48"/>
          <p:cNvSpPr txBox="1"/>
          <p:nvPr/>
        </p:nvSpPr>
        <p:spPr>
          <a:xfrm>
            <a:off x="1671638" y="2025650"/>
            <a:ext cx="1811337" cy="1085850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  <p:txBody>
          <a:bodyPr lIns="68584" tIns="34291" rIns="68584" bIns="34291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6600" spc="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parajita" panose="020B0604020202020204" pitchFamily="34" charset="0"/>
              </a:rPr>
              <a:t>04</a:t>
            </a:r>
            <a:endParaRPr kumimoji="0" lang="en-GB" altLang="zh-CN" sz="6600" spc="6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406650" y="3386138"/>
            <a:ext cx="274638" cy="274637"/>
          </a:xfrm>
          <a:custGeom>
            <a:avLst/>
            <a:gdLst>
              <a:gd name="connsiteX0" fmla="*/ 92158 w 353350"/>
              <a:gd name="connsiteY0" fmla="*/ 140861 h 353350"/>
              <a:gd name="connsiteX1" fmla="*/ 176675 w 353350"/>
              <a:gd name="connsiteY1" fmla="*/ 241543 h 353350"/>
              <a:gd name="connsiteX2" fmla="*/ 261192 w 353350"/>
              <a:gd name="connsiteY2" fmla="*/ 140861 h 353350"/>
              <a:gd name="connsiteX3" fmla="*/ 176675 w 353350"/>
              <a:gd name="connsiteY3" fmla="*/ 0 h 353350"/>
              <a:gd name="connsiteX4" fmla="*/ 353350 w 353350"/>
              <a:gd name="connsiteY4" fmla="*/ 176675 h 353350"/>
              <a:gd name="connsiteX5" fmla="*/ 176675 w 353350"/>
              <a:gd name="connsiteY5" fmla="*/ 353350 h 353350"/>
              <a:gd name="connsiteX6" fmla="*/ 0 w 353350"/>
              <a:gd name="connsiteY6" fmla="*/ 176675 h 353350"/>
              <a:gd name="connsiteX7" fmla="*/ 176675 w 353350"/>
              <a:gd name="connsiteY7" fmla="*/ 0 h 35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350" h="353350">
                <a:moveTo>
                  <a:pt x="92158" y="140861"/>
                </a:moveTo>
                <a:lnTo>
                  <a:pt x="176675" y="241543"/>
                </a:lnTo>
                <a:lnTo>
                  <a:pt x="261192" y="140861"/>
                </a:lnTo>
                <a:close/>
                <a:moveTo>
                  <a:pt x="176675" y="0"/>
                </a:moveTo>
                <a:cubicBezTo>
                  <a:pt x="274250" y="0"/>
                  <a:pt x="353350" y="79100"/>
                  <a:pt x="353350" y="176675"/>
                </a:cubicBezTo>
                <a:cubicBezTo>
                  <a:pt x="353350" y="274250"/>
                  <a:pt x="274250" y="353350"/>
                  <a:pt x="176675" y="353350"/>
                </a:cubicBezTo>
                <a:cubicBezTo>
                  <a:pt x="79100" y="353350"/>
                  <a:pt x="0" y="274250"/>
                  <a:pt x="0" y="176675"/>
                </a:cubicBezTo>
                <a:cubicBezTo>
                  <a:pt x="0" y="79100"/>
                  <a:pt x="79100" y="0"/>
                  <a:pt x="176675" y="0"/>
                </a:cubicBezTo>
                <a:close/>
              </a:path>
            </a:pathLst>
          </a:custGeom>
          <a:solidFill>
            <a:srgbClr val="F4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7419" name="矩形 29"/>
          <p:cNvSpPr>
            <a:spLocks noChangeArrowheads="1"/>
          </p:cNvSpPr>
          <p:nvPr/>
        </p:nvSpPr>
        <p:spPr bwMode="auto">
          <a:xfrm>
            <a:off x="1320800" y="4445000"/>
            <a:ext cx="2451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kumimoji="0" lang="en-US" altLang="zh-CN" sz="32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  <a:sym typeface="+mn-lt"/>
              </a:rPr>
              <a:t>Part Four</a:t>
            </a: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4659313" y="4057650"/>
            <a:ext cx="4068762" cy="633413"/>
          </a:xfrm>
          <a:prstGeom prst="rect">
            <a:avLst/>
          </a:prstGeom>
          <a:noFill/>
          <a:ln>
            <a:noFill/>
          </a:ln>
          <a:extLst/>
        </p:spPr>
        <p:txBody>
          <a:bodyPr lIns="121909" tIns="60954" rIns="121909" bIns="60954"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2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+mn-ea"/>
                <a:sym typeface="+mn-lt"/>
              </a:rPr>
              <a:t>本人性格活潑、開朗、有親和力，善於與人溝通，表達能力強，能認真對待自己的工作崗位，吃苦耐勞，認真細心。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1549400" y="4171950"/>
            <a:ext cx="2011363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22" name="组合 41"/>
          <p:cNvGrpSpPr>
            <a:grpSpLocks/>
          </p:cNvGrpSpPr>
          <p:nvPr/>
        </p:nvGrpSpPr>
        <p:grpSpPr bwMode="auto">
          <a:xfrm>
            <a:off x="3830638" y="3205163"/>
            <a:ext cx="654050" cy="654050"/>
            <a:chOff x="4078923" y="3112851"/>
            <a:chExt cx="653586" cy="653586"/>
          </a:xfrm>
        </p:grpSpPr>
        <p:sp>
          <p:nvSpPr>
            <p:cNvPr id="43" name="椭圆 42"/>
            <p:cNvSpPr/>
            <p:nvPr/>
          </p:nvSpPr>
          <p:spPr>
            <a:xfrm>
              <a:off x="4078923" y="3112851"/>
              <a:ext cx="653586" cy="653586"/>
            </a:xfrm>
            <a:prstGeom prst="ellips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7425" name="Freeform 135"/>
            <p:cNvSpPr>
              <a:spLocks noEditPoints="1"/>
            </p:cNvSpPr>
            <p:nvPr/>
          </p:nvSpPr>
          <p:spPr bwMode="auto">
            <a:xfrm>
              <a:off x="4254474" y="3237278"/>
              <a:ext cx="302484" cy="404732"/>
            </a:xfrm>
            <a:custGeom>
              <a:avLst/>
              <a:gdLst>
                <a:gd name="T0" fmla="*/ 2147483647 w 428"/>
                <a:gd name="T1" fmla="*/ 2147483647 h 571"/>
                <a:gd name="T2" fmla="*/ 2147483647 w 428"/>
                <a:gd name="T3" fmla="*/ 2147483647 h 571"/>
                <a:gd name="T4" fmla="*/ 2147483647 w 428"/>
                <a:gd name="T5" fmla="*/ 2147483647 h 571"/>
                <a:gd name="T6" fmla="*/ 2147483647 w 428"/>
                <a:gd name="T7" fmla="*/ 2147483647 h 571"/>
                <a:gd name="T8" fmla="*/ 2147483647 w 428"/>
                <a:gd name="T9" fmla="*/ 2147483647 h 571"/>
                <a:gd name="T10" fmla="*/ 2147483647 w 428"/>
                <a:gd name="T11" fmla="*/ 2147483647 h 571"/>
                <a:gd name="T12" fmla="*/ 2147483647 w 428"/>
                <a:gd name="T13" fmla="*/ 2147483647 h 571"/>
                <a:gd name="T14" fmla="*/ 2147483647 w 428"/>
                <a:gd name="T15" fmla="*/ 2147483647 h 571"/>
                <a:gd name="T16" fmla="*/ 2147483647 w 428"/>
                <a:gd name="T17" fmla="*/ 2147483647 h 571"/>
                <a:gd name="T18" fmla="*/ 2147483647 w 428"/>
                <a:gd name="T19" fmla="*/ 2147483647 h 571"/>
                <a:gd name="T20" fmla="*/ 2147483647 w 428"/>
                <a:gd name="T21" fmla="*/ 2147483647 h 571"/>
                <a:gd name="T22" fmla="*/ 2147483647 w 428"/>
                <a:gd name="T23" fmla="*/ 2147483647 h 571"/>
                <a:gd name="T24" fmla="*/ 2147483647 w 428"/>
                <a:gd name="T25" fmla="*/ 2147483647 h 571"/>
                <a:gd name="T26" fmla="*/ 2147483647 w 428"/>
                <a:gd name="T27" fmla="*/ 2147483647 h 571"/>
                <a:gd name="T28" fmla="*/ 2147483647 w 428"/>
                <a:gd name="T29" fmla="*/ 2147483647 h 571"/>
                <a:gd name="T30" fmla="*/ 0 w 428"/>
                <a:gd name="T31" fmla="*/ 2147483647 h 571"/>
                <a:gd name="T32" fmla="*/ 2147483647 w 428"/>
                <a:gd name="T33" fmla="*/ 2147483647 h 571"/>
                <a:gd name="T34" fmla="*/ 2147483647 w 428"/>
                <a:gd name="T35" fmla="*/ 2147483647 h 571"/>
                <a:gd name="T36" fmla="*/ 2147483647 w 428"/>
                <a:gd name="T37" fmla="*/ 2147483647 h 571"/>
                <a:gd name="T38" fmla="*/ 2147483647 w 428"/>
                <a:gd name="T39" fmla="*/ 2147483647 h 571"/>
                <a:gd name="T40" fmla="*/ 2147483647 w 428"/>
                <a:gd name="T41" fmla="*/ 2147483647 h 571"/>
                <a:gd name="T42" fmla="*/ 2147483647 w 428"/>
                <a:gd name="T43" fmla="*/ 2147483647 h 571"/>
                <a:gd name="T44" fmla="*/ 2147483647 w 428"/>
                <a:gd name="T45" fmla="*/ 2147483647 h 571"/>
                <a:gd name="T46" fmla="*/ 2147483647 w 428"/>
                <a:gd name="T47" fmla="*/ 2147483647 h 571"/>
                <a:gd name="T48" fmla="*/ 2147483647 w 428"/>
                <a:gd name="T49" fmla="*/ 2147483647 h 571"/>
                <a:gd name="T50" fmla="*/ 2147483647 w 428"/>
                <a:gd name="T51" fmla="*/ 2147483647 h 571"/>
                <a:gd name="T52" fmla="*/ 2147483647 w 428"/>
                <a:gd name="T53" fmla="*/ 2147483647 h 571"/>
                <a:gd name="T54" fmla="*/ 2147483647 w 428"/>
                <a:gd name="T55" fmla="*/ 2147483647 h 571"/>
                <a:gd name="T56" fmla="*/ 2147483647 w 428"/>
                <a:gd name="T57" fmla="*/ 2147483647 h 571"/>
                <a:gd name="T58" fmla="*/ 2147483647 w 428"/>
                <a:gd name="T59" fmla="*/ 2147483647 h 571"/>
                <a:gd name="T60" fmla="*/ 2147483647 w 428"/>
                <a:gd name="T61" fmla="*/ 2147483647 h 571"/>
                <a:gd name="T62" fmla="*/ 2147483647 w 428"/>
                <a:gd name="T63" fmla="*/ 2147483647 h 571"/>
                <a:gd name="T64" fmla="*/ 2147483647 w 428"/>
                <a:gd name="T65" fmla="*/ 2147483647 h 571"/>
                <a:gd name="T66" fmla="*/ 2147483647 w 428"/>
                <a:gd name="T67" fmla="*/ 2147483647 h 571"/>
                <a:gd name="T68" fmla="*/ 2147483647 w 428"/>
                <a:gd name="T69" fmla="*/ 2147483647 h 571"/>
                <a:gd name="T70" fmla="*/ 2147483647 w 428"/>
                <a:gd name="T71" fmla="*/ 2147483647 h 571"/>
                <a:gd name="T72" fmla="*/ 2147483647 w 428"/>
                <a:gd name="T73" fmla="*/ 2147483647 h 571"/>
                <a:gd name="T74" fmla="*/ 2147483647 w 428"/>
                <a:gd name="T75" fmla="*/ 2147483647 h 571"/>
                <a:gd name="T76" fmla="*/ 2147483647 w 428"/>
                <a:gd name="T77" fmla="*/ 2147483647 h 571"/>
                <a:gd name="T78" fmla="*/ 2147483647 w 428"/>
                <a:gd name="T79" fmla="*/ 2147483647 h 571"/>
                <a:gd name="T80" fmla="*/ 2147483647 w 428"/>
                <a:gd name="T81" fmla="*/ 2147483647 h 571"/>
                <a:gd name="T82" fmla="*/ 2147483647 w 428"/>
                <a:gd name="T83" fmla="*/ 2147483647 h 571"/>
                <a:gd name="T84" fmla="*/ 2147483647 w 428"/>
                <a:gd name="T85" fmla="*/ 2147483647 h 571"/>
                <a:gd name="T86" fmla="*/ 2147483647 w 428"/>
                <a:gd name="T87" fmla="*/ 2147483647 h 571"/>
                <a:gd name="T88" fmla="*/ 2147483647 w 428"/>
                <a:gd name="T89" fmla="*/ 2147483647 h 571"/>
                <a:gd name="T90" fmla="*/ 2147483647 w 428"/>
                <a:gd name="T91" fmla="*/ 2147483647 h 571"/>
                <a:gd name="T92" fmla="*/ 2147483647 w 428"/>
                <a:gd name="T93" fmla="*/ 2147483647 h 571"/>
                <a:gd name="T94" fmla="*/ 2147483647 w 428"/>
                <a:gd name="T95" fmla="*/ 2147483647 h 571"/>
                <a:gd name="T96" fmla="*/ 2147483647 w 428"/>
                <a:gd name="T97" fmla="*/ 2147483647 h 571"/>
                <a:gd name="T98" fmla="*/ 2147483647 w 428"/>
                <a:gd name="T99" fmla="*/ 2147483647 h 571"/>
                <a:gd name="T100" fmla="*/ 2147483647 w 428"/>
                <a:gd name="T101" fmla="*/ 2147483647 h 57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8"/>
                <a:gd name="T154" fmla="*/ 0 h 571"/>
                <a:gd name="T155" fmla="*/ 428 w 428"/>
                <a:gd name="T156" fmla="*/ 571 h 57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8" h="571">
                  <a:moveTo>
                    <a:pt x="376" y="290"/>
                  </a:moveTo>
                  <a:lnTo>
                    <a:pt x="285" y="382"/>
                  </a:lnTo>
                  <a:lnTo>
                    <a:pt x="212" y="455"/>
                  </a:lnTo>
                  <a:lnTo>
                    <a:pt x="193" y="472"/>
                  </a:lnTo>
                  <a:lnTo>
                    <a:pt x="189" y="477"/>
                  </a:lnTo>
                  <a:lnTo>
                    <a:pt x="183" y="482"/>
                  </a:lnTo>
                  <a:lnTo>
                    <a:pt x="177" y="485"/>
                  </a:lnTo>
                  <a:lnTo>
                    <a:pt x="171" y="487"/>
                  </a:lnTo>
                  <a:lnTo>
                    <a:pt x="165" y="490"/>
                  </a:lnTo>
                  <a:lnTo>
                    <a:pt x="159" y="491"/>
                  </a:lnTo>
                  <a:lnTo>
                    <a:pt x="152" y="492"/>
                  </a:lnTo>
                  <a:lnTo>
                    <a:pt x="146" y="492"/>
                  </a:lnTo>
                  <a:lnTo>
                    <a:pt x="139" y="492"/>
                  </a:lnTo>
                  <a:lnTo>
                    <a:pt x="133" y="491"/>
                  </a:lnTo>
                  <a:lnTo>
                    <a:pt x="126" y="490"/>
                  </a:lnTo>
                  <a:lnTo>
                    <a:pt x="120" y="487"/>
                  </a:lnTo>
                  <a:lnTo>
                    <a:pt x="115" y="485"/>
                  </a:lnTo>
                  <a:lnTo>
                    <a:pt x="109" y="482"/>
                  </a:lnTo>
                  <a:lnTo>
                    <a:pt x="103" y="477"/>
                  </a:lnTo>
                  <a:lnTo>
                    <a:pt x="98" y="472"/>
                  </a:lnTo>
                  <a:lnTo>
                    <a:pt x="93" y="467"/>
                  </a:lnTo>
                  <a:lnTo>
                    <a:pt x="90" y="462"/>
                  </a:lnTo>
                  <a:lnTo>
                    <a:pt x="86" y="456"/>
                  </a:lnTo>
                  <a:lnTo>
                    <a:pt x="83" y="450"/>
                  </a:lnTo>
                  <a:lnTo>
                    <a:pt x="81" y="444"/>
                  </a:lnTo>
                  <a:lnTo>
                    <a:pt x="79" y="438"/>
                  </a:lnTo>
                  <a:lnTo>
                    <a:pt x="78" y="431"/>
                  </a:lnTo>
                  <a:lnTo>
                    <a:pt x="78" y="425"/>
                  </a:lnTo>
                  <a:lnTo>
                    <a:pt x="78" y="418"/>
                  </a:lnTo>
                  <a:lnTo>
                    <a:pt x="79" y="412"/>
                  </a:lnTo>
                  <a:lnTo>
                    <a:pt x="81" y="405"/>
                  </a:lnTo>
                  <a:lnTo>
                    <a:pt x="83" y="399"/>
                  </a:lnTo>
                  <a:lnTo>
                    <a:pt x="86" y="394"/>
                  </a:lnTo>
                  <a:lnTo>
                    <a:pt x="90" y="388"/>
                  </a:lnTo>
                  <a:lnTo>
                    <a:pt x="93" y="382"/>
                  </a:lnTo>
                  <a:lnTo>
                    <a:pt x="98" y="377"/>
                  </a:lnTo>
                  <a:lnTo>
                    <a:pt x="189" y="287"/>
                  </a:lnTo>
                  <a:lnTo>
                    <a:pt x="197" y="280"/>
                  </a:lnTo>
                  <a:lnTo>
                    <a:pt x="206" y="274"/>
                  </a:lnTo>
                  <a:lnTo>
                    <a:pt x="216" y="270"/>
                  </a:lnTo>
                  <a:lnTo>
                    <a:pt x="226" y="268"/>
                  </a:lnTo>
                  <a:lnTo>
                    <a:pt x="294" y="200"/>
                  </a:lnTo>
                  <a:lnTo>
                    <a:pt x="280" y="194"/>
                  </a:lnTo>
                  <a:lnTo>
                    <a:pt x="266" y="190"/>
                  </a:lnTo>
                  <a:lnTo>
                    <a:pt x="251" y="188"/>
                  </a:lnTo>
                  <a:lnTo>
                    <a:pt x="237" y="188"/>
                  </a:lnTo>
                  <a:lnTo>
                    <a:pt x="223" y="188"/>
                  </a:lnTo>
                  <a:lnTo>
                    <a:pt x="208" y="190"/>
                  </a:lnTo>
                  <a:lnTo>
                    <a:pt x="194" y="194"/>
                  </a:lnTo>
                  <a:lnTo>
                    <a:pt x="181" y="199"/>
                  </a:lnTo>
                  <a:lnTo>
                    <a:pt x="169" y="205"/>
                  </a:lnTo>
                  <a:lnTo>
                    <a:pt x="156" y="212"/>
                  </a:lnTo>
                  <a:lnTo>
                    <a:pt x="144" y="221"/>
                  </a:lnTo>
                  <a:lnTo>
                    <a:pt x="132" y="230"/>
                  </a:lnTo>
                  <a:lnTo>
                    <a:pt x="42" y="321"/>
                  </a:lnTo>
                  <a:lnTo>
                    <a:pt x="32" y="332"/>
                  </a:lnTo>
                  <a:lnTo>
                    <a:pt x="23" y="344"/>
                  </a:lnTo>
                  <a:lnTo>
                    <a:pt x="16" y="356"/>
                  </a:lnTo>
                  <a:lnTo>
                    <a:pt x="10" y="370"/>
                  </a:lnTo>
                  <a:lnTo>
                    <a:pt x="5" y="383"/>
                  </a:lnTo>
                  <a:lnTo>
                    <a:pt x="2" y="397"/>
                  </a:lnTo>
                  <a:lnTo>
                    <a:pt x="0" y="411"/>
                  </a:lnTo>
                  <a:lnTo>
                    <a:pt x="0" y="425"/>
                  </a:lnTo>
                  <a:lnTo>
                    <a:pt x="0" y="439"/>
                  </a:lnTo>
                  <a:lnTo>
                    <a:pt x="2" y="452"/>
                  </a:lnTo>
                  <a:lnTo>
                    <a:pt x="5" y="466"/>
                  </a:lnTo>
                  <a:lnTo>
                    <a:pt x="10" y="480"/>
                  </a:lnTo>
                  <a:lnTo>
                    <a:pt x="16" y="493"/>
                  </a:lnTo>
                  <a:lnTo>
                    <a:pt x="23" y="505"/>
                  </a:lnTo>
                  <a:lnTo>
                    <a:pt x="32" y="518"/>
                  </a:lnTo>
                  <a:lnTo>
                    <a:pt x="42" y="528"/>
                  </a:lnTo>
                  <a:lnTo>
                    <a:pt x="54" y="539"/>
                  </a:lnTo>
                  <a:lnTo>
                    <a:pt x="65" y="547"/>
                  </a:lnTo>
                  <a:lnTo>
                    <a:pt x="77" y="554"/>
                  </a:lnTo>
                  <a:lnTo>
                    <a:pt x="91" y="560"/>
                  </a:lnTo>
                  <a:lnTo>
                    <a:pt x="104" y="565"/>
                  </a:lnTo>
                  <a:lnTo>
                    <a:pt x="118" y="568"/>
                  </a:lnTo>
                  <a:lnTo>
                    <a:pt x="132" y="571"/>
                  </a:lnTo>
                  <a:lnTo>
                    <a:pt x="146" y="571"/>
                  </a:lnTo>
                  <a:lnTo>
                    <a:pt x="160" y="571"/>
                  </a:lnTo>
                  <a:lnTo>
                    <a:pt x="174" y="568"/>
                  </a:lnTo>
                  <a:lnTo>
                    <a:pt x="187" y="565"/>
                  </a:lnTo>
                  <a:lnTo>
                    <a:pt x="201" y="560"/>
                  </a:lnTo>
                  <a:lnTo>
                    <a:pt x="214" y="554"/>
                  </a:lnTo>
                  <a:lnTo>
                    <a:pt x="226" y="547"/>
                  </a:lnTo>
                  <a:lnTo>
                    <a:pt x="239" y="539"/>
                  </a:lnTo>
                  <a:lnTo>
                    <a:pt x="250" y="528"/>
                  </a:lnTo>
                  <a:lnTo>
                    <a:pt x="340" y="438"/>
                  </a:lnTo>
                  <a:lnTo>
                    <a:pt x="351" y="426"/>
                  </a:lnTo>
                  <a:lnTo>
                    <a:pt x="359" y="415"/>
                  </a:lnTo>
                  <a:lnTo>
                    <a:pt x="366" y="403"/>
                  </a:lnTo>
                  <a:lnTo>
                    <a:pt x="373" y="390"/>
                  </a:lnTo>
                  <a:lnTo>
                    <a:pt x="376" y="376"/>
                  </a:lnTo>
                  <a:lnTo>
                    <a:pt x="380" y="362"/>
                  </a:lnTo>
                  <a:lnTo>
                    <a:pt x="382" y="348"/>
                  </a:lnTo>
                  <a:lnTo>
                    <a:pt x="383" y="334"/>
                  </a:lnTo>
                  <a:lnTo>
                    <a:pt x="382" y="323"/>
                  </a:lnTo>
                  <a:lnTo>
                    <a:pt x="381" y="311"/>
                  </a:lnTo>
                  <a:lnTo>
                    <a:pt x="379" y="301"/>
                  </a:lnTo>
                  <a:lnTo>
                    <a:pt x="376" y="290"/>
                  </a:lnTo>
                  <a:close/>
                  <a:moveTo>
                    <a:pt x="385" y="44"/>
                  </a:moveTo>
                  <a:lnTo>
                    <a:pt x="385" y="44"/>
                  </a:lnTo>
                  <a:lnTo>
                    <a:pt x="395" y="54"/>
                  </a:lnTo>
                  <a:lnTo>
                    <a:pt x="403" y="66"/>
                  </a:lnTo>
                  <a:lnTo>
                    <a:pt x="412" y="79"/>
                  </a:lnTo>
                  <a:lnTo>
                    <a:pt x="417" y="92"/>
                  </a:lnTo>
                  <a:lnTo>
                    <a:pt x="422" y="105"/>
                  </a:lnTo>
                  <a:lnTo>
                    <a:pt x="426" y="119"/>
                  </a:lnTo>
                  <a:lnTo>
                    <a:pt x="427" y="133"/>
                  </a:lnTo>
                  <a:lnTo>
                    <a:pt x="428" y="147"/>
                  </a:lnTo>
                  <a:lnTo>
                    <a:pt x="427" y="161"/>
                  </a:lnTo>
                  <a:lnTo>
                    <a:pt x="426" y="175"/>
                  </a:lnTo>
                  <a:lnTo>
                    <a:pt x="422" y="189"/>
                  </a:lnTo>
                  <a:lnTo>
                    <a:pt x="417" y="202"/>
                  </a:lnTo>
                  <a:lnTo>
                    <a:pt x="412" y="215"/>
                  </a:lnTo>
                  <a:lnTo>
                    <a:pt x="403" y="228"/>
                  </a:lnTo>
                  <a:lnTo>
                    <a:pt x="395" y="240"/>
                  </a:lnTo>
                  <a:lnTo>
                    <a:pt x="385" y="250"/>
                  </a:lnTo>
                  <a:lnTo>
                    <a:pt x="294" y="342"/>
                  </a:lnTo>
                  <a:lnTo>
                    <a:pt x="284" y="351"/>
                  </a:lnTo>
                  <a:lnTo>
                    <a:pt x="272" y="359"/>
                  </a:lnTo>
                  <a:lnTo>
                    <a:pt x="259" y="368"/>
                  </a:lnTo>
                  <a:lnTo>
                    <a:pt x="246" y="374"/>
                  </a:lnTo>
                  <a:lnTo>
                    <a:pt x="232" y="378"/>
                  </a:lnTo>
                  <a:lnTo>
                    <a:pt x="219" y="382"/>
                  </a:lnTo>
                  <a:lnTo>
                    <a:pt x="205" y="383"/>
                  </a:lnTo>
                  <a:lnTo>
                    <a:pt x="191" y="384"/>
                  </a:lnTo>
                  <a:lnTo>
                    <a:pt x="176" y="383"/>
                  </a:lnTo>
                  <a:lnTo>
                    <a:pt x="160" y="381"/>
                  </a:lnTo>
                  <a:lnTo>
                    <a:pt x="145" y="377"/>
                  </a:lnTo>
                  <a:lnTo>
                    <a:pt x="131" y="371"/>
                  </a:lnTo>
                  <a:lnTo>
                    <a:pt x="198" y="304"/>
                  </a:lnTo>
                  <a:lnTo>
                    <a:pt x="208" y="303"/>
                  </a:lnTo>
                  <a:lnTo>
                    <a:pt x="219" y="298"/>
                  </a:lnTo>
                  <a:lnTo>
                    <a:pt x="230" y="293"/>
                  </a:lnTo>
                  <a:lnTo>
                    <a:pt x="239" y="286"/>
                  </a:lnTo>
                  <a:lnTo>
                    <a:pt x="329" y="195"/>
                  </a:lnTo>
                  <a:lnTo>
                    <a:pt x="334" y="189"/>
                  </a:lnTo>
                  <a:lnTo>
                    <a:pt x="338" y="185"/>
                  </a:lnTo>
                  <a:lnTo>
                    <a:pt x="341" y="179"/>
                  </a:lnTo>
                  <a:lnTo>
                    <a:pt x="343" y="173"/>
                  </a:lnTo>
                  <a:lnTo>
                    <a:pt x="346" y="166"/>
                  </a:lnTo>
                  <a:lnTo>
                    <a:pt x="347" y="160"/>
                  </a:lnTo>
                  <a:lnTo>
                    <a:pt x="348" y="154"/>
                  </a:lnTo>
                  <a:lnTo>
                    <a:pt x="349" y="147"/>
                  </a:lnTo>
                  <a:lnTo>
                    <a:pt x="348" y="140"/>
                  </a:lnTo>
                  <a:lnTo>
                    <a:pt x="347" y="134"/>
                  </a:lnTo>
                  <a:lnTo>
                    <a:pt x="346" y="128"/>
                  </a:lnTo>
                  <a:lnTo>
                    <a:pt x="343" y="121"/>
                  </a:lnTo>
                  <a:lnTo>
                    <a:pt x="341" y="115"/>
                  </a:lnTo>
                  <a:lnTo>
                    <a:pt x="338" y="109"/>
                  </a:lnTo>
                  <a:lnTo>
                    <a:pt x="334" y="105"/>
                  </a:lnTo>
                  <a:lnTo>
                    <a:pt x="329" y="99"/>
                  </a:lnTo>
                  <a:lnTo>
                    <a:pt x="324" y="94"/>
                  </a:lnTo>
                  <a:lnTo>
                    <a:pt x="319" y="91"/>
                  </a:lnTo>
                  <a:lnTo>
                    <a:pt x="313" y="87"/>
                  </a:lnTo>
                  <a:lnTo>
                    <a:pt x="307" y="85"/>
                  </a:lnTo>
                  <a:lnTo>
                    <a:pt x="300" y="82"/>
                  </a:lnTo>
                  <a:lnTo>
                    <a:pt x="294" y="81"/>
                  </a:lnTo>
                  <a:lnTo>
                    <a:pt x="288" y="80"/>
                  </a:lnTo>
                  <a:lnTo>
                    <a:pt x="281" y="80"/>
                  </a:lnTo>
                  <a:lnTo>
                    <a:pt x="274" y="80"/>
                  </a:lnTo>
                  <a:lnTo>
                    <a:pt x="268" y="81"/>
                  </a:lnTo>
                  <a:lnTo>
                    <a:pt x="262" y="82"/>
                  </a:lnTo>
                  <a:lnTo>
                    <a:pt x="255" y="85"/>
                  </a:lnTo>
                  <a:lnTo>
                    <a:pt x="250" y="87"/>
                  </a:lnTo>
                  <a:lnTo>
                    <a:pt x="244" y="91"/>
                  </a:lnTo>
                  <a:lnTo>
                    <a:pt x="239" y="94"/>
                  </a:lnTo>
                  <a:lnTo>
                    <a:pt x="233" y="99"/>
                  </a:lnTo>
                  <a:lnTo>
                    <a:pt x="143" y="189"/>
                  </a:lnTo>
                  <a:lnTo>
                    <a:pt x="139" y="194"/>
                  </a:lnTo>
                  <a:lnTo>
                    <a:pt x="136" y="199"/>
                  </a:lnTo>
                  <a:lnTo>
                    <a:pt x="51" y="283"/>
                  </a:lnTo>
                  <a:lnTo>
                    <a:pt x="48" y="271"/>
                  </a:lnTo>
                  <a:lnTo>
                    <a:pt x="46" y="261"/>
                  </a:lnTo>
                  <a:lnTo>
                    <a:pt x="44" y="249"/>
                  </a:lnTo>
                  <a:lnTo>
                    <a:pt x="44" y="237"/>
                  </a:lnTo>
                  <a:lnTo>
                    <a:pt x="45" y="223"/>
                  </a:lnTo>
                  <a:lnTo>
                    <a:pt x="46" y="209"/>
                  </a:lnTo>
                  <a:lnTo>
                    <a:pt x="50" y="196"/>
                  </a:lnTo>
                  <a:lnTo>
                    <a:pt x="55" y="182"/>
                  </a:lnTo>
                  <a:lnTo>
                    <a:pt x="61" y="169"/>
                  </a:lnTo>
                  <a:lnTo>
                    <a:pt x="69" y="156"/>
                  </a:lnTo>
                  <a:lnTo>
                    <a:pt x="77" y="145"/>
                  </a:lnTo>
                  <a:lnTo>
                    <a:pt x="88" y="134"/>
                  </a:lnTo>
                  <a:lnTo>
                    <a:pt x="178" y="44"/>
                  </a:lnTo>
                  <a:lnTo>
                    <a:pt x="189" y="33"/>
                  </a:lnTo>
                  <a:lnTo>
                    <a:pt x="200" y="25"/>
                  </a:lnTo>
                  <a:lnTo>
                    <a:pt x="213" y="17"/>
                  </a:lnTo>
                  <a:lnTo>
                    <a:pt x="226" y="11"/>
                  </a:lnTo>
                  <a:lnTo>
                    <a:pt x="239" y="6"/>
                  </a:lnTo>
                  <a:lnTo>
                    <a:pt x="253" y="3"/>
                  </a:lnTo>
                  <a:lnTo>
                    <a:pt x="267" y="1"/>
                  </a:lnTo>
                  <a:lnTo>
                    <a:pt x="281" y="0"/>
                  </a:lnTo>
                  <a:lnTo>
                    <a:pt x="295" y="1"/>
                  </a:lnTo>
                  <a:lnTo>
                    <a:pt x="309" y="3"/>
                  </a:lnTo>
                  <a:lnTo>
                    <a:pt x="324" y="6"/>
                  </a:lnTo>
                  <a:lnTo>
                    <a:pt x="336" y="11"/>
                  </a:lnTo>
                  <a:lnTo>
                    <a:pt x="349" y="17"/>
                  </a:lnTo>
                  <a:lnTo>
                    <a:pt x="362" y="25"/>
                  </a:lnTo>
                  <a:lnTo>
                    <a:pt x="374" y="33"/>
                  </a:lnTo>
                  <a:lnTo>
                    <a:pt x="385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4781550" y="3997325"/>
            <a:ext cx="3792538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5"/>
          <p:cNvGrpSpPr>
            <a:grpSpLocks/>
          </p:cNvGrpSpPr>
          <p:nvPr/>
        </p:nvGrpSpPr>
        <p:grpSpPr bwMode="auto">
          <a:xfrm>
            <a:off x="2828925" y="4652963"/>
            <a:ext cx="4175125" cy="593725"/>
            <a:chOff x="2705672" y="4489682"/>
            <a:chExt cx="4175466" cy="593494"/>
          </a:xfrm>
          <a:solidFill>
            <a:srgbClr val="F46501"/>
          </a:solidFill>
        </p:grpSpPr>
        <p:sp>
          <p:nvSpPr>
            <p:cNvPr id="57" name="圆角矩形 56"/>
            <p:cNvSpPr/>
            <p:nvPr/>
          </p:nvSpPr>
          <p:spPr>
            <a:xfrm>
              <a:off x="2705672" y="4489682"/>
              <a:ext cx="4175466" cy="59349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58" name="椭圆 8"/>
            <p:cNvSpPr/>
            <p:nvPr/>
          </p:nvSpPr>
          <p:spPr>
            <a:xfrm>
              <a:off x="6420725" y="4651544"/>
              <a:ext cx="320701" cy="269770"/>
            </a:xfrm>
            <a:custGeom>
              <a:avLst/>
              <a:gdLst>
                <a:gd name="connsiteX0" fmla="*/ 101864 w 331753"/>
                <a:gd name="connsiteY0" fmla="*/ 180944 h 279369"/>
                <a:gd name="connsiteX1" fmla="*/ 100574 w 331753"/>
                <a:gd name="connsiteY1" fmla="*/ 182229 h 279369"/>
                <a:gd name="connsiteX2" fmla="*/ 99284 w 331753"/>
                <a:gd name="connsiteY2" fmla="*/ 182229 h 279369"/>
                <a:gd name="connsiteX3" fmla="*/ 90255 w 331753"/>
                <a:gd name="connsiteY3" fmla="*/ 191225 h 279369"/>
                <a:gd name="connsiteX4" fmla="*/ 83806 w 331753"/>
                <a:gd name="connsiteY4" fmla="*/ 197651 h 279369"/>
                <a:gd name="connsiteX5" fmla="*/ 82516 w 331753"/>
                <a:gd name="connsiteY5" fmla="*/ 200221 h 279369"/>
                <a:gd name="connsiteX6" fmla="*/ 83806 w 331753"/>
                <a:gd name="connsiteY6" fmla="*/ 202791 h 279369"/>
                <a:gd name="connsiteX7" fmla="*/ 143139 w 331753"/>
                <a:gd name="connsiteY7" fmla="*/ 261907 h 279369"/>
                <a:gd name="connsiteX8" fmla="*/ 145718 w 331753"/>
                <a:gd name="connsiteY8" fmla="*/ 261907 h 279369"/>
                <a:gd name="connsiteX9" fmla="*/ 148298 w 331753"/>
                <a:gd name="connsiteY9" fmla="*/ 261907 h 279369"/>
                <a:gd name="connsiteX10" fmla="*/ 156037 w 331753"/>
                <a:gd name="connsiteY10" fmla="*/ 252911 h 279369"/>
                <a:gd name="connsiteX11" fmla="*/ 163776 w 331753"/>
                <a:gd name="connsiteY11" fmla="*/ 245200 h 279369"/>
                <a:gd name="connsiteX12" fmla="*/ 163776 w 331753"/>
                <a:gd name="connsiteY12" fmla="*/ 241345 h 279369"/>
                <a:gd name="connsiteX13" fmla="*/ 104443 w 331753"/>
                <a:gd name="connsiteY13" fmla="*/ 182229 h 279369"/>
                <a:gd name="connsiteX14" fmla="*/ 101864 w 331753"/>
                <a:gd name="connsiteY14" fmla="*/ 180944 h 279369"/>
                <a:gd name="connsiteX15" fmla="*/ 137384 w 331753"/>
                <a:gd name="connsiteY15" fmla="*/ 63469 h 279369"/>
                <a:gd name="connsiteX16" fmla="*/ 58703 w 331753"/>
                <a:gd name="connsiteY16" fmla="*/ 141513 h 279369"/>
                <a:gd name="connsiteX17" fmla="*/ 87080 w 331753"/>
                <a:gd name="connsiteY17" fmla="*/ 171430 h 279369"/>
                <a:gd name="connsiteX18" fmla="*/ 88369 w 331753"/>
                <a:gd name="connsiteY18" fmla="*/ 170129 h 279369"/>
                <a:gd name="connsiteX19" fmla="*/ 94819 w 331753"/>
                <a:gd name="connsiteY19" fmla="*/ 166227 h 279369"/>
                <a:gd name="connsiteX20" fmla="*/ 96108 w 331753"/>
                <a:gd name="connsiteY20" fmla="*/ 166227 h 279369"/>
                <a:gd name="connsiteX21" fmla="*/ 98688 w 331753"/>
                <a:gd name="connsiteY21" fmla="*/ 164926 h 279369"/>
                <a:gd name="connsiteX22" fmla="*/ 102558 w 331753"/>
                <a:gd name="connsiteY22" fmla="*/ 164926 h 279369"/>
                <a:gd name="connsiteX23" fmla="*/ 105137 w 331753"/>
                <a:gd name="connsiteY23" fmla="*/ 164926 h 279369"/>
                <a:gd name="connsiteX24" fmla="*/ 106427 w 331753"/>
                <a:gd name="connsiteY24" fmla="*/ 164926 h 279369"/>
                <a:gd name="connsiteX25" fmla="*/ 107717 w 331753"/>
                <a:gd name="connsiteY25" fmla="*/ 166227 h 279369"/>
                <a:gd name="connsiteX26" fmla="*/ 109007 w 331753"/>
                <a:gd name="connsiteY26" fmla="*/ 166227 h 279369"/>
                <a:gd name="connsiteX27" fmla="*/ 111587 w 331753"/>
                <a:gd name="connsiteY27" fmla="*/ 167527 h 279369"/>
                <a:gd name="connsiteX28" fmla="*/ 112876 w 331753"/>
                <a:gd name="connsiteY28" fmla="*/ 167527 h 279369"/>
                <a:gd name="connsiteX29" fmla="*/ 115456 w 331753"/>
                <a:gd name="connsiteY29" fmla="*/ 170129 h 279369"/>
                <a:gd name="connsiteX30" fmla="*/ 174789 w 331753"/>
                <a:gd name="connsiteY30" fmla="*/ 231263 h 279369"/>
                <a:gd name="connsiteX31" fmla="*/ 179949 w 331753"/>
                <a:gd name="connsiteY31" fmla="*/ 250774 h 279369"/>
                <a:gd name="connsiteX32" fmla="*/ 178659 w 331753"/>
                <a:gd name="connsiteY32" fmla="*/ 253376 h 279369"/>
                <a:gd name="connsiteX33" fmla="*/ 177369 w 331753"/>
                <a:gd name="connsiteY33" fmla="*/ 254676 h 279369"/>
                <a:gd name="connsiteX34" fmla="*/ 176079 w 331753"/>
                <a:gd name="connsiteY34" fmla="*/ 255977 h 279369"/>
                <a:gd name="connsiteX35" fmla="*/ 174789 w 331753"/>
                <a:gd name="connsiteY35" fmla="*/ 257278 h 279369"/>
                <a:gd name="connsiteX36" fmla="*/ 173499 w 331753"/>
                <a:gd name="connsiteY36" fmla="*/ 258578 h 279369"/>
                <a:gd name="connsiteX37" fmla="*/ 179949 w 331753"/>
                <a:gd name="connsiteY37" fmla="*/ 263781 h 279369"/>
                <a:gd name="connsiteX38" fmla="*/ 179949 w 331753"/>
                <a:gd name="connsiteY38" fmla="*/ 265082 h 279369"/>
                <a:gd name="connsiteX39" fmla="*/ 182528 w 331753"/>
                <a:gd name="connsiteY39" fmla="*/ 263781 h 279369"/>
                <a:gd name="connsiteX40" fmla="*/ 241861 w 331753"/>
                <a:gd name="connsiteY40" fmla="*/ 202647 h 279369"/>
                <a:gd name="connsiteX41" fmla="*/ 241861 w 331753"/>
                <a:gd name="connsiteY41" fmla="*/ 197444 h 279369"/>
                <a:gd name="connsiteX42" fmla="*/ 177369 w 331753"/>
                <a:gd name="connsiteY42" fmla="*/ 132408 h 279369"/>
                <a:gd name="connsiteX43" fmla="*/ 150282 w 331753"/>
                <a:gd name="connsiteY43" fmla="*/ 159723 h 279369"/>
                <a:gd name="connsiteX44" fmla="*/ 147702 w 331753"/>
                <a:gd name="connsiteY44" fmla="*/ 161024 h 279369"/>
                <a:gd name="connsiteX45" fmla="*/ 146412 w 331753"/>
                <a:gd name="connsiteY45" fmla="*/ 162324 h 279369"/>
                <a:gd name="connsiteX46" fmla="*/ 143833 w 331753"/>
                <a:gd name="connsiteY46" fmla="*/ 163625 h 279369"/>
                <a:gd name="connsiteX47" fmla="*/ 141253 w 331753"/>
                <a:gd name="connsiteY47" fmla="*/ 163625 h 279369"/>
                <a:gd name="connsiteX48" fmla="*/ 138673 w 331753"/>
                <a:gd name="connsiteY48" fmla="*/ 164926 h 279369"/>
                <a:gd name="connsiteX49" fmla="*/ 129644 w 331753"/>
                <a:gd name="connsiteY49" fmla="*/ 162324 h 279369"/>
                <a:gd name="connsiteX50" fmla="*/ 127065 w 331753"/>
                <a:gd name="connsiteY50" fmla="*/ 159723 h 279369"/>
                <a:gd name="connsiteX51" fmla="*/ 111587 w 331753"/>
                <a:gd name="connsiteY51" fmla="*/ 144114 h 279369"/>
                <a:gd name="connsiteX52" fmla="*/ 111587 w 331753"/>
                <a:gd name="connsiteY52" fmla="*/ 120701 h 279369"/>
                <a:gd name="connsiteX53" fmla="*/ 152862 w 331753"/>
                <a:gd name="connsiteY53" fmla="*/ 79078 h 279369"/>
                <a:gd name="connsiteX54" fmla="*/ 137384 w 331753"/>
                <a:gd name="connsiteY54" fmla="*/ 63469 h 279369"/>
                <a:gd name="connsiteX55" fmla="*/ 195676 w 331753"/>
                <a:gd name="connsiteY55" fmla="*/ 58706 h 279369"/>
                <a:gd name="connsiteX56" fmla="*/ 122203 w 331753"/>
                <a:gd name="connsiteY56" fmla="*/ 131257 h 279369"/>
                <a:gd name="connsiteX57" fmla="*/ 122203 w 331753"/>
                <a:gd name="connsiteY57" fmla="*/ 132553 h 279369"/>
                <a:gd name="connsiteX58" fmla="*/ 138960 w 331753"/>
                <a:gd name="connsiteY58" fmla="*/ 149395 h 279369"/>
                <a:gd name="connsiteX59" fmla="*/ 140249 w 331753"/>
                <a:gd name="connsiteY59" fmla="*/ 148099 h 279369"/>
                <a:gd name="connsiteX60" fmla="*/ 172474 w 331753"/>
                <a:gd name="connsiteY60" fmla="*/ 115710 h 279369"/>
                <a:gd name="connsiteX61" fmla="*/ 184075 w 331753"/>
                <a:gd name="connsiteY61" fmla="*/ 104050 h 279369"/>
                <a:gd name="connsiteX62" fmla="*/ 195676 w 331753"/>
                <a:gd name="connsiteY62" fmla="*/ 104050 h 279369"/>
                <a:gd name="connsiteX63" fmla="*/ 198254 w 331753"/>
                <a:gd name="connsiteY63" fmla="*/ 109233 h 279369"/>
                <a:gd name="connsiteX64" fmla="*/ 195676 w 331753"/>
                <a:gd name="connsiteY64" fmla="*/ 114415 h 279369"/>
                <a:gd name="connsiteX65" fmla="*/ 187942 w 331753"/>
                <a:gd name="connsiteY65" fmla="*/ 120893 h 279369"/>
                <a:gd name="connsiteX66" fmla="*/ 238213 w 331753"/>
                <a:gd name="connsiteY66" fmla="*/ 171419 h 279369"/>
                <a:gd name="connsiteX67" fmla="*/ 273016 w 331753"/>
                <a:gd name="connsiteY67" fmla="*/ 136439 h 279369"/>
                <a:gd name="connsiteX68" fmla="*/ 195676 w 331753"/>
                <a:gd name="connsiteY68" fmla="*/ 58706 h 279369"/>
                <a:gd name="connsiteX69" fmla="*/ 93282 w 331753"/>
                <a:gd name="connsiteY69" fmla="*/ 19019 h 279369"/>
                <a:gd name="connsiteX70" fmla="*/ 89395 w 331753"/>
                <a:gd name="connsiteY70" fmla="*/ 20330 h 279369"/>
                <a:gd name="connsiteX71" fmla="*/ 16844 w 331753"/>
                <a:gd name="connsiteY71" fmla="*/ 95035 h 279369"/>
                <a:gd name="connsiteX72" fmla="*/ 15548 w 331753"/>
                <a:gd name="connsiteY72" fmla="*/ 100277 h 279369"/>
                <a:gd name="connsiteX73" fmla="*/ 46642 w 331753"/>
                <a:gd name="connsiteY73" fmla="*/ 131732 h 279369"/>
                <a:gd name="connsiteX74" fmla="*/ 126966 w 331753"/>
                <a:gd name="connsiteY74" fmla="*/ 51784 h 279369"/>
                <a:gd name="connsiteX75" fmla="*/ 95873 w 331753"/>
                <a:gd name="connsiteY75" fmla="*/ 20330 h 279369"/>
                <a:gd name="connsiteX76" fmla="*/ 93282 w 331753"/>
                <a:gd name="connsiteY76" fmla="*/ 19019 h 279369"/>
                <a:gd name="connsiteX77" fmla="*/ 239847 w 331753"/>
                <a:gd name="connsiteY77" fmla="*/ 15844 h 279369"/>
                <a:gd name="connsiteX78" fmla="*/ 237270 w 331753"/>
                <a:gd name="connsiteY78" fmla="*/ 17133 h 279369"/>
                <a:gd name="connsiteX79" fmla="*/ 206341 w 331753"/>
                <a:gd name="connsiteY79" fmla="*/ 46772 h 279369"/>
                <a:gd name="connsiteX80" fmla="*/ 283662 w 331753"/>
                <a:gd name="connsiteY80" fmla="*/ 125382 h 279369"/>
                <a:gd name="connsiteX81" fmla="*/ 314590 w 331753"/>
                <a:gd name="connsiteY81" fmla="*/ 94454 h 279369"/>
                <a:gd name="connsiteX82" fmla="*/ 315879 w 331753"/>
                <a:gd name="connsiteY82" fmla="*/ 93165 h 279369"/>
                <a:gd name="connsiteX83" fmla="*/ 314590 w 331753"/>
                <a:gd name="connsiteY83" fmla="*/ 90588 h 279369"/>
                <a:gd name="connsiteX84" fmla="*/ 241136 w 331753"/>
                <a:gd name="connsiteY84" fmla="*/ 17133 h 279369"/>
                <a:gd name="connsiteX85" fmla="*/ 239847 w 331753"/>
                <a:gd name="connsiteY85" fmla="*/ 15844 h 279369"/>
                <a:gd name="connsiteX86" fmla="*/ 239005 w 331753"/>
                <a:gd name="connsiteY86" fmla="*/ 0 h 279369"/>
                <a:gd name="connsiteX87" fmla="*/ 252625 w 331753"/>
                <a:gd name="connsiteY87" fmla="*/ 4855 h 279369"/>
                <a:gd name="connsiteX88" fmla="*/ 325267 w 331753"/>
                <a:gd name="connsiteY88" fmla="*/ 78663 h 279369"/>
                <a:gd name="connsiteX89" fmla="*/ 331753 w 331753"/>
                <a:gd name="connsiteY89" fmla="*/ 91612 h 279369"/>
                <a:gd name="connsiteX90" fmla="*/ 326564 w 331753"/>
                <a:gd name="connsiteY90" fmla="*/ 105856 h 279369"/>
                <a:gd name="connsiteX91" fmla="*/ 290243 w 331753"/>
                <a:gd name="connsiteY91" fmla="*/ 142112 h 279369"/>
                <a:gd name="connsiteX92" fmla="*/ 250031 w 331753"/>
                <a:gd name="connsiteY92" fmla="*/ 182253 h 279369"/>
                <a:gd name="connsiteX93" fmla="*/ 253922 w 331753"/>
                <a:gd name="connsiteY93" fmla="*/ 186138 h 279369"/>
                <a:gd name="connsiteX94" fmla="*/ 253922 w 331753"/>
                <a:gd name="connsiteY94" fmla="*/ 213330 h 279369"/>
                <a:gd name="connsiteX95" fmla="*/ 194252 w 331753"/>
                <a:gd name="connsiteY95" fmla="*/ 272895 h 279369"/>
                <a:gd name="connsiteX96" fmla="*/ 181280 w 331753"/>
                <a:gd name="connsiteY96" fmla="*/ 279369 h 279369"/>
                <a:gd name="connsiteX97" fmla="*/ 169605 w 331753"/>
                <a:gd name="connsiteY97" fmla="*/ 274190 h 279369"/>
                <a:gd name="connsiteX98" fmla="*/ 163120 w 331753"/>
                <a:gd name="connsiteY98" fmla="*/ 269010 h 279369"/>
                <a:gd name="connsiteX99" fmla="*/ 159228 w 331753"/>
                <a:gd name="connsiteY99" fmla="*/ 271600 h 279369"/>
                <a:gd name="connsiteX100" fmla="*/ 146256 w 331753"/>
                <a:gd name="connsiteY100" fmla="*/ 276779 h 279369"/>
                <a:gd name="connsiteX101" fmla="*/ 133284 w 331753"/>
                <a:gd name="connsiteY101" fmla="*/ 271600 h 279369"/>
                <a:gd name="connsiteX102" fmla="*/ 73614 w 331753"/>
                <a:gd name="connsiteY102" fmla="*/ 212036 h 279369"/>
                <a:gd name="connsiteX103" fmla="*/ 68426 w 331753"/>
                <a:gd name="connsiteY103" fmla="*/ 199087 h 279369"/>
                <a:gd name="connsiteX104" fmla="*/ 73614 w 331753"/>
                <a:gd name="connsiteY104" fmla="*/ 186138 h 279369"/>
                <a:gd name="connsiteX105" fmla="*/ 74911 w 331753"/>
                <a:gd name="connsiteY105" fmla="*/ 183548 h 279369"/>
                <a:gd name="connsiteX106" fmla="*/ 76209 w 331753"/>
                <a:gd name="connsiteY106" fmla="*/ 182253 h 279369"/>
                <a:gd name="connsiteX107" fmla="*/ 42482 w 331753"/>
                <a:gd name="connsiteY107" fmla="*/ 148587 h 279369"/>
                <a:gd name="connsiteX108" fmla="*/ 42482 w 331753"/>
                <a:gd name="connsiteY108" fmla="*/ 147292 h 279369"/>
                <a:gd name="connsiteX109" fmla="*/ 4864 w 331753"/>
                <a:gd name="connsiteY109" fmla="*/ 111035 h 279369"/>
                <a:gd name="connsiteX110" fmla="*/ 4864 w 331753"/>
                <a:gd name="connsiteY110" fmla="*/ 83843 h 279369"/>
                <a:gd name="connsiteX111" fmla="*/ 77506 w 331753"/>
                <a:gd name="connsiteY111" fmla="*/ 10035 h 279369"/>
                <a:gd name="connsiteX112" fmla="*/ 106044 w 331753"/>
                <a:gd name="connsiteY112" fmla="*/ 10035 h 279369"/>
                <a:gd name="connsiteX113" fmla="*/ 142365 w 331753"/>
                <a:gd name="connsiteY113" fmla="*/ 46291 h 279369"/>
                <a:gd name="connsiteX114" fmla="*/ 163120 w 331753"/>
                <a:gd name="connsiteY114" fmla="*/ 67009 h 279369"/>
                <a:gd name="connsiteX115" fmla="*/ 189063 w 331753"/>
                <a:gd name="connsiteY115" fmla="*/ 41112 h 279369"/>
                <a:gd name="connsiteX116" fmla="*/ 225384 w 331753"/>
                <a:gd name="connsiteY116" fmla="*/ 4855 h 279369"/>
                <a:gd name="connsiteX117" fmla="*/ 239005 w 331753"/>
                <a:gd name="connsiteY117" fmla="*/ 0 h 2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31753" h="279369">
                  <a:moveTo>
                    <a:pt x="101864" y="180944"/>
                  </a:moveTo>
                  <a:cubicBezTo>
                    <a:pt x="101864" y="180944"/>
                    <a:pt x="100574" y="180944"/>
                    <a:pt x="100574" y="182229"/>
                  </a:cubicBezTo>
                  <a:cubicBezTo>
                    <a:pt x="100574" y="182229"/>
                    <a:pt x="100574" y="182229"/>
                    <a:pt x="99284" y="182229"/>
                  </a:cubicBezTo>
                  <a:cubicBezTo>
                    <a:pt x="99284" y="182229"/>
                    <a:pt x="99284" y="182229"/>
                    <a:pt x="90255" y="191225"/>
                  </a:cubicBezTo>
                  <a:cubicBezTo>
                    <a:pt x="90255" y="191225"/>
                    <a:pt x="90255" y="191225"/>
                    <a:pt x="83806" y="197651"/>
                  </a:cubicBezTo>
                  <a:cubicBezTo>
                    <a:pt x="82516" y="198936"/>
                    <a:pt x="82516" y="200221"/>
                    <a:pt x="82516" y="200221"/>
                  </a:cubicBezTo>
                  <a:cubicBezTo>
                    <a:pt x="82516" y="200221"/>
                    <a:pt x="82516" y="201506"/>
                    <a:pt x="83806" y="202791"/>
                  </a:cubicBezTo>
                  <a:cubicBezTo>
                    <a:pt x="83806" y="202791"/>
                    <a:pt x="83806" y="202791"/>
                    <a:pt x="143139" y="261907"/>
                  </a:cubicBezTo>
                  <a:cubicBezTo>
                    <a:pt x="144428" y="261907"/>
                    <a:pt x="145718" y="261907"/>
                    <a:pt x="145718" y="261907"/>
                  </a:cubicBezTo>
                  <a:cubicBezTo>
                    <a:pt x="145718" y="261907"/>
                    <a:pt x="147008" y="261907"/>
                    <a:pt x="148298" y="261907"/>
                  </a:cubicBezTo>
                  <a:cubicBezTo>
                    <a:pt x="148298" y="261907"/>
                    <a:pt x="148298" y="261907"/>
                    <a:pt x="156037" y="252911"/>
                  </a:cubicBezTo>
                  <a:cubicBezTo>
                    <a:pt x="156037" y="252911"/>
                    <a:pt x="156037" y="252911"/>
                    <a:pt x="163776" y="245200"/>
                  </a:cubicBezTo>
                  <a:cubicBezTo>
                    <a:pt x="165066" y="245200"/>
                    <a:pt x="165066" y="242630"/>
                    <a:pt x="163776" y="241345"/>
                  </a:cubicBezTo>
                  <a:cubicBezTo>
                    <a:pt x="163776" y="241345"/>
                    <a:pt x="163776" y="241345"/>
                    <a:pt x="104443" y="182229"/>
                  </a:cubicBezTo>
                  <a:cubicBezTo>
                    <a:pt x="103153" y="180944"/>
                    <a:pt x="101864" y="180944"/>
                    <a:pt x="101864" y="180944"/>
                  </a:cubicBezTo>
                  <a:close/>
                  <a:moveTo>
                    <a:pt x="137384" y="63469"/>
                  </a:moveTo>
                  <a:cubicBezTo>
                    <a:pt x="137384" y="63469"/>
                    <a:pt x="137384" y="63469"/>
                    <a:pt x="58703" y="141513"/>
                  </a:cubicBezTo>
                  <a:cubicBezTo>
                    <a:pt x="58703" y="141513"/>
                    <a:pt x="58703" y="141513"/>
                    <a:pt x="87080" y="171430"/>
                  </a:cubicBezTo>
                  <a:cubicBezTo>
                    <a:pt x="87080" y="171430"/>
                    <a:pt x="87080" y="171430"/>
                    <a:pt x="88369" y="170129"/>
                  </a:cubicBezTo>
                  <a:cubicBezTo>
                    <a:pt x="90949" y="167527"/>
                    <a:pt x="93529" y="166227"/>
                    <a:pt x="94819" y="166227"/>
                  </a:cubicBezTo>
                  <a:cubicBezTo>
                    <a:pt x="94819" y="166227"/>
                    <a:pt x="94819" y="166227"/>
                    <a:pt x="96108" y="166227"/>
                  </a:cubicBezTo>
                  <a:cubicBezTo>
                    <a:pt x="96108" y="164926"/>
                    <a:pt x="97398" y="164926"/>
                    <a:pt x="98688" y="164926"/>
                  </a:cubicBezTo>
                  <a:cubicBezTo>
                    <a:pt x="98688" y="164926"/>
                    <a:pt x="98688" y="164926"/>
                    <a:pt x="102558" y="164926"/>
                  </a:cubicBezTo>
                  <a:cubicBezTo>
                    <a:pt x="102558" y="164926"/>
                    <a:pt x="103848" y="164926"/>
                    <a:pt x="105137" y="164926"/>
                  </a:cubicBezTo>
                  <a:cubicBezTo>
                    <a:pt x="105137" y="164926"/>
                    <a:pt x="105137" y="164926"/>
                    <a:pt x="106427" y="164926"/>
                  </a:cubicBezTo>
                  <a:cubicBezTo>
                    <a:pt x="106427" y="164926"/>
                    <a:pt x="107717" y="164926"/>
                    <a:pt x="107717" y="166227"/>
                  </a:cubicBezTo>
                  <a:cubicBezTo>
                    <a:pt x="109007" y="166227"/>
                    <a:pt x="109007" y="166227"/>
                    <a:pt x="109007" y="166227"/>
                  </a:cubicBezTo>
                  <a:cubicBezTo>
                    <a:pt x="110297" y="166227"/>
                    <a:pt x="110297" y="167527"/>
                    <a:pt x="111587" y="167527"/>
                  </a:cubicBezTo>
                  <a:cubicBezTo>
                    <a:pt x="111587" y="167527"/>
                    <a:pt x="111587" y="167527"/>
                    <a:pt x="112876" y="167527"/>
                  </a:cubicBezTo>
                  <a:cubicBezTo>
                    <a:pt x="114166" y="168828"/>
                    <a:pt x="114166" y="170129"/>
                    <a:pt x="115456" y="170129"/>
                  </a:cubicBezTo>
                  <a:cubicBezTo>
                    <a:pt x="115456" y="170129"/>
                    <a:pt x="115456" y="170129"/>
                    <a:pt x="174789" y="231263"/>
                  </a:cubicBezTo>
                  <a:cubicBezTo>
                    <a:pt x="179949" y="236466"/>
                    <a:pt x="181238" y="244270"/>
                    <a:pt x="179949" y="250774"/>
                  </a:cubicBezTo>
                  <a:cubicBezTo>
                    <a:pt x="178659" y="252075"/>
                    <a:pt x="178659" y="252075"/>
                    <a:pt x="178659" y="253376"/>
                  </a:cubicBezTo>
                  <a:cubicBezTo>
                    <a:pt x="178659" y="253376"/>
                    <a:pt x="178659" y="254676"/>
                    <a:pt x="177369" y="254676"/>
                  </a:cubicBezTo>
                  <a:cubicBezTo>
                    <a:pt x="177369" y="254676"/>
                    <a:pt x="177369" y="254676"/>
                    <a:pt x="176079" y="255977"/>
                  </a:cubicBezTo>
                  <a:cubicBezTo>
                    <a:pt x="176079" y="257278"/>
                    <a:pt x="176079" y="257278"/>
                    <a:pt x="174789" y="257278"/>
                  </a:cubicBezTo>
                  <a:cubicBezTo>
                    <a:pt x="174789" y="257278"/>
                    <a:pt x="174789" y="257278"/>
                    <a:pt x="173499" y="258578"/>
                  </a:cubicBezTo>
                  <a:cubicBezTo>
                    <a:pt x="173499" y="258578"/>
                    <a:pt x="173499" y="258578"/>
                    <a:pt x="179949" y="263781"/>
                  </a:cubicBezTo>
                  <a:cubicBezTo>
                    <a:pt x="179949" y="265082"/>
                    <a:pt x="179949" y="265082"/>
                    <a:pt x="179949" y="265082"/>
                  </a:cubicBezTo>
                  <a:cubicBezTo>
                    <a:pt x="181238" y="265082"/>
                    <a:pt x="181238" y="265082"/>
                    <a:pt x="182528" y="263781"/>
                  </a:cubicBezTo>
                  <a:cubicBezTo>
                    <a:pt x="182528" y="263781"/>
                    <a:pt x="182528" y="263781"/>
                    <a:pt x="241861" y="202647"/>
                  </a:cubicBezTo>
                  <a:cubicBezTo>
                    <a:pt x="244441" y="200046"/>
                    <a:pt x="243151" y="198745"/>
                    <a:pt x="241861" y="197444"/>
                  </a:cubicBezTo>
                  <a:cubicBezTo>
                    <a:pt x="241861" y="197444"/>
                    <a:pt x="241861" y="197444"/>
                    <a:pt x="177369" y="132408"/>
                  </a:cubicBezTo>
                  <a:cubicBezTo>
                    <a:pt x="177369" y="132408"/>
                    <a:pt x="177369" y="132408"/>
                    <a:pt x="150282" y="159723"/>
                  </a:cubicBezTo>
                  <a:cubicBezTo>
                    <a:pt x="148992" y="159723"/>
                    <a:pt x="147702" y="161024"/>
                    <a:pt x="147702" y="161024"/>
                  </a:cubicBezTo>
                  <a:cubicBezTo>
                    <a:pt x="147702" y="162324"/>
                    <a:pt x="146412" y="162324"/>
                    <a:pt x="146412" y="162324"/>
                  </a:cubicBezTo>
                  <a:cubicBezTo>
                    <a:pt x="146412" y="162324"/>
                    <a:pt x="145123" y="162324"/>
                    <a:pt x="143833" y="163625"/>
                  </a:cubicBezTo>
                  <a:cubicBezTo>
                    <a:pt x="142543" y="163625"/>
                    <a:pt x="142543" y="163625"/>
                    <a:pt x="141253" y="163625"/>
                  </a:cubicBezTo>
                  <a:cubicBezTo>
                    <a:pt x="139963" y="164926"/>
                    <a:pt x="138673" y="164926"/>
                    <a:pt x="138673" y="164926"/>
                  </a:cubicBezTo>
                  <a:cubicBezTo>
                    <a:pt x="134804" y="164926"/>
                    <a:pt x="132224" y="163625"/>
                    <a:pt x="129644" y="162324"/>
                  </a:cubicBezTo>
                  <a:cubicBezTo>
                    <a:pt x="128355" y="161024"/>
                    <a:pt x="128355" y="161024"/>
                    <a:pt x="127065" y="159723"/>
                  </a:cubicBezTo>
                  <a:cubicBezTo>
                    <a:pt x="127065" y="159723"/>
                    <a:pt x="127065" y="159723"/>
                    <a:pt x="111587" y="144114"/>
                  </a:cubicBezTo>
                  <a:cubicBezTo>
                    <a:pt x="102558" y="136310"/>
                    <a:pt x="105137" y="125904"/>
                    <a:pt x="111587" y="120701"/>
                  </a:cubicBezTo>
                  <a:cubicBezTo>
                    <a:pt x="111587" y="120701"/>
                    <a:pt x="111587" y="120701"/>
                    <a:pt x="152862" y="79078"/>
                  </a:cubicBezTo>
                  <a:cubicBezTo>
                    <a:pt x="152862" y="79078"/>
                    <a:pt x="152862" y="79078"/>
                    <a:pt x="137384" y="63469"/>
                  </a:cubicBezTo>
                  <a:close/>
                  <a:moveTo>
                    <a:pt x="195676" y="58706"/>
                  </a:moveTo>
                  <a:cubicBezTo>
                    <a:pt x="195676" y="58706"/>
                    <a:pt x="195676" y="58706"/>
                    <a:pt x="122203" y="131257"/>
                  </a:cubicBezTo>
                  <a:cubicBezTo>
                    <a:pt x="122203" y="132553"/>
                    <a:pt x="122203" y="132553"/>
                    <a:pt x="122203" y="132553"/>
                  </a:cubicBezTo>
                  <a:cubicBezTo>
                    <a:pt x="122203" y="132553"/>
                    <a:pt x="122203" y="132553"/>
                    <a:pt x="138960" y="149395"/>
                  </a:cubicBezTo>
                  <a:cubicBezTo>
                    <a:pt x="138960" y="149395"/>
                    <a:pt x="138960" y="149395"/>
                    <a:pt x="140249" y="148099"/>
                  </a:cubicBezTo>
                  <a:cubicBezTo>
                    <a:pt x="140249" y="148099"/>
                    <a:pt x="140249" y="148099"/>
                    <a:pt x="172474" y="115710"/>
                  </a:cubicBezTo>
                  <a:cubicBezTo>
                    <a:pt x="172474" y="115710"/>
                    <a:pt x="172474" y="115710"/>
                    <a:pt x="184075" y="104050"/>
                  </a:cubicBezTo>
                  <a:cubicBezTo>
                    <a:pt x="187942" y="100164"/>
                    <a:pt x="193098" y="100164"/>
                    <a:pt x="195676" y="104050"/>
                  </a:cubicBezTo>
                  <a:cubicBezTo>
                    <a:pt x="196965" y="105346"/>
                    <a:pt x="198254" y="106641"/>
                    <a:pt x="198254" y="109233"/>
                  </a:cubicBezTo>
                  <a:cubicBezTo>
                    <a:pt x="198254" y="110528"/>
                    <a:pt x="196965" y="113119"/>
                    <a:pt x="195676" y="114415"/>
                  </a:cubicBezTo>
                  <a:cubicBezTo>
                    <a:pt x="195676" y="114415"/>
                    <a:pt x="195676" y="114415"/>
                    <a:pt x="187942" y="120893"/>
                  </a:cubicBezTo>
                  <a:cubicBezTo>
                    <a:pt x="187942" y="120893"/>
                    <a:pt x="187942" y="120893"/>
                    <a:pt x="238213" y="171419"/>
                  </a:cubicBezTo>
                  <a:lnTo>
                    <a:pt x="273016" y="136439"/>
                  </a:lnTo>
                  <a:cubicBezTo>
                    <a:pt x="273016" y="136439"/>
                    <a:pt x="273016" y="136439"/>
                    <a:pt x="195676" y="58706"/>
                  </a:cubicBezTo>
                  <a:close/>
                  <a:moveTo>
                    <a:pt x="93282" y="19019"/>
                  </a:moveTo>
                  <a:cubicBezTo>
                    <a:pt x="91986" y="19019"/>
                    <a:pt x="90690" y="20330"/>
                    <a:pt x="89395" y="20330"/>
                  </a:cubicBezTo>
                  <a:cubicBezTo>
                    <a:pt x="89395" y="20330"/>
                    <a:pt x="89395" y="20330"/>
                    <a:pt x="16844" y="95035"/>
                  </a:cubicBezTo>
                  <a:cubicBezTo>
                    <a:pt x="14253" y="96345"/>
                    <a:pt x="14253" y="98967"/>
                    <a:pt x="15548" y="100277"/>
                  </a:cubicBezTo>
                  <a:cubicBezTo>
                    <a:pt x="15548" y="100277"/>
                    <a:pt x="15548" y="100277"/>
                    <a:pt x="46642" y="131732"/>
                  </a:cubicBezTo>
                  <a:cubicBezTo>
                    <a:pt x="46642" y="131732"/>
                    <a:pt x="46642" y="131732"/>
                    <a:pt x="126966" y="51784"/>
                  </a:cubicBezTo>
                  <a:cubicBezTo>
                    <a:pt x="126966" y="51784"/>
                    <a:pt x="126966" y="51784"/>
                    <a:pt x="95873" y="20330"/>
                  </a:cubicBezTo>
                  <a:cubicBezTo>
                    <a:pt x="94577" y="20330"/>
                    <a:pt x="94577" y="19019"/>
                    <a:pt x="93282" y="19019"/>
                  </a:cubicBezTo>
                  <a:close/>
                  <a:moveTo>
                    <a:pt x="239847" y="15844"/>
                  </a:moveTo>
                  <a:cubicBezTo>
                    <a:pt x="238558" y="15844"/>
                    <a:pt x="237270" y="15844"/>
                    <a:pt x="237270" y="17133"/>
                  </a:cubicBezTo>
                  <a:cubicBezTo>
                    <a:pt x="237270" y="17133"/>
                    <a:pt x="237270" y="17133"/>
                    <a:pt x="206341" y="46772"/>
                  </a:cubicBezTo>
                  <a:cubicBezTo>
                    <a:pt x="206341" y="46772"/>
                    <a:pt x="206341" y="46772"/>
                    <a:pt x="283662" y="125382"/>
                  </a:cubicBezTo>
                  <a:cubicBezTo>
                    <a:pt x="283662" y="125382"/>
                    <a:pt x="283662" y="125382"/>
                    <a:pt x="314590" y="94454"/>
                  </a:cubicBezTo>
                  <a:cubicBezTo>
                    <a:pt x="315879" y="94454"/>
                    <a:pt x="315879" y="93165"/>
                    <a:pt x="315879" y="93165"/>
                  </a:cubicBezTo>
                  <a:cubicBezTo>
                    <a:pt x="315879" y="91876"/>
                    <a:pt x="315879" y="90588"/>
                    <a:pt x="314590" y="90588"/>
                  </a:cubicBezTo>
                  <a:cubicBezTo>
                    <a:pt x="314590" y="90588"/>
                    <a:pt x="314590" y="90588"/>
                    <a:pt x="241136" y="17133"/>
                  </a:cubicBezTo>
                  <a:cubicBezTo>
                    <a:pt x="241136" y="15844"/>
                    <a:pt x="239847" y="15844"/>
                    <a:pt x="239847" y="15844"/>
                  </a:cubicBezTo>
                  <a:close/>
                  <a:moveTo>
                    <a:pt x="239005" y="0"/>
                  </a:moveTo>
                  <a:cubicBezTo>
                    <a:pt x="243869" y="0"/>
                    <a:pt x="248734" y="1618"/>
                    <a:pt x="252625" y="4855"/>
                  </a:cubicBezTo>
                  <a:cubicBezTo>
                    <a:pt x="252625" y="4855"/>
                    <a:pt x="252625" y="4855"/>
                    <a:pt x="325267" y="78663"/>
                  </a:cubicBezTo>
                  <a:cubicBezTo>
                    <a:pt x="329159" y="82548"/>
                    <a:pt x="331753" y="87727"/>
                    <a:pt x="331753" y="91612"/>
                  </a:cubicBezTo>
                  <a:cubicBezTo>
                    <a:pt x="331753" y="96792"/>
                    <a:pt x="329159" y="101971"/>
                    <a:pt x="326564" y="105856"/>
                  </a:cubicBezTo>
                  <a:cubicBezTo>
                    <a:pt x="326564" y="105856"/>
                    <a:pt x="326564" y="105856"/>
                    <a:pt x="290243" y="142112"/>
                  </a:cubicBezTo>
                  <a:cubicBezTo>
                    <a:pt x="290243" y="142112"/>
                    <a:pt x="290243" y="142112"/>
                    <a:pt x="250031" y="182253"/>
                  </a:cubicBezTo>
                  <a:cubicBezTo>
                    <a:pt x="250031" y="182253"/>
                    <a:pt x="250031" y="182253"/>
                    <a:pt x="253922" y="186138"/>
                  </a:cubicBezTo>
                  <a:cubicBezTo>
                    <a:pt x="260408" y="192612"/>
                    <a:pt x="263003" y="202971"/>
                    <a:pt x="253922" y="213330"/>
                  </a:cubicBezTo>
                  <a:cubicBezTo>
                    <a:pt x="253922" y="213330"/>
                    <a:pt x="253922" y="213330"/>
                    <a:pt x="194252" y="272895"/>
                  </a:cubicBezTo>
                  <a:cubicBezTo>
                    <a:pt x="189063" y="278074"/>
                    <a:pt x="183874" y="279369"/>
                    <a:pt x="181280" y="279369"/>
                  </a:cubicBezTo>
                  <a:cubicBezTo>
                    <a:pt x="176091" y="279369"/>
                    <a:pt x="170903" y="276779"/>
                    <a:pt x="169605" y="274190"/>
                  </a:cubicBezTo>
                  <a:cubicBezTo>
                    <a:pt x="169605" y="274190"/>
                    <a:pt x="169605" y="274190"/>
                    <a:pt x="163120" y="269010"/>
                  </a:cubicBezTo>
                  <a:cubicBezTo>
                    <a:pt x="163120" y="269010"/>
                    <a:pt x="163120" y="269010"/>
                    <a:pt x="159228" y="271600"/>
                  </a:cubicBezTo>
                  <a:cubicBezTo>
                    <a:pt x="156634" y="275484"/>
                    <a:pt x="151445" y="276779"/>
                    <a:pt x="146256" y="276779"/>
                  </a:cubicBezTo>
                  <a:cubicBezTo>
                    <a:pt x="142365" y="276779"/>
                    <a:pt x="137176" y="275484"/>
                    <a:pt x="133284" y="271600"/>
                  </a:cubicBezTo>
                  <a:cubicBezTo>
                    <a:pt x="133284" y="271600"/>
                    <a:pt x="133284" y="271600"/>
                    <a:pt x="73614" y="212036"/>
                  </a:cubicBezTo>
                  <a:cubicBezTo>
                    <a:pt x="71020" y="208151"/>
                    <a:pt x="68426" y="204266"/>
                    <a:pt x="68426" y="199087"/>
                  </a:cubicBezTo>
                  <a:cubicBezTo>
                    <a:pt x="68426" y="193907"/>
                    <a:pt x="71020" y="188728"/>
                    <a:pt x="73614" y="186138"/>
                  </a:cubicBezTo>
                  <a:cubicBezTo>
                    <a:pt x="73614" y="184843"/>
                    <a:pt x="74911" y="184843"/>
                    <a:pt x="74911" y="183548"/>
                  </a:cubicBezTo>
                  <a:cubicBezTo>
                    <a:pt x="74911" y="183548"/>
                    <a:pt x="74911" y="183548"/>
                    <a:pt x="76209" y="182253"/>
                  </a:cubicBezTo>
                  <a:cubicBezTo>
                    <a:pt x="76209" y="182253"/>
                    <a:pt x="76209" y="182253"/>
                    <a:pt x="42482" y="148587"/>
                  </a:cubicBezTo>
                  <a:cubicBezTo>
                    <a:pt x="42482" y="148587"/>
                    <a:pt x="42482" y="148587"/>
                    <a:pt x="42482" y="147292"/>
                  </a:cubicBezTo>
                  <a:cubicBezTo>
                    <a:pt x="42482" y="147292"/>
                    <a:pt x="42482" y="147292"/>
                    <a:pt x="4864" y="111035"/>
                  </a:cubicBezTo>
                  <a:cubicBezTo>
                    <a:pt x="-1622" y="103266"/>
                    <a:pt x="-1622" y="90317"/>
                    <a:pt x="4864" y="83843"/>
                  </a:cubicBezTo>
                  <a:cubicBezTo>
                    <a:pt x="4864" y="83843"/>
                    <a:pt x="4864" y="83843"/>
                    <a:pt x="77506" y="10035"/>
                  </a:cubicBezTo>
                  <a:cubicBezTo>
                    <a:pt x="85289" y="2266"/>
                    <a:pt x="98261" y="2266"/>
                    <a:pt x="106044" y="10035"/>
                  </a:cubicBezTo>
                  <a:cubicBezTo>
                    <a:pt x="106044" y="10035"/>
                    <a:pt x="106044" y="10035"/>
                    <a:pt x="142365" y="46291"/>
                  </a:cubicBezTo>
                  <a:cubicBezTo>
                    <a:pt x="142365" y="46291"/>
                    <a:pt x="142365" y="46291"/>
                    <a:pt x="163120" y="67009"/>
                  </a:cubicBezTo>
                  <a:cubicBezTo>
                    <a:pt x="163120" y="67009"/>
                    <a:pt x="163120" y="67009"/>
                    <a:pt x="189063" y="41112"/>
                  </a:cubicBezTo>
                  <a:cubicBezTo>
                    <a:pt x="189063" y="41112"/>
                    <a:pt x="189063" y="41112"/>
                    <a:pt x="225384" y="4855"/>
                  </a:cubicBezTo>
                  <a:cubicBezTo>
                    <a:pt x="229276" y="1618"/>
                    <a:pt x="234140" y="0"/>
                    <a:pt x="23900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grpSp>
        <p:nvGrpSpPr>
          <p:cNvPr id="3" name="组合 24"/>
          <p:cNvGrpSpPr>
            <a:grpSpLocks/>
          </p:cNvGrpSpPr>
          <p:nvPr/>
        </p:nvGrpSpPr>
        <p:grpSpPr bwMode="auto">
          <a:xfrm>
            <a:off x="2828925" y="2698750"/>
            <a:ext cx="4175125" cy="592138"/>
            <a:chOff x="2705672" y="2535007"/>
            <a:chExt cx="4175466" cy="593494"/>
          </a:xfrm>
          <a:solidFill>
            <a:srgbClr val="F46501"/>
          </a:solidFill>
        </p:grpSpPr>
        <p:sp>
          <p:nvSpPr>
            <p:cNvPr id="26" name="圆角矩形 25"/>
            <p:cNvSpPr/>
            <p:nvPr/>
          </p:nvSpPr>
          <p:spPr>
            <a:xfrm>
              <a:off x="2705672" y="2535007"/>
              <a:ext cx="4175466" cy="59349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27" name="椭圆 6"/>
            <p:cNvSpPr/>
            <p:nvPr/>
          </p:nvSpPr>
          <p:spPr>
            <a:xfrm>
              <a:off x="6420725" y="2713214"/>
              <a:ext cx="320701" cy="237080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grpSp>
        <p:nvGrpSpPr>
          <p:cNvPr id="18436" name="组合 50"/>
          <p:cNvGrpSpPr>
            <a:grpSpLocks/>
          </p:cNvGrpSpPr>
          <p:nvPr/>
        </p:nvGrpSpPr>
        <p:grpSpPr bwMode="auto">
          <a:xfrm>
            <a:off x="2894013" y="3675063"/>
            <a:ext cx="4175125" cy="1473200"/>
            <a:chOff x="2705672" y="3512345"/>
            <a:chExt cx="4175466" cy="1472071"/>
          </a:xfrm>
        </p:grpSpPr>
        <p:sp>
          <p:nvSpPr>
            <p:cNvPr id="52" name="圆角矩形 51"/>
            <p:cNvSpPr/>
            <p:nvPr/>
          </p:nvSpPr>
          <p:spPr>
            <a:xfrm>
              <a:off x="2705672" y="3512345"/>
              <a:ext cx="4175466" cy="593270"/>
            </a:xfrm>
            <a:prstGeom prst="roundRect">
              <a:avLst>
                <a:gd name="adj" fmla="val 50000"/>
              </a:avLst>
            </a:prstGeom>
            <a:solidFill>
              <a:srgbClr val="292F39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  <p:sp>
          <p:nvSpPr>
            <p:cNvPr id="53" name="椭圆 7"/>
            <p:cNvSpPr/>
            <p:nvPr/>
          </p:nvSpPr>
          <p:spPr>
            <a:xfrm>
              <a:off x="6330230" y="4665573"/>
              <a:ext cx="252434" cy="318843"/>
            </a:xfrm>
            <a:custGeom>
              <a:avLst/>
              <a:gdLst>
                <a:gd name="connsiteX0" fmla="*/ 126399 w 261072"/>
                <a:gd name="connsiteY0" fmla="*/ 143933 h 330200"/>
                <a:gd name="connsiteX1" fmla="*/ 114493 w 261072"/>
                <a:gd name="connsiteY1" fmla="*/ 165100 h 330200"/>
                <a:gd name="connsiteX2" fmla="*/ 135660 w 261072"/>
                <a:gd name="connsiteY2" fmla="*/ 179652 h 330200"/>
                <a:gd name="connsiteX3" fmla="*/ 148889 w 261072"/>
                <a:gd name="connsiteY3" fmla="*/ 157162 h 330200"/>
                <a:gd name="connsiteX4" fmla="*/ 126399 w 261072"/>
                <a:gd name="connsiteY4" fmla="*/ 143933 h 330200"/>
                <a:gd name="connsiteX5" fmla="*/ 62158 w 261072"/>
                <a:gd name="connsiteY5" fmla="*/ 142587 h 330200"/>
                <a:gd name="connsiteX6" fmla="*/ 59301 w 261072"/>
                <a:gd name="connsiteY6" fmla="*/ 149803 h 330200"/>
                <a:gd name="connsiteX7" fmla="*/ 67873 w 261072"/>
                <a:gd name="connsiteY7" fmla="*/ 154132 h 330200"/>
                <a:gd name="connsiteX8" fmla="*/ 70731 w 261072"/>
                <a:gd name="connsiteY8" fmla="*/ 145473 h 330200"/>
                <a:gd name="connsiteX9" fmla="*/ 62158 w 261072"/>
                <a:gd name="connsiteY9" fmla="*/ 142587 h 330200"/>
                <a:gd name="connsiteX10" fmla="*/ 60253 w 261072"/>
                <a:gd name="connsiteY10" fmla="*/ 111601 h 330200"/>
                <a:gd name="connsiteX11" fmla="*/ 50887 w 261072"/>
                <a:gd name="connsiteY11" fmla="*/ 112077 h 330200"/>
                <a:gd name="connsiteX12" fmla="*/ 41997 w 261072"/>
                <a:gd name="connsiteY12" fmla="*/ 118427 h 330200"/>
                <a:gd name="connsiteX13" fmla="*/ 47077 w 261072"/>
                <a:gd name="connsiteY13" fmla="*/ 124777 h 330200"/>
                <a:gd name="connsiteX14" fmla="*/ 52157 w 261072"/>
                <a:gd name="connsiteY14" fmla="*/ 119697 h 330200"/>
                <a:gd name="connsiteX15" fmla="*/ 57237 w 261072"/>
                <a:gd name="connsiteY15" fmla="*/ 122237 h 330200"/>
                <a:gd name="connsiteX16" fmla="*/ 57237 w 261072"/>
                <a:gd name="connsiteY16" fmla="*/ 128587 h 330200"/>
                <a:gd name="connsiteX17" fmla="*/ 57237 w 261072"/>
                <a:gd name="connsiteY17" fmla="*/ 140017 h 330200"/>
                <a:gd name="connsiteX18" fmla="*/ 58507 w 261072"/>
                <a:gd name="connsiteY18" fmla="*/ 141287 h 330200"/>
                <a:gd name="connsiteX19" fmla="*/ 66127 w 261072"/>
                <a:gd name="connsiteY19" fmla="*/ 137477 h 330200"/>
                <a:gd name="connsiteX20" fmla="*/ 64857 w 261072"/>
                <a:gd name="connsiteY20" fmla="*/ 136207 h 330200"/>
                <a:gd name="connsiteX21" fmla="*/ 64857 w 261072"/>
                <a:gd name="connsiteY21" fmla="*/ 128587 h 330200"/>
                <a:gd name="connsiteX22" fmla="*/ 64857 w 261072"/>
                <a:gd name="connsiteY22" fmla="*/ 115887 h 330200"/>
                <a:gd name="connsiteX23" fmla="*/ 60253 w 261072"/>
                <a:gd name="connsiteY23" fmla="*/ 111601 h 330200"/>
                <a:gd name="connsiteX24" fmla="*/ 182967 w 261072"/>
                <a:gd name="connsiteY24" fmla="*/ 102870 h 330200"/>
                <a:gd name="connsiteX25" fmla="*/ 170584 w 261072"/>
                <a:gd name="connsiteY25" fmla="*/ 109220 h 330200"/>
                <a:gd name="connsiteX26" fmla="*/ 178839 w 261072"/>
                <a:gd name="connsiteY26" fmla="*/ 119380 h 330200"/>
                <a:gd name="connsiteX27" fmla="*/ 189846 w 261072"/>
                <a:gd name="connsiteY27" fmla="*/ 113030 h 330200"/>
                <a:gd name="connsiteX28" fmla="*/ 182967 w 261072"/>
                <a:gd name="connsiteY28" fmla="*/ 102870 h 330200"/>
                <a:gd name="connsiteX29" fmla="*/ 176934 w 261072"/>
                <a:gd name="connsiteY29" fmla="*/ 50542 h 330200"/>
                <a:gd name="connsiteX30" fmla="*/ 178287 w 261072"/>
                <a:gd name="connsiteY30" fmla="*/ 62513 h 330200"/>
                <a:gd name="connsiteX31" fmla="*/ 189105 w 261072"/>
                <a:gd name="connsiteY31" fmla="*/ 62513 h 330200"/>
                <a:gd name="connsiteX32" fmla="*/ 194515 w 261072"/>
                <a:gd name="connsiteY32" fmla="*/ 69163 h 330200"/>
                <a:gd name="connsiteX33" fmla="*/ 186401 w 261072"/>
                <a:gd name="connsiteY33" fmla="*/ 78474 h 330200"/>
                <a:gd name="connsiteX34" fmla="*/ 176934 w 261072"/>
                <a:gd name="connsiteY34" fmla="*/ 93105 h 330200"/>
                <a:gd name="connsiteX35" fmla="*/ 176934 w 261072"/>
                <a:gd name="connsiteY35" fmla="*/ 95765 h 330200"/>
                <a:gd name="connsiteX36" fmla="*/ 190458 w 261072"/>
                <a:gd name="connsiteY36" fmla="*/ 98425 h 330200"/>
                <a:gd name="connsiteX37" fmla="*/ 190458 w 261072"/>
                <a:gd name="connsiteY37" fmla="*/ 97095 h 330200"/>
                <a:gd name="connsiteX38" fmla="*/ 198572 w 261072"/>
                <a:gd name="connsiteY38" fmla="*/ 85124 h 330200"/>
                <a:gd name="connsiteX39" fmla="*/ 210743 w 261072"/>
                <a:gd name="connsiteY39" fmla="*/ 70494 h 330200"/>
                <a:gd name="connsiteX40" fmla="*/ 194515 w 261072"/>
                <a:gd name="connsiteY40" fmla="*/ 50542 h 330200"/>
                <a:gd name="connsiteX41" fmla="*/ 176934 w 261072"/>
                <a:gd name="connsiteY41" fmla="*/ 50542 h 330200"/>
                <a:gd name="connsiteX42" fmla="*/ 104071 w 261072"/>
                <a:gd name="connsiteY42" fmla="*/ 44936 h 330200"/>
                <a:gd name="connsiteX43" fmla="*/ 73747 w 261072"/>
                <a:gd name="connsiteY43" fmla="*/ 60685 h 330200"/>
                <a:gd name="connsiteX44" fmla="*/ 85613 w 261072"/>
                <a:gd name="connsiteY44" fmla="*/ 80370 h 330200"/>
                <a:gd name="connsiteX45" fmla="*/ 102752 w 261072"/>
                <a:gd name="connsiteY45" fmla="*/ 69871 h 330200"/>
                <a:gd name="connsiteX46" fmla="*/ 119892 w 261072"/>
                <a:gd name="connsiteY46" fmla="*/ 77745 h 330200"/>
                <a:gd name="connsiteX47" fmla="*/ 113300 w 261072"/>
                <a:gd name="connsiteY47" fmla="*/ 101367 h 330200"/>
                <a:gd name="connsiteX48" fmla="*/ 109345 w 261072"/>
                <a:gd name="connsiteY48" fmla="*/ 134175 h 330200"/>
                <a:gd name="connsiteX49" fmla="*/ 110663 w 261072"/>
                <a:gd name="connsiteY49" fmla="*/ 138112 h 330200"/>
                <a:gd name="connsiteX50" fmla="*/ 137032 w 261072"/>
                <a:gd name="connsiteY50" fmla="*/ 132863 h 330200"/>
                <a:gd name="connsiteX51" fmla="*/ 135713 w 261072"/>
                <a:gd name="connsiteY51" fmla="*/ 128926 h 330200"/>
                <a:gd name="connsiteX52" fmla="*/ 139669 w 261072"/>
                <a:gd name="connsiteY52" fmla="*/ 102679 h 330200"/>
                <a:gd name="connsiteX53" fmla="*/ 148898 w 261072"/>
                <a:gd name="connsiteY53" fmla="*/ 65934 h 330200"/>
                <a:gd name="connsiteX54" fmla="*/ 104071 w 261072"/>
                <a:gd name="connsiteY54" fmla="*/ 44936 h 330200"/>
                <a:gd name="connsiteX55" fmla="*/ 134819 w 261072"/>
                <a:gd name="connsiteY55" fmla="*/ 0 h 330200"/>
                <a:gd name="connsiteX56" fmla="*/ 221618 w 261072"/>
                <a:gd name="connsiteY56" fmla="*/ 35519 h 330200"/>
                <a:gd name="connsiteX57" fmla="*/ 247921 w 261072"/>
                <a:gd name="connsiteY57" fmla="*/ 113137 h 330200"/>
                <a:gd name="connsiteX58" fmla="*/ 243975 w 261072"/>
                <a:gd name="connsiteY58" fmla="*/ 144709 h 330200"/>
                <a:gd name="connsiteX59" fmla="*/ 261072 w 261072"/>
                <a:gd name="connsiteY59" fmla="*/ 180229 h 330200"/>
                <a:gd name="connsiteX60" fmla="*/ 246606 w 261072"/>
                <a:gd name="connsiteY60" fmla="*/ 190753 h 330200"/>
                <a:gd name="connsiteX61" fmla="*/ 243975 w 261072"/>
                <a:gd name="connsiteY61" fmla="*/ 198646 h 330200"/>
                <a:gd name="connsiteX62" fmla="*/ 243975 w 261072"/>
                <a:gd name="connsiteY62" fmla="*/ 210486 h 330200"/>
                <a:gd name="connsiteX63" fmla="*/ 237400 w 261072"/>
                <a:gd name="connsiteY63" fmla="*/ 215748 h 330200"/>
                <a:gd name="connsiteX64" fmla="*/ 237400 w 261072"/>
                <a:gd name="connsiteY64" fmla="*/ 219695 h 330200"/>
                <a:gd name="connsiteX65" fmla="*/ 236085 w 261072"/>
                <a:gd name="connsiteY65" fmla="*/ 230219 h 330200"/>
                <a:gd name="connsiteX66" fmla="*/ 232139 w 261072"/>
                <a:gd name="connsiteY66" fmla="*/ 244690 h 330200"/>
                <a:gd name="connsiteX67" fmla="*/ 229509 w 261072"/>
                <a:gd name="connsiteY67" fmla="*/ 263108 h 330200"/>
                <a:gd name="connsiteX68" fmla="*/ 196631 w 261072"/>
                <a:gd name="connsiteY68" fmla="*/ 267054 h 330200"/>
                <a:gd name="connsiteX69" fmla="*/ 161121 w 261072"/>
                <a:gd name="connsiteY69" fmla="*/ 273632 h 330200"/>
                <a:gd name="connsiteX70" fmla="*/ 136134 w 261072"/>
                <a:gd name="connsiteY70" fmla="*/ 330200 h 330200"/>
                <a:gd name="connsiteX71" fmla="*/ 45389 w 261072"/>
                <a:gd name="connsiteY71" fmla="*/ 246006 h 330200"/>
                <a:gd name="connsiteX72" fmla="*/ 32238 w 261072"/>
                <a:gd name="connsiteY72" fmla="*/ 184176 h 330200"/>
                <a:gd name="connsiteX73" fmla="*/ 675 w 261072"/>
                <a:gd name="connsiteY73" fmla="*/ 121030 h 330200"/>
                <a:gd name="connsiteX74" fmla="*/ 30923 w 261072"/>
                <a:gd name="connsiteY74" fmla="*/ 40781 h 330200"/>
                <a:gd name="connsiteX75" fmla="*/ 134819 w 261072"/>
                <a:gd name="connsiteY75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61072" h="330200">
                  <a:moveTo>
                    <a:pt x="126399" y="143933"/>
                  </a:moveTo>
                  <a:cubicBezTo>
                    <a:pt x="117138" y="146579"/>
                    <a:pt x="111847" y="155840"/>
                    <a:pt x="114493" y="165100"/>
                  </a:cubicBezTo>
                  <a:cubicBezTo>
                    <a:pt x="115816" y="175684"/>
                    <a:pt x="125076" y="180975"/>
                    <a:pt x="135660" y="179652"/>
                  </a:cubicBezTo>
                  <a:cubicBezTo>
                    <a:pt x="146243" y="177006"/>
                    <a:pt x="151535" y="167746"/>
                    <a:pt x="148889" y="157162"/>
                  </a:cubicBezTo>
                  <a:cubicBezTo>
                    <a:pt x="146243" y="146579"/>
                    <a:pt x="136982" y="141287"/>
                    <a:pt x="126399" y="143933"/>
                  </a:cubicBezTo>
                  <a:close/>
                  <a:moveTo>
                    <a:pt x="62158" y="142587"/>
                  </a:moveTo>
                  <a:cubicBezTo>
                    <a:pt x="59301" y="144030"/>
                    <a:pt x="57872" y="146916"/>
                    <a:pt x="59301" y="149803"/>
                  </a:cubicBezTo>
                  <a:cubicBezTo>
                    <a:pt x="60729" y="154132"/>
                    <a:pt x="65016" y="155575"/>
                    <a:pt x="67873" y="154132"/>
                  </a:cubicBezTo>
                  <a:cubicBezTo>
                    <a:pt x="70731" y="152689"/>
                    <a:pt x="72160" y="148359"/>
                    <a:pt x="70731" y="145473"/>
                  </a:cubicBezTo>
                  <a:cubicBezTo>
                    <a:pt x="69302" y="141143"/>
                    <a:pt x="66445" y="139700"/>
                    <a:pt x="62158" y="142587"/>
                  </a:cubicBezTo>
                  <a:close/>
                  <a:moveTo>
                    <a:pt x="60253" y="111601"/>
                  </a:moveTo>
                  <a:cubicBezTo>
                    <a:pt x="57872" y="110807"/>
                    <a:pt x="54697" y="110807"/>
                    <a:pt x="50887" y="112077"/>
                  </a:cubicBezTo>
                  <a:cubicBezTo>
                    <a:pt x="47077" y="114617"/>
                    <a:pt x="43267" y="117157"/>
                    <a:pt x="41997" y="118427"/>
                  </a:cubicBezTo>
                  <a:cubicBezTo>
                    <a:pt x="41997" y="118427"/>
                    <a:pt x="41997" y="118427"/>
                    <a:pt x="47077" y="124777"/>
                  </a:cubicBezTo>
                  <a:cubicBezTo>
                    <a:pt x="48347" y="122237"/>
                    <a:pt x="49617" y="120967"/>
                    <a:pt x="52157" y="119697"/>
                  </a:cubicBezTo>
                  <a:cubicBezTo>
                    <a:pt x="54697" y="118427"/>
                    <a:pt x="55967" y="119697"/>
                    <a:pt x="57237" y="122237"/>
                  </a:cubicBezTo>
                  <a:cubicBezTo>
                    <a:pt x="58507" y="123507"/>
                    <a:pt x="57237" y="126047"/>
                    <a:pt x="57237" y="128587"/>
                  </a:cubicBezTo>
                  <a:cubicBezTo>
                    <a:pt x="55967" y="133667"/>
                    <a:pt x="55967" y="136207"/>
                    <a:pt x="57237" y="140017"/>
                  </a:cubicBezTo>
                  <a:lnTo>
                    <a:pt x="58507" y="141287"/>
                  </a:lnTo>
                  <a:cubicBezTo>
                    <a:pt x="58507" y="141287"/>
                    <a:pt x="58507" y="141287"/>
                    <a:pt x="66127" y="137477"/>
                  </a:cubicBezTo>
                  <a:cubicBezTo>
                    <a:pt x="66127" y="137477"/>
                    <a:pt x="66127" y="137477"/>
                    <a:pt x="64857" y="136207"/>
                  </a:cubicBezTo>
                  <a:cubicBezTo>
                    <a:pt x="63587" y="133667"/>
                    <a:pt x="63587" y="131127"/>
                    <a:pt x="64857" y="128587"/>
                  </a:cubicBezTo>
                  <a:cubicBezTo>
                    <a:pt x="66127" y="124777"/>
                    <a:pt x="67397" y="120967"/>
                    <a:pt x="64857" y="115887"/>
                  </a:cubicBezTo>
                  <a:cubicBezTo>
                    <a:pt x="64222" y="113982"/>
                    <a:pt x="62634" y="112395"/>
                    <a:pt x="60253" y="111601"/>
                  </a:cubicBezTo>
                  <a:close/>
                  <a:moveTo>
                    <a:pt x="182967" y="102870"/>
                  </a:moveTo>
                  <a:cubicBezTo>
                    <a:pt x="177464" y="101600"/>
                    <a:pt x="171960" y="104140"/>
                    <a:pt x="170584" y="109220"/>
                  </a:cubicBezTo>
                  <a:cubicBezTo>
                    <a:pt x="170584" y="114300"/>
                    <a:pt x="173335" y="118110"/>
                    <a:pt x="178839" y="119380"/>
                  </a:cubicBezTo>
                  <a:cubicBezTo>
                    <a:pt x="184343" y="120650"/>
                    <a:pt x="188471" y="118110"/>
                    <a:pt x="189846" y="113030"/>
                  </a:cubicBezTo>
                  <a:cubicBezTo>
                    <a:pt x="191222" y="107950"/>
                    <a:pt x="188471" y="102870"/>
                    <a:pt x="182967" y="102870"/>
                  </a:cubicBezTo>
                  <a:close/>
                  <a:moveTo>
                    <a:pt x="176934" y="50542"/>
                  </a:moveTo>
                  <a:cubicBezTo>
                    <a:pt x="176934" y="50542"/>
                    <a:pt x="176934" y="50542"/>
                    <a:pt x="178287" y="62513"/>
                  </a:cubicBezTo>
                  <a:cubicBezTo>
                    <a:pt x="180991" y="61183"/>
                    <a:pt x="185048" y="61183"/>
                    <a:pt x="189105" y="62513"/>
                  </a:cubicBezTo>
                  <a:cubicBezTo>
                    <a:pt x="194515" y="63843"/>
                    <a:pt x="195867" y="66503"/>
                    <a:pt x="194515" y="69163"/>
                  </a:cubicBezTo>
                  <a:cubicBezTo>
                    <a:pt x="194515" y="73154"/>
                    <a:pt x="190458" y="75814"/>
                    <a:pt x="186401" y="78474"/>
                  </a:cubicBezTo>
                  <a:cubicBezTo>
                    <a:pt x="180991" y="83794"/>
                    <a:pt x="178287" y="87785"/>
                    <a:pt x="176934" y="93105"/>
                  </a:cubicBezTo>
                  <a:cubicBezTo>
                    <a:pt x="176934" y="93105"/>
                    <a:pt x="176934" y="93105"/>
                    <a:pt x="176934" y="95765"/>
                  </a:cubicBezTo>
                  <a:cubicBezTo>
                    <a:pt x="176934" y="95765"/>
                    <a:pt x="176934" y="95765"/>
                    <a:pt x="190458" y="98425"/>
                  </a:cubicBezTo>
                  <a:cubicBezTo>
                    <a:pt x="190458" y="98425"/>
                    <a:pt x="190458" y="98425"/>
                    <a:pt x="190458" y="97095"/>
                  </a:cubicBezTo>
                  <a:cubicBezTo>
                    <a:pt x="191810" y="91775"/>
                    <a:pt x="193162" y="89115"/>
                    <a:pt x="198572" y="85124"/>
                  </a:cubicBezTo>
                  <a:cubicBezTo>
                    <a:pt x="203981" y="82464"/>
                    <a:pt x="209390" y="78474"/>
                    <a:pt x="210743" y="70494"/>
                  </a:cubicBezTo>
                  <a:cubicBezTo>
                    <a:pt x="213447" y="62513"/>
                    <a:pt x="208038" y="53202"/>
                    <a:pt x="194515" y="50542"/>
                  </a:cubicBezTo>
                  <a:cubicBezTo>
                    <a:pt x="187753" y="49212"/>
                    <a:pt x="180991" y="50542"/>
                    <a:pt x="176934" y="50542"/>
                  </a:cubicBezTo>
                  <a:close/>
                  <a:moveTo>
                    <a:pt x="104071" y="44936"/>
                  </a:moveTo>
                  <a:cubicBezTo>
                    <a:pt x="90886" y="48873"/>
                    <a:pt x="80339" y="55435"/>
                    <a:pt x="73747" y="60685"/>
                  </a:cubicBezTo>
                  <a:cubicBezTo>
                    <a:pt x="73747" y="60685"/>
                    <a:pt x="73747" y="60685"/>
                    <a:pt x="85613" y="80370"/>
                  </a:cubicBezTo>
                  <a:cubicBezTo>
                    <a:pt x="89568" y="76433"/>
                    <a:pt x="97479" y="71183"/>
                    <a:pt x="102752" y="69871"/>
                  </a:cubicBezTo>
                  <a:cubicBezTo>
                    <a:pt x="113300" y="68559"/>
                    <a:pt x="118574" y="71183"/>
                    <a:pt x="119892" y="77745"/>
                  </a:cubicBezTo>
                  <a:cubicBezTo>
                    <a:pt x="121211" y="84307"/>
                    <a:pt x="118574" y="92181"/>
                    <a:pt x="113300" y="101367"/>
                  </a:cubicBezTo>
                  <a:cubicBezTo>
                    <a:pt x="108026" y="113178"/>
                    <a:pt x="106708" y="123677"/>
                    <a:pt x="109345" y="134175"/>
                  </a:cubicBezTo>
                  <a:cubicBezTo>
                    <a:pt x="109345" y="134175"/>
                    <a:pt x="109345" y="134175"/>
                    <a:pt x="110663" y="138112"/>
                  </a:cubicBezTo>
                  <a:cubicBezTo>
                    <a:pt x="110663" y="138112"/>
                    <a:pt x="110663" y="138112"/>
                    <a:pt x="137032" y="132863"/>
                  </a:cubicBezTo>
                  <a:cubicBezTo>
                    <a:pt x="137032" y="132863"/>
                    <a:pt x="137032" y="132863"/>
                    <a:pt x="135713" y="128926"/>
                  </a:cubicBezTo>
                  <a:cubicBezTo>
                    <a:pt x="134395" y="119740"/>
                    <a:pt x="134395" y="111866"/>
                    <a:pt x="139669" y="102679"/>
                  </a:cubicBezTo>
                  <a:cubicBezTo>
                    <a:pt x="144943" y="92181"/>
                    <a:pt x="151535" y="81682"/>
                    <a:pt x="148898" y="65934"/>
                  </a:cubicBezTo>
                  <a:cubicBezTo>
                    <a:pt x="144943" y="50186"/>
                    <a:pt x="129121" y="39687"/>
                    <a:pt x="104071" y="44936"/>
                  </a:cubicBezTo>
                  <a:close/>
                  <a:moveTo>
                    <a:pt x="134819" y="0"/>
                  </a:moveTo>
                  <a:cubicBezTo>
                    <a:pt x="158491" y="0"/>
                    <a:pt x="194000" y="5262"/>
                    <a:pt x="221618" y="35519"/>
                  </a:cubicBezTo>
                  <a:cubicBezTo>
                    <a:pt x="238715" y="52622"/>
                    <a:pt x="251866" y="74986"/>
                    <a:pt x="247921" y="113137"/>
                  </a:cubicBezTo>
                  <a:cubicBezTo>
                    <a:pt x="246606" y="121030"/>
                    <a:pt x="236085" y="130238"/>
                    <a:pt x="243975" y="144709"/>
                  </a:cubicBezTo>
                  <a:cubicBezTo>
                    <a:pt x="243975" y="144709"/>
                    <a:pt x="261072" y="176282"/>
                    <a:pt x="261072" y="180229"/>
                  </a:cubicBezTo>
                  <a:cubicBezTo>
                    <a:pt x="261072" y="180229"/>
                    <a:pt x="261072" y="189438"/>
                    <a:pt x="246606" y="190753"/>
                  </a:cubicBezTo>
                  <a:cubicBezTo>
                    <a:pt x="246606" y="190753"/>
                    <a:pt x="242660" y="190753"/>
                    <a:pt x="243975" y="198646"/>
                  </a:cubicBezTo>
                  <a:cubicBezTo>
                    <a:pt x="243975" y="198646"/>
                    <a:pt x="243975" y="198646"/>
                    <a:pt x="243975" y="210486"/>
                  </a:cubicBezTo>
                  <a:cubicBezTo>
                    <a:pt x="243975" y="210486"/>
                    <a:pt x="243975" y="213117"/>
                    <a:pt x="237400" y="215748"/>
                  </a:cubicBezTo>
                  <a:cubicBezTo>
                    <a:pt x="237400" y="215748"/>
                    <a:pt x="236085" y="217064"/>
                    <a:pt x="237400" y="219695"/>
                  </a:cubicBezTo>
                  <a:cubicBezTo>
                    <a:pt x="237400" y="219695"/>
                    <a:pt x="241345" y="222326"/>
                    <a:pt x="236085" y="230219"/>
                  </a:cubicBezTo>
                  <a:cubicBezTo>
                    <a:pt x="233454" y="234166"/>
                    <a:pt x="229509" y="236797"/>
                    <a:pt x="232139" y="244690"/>
                  </a:cubicBezTo>
                  <a:cubicBezTo>
                    <a:pt x="232139" y="244690"/>
                    <a:pt x="234769" y="259161"/>
                    <a:pt x="229509" y="263108"/>
                  </a:cubicBezTo>
                  <a:cubicBezTo>
                    <a:pt x="229509" y="263108"/>
                    <a:pt x="222933" y="269685"/>
                    <a:pt x="196631" y="267054"/>
                  </a:cubicBezTo>
                  <a:cubicBezTo>
                    <a:pt x="187425" y="265739"/>
                    <a:pt x="171642" y="261792"/>
                    <a:pt x="161121" y="273632"/>
                  </a:cubicBezTo>
                  <a:cubicBezTo>
                    <a:pt x="161121" y="273632"/>
                    <a:pt x="137449" y="319676"/>
                    <a:pt x="136134" y="330200"/>
                  </a:cubicBezTo>
                  <a:cubicBezTo>
                    <a:pt x="136134" y="330200"/>
                    <a:pt x="95364" y="257846"/>
                    <a:pt x="45389" y="246006"/>
                  </a:cubicBezTo>
                  <a:cubicBezTo>
                    <a:pt x="45389" y="246006"/>
                    <a:pt x="57225" y="219695"/>
                    <a:pt x="32238" y="184176"/>
                  </a:cubicBezTo>
                  <a:cubicBezTo>
                    <a:pt x="32238" y="184176"/>
                    <a:pt x="1990" y="143394"/>
                    <a:pt x="675" y="121030"/>
                  </a:cubicBezTo>
                  <a:cubicBezTo>
                    <a:pt x="675" y="121030"/>
                    <a:pt x="-7216" y="82879"/>
                    <a:pt x="30923" y="40781"/>
                  </a:cubicBezTo>
                  <a:cubicBezTo>
                    <a:pt x="49335" y="19733"/>
                    <a:pt x="74322" y="0"/>
                    <a:pt x="1348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600" dirty="0">
                <a:solidFill>
                  <a:srgbClr val="FFFFFF"/>
                </a:solidFill>
                <a:latin typeface="SimHei" pitchFamily="49" charset="-122"/>
                <a:ea typeface="SimHei" pitchFamily="49" charset="-122"/>
              </a:endParaRPr>
            </a:p>
          </p:txBody>
        </p:sp>
      </p:grpSp>
      <p:sp>
        <p:nvSpPr>
          <p:cNvPr id="23" name="TextBox 55"/>
          <p:cNvSpPr txBox="1"/>
          <p:nvPr/>
        </p:nvSpPr>
        <p:spPr>
          <a:xfrm>
            <a:off x="4117975" y="390525"/>
            <a:ext cx="3943350" cy="56197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200" b="1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職涯規劃</a:t>
            </a:r>
          </a:p>
        </p:txBody>
      </p:sp>
      <p:sp>
        <p:nvSpPr>
          <p:cNvPr id="18438" name="文字方塊 24"/>
          <p:cNvSpPr txBox="1">
            <a:spLocks noChangeArrowheads="1"/>
          </p:cNvSpPr>
          <p:nvPr/>
        </p:nvSpPr>
        <p:spPr bwMode="auto">
          <a:xfrm>
            <a:off x="7219950" y="2757488"/>
            <a:ext cx="47767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SimHei" pitchFamily="49" charset="-122"/>
                <a:ea typeface="SimHei" pitchFamily="49" charset="-122"/>
              </a:rPr>
              <a:t>專業知識系統學習，專業技能提升</a:t>
            </a:r>
            <a:endParaRPr lang="zh-TW" altLang="en-US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39" name="文字方塊 27"/>
          <p:cNvSpPr txBox="1">
            <a:spLocks noChangeArrowheads="1"/>
          </p:cNvSpPr>
          <p:nvPr/>
        </p:nvSpPr>
        <p:spPr bwMode="auto">
          <a:xfrm>
            <a:off x="7219950" y="3751263"/>
            <a:ext cx="47767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SimHei" pitchFamily="49" charset="-122"/>
                <a:ea typeface="SimHei" pitchFamily="49" charset="-122"/>
              </a:rPr>
              <a:t>提升海外專案參與，夯實業務能力</a:t>
            </a:r>
            <a:endParaRPr lang="zh-TW" altLang="en-US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40" name="文字方塊 28"/>
          <p:cNvSpPr txBox="1">
            <a:spLocks noChangeArrowheads="1"/>
          </p:cNvSpPr>
          <p:nvPr/>
        </p:nvSpPr>
        <p:spPr bwMode="auto">
          <a:xfrm>
            <a:off x="7234238" y="4778375"/>
            <a:ext cx="47767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SimHei" pitchFamily="49" charset="-122"/>
                <a:ea typeface="SimHei" pitchFamily="49" charset="-122"/>
              </a:rPr>
              <a:t>加強歷練角色轉變，擔當海外</a:t>
            </a:r>
            <a:r>
              <a:rPr lang="en-US" altLang="zh-CN" dirty="0">
                <a:latin typeface="SimHei" pitchFamily="49" charset="-122"/>
                <a:ea typeface="SimHei" pitchFamily="49" charset="-122"/>
              </a:rPr>
              <a:t>HRBP</a:t>
            </a:r>
            <a:endParaRPr lang="zh-TW" altLang="en-US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41" name="文字方塊 29"/>
          <p:cNvSpPr txBox="1">
            <a:spLocks noChangeArrowheads="1"/>
          </p:cNvSpPr>
          <p:nvPr/>
        </p:nvSpPr>
        <p:spPr bwMode="auto">
          <a:xfrm>
            <a:off x="4981575" y="2838450"/>
            <a:ext cx="14462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內外兼修</a:t>
            </a:r>
            <a:endParaRPr lang="zh-TW" altLang="en-US" sz="1600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42" name="文字方塊 32"/>
          <p:cNvSpPr txBox="1">
            <a:spLocks noChangeArrowheads="1"/>
          </p:cNvSpPr>
          <p:nvPr/>
        </p:nvSpPr>
        <p:spPr bwMode="auto">
          <a:xfrm>
            <a:off x="4983163" y="3783013"/>
            <a:ext cx="1447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能力提升</a:t>
            </a:r>
            <a:endParaRPr lang="zh-TW" altLang="en-US" sz="1600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18443" name="文字方塊 33"/>
          <p:cNvSpPr txBox="1">
            <a:spLocks noChangeArrowheads="1"/>
          </p:cNvSpPr>
          <p:nvPr/>
        </p:nvSpPr>
        <p:spPr bwMode="auto">
          <a:xfrm>
            <a:off x="4986338" y="4767263"/>
            <a:ext cx="14462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imHei" pitchFamily="49" charset="-122"/>
                <a:ea typeface="SimHei" pitchFamily="49" charset="-122"/>
              </a:rPr>
              <a:t>角色轉變</a:t>
            </a:r>
            <a:endParaRPr lang="zh-TW" altLang="en-US" sz="1600">
              <a:solidFill>
                <a:schemeClr val="bg1"/>
              </a:solidFill>
              <a:latin typeface="SimHei" pitchFamily="49" charset="-122"/>
              <a:ea typeface="SimHei" pitchFamily="49" charset="-122"/>
            </a:endParaRPr>
          </a:p>
        </p:txBody>
      </p:sp>
      <p:pic>
        <p:nvPicPr>
          <p:cNvPr id="21" name="圖片 20" descr="Lind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88848" y="2304817"/>
            <a:ext cx="3126001" cy="3334216"/>
          </a:xfrm>
          <a:prstGeom prst="ellipse">
            <a:avLst/>
          </a:prstGeom>
          <a:ln w="63500" cap="rnd">
            <a:solidFill>
              <a:srgbClr val="FFFFFF">
                <a:alpha val="0"/>
              </a:srgb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445" name="圖片 6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5413" y="3824288"/>
            <a:ext cx="3365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6" name="圖片 7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50013" y="2884488"/>
            <a:ext cx="3349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5"/>
          <p:cNvGrpSpPr>
            <a:grpSpLocks/>
          </p:cNvGrpSpPr>
          <p:nvPr/>
        </p:nvGrpSpPr>
        <p:grpSpPr bwMode="auto">
          <a:xfrm>
            <a:off x="927100" y="0"/>
            <a:ext cx="10325100" cy="2501900"/>
            <a:chOff x="927100" y="0"/>
            <a:chExt cx="10325100" cy="2501900"/>
          </a:xfrm>
        </p:grpSpPr>
        <p:sp>
          <p:nvSpPr>
            <p:cNvPr id="8" name="任意多边形 7"/>
            <p:cNvSpPr/>
            <p:nvPr/>
          </p:nvSpPr>
          <p:spPr>
            <a:xfrm>
              <a:off x="927100" y="0"/>
              <a:ext cx="10325100" cy="2501900"/>
            </a:xfrm>
            <a:custGeom>
              <a:avLst/>
              <a:gdLst>
                <a:gd name="connsiteX0" fmla="*/ 0 w 10325100"/>
                <a:gd name="connsiteY0" fmla="*/ 0 h 2501900"/>
                <a:gd name="connsiteX1" fmla="*/ 10325100 w 10325100"/>
                <a:gd name="connsiteY1" fmla="*/ 0 h 2501900"/>
                <a:gd name="connsiteX2" fmla="*/ 10325100 w 10325100"/>
                <a:gd name="connsiteY2" fmla="*/ 1497178 h 2501900"/>
                <a:gd name="connsiteX3" fmla="*/ 9320378 w 10325100"/>
                <a:gd name="connsiteY3" fmla="*/ 2501900 h 2501900"/>
                <a:gd name="connsiteX4" fmla="*/ 1004722 w 10325100"/>
                <a:gd name="connsiteY4" fmla="*/ 2501900 h 2501900"/>
                <a:gd name="connsiteX5" fmla="*/ 0 w 10325100"/>
                <a:gd name="connsiteY5" fmla="*/ 1497178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25100" h="2501900">
                  <a:moveTo>
                    <a:pt x="0" y="0"/>
                  </a:moveTo>
                  <a:lnTo>
                    <a:pt x="10325100" y="0"/>
                  </a:lnTo>
                  <a:lnTo>
                    <a:pt x="10325100" y="1497178"/>
                  </a:lnTo>
                  <a:cubicBezTo>
                    <a:pt x="10325100" y="2052071"/>
                    <a:pt x="9875271" y="2501900"/>
                    <a:pt x="9320378" y="2501900"/>
                  </a:cubicBezTo>
                  <a:lnTo>
                    <a:pt x="1004722" y="2501900"/>
                  </a:lnTo>
                  <a:cubicBezTo>
                    <a:pt x="449829" y="2501900"/>
                    <a:pt x="0" y="2052071"/>
                    <a:pt x="0" y="1497178"/>
                  </a:cubicBezTo>
                  <a:close/>
                </a:path>
              </a:pathLst>
            </a:custGeom>
            <a:solidFill>
              <a:srgbClr val="292F39"/>
            </a:solidFill>
            <a:ln>
              <a:noFill/>
            </a:ln>
            <a:effectLst>
              <a:outerShdw blurRad="254000" dist="635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927100" y="0"/>
              <a:ext cx="10325100" cy="127000"/>
            </a:xfrm>
            <a:prstGeom prst="rect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flipV="1">
              <a:off x="5868988" y="84138"/>
              <a:ext cx="463550" cy="153987"/>
            </a:xfrm>
            <a:prstGeom prst="triangle">
              <a:avLst/>
            </a:prstGeom>
            <a:solidFill>
              <a:srgbClr val="F465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Box 55"/>
          <p:cNvSpPr txBox="1"/>
          <p:nvPr/>
        </p:nvSpPr>
        <p:spPr>
          <a:xfrm>
            <a:off x="2292350" y="481013"/>
            <a:ext cx="8080375" cy="74612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400" spc="300" dirty="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天才出自勤奮，知識在於積累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2111375" y="4541838"/>
            <a:ext cx="7840663" cy="484187"/>
          </a:xfrm>
          <a:prstGeom prst="rect">
            <a:avLst/>
          </a:prstGeom>
          <a:noFill/>
          <a:effectLst/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SimHei"/>
                <a:cs typeface="Aparajita" panose="020B0604020202020204" pitchFamily="34" charset="0"/>
              </a:rPr>
              <a:t>Thanks for </a:t>
            </a:r>
            <a:r>
              <a:rPr kumimoji="0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imHei" pitchFamily="49" charset="-122"/>
                <a:ea typeface="SimHei"/>
                <a:cs typeface="Aparajita" panose="020B0604020202020204" pitchFamily="34" charset="0"/>
              </a:rPr>
              <a:t>your</a:t>
            </a:r>
            <a:r>
              <a:rPr kumimoji="0"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SimHei"/>
                <a:cs typeface="Aparajita" panose="020B0604020202020204" pitchFamily="34" charset="0"/>
              </a:rPr>
              <a:t> listening and guidance</a:t>
            </a:r>
            <a:endParaRPr kumimoji="0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pitchFamily="34" charset="-122"/>
              <a:ea typeface="SimHei"/>
              <a:cs typeface="Aparajita" panose="020B0604020202020204" pitchFamily="34" charset="0"/>
            </a:endParaRPr>
          </a:p>
        </p:txBody>
      </p:sp>
      <p:sp>
        <p:nvSpPr>
          <p:cNvPr id="29" name="TextBox 55"/>
          <p:cNvSpPr txBox="1"/>
          <p:nvPr/>
        </p:nvSpPr>
        <p:spPr>
          <a:xfrm>
            <a:off x="1846263" y="3552825"/>
            <a:ext cx="8370887" cy="746125"/>
          </a:xfrm>
          <a:prstGeom prst="rect">
            <a:avLst/>
          </a:prstGeom>
          <a:noFill/>
        </p:spPr>
        <p:txBody>
          <a:bodyPr lIns="68571" tIns="34285" rIns="68571" bIns="34285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400" b="1" spc="300" dirty="0">
                <a:solidFill>
                  <a:srgbClr val="292F39"/>
                </a:solidFill>
                <a:latin typeface="SimHei" pitchFamily="49" charset="-122"/>
                <a:ea typeface="SimHei" pitchFamily="49" charset="-122"/>
                <a:cs typeface="Aparajita" panose="020B0604020202020204" pitchFamily="34" charset="0"/>
              </a:rPr>
              <a:t>感謝聆聽與指導</a:t>
            </a:r>
          </a:p>
        </p:txBody>
      </p:sp>
      <p:sp>
        <p:nvSpPr>
          <p:cNvPr id="19462" name="Title 1"/>
          <p:cNvSpPr txBox="1">
            <a:spLocks/>
          </p:cNvSpPr>
          <p:nvPr/>
        </p:nvSpPr>
        <p:spPr bwMode="auto">
          <a:xfrm>
            <a:off x="1504950" y="1217613"/>
            <a:ext cx="9401175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defTabSz="685800">
              <a:lnSpc>
                <a:spcPct val="120000"/>
              </a:lnSpc>
            </a:pPr>
            <a:r>
              <a:rPr kumimoji="0" lang="en-US" altLang="zh-CN" sz="2000">
                <a:solidFill>
                  <a:schemeClr val="bg1"/>
                </a:solidFill>
                <a:latin typeface="SimHei" pitchFamily="49" charset="-122"/>
                <a:ea typeface="SimHei" pitchFamily="49" charset="-122"/>
                <a:cs typeface="Aparajita" pitchFamily="34" charset="0"/>
              </a:rPr>
              <a:t>Talent comes from diligence and knowledge is gained by accumulation</a:t>
            </a:r>
            <a:endParaRPr kumimoji="0" lang="en-US" altLang="zh-TW" sz="2000">
              <a:solidFill>
                <a:schemeClr val="bg1"/>
              </a:solidFill>
              <a:latin typeface="SimHei" pitchFamily="49" charset="-122"/>
              <a:ea typeface="SimHei" pitchFamily="49" charset="-122"/>
              <a:cs typeface="Aparajit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C0859C93-5F49-487A-BC6D-88B84A20545D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年终总结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803134832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5"/>
  <p:tag name="MH_CATEGORY" val="#YinZJG#"/>
  <p:tag name="MH_LAYOUT" val="TitleSubTitleText"/>
  <p:tag name="MH" val="20151024171134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Text"/>
  <p:tag name="MH_ORDER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Other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SubTitle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Other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SubTitle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Other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SubTitle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Other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SubTitle"/>
  <p:tag name="MH_ORD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Other"/>
  <p:tag name="MH_ORDER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1134"/>
  <p:tag name="MH_LIBRARY" val="GRAPHIC"/>
  <p:tag name="MH_TYPE" val="SubTitle"/>
  <p:tag name="MH_ORDER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5"/>
  <p:tag name="MH_CATEGORY" val="#YinZJG#"/>
  <p:tag name="MH_LAYOUT" val="TitleSubTitle"/>
  <p:tag name="MH" val="20151024170304"/>
  <p:tag name="MH_LIBRARY" val="GRAPHI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SubTitle"/>
  <p:tag name="MH_ORD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SubTitle"/>
  <p:tag name="MH_ORDER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Sub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SubTitle"/>
  <p:tag name="MH_ORDER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70304"/>
  <p:tag name="MH_LIBRARY" val="GRAPHIC"/>
  <p:tag name="MH_TYPE" val="Other"/>
  <p:tag name="MH_ORDER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80638"/>
  <p:tag name="MH_LIBRARY" val="GRAPHIC"/>
  <p:tag name="MH_TYPE" val="SubTitle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80638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80638"/>
  <p:tag name="MH_LIBRARY" val="GRAPHIC"/>
  <p:tag name="MH_TYPE" val="SubTitle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4180638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</Words>
  <Application>Microsoft Office PowerPoint</Application>
  <PresentationFormat>自訂</PresentationFormat>
  <Paragraphs>224</Paragraphs>
  <Slides>18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32" baseType="lpstr">
      <vt:lpstr>Arial</vt:lpstr>
      <vt:lpstr>新細明體</vt:lpstr>
      <vt:lpstr>Calibri Light</vt:lpstr>
      <vt:lpstr>SimSun</vt:lpstr>
      <vt:lpstr>Calibri</vt:lpstr>
      <vt:lpstr>Aparajita</vt:lpstr>
      <vt:lpstr>微软雅黑</vt:lpstr>
      <vt:lpstr>SimHei</vt:lpstr>
      <vt:lpstr>Aa楷体</vt:lpstr>
      <vt:lpstr>思源黑体</vt:lpstr>
      <vt:lpstr>+mn-lt</vt:lpstr>
      <vt:lpstr>Lato</vt:lpstr>
      <vt:lpstr>等线</vt:lpstr>
      <vt:lpstr>Office 主题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</dc:title>
  <dc:creator/>
  <cp:lastModifiedBy/>
  <cp:revision>1</cp:revision>
  <dcterms:created xsi:type="dcterms:W3CDTF">2020-05-13T10:19:41Z</dcterms:created>
  <dcterms:modified xsi:type="dcterms:W3CDTF">2021-08-17T09:03:57Z</dcterms:modified>
</cp:coreProperties>
</file>