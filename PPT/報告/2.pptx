
<file path=[Content_Types].xml><?xml version="1.0" encoding="utf-8"?>
<Types xmlns="http://schemas.openxmlformats.org/package/2006/content-types">
  <Default Extension="mp3" ContentType="audio/mpe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325" r:id="rId4"/>
    <p:sldId id="322" r:id="rId5"/>
    <p:sldId id="336" r:id="rId6"/>
    <p:sldId id="343" r:id="rId7"/>
    <p:sldId id="34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BAE2"/>
    <a:srgbClr val="1257F1"/>
    <a:srgbClr val="FDF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56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0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14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987EFAEB-F12C-4082-9597-875CFD2FE20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pattFill prst="wdUpDiag">
            <a:fgClr>
              <a:srgbClr val="8EBAE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宋体" panose="02020700000000000000" pitchFamily="18" charset="-122"/>
              <a:ea typeface="思源宋体" panose="02020700000000000000" pitchFamily="18" charset="-122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CF45F317-1B13-4165-949C-164AA53B6FEE}"/>
              </a:ext>
            </a:extLst>
          </p:cNvPr>
          <p:cNvSpPr/>
          <p:nvPr userDrawn="1"/>
        </p:nvSpPr>
        <p:spPr>
          <a:xfrm>
            <a:off x="0" y="0"/>
            <a:ext cx="1498719" cy="1657350"/>
          </a:xfrm>
          <a:custGeom>
            <a:avLst/>
            <a:gdLst>
              <a:gd name="connsiteX0" fmla="*/ 1217293 w 2147966"/>
              <a:gd name="connsiteY0" fmla="*/ 0 h 2375316"/>
              <a:gd name="connsiteX1" fmla="*/ 2048385 w 2147966"/>
              <a:gd name="connsiteY1" fmla="*/ 0 h 2375316"/>
              <a:gd name="connsiteX2" fmla="*/ 2067460 w 2147966"/>
              <a:gd name="connsiteY2" fmla="*/ 52117 h 2375316"/>
              <a:gd name="connsiteX3" fmla="*/ 2147966 w 2147966"/>
              <a:gd name="connsiteY3" fmla="*/ 584616 h 2375316"/>
              <a:gd name="connsiteX4" fmla="*/ 357266 w 2147966"/>
              <a:gd name="connsiteY4" fmla="*/ 2375316 h 2375316"/>
              <a:gd name="connsiteX5" fmla="*/ 174177 w 2147966"/>
              <a:gd name="connsiteY5" fmla="*/ 2366071 h 2375316"/>
              <a:gd name="connsiteX6" fmla="*/ 0 w 2147966"/>
              <a:gd name="connsiteY6" fmla="*/ 2339488 h 2375316"/>
              <a:gd name="connsiteX7" fmla="*/ 0 w 2147966"/>
              <a:gd name="connsiteY7" fmla="*/ 1560485 h 2375316"/>
              <a:gd name="connsiteX8" fmla="*/ 47948 w 2147966"/>
              <a:gd name="connsiteY8" fmla="*/ 1578034 h 2375316"/>
              <a:gd name="connsiteX9" fmla="*/ 357266 w 2147966"/>
              <a:gd name="connsiteY9" fmla="*/ 1624798 h 2375316"/>
              <a:gd name="connsiteX10" fmla="*/ 1397448 w 2147966"/>
              <a:gd name="connsiteY10" fmla="*/ 584616 h 2375316"/>
              <a:gd name="connsiteX11" fmla="*/ 1219801 w 2147966"/>
              <a:gd name="connsiteY11" fmla="*/ 3040 h 2375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147966" h="2375316">
                <a:moveTo>
                  <a:pt x="1217293" y="0"/>
                </a:moveTo>
                <a:lnTo>
                  <a:pt x="2048385" y="0"/>
                </a:lnTo>
                <a:lnTo>
                  <a:pt x="2067460" y="52117"/>
                </a:lnTo>
                <a:cubicBezTo>
                  <a:pt x="2119781" y="220333"/>
                  <a:pt x="2147966" y="399183"/>
                  <a:pt x="2147966" y="584616"/>
                </a:cubicBezTo>
                <a:cubicBezTo>
                  <a:pt x="2147966" y="1573592"/>
                  <a:pt x="1346242" y="2375316"/>
                  <a:pt x="357266" y="2375316"/>
                </a:cubicBezTo>
                <a:cubicBezTo>
                  <a:pt x="295455" y="2375316"/>
                  <a:pt x="234375" y="2372184"/>
                  <a:pt x="174177" y="2366071"/>
                </a:cubicBezTo>
                <a:lnTo>
                  <a:pt x="0" y="2339488"/>
                </a:lnTo>
                <a:lnTo>
                  <a:pt x="0" y="1560485"/>
                </a:lnTo>
                <a:lnTo>
                  <a:pt x="47948" y="1578034"/>
                </a:lnTo>
                <a:cubicBezTo>
                  <a:pt x="145661" y="1608426"/>
                  <a:pt x="249552" y="1624798"/>
                  <a:pt x="357266" y="1624798"/>
                </a:cubicBezTo>
                <a:cubicBezTo>
                  <a:pt x="931743" y="1624798"/>
                  <a:pt x="1397448" y="1159093"/>
                  <a:pt x="1397448" y="584616"/>
                </a:cubicBezTo>
                <a:cubicBezTo>
                  <a:pt x="1397448" y="369187"/>
                  <a:pt x="1331958" y="169054"/>
                  <a:pt x="1219801" y="3040"/>
                </a:cubicBezTo>
                <a:close/>
              </a:path>
            </a:pathLst>
          </a:custGeom>
          <a:solidFill>
            <a:srgbClr val="8EBA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562D74C2-49BE-4402-ACD2-DAF647AEF2EB}"/>
              </a:ext>
            </a:extLst>
          </p:cNvPr>
          <p:cNvGrpSpPr/>
          <p:nvPr userDrawn="1"/>
        </p:nvGrpSpPr>
        <p:grpSpPr>
          <a:xfrm>
            <a:off x="9679404" y="4242544"/>
            <a:ext cx="2512596" cy="2615456"/>
            <a:chOff x="9679404" y="4242544"/>
            <a:chExt cx="2512596" cy="2615456"/>
          </a:xfrm>
        </p:grpSpPr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2A38271F-1833-4A43-AEC1-A61FD8E16157}"/>
                </a:ext>
              </a:extLst>
            </p:cNvPr>
            <p:cNvSpPr/>
            <p:nvPr/>
          </p:nvSpPr>
          <p:spPr>
            <a:xfrm flipH="1" flipV="1">
              <a:off x="10044034" y="4482684"/>
              <a:ext cx="2147966" cy="2375316"/>
            </a:xfrm>
            <a:custGeom>
              <a:avLst/>
              <a:gdLst>
                <a:gd name="connsiteX0" fmla="*/ 1217293 w 2147966"/>
                <a:gd name="connsiteY0" fmla="*/ 0 h 2375316"/>
                <a:gd name="connsiteX1" fmla="*/ 2048385 w 2147966"/>
                <a:gd name="connsiteY1" fmla="*/ 0 h 2375316"/>
                <a:gd name="connsiteX2" fmla="*/ 2067460 w 2147966"/>
                <a:gd name="connsiteY2" fmla="*/ 52117 h 2375316"/>
                <a:gd name="connsiteX3" fmla="*/ 2147966 w 2147966"/>
                <a:gd name="connsiteY3" fmla="*/ 584616 h 2375316"/>
                <a:gd name="connsiteX4" fmla="*/ 357266 w 2147966"/>
                <a:gd name="connsiteY4" fmla="*/ 2375316 h 2375316"/>
                <a:gd name="connsiteX5" fmla="*/ 174177 w 2147966"/>
                <a:gd name="connsiteY5" fmla="*/ 2366071 h 2375316"/>
                <a:gd name="connsiteX6" fmla="*/ 0 w 2147966"/>
                <a:gd name="connsiteY6" fmla="*/ 2339488 h 2375316"/>
                <a:gd name="connsiteX7" fmla="*/ 0 w 2147966"/>
                <a:gd name="connsiteY7" fmla="*/ 1560485 h 2375316"/>
                <a:gd name="connsiteX8" fmla="*/ 47948 w 2147966"/>
                <a:gd name="connsiteY8" fmla="*/ 1578034 h 2375316"/>
                <a:gd name="connsiteX9" fmla="*/ 357266 w 2147966"/>
                <a:gd name="connsiteY9" fmla="*/ 1624798 h 2375316"/>
                <a:gd name="connsiteX10" fmla="*/ 1397448 w 2147966"/>
                <a:gd name="connsiteY10" fmla="*/ 584616 h 2375316"/>
                <a:gd name="connsiteX11" fmla="*/ 1219801 w 2147966"/>
                <a:gd name="connsiteY11" fmla="*/ 3040 h 237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47966" h="2375316">
                  <a:moveTo>
                    <a:pt x="1217293" y="0"/>
                  </a:moveTo>
                  <a:lnTo>
                    <a:pt x="2048385" y="0"/>
                  </a:lnTo>
                  <a:lnTo>
                    <a:pt x="2067460" y="52117"/>
                  </a:lnTo>
                  <a:cubicBezTo>
                    <a:pt x="2119781" y="220333"/>
                    <a:pt x="2147966" y="399183"/>
                    <a:pt x="2147966" y="584616"/>
                  </a:cubicBezTo>
                  <a:cubicBezTo>
                    <a:pt x="2147966" y="1573592"/>
                    <a:pt x="1346242" y="2375316"/>
                    <a:pt x="357266" y="2375316"/>
                  </a:cubicBezTo>
                  <a:cubicBezTo>
                    <a:pt x="295455" y="2375316"/>
                    <a:pt x="234375" y="2372184"/>
                    <a:pt x="174177" y="2366071"/>
                  </a:cubicBezTo>
                  <a:lnTo>
                    <a:pt x="0" y="2339488"/>
                  </a:lnTo>
                  <a:lnTo>
                    <a:pt x="0" y="1560485"/>
                  </a:lnTo>
                  <a:lnTo>
                    <a:pt x="47948" y="1578034"/>
                  </a:lnTo>
                  <a:cubicBezTo>
                    <a:pt x="145661" y="1608426"/>
                    <a:pt x="249552" y="1624798"/>
                    <a:pt x="357266" y="1624798"/>
                  </a:cubicBezTo>
                  <a:cubicBezTo>
                    <a:pt x="931743" y="1624798"/>
                    <a:pt x="1397448" y="1159093"/>
                    <a:pt x="1397448" y="584616"/>
                  </a:cubicBezTo>
                  <a:cubicBezTo>
                    <a:pt x="1397448" y="369187"/>
                    <a:pt x="1331958" y="169054"/>
                    <a:pt x="1219801" y="3040"/>
                  </a:cubicBezTo>
                  <a:close/>
                </a:path>
              </a:pathLst>
            </a:custGeom>
            <a:solidFill>
              <a:srgbClr val="8EBAE2"/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latin typeface="思源宋体" panose="02020700000000000000" pitchFamily="18" charset="-122"/>
                <a:ea typeface="思源宋体" panose="02020700000000000000" pitchFamily="18" charset="-122"/>
              </a:endParaRPr>
            </a:p>
          </p:txBody>
        </p: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B420AE6F-ABC0-42E5-98F1-925313FC5417}"/>
                </a:ext>
              </a:extLst>
            </p:cNvPr>
            <p:cNvSpPr/>
            <p:nvPr/>
          </p:nvSpPr>
          <p:spPr>
            <a:xfrm flipH="1" flipV="1">
              <a:off x="9679404" y="4242544"/>
              <a:ext cx="2147966" cy="2375316"/>
            </a:xfrm>
            <a:custGeom>
              <a:avLst/>
              <a:gdLst>
                <a:gd name="connsiteX0" fmla="*/ 1217293 w 2147966"/>
                <a:gd name="connsiteY0" fmla="*/ 0 h 2375316"/>
                <a:gd name="connsiteX1" fmla="*/ 2048385 w 2147966"/>
                <a:gd name="connsiteY1" fmla="*/ 0 h 2375316"/>
                <a:gd name="connsiteX2" fmla="*/ 2067460 w 2147966"/>
                <a:gd name="connsiteY2" fmla="*/ 52117 h 2375316"/>
                <a:gd name="connsiteX3" fmla="*/ 2147966 w 2147966"/>
                <a:gd name="connsiteY3" fmla="*/ 584616 h 2375316"/>
                <a:gd name="connsiteX4" fmla="*/ 357266 w 2147966"/>
                <a:gd name="connsiteY4" fmla="*/ 2375316 h 2375316"/>
                <a:gd name="connsiteX5" fmla="*/ 174177 w 2147966"/>
                <a:gd name="connsiteY5" fmla="*/ 2366071 h 2375316"/>
                <a:gd name="connsiteX6" fmla="*/ 0 w 2147966"/>
                <a:gd name="connsiteY6" fmla="*/ 2339488 h 2375316"/>
                <a:gd name="connsiteX7" fmla="*/ 0 w 2147966"/>
                <a:gd name="connsiteY7" fmla="*/ 1560485 h 2375316"/>
                <a:gd name="connsiteX8" fmla="*/ 47948 w 2147966"/>
                <a:gd name="connsiteY8" fmla="*/ 1578034 h 2375316"/>
                <a:gd name="connsiteX9" fmla="*/ 357266 w 2147966"/>
                <a:gd name="connsiteY9" fmla="*/ 1624798 h 2375316"/>
                <a:gd name="connsiteX10" fmla="*/ 1397448 w 2147966"/>
                <a:gd name="connsiteY10" fmla="*/ 584616 h 2375316"/>
                <a:gd name="connsiteX11" fmla="*/ 1219801 w 2147966"/>
                <a:gd name="connsiteY11" fmla="*/ 3040 h 237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47966" h="2375316">
                  <a:moveTo>
                    <a:pt x="1217293" y="0"/>
                  </a:moveTo>
                  <a:lnTo>
                    <a:pt x="2048385" y="0"/>
                  </a:lnTo>
                  <a:lnTo>
                    <a:pt x="2067460" y="52117"/>
                  </a:lnTo>
                  <a:cubicBezTo>
                    <a:pt x="2119781" y="220333"/>
                    <a:pt x="2147966" y="399183"/>
                    <a:pt x="2147966" y="584616"/>
                  </a:cubicBezTo>
                  <a:cubicBezTo>
                    <a:pt x="2147966" y="1573592"/>
                    <a:pt x="1346242" y="2375316"/>
                    <a:pt x="357266" y="2375316"/>
                  </a:cubicBezTo>
                  <a:cubicBezTo>
                    <a:pt x="295455" y="2375316"/>
                    <a:pt x="234375" y="2372184"/>
                    <a:pt x="174177" y="2366071"/>
                  </a:cubicBezTo>
                  <a:lnTo>
                    <a:pt x="0" y="2339488"/>
                  </a:lnTo>
                  <a:lnTo>
                    <a:pt x="0" y="1560485"/>
                  </a:lnTo>
                  <a:lnTo>
                    <a:pt x="47948" y="1578034"/>
                  </a:lnTo>
                  <a:cubicBezTo>
                    <a:pt x="145661" y="1608426"/>
                    <a:pt x="249552" y="1624798"/>
                    <a:pt x="357266" y="1624798"/>
                  </a:cubicBezTo>
                  <a:cubicBezTo>
                    <a:pt x="931743" y="1624798"/>
                    <a:pt x="1397448" y="1159093"/>
                    <a:pt x="1397448" y="584616"/>
                  </a:cubicBezTo>
                  <a:cubicBezTo>
                    <a:pt x="1397448" y="369187"/>
                    <a:pt x="1331958" y="169054"/>
                    <a:pt x="1219801" y="3040"/>
                  </a:cubicBezTo>
                  <a:close/>
                </a:path>
              </a:pathLst>
            </a:custGeom>
            <a:noFill/>
            <a:ln>
              <a:solidFill>
                <a:srgbClr val="8EB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latin typeface="思源宋体" panose="02020700000000000000" pitchFamily="18" charset="-122"/>
                <a:ea typeface="思源宋体" panose="02020700000000000000" pitchFamily="18" charset="-122"/>
              </a:endParaRPr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7AB4E7BB-B63E-45FF-B846-D8C11327BCA7}"/>
              </a:ext>
            </a:extLst>
          </p:cNvPr>
          <p:cNvSpPr/>
          <p:nvPr userDrawn="1"/>
        </p:nvSpPr>
        <p:spPr>
          <a:xfrm flipH="1">
            <a:off x="-28836" y="240140"/>
            <a:ext cx="12220836" cy="6377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宋体" panose="02020700000000000000" pitchFamily="18" charset="-122"/>
              <a:ea typeface="思源宋体" panose="02020700000000000000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84676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E2911D-9D24-47F4-98EF-14714B6F7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F3E032-D7DD-4735-86E2-8031A84B4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E3292D-2364-4417-AC2D-A2B5EA304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AF402-534D-4FF6-A29C-2EB526479B24}" type="datetimeFigureOut">
              <a:rPr lang="zh-CN" altLang="en-US" smtClean="0"/>
              <a:t>2023/11/10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C484B6-26FB-41DA-9E8B-9D366E6E9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141284-697E-4C1F-8DE9-AA4547CC9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8F1C2-F273-4A99-A2AA-1205F77000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548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0A1317-C0D6-4AA0-92AA-921A1C00A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067048A-2000-4DB4-998D-11FFCCEBE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07EAD2-14E9-43D3-B97F-77943486F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AF402-534D-4FF6-A29C-2EB526479B24}" type="datetimeFigureOut">
              <a:rPr lang="zh-CN" altLang="en-US" smtClean="0"/>
              <a:t>2023/11/10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1FBDEC-4CBC-4DC7-9FF5-AFBC3A610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892678-E36D-411D-B8A6-6B1E5238B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8F1C2-F273-4A99-A2AA-1205F77000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058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28FD3B-A19B-4375-80D7-5C5B39754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E027D9-3A55-458F-976B-F36D65D8F9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28A1F8E-5C01-41D5-96B3-0AA329B497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D790CE-B792-43DD-A17A-29CC4C8C2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AF402-534D-4FF6-A29C-2EB526479B24}" type="datetimeFigureOut">
              <a:rPr lang="zh-CN" altLang="en-US" smtClean="0"/>
              <a:t>2023/11/10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6316DF-A313-41BC-B61A-957CF369D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38F7B96-0BBB-4F06-9329-B4C643874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8F1C2-F273-4A99-A2AA-1205F77000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3641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B42859-4447-474E-8124-BD88E4CD0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2443F3-A152-42B2-8CAA-B4015AFB2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2506DD-A913-434A-BCD8-C36FCC41DD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794EFA9-338B-44D6-9F0C-05B68180D6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19823BD-5C8A-4E79-B5B5-96E97C7BC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11ADC29-CFB8-4187-98E6-9630C211E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AF402-534D-4FF6-A29C-2EB526479B24}" type="datetimeFigureOut">
              <a:rPr lang="zh-CN" altLang="en-US" smtClean="0"/>
              <a:t>2023/11/10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2488BB8-7303-42C2-813C-0B46F3074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3FD2DB4-FF0F-46F3-8B5C-B38F5B7B0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8F1C2-F273-4A99-A2AA-1205F77000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5213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27BD13-B33F-42B4-A363-39B2B2029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5CE299-C8CD-43CF-9898-629B0C96D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AF402-534D-4FF6-A29C-2EB526479B24}" type="datetimeFigureOut">
              <a:rPr lang="zh-CN" altLang="en-US" smtClean="0"/>
              <a:t>2023/11/10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74B1AAE-0599-4891-937E-21BDF7247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F687E5B-CBE8-4C7B-B18D-FAF63BB5E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8F1C2-F273-4A99-A2AA-1205F77000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6940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CBD7CC9-8BFA-45E8-BF06-F2A88D7DB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AF402-534D-4FF6-A29C-2EB526479B24}" type="datetimeFigureOut">
              <a:rPr lang="zh-CN" altLang="en-US" smtClean="0"/>
              <a:t>2023/11/10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FC10BBD-FC2B-4FFE-A65C-F7A5D15FB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F9E261-CA43-4F94-B790-CC1D1B656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8F1C2-F273-4A99-A2AA-1205F77000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5084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EFEBFA-3D9F-4474-8644-D40299C98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D8FD41-8AE2-4981-88A0-3CBC33440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67FC95-443C-4044-8F01-AAFDF11DC7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54B972E-52BC-4C0E-B139-A7F72C9AE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AF402-534D-4FF6-A29C-2EB526479B24}" type="datetimeFigureOut">
              <a:rPr lang="zh-CN" altLang="en-US" smtClean="0"/>
              <a:t>2023/11/10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684A6D3-3D30-4097-AC17-92722E3AD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EF2920-CD96-485E-87DC-B16F412C8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8F1C2-F273-4A99-A2AA-1205F77000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2059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9610DB-B5D7-4C6E-B4C8-B08DD93DC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6E4B9B4-F860-456C-8B4D-E407FAEF45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693A997-DB57-496F-9C00-AD9509C068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9FF0DDC-2A93-4AB9-9595-241D17399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AF402-534D-4FF6-A29C-2EB526479B24}" type="datetimeFigureOut">
              <a:rPr lang="zh-CN" altLang="en-US" smtClean="0"/>
              <a:t>2023/11/10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DBC99D-6159-4726-995F-7531AC2E1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81BDFA-91F6-4120-B0AE-21B2EF93D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8F1C2-F273-4A99-A2AA-1205F77000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0385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644DCC-550E-4C32-A1C4-16B3B9CF8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2DC8784-FAD1-4D59-9921-85073186D0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D69969-5433-4712-A571-206574A9D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AF402-534D-4FF6-A29C-2EB526479B24}" type="datetimeFigureOut">
              <a:rPr lang="zh-CN" altLang="en-US" smtClean="0"/>
              <a:t>2023/11/10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214135-97A7-4961-AE38-68C1F3836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04C903-D1AC-444B-B0BA-F077EBB4E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8F1C2-F273-4A99-A2AA-1205F77000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4193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D87E11C-A563-4C84-9754-476430A147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A4AA106-3E0C-422D-AE6D-A754EDF4CC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F910F6-D3C0-4CFB-8759-68FD0ADFD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AF402-534D-4FF6-A29C-2EB526479B24}" type="datetimeFigureOut">
              <a:rPr lang="zh-CN" altLang="en-US" smtClean="0"/>
              <a:t>2023/11/10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5E2186-AE6B-4BEB-A7C8-82504F9C6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FFFFE7-6723-4C99-8EE9-5503F7D94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8F1C2-F273-4A99-A2AA-1205F77000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2770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2116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5703255-458D-4D8C-AD7A-2589045D5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D3CC72B-B25E-4E33-83E4-6ABAE1C68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F48472-9965-4A68-8E33-0388324FB8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6AF402-534D-4FF6-A29C-2EB526479B24}" type="datetimeFigureOut">
              <a:rPr lang="zh-CN" altLang="en-US" smtClean="0"/>
              <a:t>2023/11/10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CD484D-DDE5-478B-9D8D-A6304E00D9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A8F200-2C8B-408F-AF5D-6523E88593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98F1C2-F273-4A99-A2AA-1205F77000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986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media" Target="../media/media1.mp3"/><Relationship Id="rId7" Type="http://schemas.openxmlformats.org/officeDocument/2006/relationships/image" Target="../media/image2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1.mp3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hyperlink" Target="http://10.158.65.7/test/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7C710A07-2A28-40EC-8D93-D7387474F0E6}"/>
              </a:ext>
            </a:extLst>
          </p:cNvPr>
          <p:cNvSpPr/>
          <p:nvPr/>
        </p:nvSpPr>
        <p:spPr>
          <a:xfrm>
            <a:off x="-28836" y="1053684"/>
            <a:ext cx="12192001" cy="5804316"/>
          </a:xfrm>
          <a:prstGeom prst="rect">
            <a:avLst/>
          </a:prstGeom>
          <a:blipFill dpi="0" rotWithShape="1">
            <a:blip r:embed="rId6">
              <a:alphaModFix amt="10000"/>
            </a:blip>
            <a:srcRect/>
            <a:stretch>
              <a:fillRect t="1" b="-1815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007A7BA-1DE5-4665-9D30-DF265963F3B3}"/>
              </a:ext>
            </a:extLst>
          </p:cNvPr>
          <p:cNvSpPr/>
          <p:nvPr/>
        </p:nvSpPr>
        <p:spPr>
          <a:xfrm>
            <a:off x="7281261" y="0"/>
            <a:ext cx="4472589" cy="6858000"/>
          </a:xfrm>
          <a:prstGeom prst="rect">
            <a:avLst/>
          </a:prstGeom>
          <a:pattFill prst="wdUpDiag">
            <a:fgClr>
              <a:srgbClr val="8EBAE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D6B1D381-2032-4BBA-9BCC-3F2ED3F7A23C}"/>
              </a:ext>
            </a:extLst>
          </p:cNvPr>
          <p:cNvSpPr/>
          <p:nvPr/>
        </p:nvSpPr>
        <p:spPr>
          <a:xfrm>
            <a:off x="0" y="0"/>
            <a:ext cx="1498719" cy="1657350"/>
          </a:xfrm>
          <a:custGeom>
            <a:avLst/>
            <a:gdLst>
              <a:gd name="connsiteX0" fmla="*/ 1217293 w 2147966"/>
              <a:gd name="connsiteY0" fmla="*/ 0 h 2375316"/>
              <a:gd name="connsiteX1" fmla="*/ 2048385 w 2147966"/>
              <a:gd name="connsiteY1" fmla="*/ 0 h 2375316"/>
              <a:gd name="connsiteX2" fmla="*/ 2067460 w 2147966"/>
              <a:gd name="connsiteY2" fmla="*/ 52117 h 2375316"/>
              <a:gd name="connsiteX3" fmla="*/ 2147966 w 2147966"/>
              <a:gd name="connsiteY3" fmla="*/ 584616 h 2375316"/>
              <a:gd name="connsiteX4" fmla="*/ 357266 w 2147966"/>
              <a:gd name="connsiteY4" fmla="*/ 2375316 h 2375316"/>
              <a:gd name="connsiteX5" fmla="*/ 174177 w 2147966"/>
              <a:gd name="connsiteY5" fmla="*/ 2366071 h 2375316"/>
              <a:gd name="connsiteX6" fmla="*/ 0 w 2147966"/>
              <a:gd name="connsiteY6" fmla="*/ 2339488 h 2375316"/>
              <a:gd name="connsiteX7" fmla="*/ 0 w 2147966"/>
              <a:gd name="connsiteY7" fmla="*/ 1560485 h 2375316"/>
              <a:gd name="connsiteX8" fmla="*/ 47948 w 2147966"/>
              <a:gd name="connsiteY8" fmla="*/ 1578034 h 2375316"/>
              <a:gd name="connsiteX9" fmla="*/ 357266 w 2147966"/>
              <a:gd name="connsiteY9" fmla="*/ 1624798 h 2375316"/>
              <a:gd name="connsiteX10" fmla="*/ 1397448 w 2147966"/>
              <a:gd name="connsiteY10" fmla="*/ 584616 h 2375316"/>
              <a:gd name="connsiteX11" fmla="*/ 1219801 w 2147966"/>
              <a:gd name="connsiteY11" fmla="*/ 3040 h 2375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147966" h="2375316">
                <a:moveTo>
                  <a:pt x="1217293" y="0"/>
                </a:moveTo>
                <a:lnTo>
                  <a:pt x="2048385" y="0"/>
                </a:lnTo>
                <a:lnTo>
                  <a:pt x="2067460" y="52117"/>
                </a:lnTo>
                <a:cubicBezTo>
                  <a:pt x="2119781" y="220333"/>
                  <a:pt x="2147966" y="399183"/>
                  <a:pt x="2147966" y="584616"/>
                </a:cubicBezTo>
                <a:cubicBezTo>
                  <a:pt x="2147966" y="1573592"/>
                  <a:pt x="1346242" y="2375316"/>
                  <a:pt x="357266" y="2375316"/>
                </a:cubicBezTo>
                <a:cubicBezTo>
                  <a:pt x="295455" y="2375316"/>
                  <a:pt x="234375" y="2372184"/>
                  <a:pt x="174177" y="2366071"/>
                </a:cubicBezTo>
                <a:lnTo>
                  <a:pt x="0" y="2339488"/>
                </a:lnTo>
                <a:lnTo>
                  <a:pt x="0" y="1560485"/>
                </a:lnTo>
                <a:lnTo>
                  <a:pt x="47948" y="1578034"/>
                </a:lnTo>
                <a:cubicBezTo>
                  <a:pt x="145661" y="1608426"/>
                  <a:pt x="249552" y="1624798"/>
                  <a:pt x="357266" y="1624798"/>
                </a:cubicBezTo>
                <a:cubicBezTo>
                  <a:pt x="931743" y="1624798"/>
                  <a:pt x="1397448" y="1159093"/>
                  <a:pt x="1397448" y="584616"/>
                </a:cubicBezTo>
                <a:cubicBezTo>
                  <a:pt x="1397448" y="369187"/>
                  <a:pt x="1331958" y="169054"/>
                  <a:pt x="1219801" y="304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rgbClr val="0070C0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3C6F1E2-5A04-4423-A6C1-9B04901EF96E}"/>
              </a:ext>
            </a:extLst>
          </p:cNvPr>
          <p:cNvSpPr/>
          <p:nvPr/>
        </p:nvSpPr>
        <p:spPr>
          <a:xfrm flipH="1">
            <a:off x="7707298" y="0"/>
            <a:ext cx="3636974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PA_文本框 18">
            <a:extLst>
              <a:ext uri="{FF2B5EF4-FFF2-40B4-BE49-F238E27FC236}">
                <a16:creationId xmlns:a16="http://schemas.microsoft.com/office/drawing/2014/main" id="{85DB1B22-E95D-4460-B4D9-8349FB7A6AA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792041" y="3477304"/>
            <a:ext cx="1872000" cy="519351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3175"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報告人：李振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8" name="PA_文本框 18">
            <a:extLst>
              <a:ext uri="{FF2B5EF4-FFF2-40B4-BE49-F238E27FC236}">
                <a16:creationId xmlns:a16="http://schemas.microsoft.com/office/drawing/2014/main" id="{613F8FCA-D71A-4DB0-BEA6-1CE17527F1B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327536" y="4506070"/>
            <a:ext cx="2737899" cy="519351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3175"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wrap="none" lIns="91440" tIns="45720" rIns="91440" bIns="45720" rtlCol="0" anchor="ctr">
            <a:spAutoFit/>
          </a:bodyPr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報告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日期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：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2023.11.10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4B07D08-4B7D-4FAD-8342-B3249DFBDEDF}"/>
              </a:ext>
            </a:extLst>
          </p:cNvPr>
          <p:cNvSpPr/>
          <p:nvPr/>
        </p:nvSpPr>
        <p:spPr>
          <a:xfrm>
            <a:off x="426321" y="2711034"/>
            <a:ext cx="66983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spc="150" dirty="0" smtClean="0">
                <a:solidFill>
                  <a:schemeClr val="accent1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2023</a:t>
            </a:r>
            <a:r>
              <a:rPr lang="en-US" altLang="zh-CN" b="1" spc="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 Work Report</a:t>
            </a:r>
            <a:endParaRPr lang="zh-CN" altLang="en-US" b="1" spc="150" dirty="0">
              <a:solidFill>
                <a:schemeClr val="tx1">
                  <a:lumMod val="75000"/>
                  <a:lumOff val="25000"/>
                </a:schemeClr>
              </a:solidFill>
              <a:latin typeface="思源黑体 CN ExtraLight" panose="020B0200000000000000" pitchFamily="34" charset="-122"/>
              <a:ea typeface="思源黑体 CN ExtraLight" panose="020B0200000000000000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5349288-1225-4444-BABC-9007227BB8CF}"/>
              </a:ext>
            </a:extLst>
          </p:cNvPr>
          <p:cNvSpPr/>
          <p:nvPr/>
        </p:nvSpPr>
        <p:spPr>
          <a:xfrm>
            <a:off x="488041" y="1837780"/>
            <a:ext cx="6480000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3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思源宋体" panose="02020700000000000000" pitchFamily="18" charset="-122"/>
                <a:ea typeface="思源宋体" panose="02020700000000000000" pitchFamily="18" charset="-122"/>
              </a:rPr>
              <a:t>2023</a:t>
            </a:r>
            <a:r>
              <a:rPr lang="zh-CN" altLang="en-US" sz="3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思源宋体" panose="02020700000000000000" pitchFamily="18" charset="-122"/>
                <a:ea typeface="思源宋体" panose="02020700000000000000" pitchFamily="18" charset="-122"/>
              </a:rPr>
              <a:t>工作報告</a:t>
            </a:r>
            <a:endParaRPr lang="zh-CN" altLang="en-US" sz="3800" b="1" dirty="0">
              <a:solidFill>
                <a:schemeClr val="tx1">
                  <a:lumMod val="75000"/>
                  <a:lumOff val="25000"/>
                </a:schemeClr>
              </a:solidFill>
              <a:latin typeface="思源宋体" panose="02020700000000000000" pitchFamily="18" charset="-122"/>
              <a:ea typeface="思源宋体" panose="02020700000000000000" pitchFamily="18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14B152BA-FB3A-4DEF-97AF-2D3132A6379B}"/>
              </a:ext>
            </a:extLst>
          </p:cNvPr>
          <p:cNvGrpSpPr/>
          <p:nvPr/>
        </p:nvGrpSpPr>
        <p:grpSpPr>
          <a:xfrm>
            <a:off x="9679404" y="4242544"/>
            <a:ext cx="2512596" cy="2615456"/>
            <a:chOff x="9679404" y="4242544"/>
            <a:chExt cx="2512596" cy="2615456"/>
          </a:xfrm>
        </p:grpSpPr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616D1BA4-5DFB-495C-B4C0-D9BF0BD2A928}"/>
                </a:ext>
              </a:extLst>
            </p:cNvPr>
            <p:cNvSpPr/>
            <p:nvPr/>
          </p:nvSpPr>
          <p:spPr>
            <a:xfrm flipH="1" flipV="1">
              <a:off x="10044034" y="4482684"/>
              <a:ext cx="2147966" cy="2375316"/>
            </a:xfrm>
            <a:custGeom>
              <a:avLst/>
              <a:gdLst>
                <a:gd name="connsiteX0" fmla="*/ 1217293 w 2147966"/>
                <a:gd name="connsiteY0" fmla="*/ 0 h 2375316"/>
                <a:gd name="connsiteX1" fmla="*/ 2048385 w 2147966"/>
                <a:gd name="connsiteY1" fmla="*/ 0 h 2375316"/>
                <a:gd name="connsiteX2" fmla="*/ 2067460 w 2147966"/>
                <a:gd name="connsiteY2" fmla="*/ 52117 h 2375316"/>
                <a:gd name="connsiteX3" fmla="*/ 2147966 w 2147966"/>
                <a:gd name="connsiteY3" fmla="*/ 584616 h 2375316"/>
                <a:gd name="connsiteX4" fmla="*/ 357266 w 2147966"/>
                <a:gd name="connsiteY4" fmla="*/ 2375316 h 2375316"/>
                <a:gd name="connsiteX5" fmla="*/ 174177 w 2147966"/>
                <a:gd name="connsiteY5" fmla="*/ 2366071 h 2375316"/>
                <a:gd name="connsiteX6" fmla="*/ 0 w 2147966"/>
                <a:gd name="connsiteY6" fmla="*/ 2339488 h 2375316"/>
                <a:gd name="connsiteX7" fmla="*/ 0 w 2147966"/>
                <a:gd name="connsiteY7" fmla="*/ 1560485 h 2375316"/>
                <a:gd name="connsiteX8" fmla="*/ 47948 w 2147966"/>
                <a:gd name="connsiteY8" fmla="*/ 1578034 h 2375316"/>
                <a:gd name="connsiteX9" fmla="*/ 357266 w 2147966"/>
                <a:gd name="connsiteY9" fmla="*/ 1624798 h 2375316"/>
                <a:gd name="connsiteX10" fmla="*/ 1397448 w 2147966"/>
                <a:gd name="connsiteY10" fmla="*/ 584616 h 2375316"/>
                <a:gd name="connsiteX11" fmla="*/ 1219801 w 2147966"/>
                <a:gd name="connsiteY11" fmla="*/ 3040 h 237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47966" h="2375316">
                  <a:moveTo>
                    <a:pt x="1217293" y="0"/>
                  </a:moveTo>
                  <a:lnTo>
                    <a:pt x="2048385" y="0"/>
                  </a:lnTo>
                  <a:lnTo>
                    <a:pt x="2067460" y="52117"/>
                  </a:lnTo>
                  <a:cubicBezTo>
                    <a:pt x="2119781" y="220333"/>
                    <a:pt x="2147966" y="399183"/>
                    <a:pt x="2147966" y="584616"/>
                  </a:cubicBezTo>
                  <a:cubicBezTo>
                    <a:pt x="2147966" y="1573592"/>
                    <a:pt x="1346242" y="2375316"/>
                    <a:pt x="357266" y="2375316"/>
                  </a:cubicBezTo>
                  <a:cubicBezTo>
                    <a:pt x="295455" y="2375316"/>
                    <a:pt x="234375" y="2372184"/>
                    <a:pt x="174177" y="2366071"/>
                  </a:cubicBezTo>
                  <a:lnTo>
                    <a:pt x="0" y="2339488"/>
                  </a:lnTo>
                  <a:lnTo>
                    <a:pt x="0" y="1560485"/>
                  </a:lnTo>
                  <a:lnTo>
                    <a:pt x="47948" y="1578034"/>
                  </a:lnTo>
                  <a:cubicBezTo>
                    <a:pt x="145661" y="1608426"/>
                    <a:pt x="249552" y="1624798"/>
                    <a:pt x="357266" y="1624798"/>
                  </a:cubicBezTo>
                  <a:cubicBezTo>
                    <a:pt x="931743" y="1624798"/>
                    <a:pt x="1397448" y="1159093"/>
                    <a:pt x="1397448" y="584616"/>
                  </a:cubicBezTo>
                  <a:cubicBezTo>
                    <a:pt x="1397448" y="369187"/>
                    <a:pt x="1331958" y="169054"/>
                    <a:pt x="1219801" y="3040"/>
                  </a:cubicBezTo>
                  <a:close/>
                </a:path>
              </a:pathLst>
            </a:custGeom>
            <a:solidFill>
              <a:srgbClr val="8EBAE2"/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A7585635-9F29-4E63-8ED6-2D0E97E9D29A}"/>
                </a:ext>
              </a:extLst>
            </p:cNvPr>
            <p:cNvSpPr/>
            <p:nvPr/>
          </p:nvSpPr>
          <p:spPr>
            <a:xfrm flipH="1" flipV="1">
              <a:off x="9679404" y="4242544"/>
              <a:ext cx="2147966" cy="2375316"/>
            </a:xfrm>
            <a:custGeom>
              <a:avLst/>
              <a:gdLst>
                <a:gd name="connsiteX0" fmla="*/ 1217293 w 2147966"/>
                <a:gd name="connsiteY0" fmla="*/ 0 h 2375316"/>
                <a:gd name="connsiteX1" fmla="*/ 2048385 w 2147966"/>
                <a:gd name="connsiteY1" fmla="*/ 0 h 2375316"/>
                <a:gd name="connsiteX2" fmla="*/ 2067460 w 2147966"/>
                <a:gd name="connsiteY2" fmla="*/ 52117 h 2375316"/>
                <a:gd name="connsiteX3" fmla="*/ 2147966 w 2147966"/>
                <a:gd name="connsiteY3" fmla="*/ 584616 h 2375316"/>
                <a:gd name="connsiteX4" fmla="*/ 357266 w 2147966"/>
                <a:gd name="connsiteY4" fmla="*/ 2375316 h 2375316"/>
                <a:gd name="connsiteX5" fmla="*/ 174177 w 2147966"/>
                <a:gd name="connsiteY5" fmla="*/ 2366071 h 2375316"/>
                <a:gd name="connsiteX6" fmla="*/ 0 w 2147966"/>
                <a:gd name="connsiteY6" fmla="*/ 2339488 h 2375316"/>
                <a:gd name="connsiteX7" fmla="*/ 0 w 2147966"/>
                <a:gd name="connsiteY7" fmla="*/ 1560485 h 2375316"/>
                <a:gd name="connsiteX8" fmla="*/ 47948 w 2147966"/>
                <a:gd name="connsiteY8" fmla="*/ 1578034 h 2375316"/>
                <a:gd name="connsiteX9" fmla="*/ 357266 w 2147966"/>
                <a:gd name="connsiteY9" fmla="*/ 1624798 h 2375316"/>
                <a:gd name="connsiteX10" fmla="*/ 1397448 w 2147966"/>
                <a:gd name="connsiteY10" fmla="*/ 584616 h 2375316"/>
                <a:gd name="connsiteX11" fmla="*/ 1219801 w 2147966"/>
                <a:gd name="connsiteY11" fmla="*/ 3040 h 237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47966" h="2375316">
                  <a:moveTo>
                    <a:pt x="1217293" y="0"/>
                  </a:moveTo>
                  <a:lnTo>
                    <a:pt x="2048385" y="0"/>
                  </a:lnTo>
                  <a:lnTo>
                    <a:pt x="2067460" y="52117"/>
                  </a:lnTo>
                  <a:cubicBezTo>
                    <a:pt x="2119781" y="220333"/>
                    <a:pt x="2147966" y="399183"/>
                    <a:pt x="2147966" y="584616"/>
                  </a:cubicBezTo>
                  <a:cubicBezTo>
                    <a:pt x="2147966" y="1573592"/>
                    <a:pt x="1346242" y="2375316"/>
                    <a:pt x="357266" y="2375316"/>
                  </a:cubicBezTo>
                  <a:cubicBezTo>
                    <a:pt x="295455" y="2375316"/>
                    <a:pt x="234375" y="2372184"/>
                    <a:pt x="174177" y="2366071"/>
                  </a:cubicBezTo>
                  <a:lnTo>
                    <a:pt x="0" y="2339488"/>
                  </a:lnTo>
                  <a:lnTo>
                    <a:pt x="0" y="1560485"/>
                  </a:lnTo>
                  <a:lnTo>
                    <a:pt x="47948" y="1578034"/>
                  </a:lnTo>
                  <a:cubicBezTo>
                    <a:pt x="145661" y="1608426"/>
                    <a:pt x="249552" y="1624798"/>
                    <a:pt x="357266" y="1624798"/>
                  </a:cubicBezTo>
                  <a:cubicBezTo>
                    <a:pt x="931743" y="1624798"/>
                    <a:pt x="1397448" y="1159093"/>
                    <a:pt x="1397448" y="584616"/>
                  </a:cubicBezTo>
                  <a:cubicBezTo>
                    <a:pt x="1397448" y="369187"/>
                    <a:pt x="1331958" y="169054"/>
                    <a:pt x="1219801" y="3040"/>
                  </a:cubicBezTo>
                  <a:close/>
                </a:path>
              </a:pathLst>
            </a:custGeom>
            <a:noFill/>
            <a:ln>
              <a:solidFill>
                <a:srgbClr val="8EB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2" name="缓慢钢琴音乐">
            <a:hlinkClick r:id="" action="ppaction://media"/>
            <a:extLst>
              <a:ext uri="{FF2B5EF4-FFF2-40B4-BE49-F238E27FC236}">
                <a16:creationId xmlns:a16="http://schemas.microsoft.com/office/drawing/2014/main" id="{835AD22F-0388-44CF-A9E5-429FA7E37136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2545961" y="-250968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11994"/>
      </p:ext>
    </p:extLst>
  </p:cSld>
  <p:clrMapOvr>
    <a:masterClrMapping/>
  </p:clrMapOvr>
  <p:transition spd="med" advClick="0" advTm="2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775"/>
                            </p:stCondLst>
                            <p:childTnLst>
                              <p:par>
                                <p:cTn id="26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2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38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4" grpId="0" animBg="1"/>
      <p:bldP spid="11" grpId="0" animBg="1"/>
      <p:bldP spid="17" grpId="0" animBg="1"/>
      <p:bldP spid="18" grpId="0" animBg="1"/>
      <p:bldP spid="19" grpId="0"/>
      <p:bldP spid="2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3688E2B-4A69-4912-9385-02F7BCB1FEDD}"/>
              </a:ext>
            </a:extLst>
          </p:cNvPr>
          <p:cNvGrpSpPr/>
          <p:nvPr/>
        </p:nvGrpSpPr>
        <p:grpSpPr>
          <a:xfrm>
            <a:off x="739952" y="0"/>
            <a:ext cx="4472589" cy="6858000"/>
            <a:chOff x="739952" y="0"/>
            <a:chExt cx="4472589" cy="6858000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4019EA95-F30B-4581-8F8A-F33A28D017DC}"/>
                </a:ext>
              </a:extLst>
            </p:cNvPr>
            <p:cNvSpPr/>
            <p:nvPr/>
          </p:nvSpPr>
          <p:spPr>
            <a:xfrm>
              <a:off x="739952" y="0"/>
              <a:ext cx="4472589" cy="6858000"/>
            </a:xfrm>
            <a:prstGeom prst="rect">
              <a:avLst/>
            </a:prstGeom>
            <a:pattFill prst="wdUpDiag">
              <a:fgClr>
                <a:srgbClr val="8EBAE2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979622C1-C207-4CF6-A629-E94307ABD6FE}"/>
                </a:ext>
              </a:extLst>
            </p:cNvPr>
            <p:cNvSpPr/>
            <p:nvPr/>
          </p:nvSpPr>
          <p:spPr>
            <a:xfrm flipH="1">
              <a:off x="1165989" y="0"/>
              <a:ext cx="3636974" cy="6858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E121F607-CECB-4F1C-B81C-0B3AA1F6C295}"/>
              </a:ext>
            </a:extLst>
          </p:cNvPr>
          <p:cNvGrpSpPr/>
          <p:nvPr/>
        </p:nvGrpSpPr>
        <p:grpSpPr>
          <a:xfrm flipH="1">
            <a:off x="0" y="4242544"/>
            <a:ext cx="2512596" cy="2615456"/>
            <a:chOff x="9679404" y="4242544"/>
            <a:chExt cx="2512596" cy="2615456"/>
          </a:xfrm>
        </p:grpSpPr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EF690674-91FD-49EF-ABBD-54DF6D8C511F}"/>
                </a:ext>
              </a:extLst>
            </p:cNvPr>
            <p:cNvSpPr/>
            <p:nvPr/>
          </p:nvSpPr>
          <p:spPr>
            <a:xfrm flipH="1" flipV="1">
              <a:off x="10044034" y="4482684"/>
              <a:ext cx="2147966" cy="2375316"/>
            </a:xfrm>
            <a:custGeom>
              <a:avLst/>
              <a:gdLst>
                <a:gd name="connsiteX0" fmla="*/ 1217293 w 2147966"/>
                <a:gd name="connsiteY0" fmla="*/ 0 h 2375316"/>
                <a:gd name="connsiteX1" fmla="*/ 2048385 w 2147966"/>
                <a:gd name="connsiteY1" fmla="*/ 0 h 2375316"/>
                <a:gd name="connsiteX2" fmla="*/ 2067460 w 2147966"/>
                <a:gd name="connsiteY2" fmla="*/ 52117 h 2375316"/>
                <a:gd name="connsiteX3" fmla="*/ 2147966 w 2147966"/>
                <a:gd name="connsiteY3" fmla="*/ 584616 h 2375316"/>
                <a:gd name="connsiteX4" fmla="*/ 357266 w 2147966"/>
                <a:gd name="connsiteY4" fmla="*/ 2375316 h 2375316"/>
                <a:gd name="connsiteX5" fmla="*/ 174177 w 2147966"/>
                <a:gd name="connsiteY5" fmla="*/ 2366071 h 2375316"/>
                <a:gd name="connsiteX6" fmla="*/ 0 w 2147966"/>
                <a:gd name="connsiteY6" fmla="*/ 2339488 h 2375316"/>
                <a:gd name="connsiteX7" fmla="*/ 0 w 2147966"/>
                <a:gd name="connsiteY7" fmla="*/ 1560485 h 2375316"/>
                <a:gd name="connsiteX8" fmla="*/ 47948 w 2147966"/>
                <a:gd name="connsiteY8" fmla="*/ 1578034 h 2375316"/>
                <a:gd name="connsiteX9" fmla="*/ 357266 w 2147966"/>
                <a:gd name="connsiteY9" fmla="*/ 1624798 h 2375316"/>
                <a:gd name="connsiteX10" fmla="*/ 1397448 w 2147966"/>
                <a:gd name="connsiteY10" fmla="*/ 584616 h 2375316"/>
                <a:gd name="connsiteX11" fmla="*/ 1219801 w 2147966"/>
                <a:gd name="connsiteY11" fmla="*/ 3040 h 237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47966" h="2375316">
                  <a:moveTo>
                    <a:pt x="1217293" y="0"/>
                  </a:moveTo>
                  <a:lnTo>
                    <a:pt x="2048385" y="0"/>
                  </a:lnTo>
                  <a:lnTo>
                    <a:pt x="2067460" y="52117"/>
                  </a:lnTo>
                  <a:cubicBezTo>
                    <a:pt x="2119781" y="220333"/>
                    <a:pt x="2147966" y="399183"/>
                    <a:pt x="2147966" y="584616"/>
                  </a:cubicBezTo>
                  <a:cubicBezTo>
                    <a:pt x="2147966" y="1573592"/>
                    <a:pt x="1346242" y="2375316"/>
                    <a:pt x="357266" y="2375316"/>
                  </a:cubicBezTo>
                  <a:cubicBezTo>
                    <a:pt x="295455" y="2375316"/>
                    <a:pt x="234375" y="2372184"/>
                    <a:pt x="174177" y="2366071"/>
                  </a:cubicBezTo>
                  <a:lnTo>
                    <a:pt x="0" y="2339488"/>
                  </a:lnTo>
                  <a:lnTo>
                    <a:pt x="0" y="1560485"/>
                  </a:lnTo>
                  <a:lnTo>
                    <a:pt x="47948" y="1578034"/>
                  </a:lnTo>
                  <a:cubicBezTo>
                    <a:pt x="145661" y="1608426"/>
                    <a:pt x="249552" y="1624798"/>
                    <a:pt x="357266" y="1624798"/>
                  </a:cubicBezTo>
                  <a:cubicBezTo>
                    <a:pt x="931743" y="1624798"/>
                    <a:pt x="1397448" y="1159093"/>
                    <a:pt x="1397448" y="584616"/>
                  </a:cubicBezTo>
                  <a:cubicBezTo>
                    <a:pt x="1397448" y="369187"/>
                    <a:pt x="1331958" y="169054"/>
                    <a:pt x="1219801" y="3040"/>
                  </a:cubicBezTo>
                  <a:close/>
                </a:path>
              </a:pathLst>
            </a:custGeom>
            <a:solidFill>
              <a:srgbClr val="8EBAE2"/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1DC01A66-6C49-48BE-9FC1-13844E1D2C10}"/>
                </a:ext>
              </a:extLst>
            </p:cNvPr>
            <p:cNvSpPr/>
            <p:nvPr/>
          </p:nvSpPr>
          <p:spPr>
            <a:xfrm flipH="1" flipV="1">
              <a:off x="9679404" y="4242544"/>
              <a:ext cx="2147966" cy="2375316"/>
            </a:xfrm>
            <a:custGeom>
              <a:avLst/>
              <a:gdLst>
                <a:gd name="connsiteX0" fmla="*/ 1217293 w 2147966"/>
                <a:gd name="connsiteY0" fmla="*/ 0 h 2375316"/>
                <a:gd name="connsiteX1" fmla="*/ 2048385 w 2147966"/>
                <a:gd name="connsiteY1" fmla="*/ 0 h 2375316"/>
                <a:gd name="connsiteX2" fmla="*/ 2067460 w 2147966"/>
                <a:gd name="connsiteY2" fmla="*/ 52117 h 2375316"/>
                <a:gd name="connsiteX3" fmla="*/ 2147966 w 2147966"/>
                <a:gd name="connsiteY3" fmla="*/ 584616 h 2375316"/>
                <a:gd name="connsiteX4" fmla="*/ 357266 w 2147966"/>
                <a:gd name="connsiteY4" fmla="*/ 2375316 h 2375316"/>
                <a:gd name="connsiteX5" fmla="*/ 174177 w 2147966"/>
                <a:gd name="connsiteY5" fmla="*/ 2366071 h 2375316"/>
                <a:gd name="connsiteX6" fmla="*/ 0 w 2147966"/>
                <a:gd name="connsiteY6" fmla="*/ 2339488 h 2375316"/>
                <a:gd name="connsiteX7" fmla="*/ 0 w 2147966"/>
                <a:gd name="connsiteY7" fmla="*/ 1560485 h 2375316"/>
                <a:gd name="connsiteX8" fmla="*/ 47948 w 2147966"/>
                <a:gd name="connsiteY8" fmla="*/ 1578034 h 2375316"/>
                <a:gd name="connsiteX9" fmla="*/ 357266 w 2147966"/>
                <a:gd name="connsiteY9" fmla="*/ 1624798 h 2375316"/>
                <a:gd name="connsiteX10" fmla="*/ 1397448 w 2147966"/>
                <a:gd name="connsiteY10" fmla="*/ 584616 h 2375316"/>
                <a:gd name="connsiteX11" fmla="*/ 1219801 w 2147966"/>
                <a:gd name="connsiteY11" fmla="*/ 3040 h 237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47966" h="2375316">
                  <a:moveTo>
                    <a:pt x="1217293" y="0"/>
                  </a:moveTo>
                  <a:lnTo>
                    <a:pt x="2048385" y="0"/>
                  </a:lnTo>
                  <a:lnTo>
                    <a:pt x="2067460" y="52117"/>
                  </a:lnTo>
                  <a:cubicBezTo>
                    <a:pt x="2119781" y="220333"/>
                    <a:pt x="2147966" y="399183"/>
                    <a:pt x="2147966" y="584616"/>
                  </a:cubicBezTo>
                  <a:cubicBezTo>
                    <a:pt x="2147966" y="1573592"/>
                    <a:pt x="1346242" y="2375316"/>
                    <a:pt x="357266" y="2375316"/>
                  </a:cubicBezTo>
                  <a:cubicBezTo>
                    <a:pt x="295455" y="2375316"/>
                    <a:pt x="234375" y="2372184"/>
                    <a:pt x="174177" y="2366071"/>
                  </a:cubicBezTo>
                  <a:lnTo>
                    <a:pt x="0" y="2339488"/>
                  </a:lnTo>
                  <a:lnTo>
                    <a:pt x="0" y="1560485"/>
                  </a:lnTo>
                  <a:lnTo>
                    <a:pt x="47948" y="1578034"/>
                  </a:lnTo>
                  <a:cubicBezTo>
                    <a:pt x="145661" y="1608426"/>
                    <a:pt x="249552" y="1624798"/>
                    <a:pt x="357266" y="1624798"/>
                  </a:cubicBezTo>
                  <a:cubicBezTo>
                    <a:pt x="931743" y="1624798"/>
                    <a:pt x="1397448" y="1159093"/>
                    <a:pt x="1397448" y="584616"/>
                  </a:cubicBezTo>
                  <a:cubicBezTo>
                    <a:pt x="1397448" y="369187"/>
                    <a:pt x="1331958" y="169054"/>
                    <a:pt x="1219801" y="3040"/>
                  </a:cubicBezTo>
                  <a:close/>
                </a:path>
              </a:pathLst>
            </a:custGeom>
            <a:noFill/>
            <a:ln>
              <a:solidFill>
                <a:srgbClr val="8EB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46D14E2A-E116-4324-A0F5-26BC8B7A85CA}"/>
              </a:ext>
            </a:extLst>
          </p:cNvPr>
          <p:cNvSpPr txBox="1"/>
          <p:nvPr/>
        </p:nvSpPr>
        <p:spPr>
          <a:xfrm>
            <a:off x="1706019" y="251530"/>
            <a:ext cx="2222303" cy="124649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5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dist"/>
            <a:r>
              <a:rPr lang="zh-CN" altLang="en-US" sz="7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宋体" panose="02020700000000000000" pitchFamily="18" charset="-122"/>
                <a:ea typeface="思源宋体" panose="02020700000000000000" pitchFamily="18" charset="-122"/>
              </a:rPr>
              <a:t>目录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165D3AE-107A-494D-A7F1-430B750AFFEA}"/>
              </a:ext>
            </a:extLst>
          </p:cNvPr>
          <p:cNvSpPr txBox="1"/>
          <p:nvPr/>
        </p:nvSpPr>
        <p:spPr>
          <a:xfrm>
            <a:off x="1780356" y="1433940"/>
            <a:ext cx="2147966" cy="43088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5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宋体" panose="02020700000000000000" pitchFamily="18" charset="-122"/>
                <a:ea typeface="思源宋体" panose="02020700000000000000" pitchFamily="18" charset="-122"/>
              </a:rPr>
              <a:t>CONTENTS</a:t>
            </a:r>
            <a:endParaRPr lang="zh-CN" altLang="en-US" sz="2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宋体" panose="02020700000000000000" pitchFamily="18" charset="-122"/>
              <a:ea typeface="思源宋体" panose="02020700000000000000" pitchFamily="18" charset="-122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405A6E8F-3EAB-429C-BCDA-A9341AFC06D7}"/>
              </a:ext>
            </a:extLst>
          </p:cNvPr>
          <p:cNvGrpSpPr/>
          <p:nvPr/>
        </p:nvGrpSpPr>
        <p:grpSpPr>
          <a:xfrm>
            <a:off x="6366825" y="761710"/>
            <a:ext cx="1246549" cy="1021243"/>
            <a:chOff x="6328725" y="987403"/>
            <a:chExt cx="1246549" cy="1021243"/>
          </a:xfrm>
        </p:grpSpPr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6FCE2919-D0EC-4966-8B5F-64EB75F42EF1}"/>
                </a:ext>
              </a:extLst>
            </p:cNvPr>
            <p:cNvSpPr/>
            <p:nvPr/>
          </p:nvSpPr>
          <p:spPr>
            <a:xfrm flipH="1" flipV="1">
              <a:off x="6328725" y="987403"/>
              <a:ext cx="923496" cy="1021243"/>
            </a:xfrm>
            <a:custGeom>
              <a:avLst/>
              <a:gdLst>
                <a:gd name="connsiteX0" fmla="*/ 1217293 w 2147966"/>
                <a:gd name="connsiteY0" fmla="*/ 0 h 2375316"/>
                <a:gd name="connsiteX1" fmla="*/ 2048385 w 2147966"/>
                <a:gd name="connsiteY1" fmla="*/ 0 h 2375316"/>
                <a:gd name="connsiteX2" fmla="*/ 2067460 w 2147966"/>
                <a:gd name="connsiteY2" fmla="*/ 52117 h 2375316"/>
                <a:gd name="connsiteX3" fmla="*/ 2147966 w 2147966"/>
                <a:gd name="connsiteY3" fmla="*/ 584616 h 2375316"/>
                <a:gd name="connsiteX4" fmla="*/ 357266 w 2147966"/>
                <a:gd name="connsiteY4" fmla="*/ 2375316 h 2375316"/>
                <a:gd name="connsiteX5" fmla="*/ 174177 w 2147966"/>
                <a:gd name="connsiteY5" fmla="*/ 2366071 h 2375316"/>
                <a:gd name="connsiteX6" fmla="*/ 0 w 2147966"/>
                <a:gd name="connsiteY6" fmla="*/ 2339488 h 2375316"/>
                <a:gd name="connsiteX7" fmla="*/ 0 w 2147966"/>
                <a:gd name="connsiteY7" fmla="*/ 1560485 h 2375316"/>
                <a:gd name="connsiteX8" fmla="*/ 47948 w 2147966"/>
                <a:gd name="connsiteY8" fmla="*/ 1578034 h 2375316"/>
                <a:gd name="connsiteX9" fmla="*/ 357266 w 2147966"/>
                <a:gd name="connsiteY9" fmla="*/ 1624798 h 2375316"/>
                <a:gd name="connsiteX10" fmla="*/ 1397448 w 2147966"/>
                <a:gd name="connsiteY10" fmla="*/ 584616 h 2375316"/>
                <a:gd name="connsiteX11" fmla="*/ 1219801 w 2147966"/>
                <a:gd name="connsiteY11" fmla="*/ 3040 h 237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47966" h="2375316">
                  <a:moveTo>
                    <a:pt x="1217293" y="0"/>
                  </a:moveTo>
                  <a:lnTo>
                    <a:pt x="2048385" y="0"/>
                  </a:lnTo>
                  <a:lnTo>
                    <a:pt x="2067460" y="52117"/>
                  </a:lnTo>
                  <a:cubicBezTo>
                    <a:pt x="2119781" y="220333"/>
                    <a:pt x="2147966" y="399183"/>
                    <a:pt x="2147966" y="584616"/>
                  </a:cubicBezTo>
                  <a:cubicBezTo>
                    <a:pt x="2147966" y="1573592"/>
                    <a:pt x="1346242" y="2375316"/>
                    <a:pt x="357266" y="2375316"/>
                  </a:cubicBezTo>
                  <a:cubicBezTo>
                    <a:pt x="295455" y="2375316"/>
                    <a:pt x="234375" y="2372184"/>
                    <a:pt x="174177" y="2366071"/>
                  </a:cubicBezTo>
                  <a:lnTo>
                    <a:pt x="0" y="2339488"/>
                  </a:lnTo>
                  <a:lnTo>
                    <a:pt x="0" y="1560485"/>
                  </a:lnTo>
                  <a:lnTo>
                    <a:pt x="47948" y="1578034"/>
                  </a:lnTo>
                  <a:cubicBezTo>
                    <a:pt x="145661" y="1608426"/>
                    <a:pt x="249552" y="1624798"/>
                    <a:pt x="357266" y="1624798"/>
                  </a:cubicBezTo>
                  <a:cubicBezTo>
                    <a:pt x="931743" y="1624798"/>
                    <a:pt x="1397448" y="1159093"/>
                    <a:pt x="1397448" y="584616"/>
                  </a:cubicBezTo>
                  <a:cubicBezTo>
                    <a:pt x="1397448" y="369187"/>
                    <a:pt x="1331958" y="169054"/>
                    <a:pt x="1219801" y="3040"/>
                  </a:cubicBezTo>
                  <a:close/>
                </a:path>
              </a:pathLst>
            </a:custGeom>
            <a:solidFill>
              <a:srgbClr val="8EBAE2"/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íśḻïḓè">
              <a:extLst>
                <a:ext uri="{FF2B5EF4-FFF2-40B4-BE49-F238E27FC236}">
                  <a16:creationId xmlns:a16="http://schemas.microsoft.com/office/drawing/2014/main" id="{2DFCAA9E-36B4-4D44-815B-D528459093CE}"/>
                </a:ext>
              </a:extLst>
            </p:cNvPr>
            <p:cNvSpPr txBox="1"/>
            <p:nvPr/>
          </p:nvSpPr>
          <p:spPr bwMode="auto">
            <a:xfrm>
              <a:off x="6651778" y="1364484"/>
              <a:ext cx="923496" cy="6372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3000" spc="60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01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B4558CCC-CCCA-48DF-BBC5-AFB92E565530}"/>
              </a:ext>
            </a:extLst>
          </p:cNvPr>
          <p:cNvGrpSpPr/>
          <p:nvPr/>
        </p:nvGrpSpPr>
        <p:grpSpPr>
          <a:xfrm>
            <a:off x="7755647" y="1002052"/>
            <a:ext cx="3450739" cy="862775"/>
            <a:chOff x="7575273" y="1498025"/>
            <a:chExt cx="3450739" cy="862775"/>
          </a:xfrm>
        </p:grpSpPr>
        <p:sp>
          <p:nvSpPr>
            <p:cNvPr id="9" name="íśḻïḓè">
              <a:extLst>
                <a:ext uri="{FF2B5EF4-FFF2-40B4-BE49-F238E27FC236}">
                  <a16:creationId xmlns:a16="http://schemas.microsoft.com/office/drawing/2014/main" id="{FA0AADBE-F1A7-40B8-B64C-BEEF8273C90C}"/>
                </a:ext>
              </a:extLst>
            </p:cNvPr>
            <p:cNvSpPr txBox="1"/>
            <p:nvPr/>
          </p:nvSpPr>
          <p:spPr bwMode="auto">
            <a:xfrm>
              <a:off x="7575273" y="1498025"/>
              <a:ext cx="2910707" cy="42770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dist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000" spc="600" dirty="0" smtClea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工作內容</a:t>
              </a:r>
              <a:endParaRPr lang="en-US" altLang="zh-CN" sz="3000" spc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3DA03428-07F5-4FB4-B0E5-8949FBFBAB85}"/>
                </a:ext>
              </a:extLst>
            </p:cNvPr>
            <p:cNvSpPr txBox="1"/>
            <p:nvPr/>
          </p:nvSpPr>
          <p:spPr>
            <a:xfrm>
              <a:off x="7638832" y="2114579"/>
              <a:ext cx="3387180" cy="246221"/>
            </a:xfrm>
            <a:prstGeom prst="rect">
              <a:avLst/>
            </a:prstGeom>
            <a:noFill/>
          </p:spPr>
          <p:txBody>
            <a:bodyPr vert="horz" wrap="square" rtlCol="0" anchor="b">
              <a:spAutoFit/>
            </a:bodyPr>
            <a:lstStyle/>
            <a:p>
              <a:r>
                <a:rPr lang="en-US" altLang="zh-CN" sz="1000" spc="120" dirty="0" smtClea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Job Description</a:t>
              </a:r>
              <a:endParaRPr lang="zh-CN" altLang="en-US" sz="1000" spc="12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C4FAF213-0257-4D85-9857-3A43936D83F3}"/>
              </a:ext>
            </a:extLst>
          </p:cNvPr>
          <p:cNvGrpSpPr/>
          <p:nvPr/>
        </p:nvGrpSpPr>
        <p:grpSpPr>
          <a:xfrm>
            <a:off x="6366825" y="2592228"/>
            <a:ext cx="1246549" cy="1021243"/>
            <a:chOff x="6328725" y="987403"/>
            <a:chExt cx="1246549" cy="1021243"/>
          </a:xfrm>
        </p:grpSpPr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DEF2E766-3D4A-4AD6-890E-8A1A049C557F}"/>
                </a:ext>
              </a:extLst>
            </p:cNvPr>
            <p:cNvSpPr/>
            <p:nvPr/>
          </p:nvSpPr>
          <p:spPr>
            <a:xfrm flipH="1" flipV="1">
              <a:off x="6328725" y="987403"/>
              <a:ext cx="923496" cy="1021243"/>
            </a:xfrm>
            <a:custGeom>
              <a:avLst/>
              <a:gdLst>
                <a:gd name="connsiteX0" fmla="*/ 1217293 w 2147966"/>
                <a:gd name="connsiteY0" fmla="*/ 0 h 2375316"/>
                <a:gd name="connsiteX1" fmla="*/ 2048385 w 2147966"/>
                <a:gd name="connsiteY1" fmla="*/ 0 h 2375316"/>
                <a:gd name="connsiteX2" fmla="*/ 2067460 w 2147966"/>
                <a:gd name="connsiteY2" fmla="*/ 52117 h 2375316"/>
                <a:gd name="connsiteX3" fmla="*/ 2147966 w 2147966"/>
                <a:gd name="connsiteY3" fmla="*/ 584616 h 2375316"/>
                <a:gd name="connsiteX4" fmla="*/ 357266 w 2147966"/>
                <a:gd name="connsiteY4" fmla="*/ 2375316 h 2375316"/>
                <a:gd name="connsiteX5" fmla="*/ 174177 w 2147966"/>
                <a:gd name="connsiteY5" fmla="*/ 2366071 h 2375316"/>
                <a:gd name="connsiteX6" fmla="*/ 0 w 2147966"/>
                <a:gd name="connsiteY6" fmla="*/ 2339488 h 2375316"/>
                <a:gd name="connsiteX7" fmla="*/ 0 w 2147966"/>
                <a:gd name="connsiteY7" fmla="*/ 1560485 h 2375316"/>
                <a:gd name="connsiteX8" fmla="*/ 47948 w 2147966"/>
                <a:gd name="connsiteY8" fmla="*/ 1578034 h 2375316"/>
                <a:gd name="connsiteX9" fmla="*/ 357266 w 2147966"/>
                <a:gd name="connsiteY9" fmla="*/ 1624798 h 2375316"/>
                <a:gd name="connsiteX10" fmla="*/ 1397448 w 2147966"/>
                <a:gd name="connsiteY10" fmla="*/ 584616 h 2375316"/>
                <a:gd name="connsiteX11" fmla="*/ 1219801 w 2147966"/>
                <a:gd name="connsiteY11" fmla="*/ 3040 h 237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47966" h="2375316">
                  <a:moveTo>
                    <a:pt x="1217293" y="0"/>
                  </a:moveTo>
                  <a:lnTo>
                    <a:pt x="2048385" y="0"/>
                  </a:lnTo>
                  <a:lnTo>
                    <a:pt x="2067460" y="52117"/>
                  </a:lnTo>
                  <a:cubicBezTo>
                    <a:pt x="2119781" y="220333"/>
                    <a:pt x="2147966" y="399183"/>
                    <a:pt x="2147966" y="584616"/>
                  </a:cubicBezTo>
                  <a:cubicBezTo>
                    <a:pt x="2147966" y="1573592"/>
                    <a:pt x="1346242" y="2375316"/>
                    <a:pt x="357266" y="2375316"/>
                  </a:cubicBezTo>
                  <a:cubicBezTo>
                    <a:pt x="295455" y="2375316"/>
                    <a:pt x="234375" y="2372184"/>
                    <a:pt x="174177" y="2366071"/>
                  </a:cubicBezTo>
                  <a:lnTo>
                    <a:pt x="0" y="2339488"/>
                  </a:lnTo>
                  <a:lnTo>
                    <a:pt x="0" y="1560485"/>
                  </a:lnTo>
                  <a:lnTo>
                    <a:pt x="47948" y="1578034"/>
                  </a:lnTo>
                  <a:cubicBezTo>
                    <a:pt x="145661" y="1608426"/>
                    <a:pt x="249552" y="1624798"/>
                    <a:pt x="357266" y="1624798"/>
                  </a:cubicBezTo>
                  <a:cubicBezTo>
                    <a:pt x="931743" y="1624798"/>
                    <a:pt x="1397448" y="1159093"/>
                    <a:pt x="1397448" y="584616"/>
                  </a:cubicBezTo>
                  <a:cubicBezTo>
                    <a:pt x="1397448" y="369187"/>
                    <a:pt x="1331958" y="169054"/>
                    <a:pt x="1219801" y="3040"/>
                  </a:cubicBezTo>
                  <a:close/>
                </a:path>
              </a:pathLst>
            </a:custGeom>
            <a:solidFill>
              <a:srgbClr val="8EBAE2"/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íśḻïḓè">
              <a:extLst>
                <a:ext uri="{FF2B5EF4-FFF2-40B4-BE49-F238E27FC236}">
                  <a16:creationId xmlns:a16="http://schemas.microsoft.com/office/drawing/2014/main" id="{52978352-A6EF-4840-BC2C-28F62548C565}"/>
                </a:ext>
              </a:extLst>
            </p:cNvPr>
            <p:cNvSpPr txBox="1"/>
            <p:nvPr/>
          </p:nvSpPr>
          <p:spPr bwMode="auto">
            <a:xfrm>
              <a:off x="6651778" y="1364484"/>
              <a:ext cx="923496" cy="6372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3000" spc="60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842C6ABF-95D0-4B3E-90D1-020AC0CE35C6}"/>
              </a:ext>
            </a:extLst>
          </p:cNvPr>
          <p:cNvGrpSpPr/>
          <p:nvPr/>
        </p:nvGrpSpPr>
        <p:grpSpPr>
          <a:xfrm>
            <a:off x="7787426" y="2769460"/>
            <a:ext cx="3450739" cy="862775"/>
            <a:chOff x="7575273" y="1498025"/>
            <a:chExt cx="3450739" cy="862775"/>
          </a:xfrm>
        </p:grpSpPr>
        <p:sp>
          <p:nvSpPr>
            <p:cNvPr id="33" name="íśḻïḓè">
              <a:extLst>
                <a:ext uri="{FF2B5EF4-FFF2-40B4-BE49-F238E27FC236}">
                  <a16:creationId xmlns:a16="http://schemas.microsoft.com/office/drawing/2014/main" id="{A620EE44-488E-4814-A717-7E1ABB16B08A}"/>
                </a:ext>
              </a:extLst>
            </p:cNvPr>
            <p:cNvSpPr txBox="1"/>
            <p:nvPr/>
          </p:nvSpPr>
          <p:spPr bwMode="auto">
            <a:xfrm>
              <a:off x="7575273" y="1498025"/>
              <a:ext cx="2910707" cy="42770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dist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000" spc="600" dirty="0" smtClea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工作成果</a:t>
              </a:r>
              <a:endParaRPr lang="en-US" altLang="zh-CN" sz="3000" spc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DFA7D2E0-E087-4066-8C77-6ACA619A7CDB}"/>
                </a:ext>
              </a:extLst>
            </p:cNvPr>
            <p:cNvSpPr txBox="1"/>
            <p:nvPr/>
          </p:nvSpPr>
          <p:spPr>
            <a:xfrm>
              <a:off x="7638832" y="2114579"/>
              <a:ext cx="3387180" cy="246221"/>
            </a:xfrm>
            <a:prstGeom prst="rect">
              <a:avLst/>
            </a:prstGeom>
            <a:noFill/>
          </p:spPr>
          <p:txBody>
            <a:bodyPr vert="horz" wrap="square" rtlCol="0" anchor="b">
              <a:spAutoFit/>
            </a:bodyPr>
            <a:lstStyle/>
            <a:p>
              <a:r>
                <a:rPr lang="en-US" altLang="zh-CN" sz="1000" spc="120" dirty="0" smtClea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Work results</a:t>
              </a:r>
              <a:endParaRPr lang="zh-CN" altLang="en-US" sz="1000" spc="12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9C72CC76-A5C2-44CA-BD3D-0D7F85DDB226}"/>
              </a:ext>
            </a:extLst>
          </p:cNvPr>
          <p:cNvGrpSpPr/>
          <p:nvPr/>
        </p:nvGrpSpPr>
        <p:grpSpPr>
          <a:xfrm>
            <a:off x="6366825" y="4442959"/>
            <a:ext cx="1246549" cy="1021243"/>
            <a:chOff x="6328725" y="987403"/>
            <a:chExt cx="1246549" cy="1021243"/>
          </a:xfrm>
        </p:grpSpPr>
        <p:sp>
          <p:nvSpPr>
            <p:cNvPr id="42" name="任意多边形: 形状 41">
              <a:extLst>
                <a:ext uri="{FF2B5EF4-FFF2-40B4-BE49-F238E27FC236}">
                  <a16:creationId xmlns:a16="http://schemas.microsoft.com/office/drawing/2014/main" id="{6218C750-8C4A-4EB9-99A7-B5CB9B3DE2C0}"/>
                </a:ext>
              </a:extLst>
            </p:cNvPr>
            <p:cNvSpPr/>
            <p:nvPr/>
          </p:nvSpPr>
          <p:spPr>
            <a:xfrm flipH="1" flipV="1">
              <a:off x="6328725" y="987403"/>
              <a:ext cx="923496" cy="1021243"/>
            </a:xfrm>
            <a:custGeom>
              <a:avLst/>
              <a:gdLst>
                <a:gd name="connsiteX0" fmla="*/ 1217293 w 2147966"/>
                <a:gd name="connsiteY0" fmla="*/ 0 h 2375316"/>
                <a:gd name="connsiteX1" fmla="*/ 2048385 w 2147966"/>
                <a:gd name="connsiteY1" fmla="*/ 0 h 2375316"/>
                <a:gd name="connsiteX2" fmla="*/ 2067460 w 2147966"/>
                <a:gd name="connsiteY2" fmla="*/ 52117 h 2375316"/>
                <a:gd name="connsiteX3" fmla="*/ 2147966 w 2147966"/>
                <a:gd name="connsiteY3" fmla="*/ 584616 h 2375316"/>
                <a:gd name="connsiteX4" fmla="*/ 357266 w 2147966"/>
                <a:gd name="connsiteY4" fmla="*/ 2375316 h 2375316"/>
                <a:gd name="connsiteX5" fmla="*/ 174177 w 2147966"/>
                <a:gd name="connsiteY5" fmla="*/ 2366071 h 2375316"/>
                <a:gd name="connsiteX6" fmla="*/ 0 w 2147966"/>
                <a:gd name="connsiteY6" fmla="*/ 2339488 h 2375316"/>
                <a:gd name="connsiteX7" fmla="*/ 0 w 2147966"/>
                <a:gd name="connsiteY7" fmla="*/ 1560485 h 2375316"/>
                <a:gd name="connsiteX8" fmla="*/ 47948 w 2147966"/>
                <a:gd name="connsiteY8" fmla="*/ 1578034 h 2375316"/>
                <a:gd name="connsiteX9" fmla="*/ 357266 w 2147966"/>
                <a:gd name="connsiteY9" fmla="*/ 1624798 h 2375316"/>
                <a:gd name="connsiteX10" fmla="*/ 1397448 w 2147966"/>
                <a:gd name="connsiteY10" fmla="*/ 584616 h 2375316"/>
                <a:gd name="connsiteX11" fmla="*/ 1219801 w 2147966"/>
                <a:gd name="connsiteY11" fmla="*/ 3040 h 237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47966" h="2375316">
                  <a:moveTo>
                    <a:pt x="1217293" y="0"/>
                  </a:moveTo>
                  <a:lnTo>
                    <a:pt x="2048385" y="0"/>
                  </a:lnTo>
                  <a:lnTo>
                    <a:pt x="2067460" y="52117"/>
                  </a:lnTo>
                  <a:cubicBezTo>
                    <a:pt x="2119781" y="220333"/>
                    <a:pt x="2147966" y="399183"/>
                    <a:pt x="2147966" y="584616"/>
                  </a:cubicBezTo>
                  <a:cubicBezTo>
                    <a:pt x="2147966" y="1573592"/>
                    <a:pt x="1346242" y="2375316"/>
                    <a:pt x="357266" y="2375316"/>
                  </a:cubicBezTo>
                  <a:cubicBezTo>
                    <a:pt x="295455" y="2375316"/>
                    <a:pt x="234375" y="2372184"/>
                    <a:pt x="174177" y="2366071"/>
                  </a:cubicBezTo>
                  <a:lnTo>
                    <a:pt x="0" y="2339488"/>
                  </a:lnTo>
                  <a:lnTo>
                    <a:pt x="0" y="1560485"/>
                  </a:lnTo>
                  <a:lnTo>
                    <a:pt x="47948" y="1578034"/>
                  </a:lnTo>
                  <a:cubicBezTo>
                    <a:pt x="145661" y="1608426"/>
                    <a:pt x="249552" y="1624798"/>
                    <a:pt x="357266" y="1624798"/>
                  </a:cubicBezTo>
                  <a:cubicBezTo>
                    <a:pt x="931743" y="1624798"/>
                    <a:pt x="1397448" y="1159093"/>
                    <a:pt x="1397448" y="584616"/>
                  </a:cubicBezTo>
                  <a:cubicBezTo>
                    <a:pt x="1397448" y="369187"/>
                    <a:pt x="1331958" y="169054"/>
                    <a:pt x="1219801" y="3040"/>
                  </a:cubicBezTo>
                  <a:close/>
                </a:path>
              </a:pathLst>
            </a:custGeom>
            <a:solidFill>
              <a:srgbClr val="8EBAE2"/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íśḻïḓè">
              <a:extLst>
                <a:ext uri="{FF2B5EF4-FFF2-40B4-BE49-F238E27FC236}">
                  <a16:creationId xmlns:a16="http://schemas.microsoft.com/office/drawing/2014/main" id="{DE9A9F57-1593-456C-9A57-A81AF902AB01}"/>
                </a:ext>
              </a:extLst>
            </p:cNvPr>
            <p:cNvSpPr txBox="1"/>
            <p:nvPr/>
          </p:nvSpPr>
          <p:spPr bwMode="auto">
            <a:xfrm>
              <a:off x="6651778" y="1364484"/>
              <a:ext cx="923496" cy="6372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3000" spc="600" dirty="0" smtClea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lang="en-US" altLang="zh-CN" sz="3000" spc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1591D7E0-E0D4-4AB0-9FE1-860317E052D3}"/>
              </a:ext>
            </a:extLst>
          </p:cNvPr>
          <p:cNvGrpSpPr/>
          <p:nvPr/>
        </p:nvGrpSpPr>
        <p:grpSpPr>
          <a:xfrm>
            <a:off x="7819206" y="4536868"/>
            <a:ext cx="3450739" cy="862775"/>
            <a:chOff x="7575273" y="1498025"/>
            <a:chExt cx="3450739" cy="862775"/>
          </a:xfrm>
        </p:grpSpPr>
        <p:sp>
          <p:nvSpPr>
            <p:cNvPr id="45" name="íśḻïḓè">
              <a:extLst>
                <a:ext uri="{FF2B5EF4-FFF2-40B4-BE49-F238E27FC236}">
                  <a16:creationId xmlns:a16="http://schemas.microsoft.com/office/drawing/2014/main" id="{C616CF79-E9D5-4129-9480-8FFF651FDE24}"/>
                </a:ext>
              </a:extLst>
            </p:cNvPr>
            <p:cNvSpPr txBox="1"/>
            <p:nvPr/>
          </p:nvSpPr>
          <p:spPr bwMode="auto">
            <a:xfrm>
              <a:off x="7575273" y="1498025"/>
              <a:ext cx="2910707" cy="42770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dist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000" spc="600" dirty="0" smtClea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改善建議</a:t>
              </a:r>
              <a:endParaRPr lang="en-US" altLang="zh-CN" sz="3000" spc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996E38D6-4DA7-407E-9344-CEC35696193E}"/>
                </a:ext>
              </a:extLst>
            </p:cNvPr>
            <p:cNvSpPr txBox="1"/>
            <p:nvPr/>
          </p:nvSpPr>
          <p:spPr>
            <a:xfrm>
              <a:off x="7638832" y="2114579"/>
              <a:ext cx="3387180" cy="246221"/>
            </a:xfrm>
            <a:prstGeom prst="rect">
              <a:avLst/>
            </a:prstGeom>
            <a:noFill/>
          </p:spPr>
          <p:txBody>
            <a:bodyPr vert="horz" wrap="square" rtlCol="0" anchor="b">
              <a:spAutoFit/>
            </a:bodyPr>
            <a:lstStyle/>
            <a:p>
              <a:r>
                <a:rPr lang="en-US" altLang="zh-CN" sz="1000" spc="12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Improvement suggestions</a:t>
              </a:r>
              <a:endParaRPr lang="zh-CN" altLang="en-US" sz="1000" spc="12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9931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2000">
        <p:blinds dir="vert"/>
      </p:transition>
    </mc:Choice>
    <mc:Fallback xmlns="">
      <p:transition spd="slow" advClick="0" advTm="200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121D319F-6158-4BCC-9F01-B6FA92D4227A}"/>
              </a:ext>
            </a:extLst>
          </p:cNvPr>
          <p:cNvGrpSpPr/>
          <p:nvPr/>
        </p:nvGrpSpPr>
        <p:grpSpPr>
          <a:xfrm>
            <a:off x="142609" y="441828"/>
            <a:ext cx="12589397" cy="687965"/>
            <a:chOff x="142609" y="441828"/>
            <a:chExt cx="12589397" cy="687965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A7B94DD2-D4DA-4794-9DAA-562D9CD3811B}"/>
                </a:ext>
              </a:extLst>
            </p:cNvPr>
            <p:cNvSpPr/>
            <p:nvPr/>
          </p:nvSpPr>
          <p:spPr>
            <a:xfrm>
              <a:off x="242468" y="441828"/>
              <a:ext cx="685679" cy="609600"/>
            </a:xfrm>
            <a:prstGeom prst="roundRect">
              <a:avLst/>
            </a:prstGeom>
            <a:solidFill>
              <a:srgbClr val="8EB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/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C152D6CD-30A9-4B0A-A035-CC0794170E0B}"/>
                </a:ext>
              </a:extLst>
            </p:cNvPr>
            <p:cNvGrpSpPr/>
            <p:nvPr/>
          </p:nvGrpSpPr>
          <p:grpSpPr>
            <a:xfrm>
              <a:off x="1047056" y="529630"/>
              <a:ext cx="11684950" cy="600163"/>
              <a:chOff x="1199456" y="548680"/>
              <a:chExt cx="11684950" cy="600163"/>
            </a:xfrm>
          </p:grpSpPr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0D6C38C-70E6-4167-8D7B-931E4EEB921C}"/>
                  </a:ext>
                </a:extLst>
              </p:cNvPr>
              <p:cNvSpPr txBox="1"/>
              <p:nvPr/>
            </p:nvSpPr>
            <p:spPr>
              <a:xfrm>
                <a:off x="1199456" y="548680"/>
                <a:ext cx="21151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24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主導專案</a:t>
                </a:r>
                <a:endPara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61BB7A2-072E-4422-ACC5-40044CD42371}"/>
                  </a:ext>
                </a:extLst>
              </p:cNvPr>
              <p:cNvSpPr txBox="1"/>
              <p:nvPr/>
            </p:nvSpPr>
            <p:spPr>
              <a:xfrm>
                <a:off x="6807646" y="625623"/>
                <a:ext cx="60767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400" dirty="0">
                    <a:solidFill>
                      <a:srgbClr val="0069B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Leading project </a:t>
                </a:r>
                <a:endParaRPr kumimoji="1" lang="zh-CN" altLang="en-US" sz="1400" dirty="0">
                  <a:solidFill>
                    <a:srgbClr val="0069B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endParaRPr kumimoji="1" lang="zh-CN" altLang="en-US" sz="1400" dirty="0">
                  <a:solidFill>
                    <a:srgbClr val="0069B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9" name="íśḻïḓè">
              <a:extLst>
                <a:ext uri="{FF2B5EF4-FFF2-40B4-BE49-F238E27FC236}">
                  <a16:creationId xmlns:a16="http://schemas.microsoft.com/office/drawing/2014/main" id="{C08E1B51-C33D-49C1-9C50-D5E189D4886E}"/>
                </a:ext>
              </a:extLst>
            </p:cNvPr>
            <p:cNvSpPr txBox="1"/>
            <p:nvPr/>
          </p:nvSpPr>
          <p:spPr bwMode="auto">
            <a:xfrm>
              <a:off x="142609" y="441829"/>
              <a:ext cx="92698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400" spc="6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01-1</a:t>
              </a:r>
              <a:endParaRPr lang="en-US" altLang="zh-CN" sz="1400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DD9AD827-22F2-478A-8FEE-264ABF3E74AA}"/>
              </a:ext>
            </a:extLst>
          </p:cNvPr>
          <p:cNvGrpSpPr/>
          <p:nvPr/>
        </p:nvGrpSpPr>
        <p:grpSpPr>
          <a:xfrm>
            <a:off x="4211367" y="1203625"/>
            <a:ext cx="1481982" cy="1191014"/>
            <a:chOff x="4256516" y="1859205"/>
            <a:chExt cx="1481982" cy="1191014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CAA21FD0-C24A-4DA0-98BD-85EE7F82288C}"/>
                </a:ext>
              </a:extLst>
            </p:cNvPr>
            <p:cNvCxnSpPr/>
            <p:nvPr/>
          </p:nvCxnSpPr>
          <p:spPr>
            <a:xfrm>
              <a:off x="4666133" y="2237647"/>
              <a:ext cx="1072365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E1974531-6C89-443C-ACD6-DAB94F66352D}"/>
                </a:ext>
              </a:extLst>
            </p:cNvPr>
            <p:cNvGrpSpPr/>
            <p:nvPr/>
          </p:nvGrpSpPr>
          <p:grpSpPr>
            <a:xfrm>
              <a:off x="4256516" y="1859205"/>
              <a:ext cx="409617" cy="1191014"/>
              <a:chOff x="4256516" y="1859205"/>
              <a:chExt cx="409617" cy="1191014"/>
            </a:xfrm>
          </p:grpSpPr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30B90FE3-7824-4EBF-9E83-2C771C346416}"/>
                  </a:ext>
                </a:extLst>
              </p:cNvPr>
              <p:cNvCxnSpPr/>
              <p:nvPr/>
            </p:nvCxnSpPr>
            <p:spPr>
              <a:xfrm flipV="1">
                <a:off x="4259847" y="2237647"/>
                <a:ext cx="406286" cy="812572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dash"/>
                <a:headEnd type="oval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170896DD-B154-49A2-9523-A868E927F6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256516" y="1859205"/>
                <a:ext cx="368711" cy="345074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dash"/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FE5DCEFF-B2C1-4C5F-878B-5B42A928F5A9}"/>
              </a:ext>
            </a:extLst>
          </p:cNvPr>
          <p:cNvCxnSpPr>
            <a:cxnSpLocks/>
          </p:cNvCxnSpPr>
          <p:nvPr/>
        </p:nvCxnSpPr>
        <p:spPr>
          <a:xfrm>
            <a:off x="7530974" y="1120410"/>
            <a:ext cx="366446" cy="73289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C176908-2C40-4751-993B-35078FB5CB30}"/>
              </a:ext>
            </a:extLst>
          </p:cNvPr>
          <p:cNvCxnSpPr/>
          <p:nvPr/>
        </p:nvCxnSpPr>
        <p:spPr>
          <a:xfrm>
            <a:off x="6529044" y="2795968"/>
            <a:ext cx="107236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íṡlîďè">
            <a:extLst>
              <a:ext uri="{FF2B5EF4-FFF2-40B4-BE49-F238E27FC236}">
                <a16:creationId xmlns:a16="http://schemas.microsoft.com/office/drawing/2014/main" id="{F2CFBEBA-8D9B-4CF1-AD3F-0CEF4BB71ECC}"/>
              </a:ext>
            </a:extLst>
          </p:cNvPr>
          <p:cNvSpPr/>
          <p:nvPr/>
        </p:nvSpPr>
        <p:spPr>
          <a:xfrm>
            <a:off x="4246136" y="1548699"/>
            <a:ext cx="1883664" cy="1626114"/>
          </a:xfrm>
          <a:prstGeom prst="hexagon">
            <a:avLst/>
          </a:prstGeom>
          <a:solidFill>
            <a:srgbClr val="1257F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rmAutofit/>
          </a:bodyPr>
          <a:lstStyle/>
          <a:p>
            <a:pPr algn="ctr"/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經管數據分析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平台</a:t>
            </a:r>
            <a:endParaRPr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islïḓe">
            <a:extLst>
              <a:ext uri="{FF2B5EF4-FFF2-40B4-BE49-F238E27FC236}">
                <a16:creationId xmlns:a16="http://schemas.microsoft.com/office/drawing/2014/main" id="{8685996B-66FF-456A-86BB-6A5DC97B5C7C}"/>
              </a:ext>
            </a:extLst>
          </p:cNvPr>
          <p:cNvSpPr/>
          <p:nvPr/>
        </p:nvSpPr>
        <p:spPr>
          <a:xfrm>
            <a:off x="5951984" y="1055072"/>
            <a:ext cx="1883664" cy="1626114"/>
          </a:xfrm>
          <a:prstGeom prst="hexagon">
            <a:avLst/>
          </a:prstGeom>
          <a:solidFill>
            <a:srgbClr val="1257F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rmAutofit/>
          </a:bodyPr>
          <a:lstStyle/>
          <a:p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A.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設計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B.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功能開發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ïṥ1îḓé">
            <a:extLst>
              <a:ext uri="{FF2B5EF4-FFF2-40B4-BE49-F238E27FC236}">
                <a16:creationId xmlns:a16="http://schemas.microsoft.com/office/drawing/2014/main" id="{7C411E42-E51E-4E6D-B557-B5B0CD61EB73}"/>
              </a:ext>
            </a:extLst>
          </p:cNvPr>
          <p:cNvSpPr txBox="1"/>
          <p:nvPr/>
        </p:nvSpPr>
        <p:spPr>
          <a:xfrm>
            <a:off x="647294" y="1107239"/>
            <a:ext cx="3538267" cy="1969349"/>
          </a:xfrm>
          <a:prstGeom prst="rect">
            <a:avLst/>
          </a:prstGeom>
          <a:solidFill>
            <a:srgbClr val="8EBAE2"/>
          </a:solidFill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lang="zh-CN" altLang="en-US" b="1" noProof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背景：經管部門需要處理一些複雜的報表數據，涉及成本結構，工時差異，五年計劃，營運預測等，目前無相關的</a:t>
            </a:r>
            <a:r>
              <a:rPr lang="en-US" altLang="zh-CN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zh-CN" altLang="en-US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化</a:t>
            </a:r>
            <a:r>
              <a:rPr lang="zh-CN" altLang="en-US" b="1" noProof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系統對經管報表進行管理。需要開發一套報表系統完成報表數據的統計計算與數據</a:t>
            </a: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</a:t>
            </a:r>
            <a:r>
              <a:rPr lang="zh-CN" altLang="en-US" b="1" noProof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0" lang="de-DE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iṡḷiḍe">
            <a:extLst>
              <a:ext uri="{FF2B5EF4-FFF2-40B4-BE49-F238E27FC236}">
                <a16:creationId xmlns:a16="http://schemas.microsoft.com/office/drawing/2014/main" id="{21BE4A19-8596-4569-AAF4-02FF698165C2}"/>
              </a:ext>
            </a:extLst>
          </p:cNvPr>
          <p:cNvSpPr txBox="1"/>
          <p:nvPr/>
        </p:nvSpPr>
        <p:spPr>
          <a:xfrm>
            <a:off x="8073145" y="1041596"/>
            <a:ext cx="3600470" cy="2116998"/>
          </a:xfrm>
          <a:prstGeom prst="rect">
            <a:avLst/>
          </a:prstGeom>
          <a:solidFill>
            <a:srgbClr val="8EBAE2"/>
          </a:solidFill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lang="zh-CN" altLang="en-US" b="1" noProof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①數據庫設計</a:t>
            </a:r>
            <a:endParaRPr lang="en-US" altLang="zh-CN" b="1" noProof="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②新增工時差異率與</a:t>
            </a:r>
            <a:r>
              <a:rPr kumimoji="0" lang="en-US" altLang="zh-CN" b="1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UPPH</a:t>
            </a:r>
            <a:r>
              <a:rPr kumimoji="0" lang="zh-CN" altLang="en-US" b="1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數據上傳與報表功能</a:t>
            </a:r>
            <a:endParaRPr kumimoji="0" lang="en-US" altLang="zh-CN" b="1" i="0" u="none" strike="noStrike" kern="1200" cap="none" spc="0" normalizeH="0" baseline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lang="zh-CN" altLang="en-US" b="1" noProof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③新增資金佔利數據上傳與報表功能</a:t>
            </a:r>
            <a:endParaRPr lang="en-US" altLang="zh-CN" b="1" noProof="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lang="zh-CN" altLang="en-US" b="1" noProof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④新增五年計劃數據上傳與報表功能</a:t>
            </a:r>
            <a:endParaRPr kumimoji="0" lang="de-DE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91" name="群組 490"/>
          <p:cNvGrpSpPr/>
          <p:nvPr/>
        </p:nvGrpSpPr>
        <p:grpSpPr>
          <a:xfrm>
            <a:off x="335360" y="3176227"/>
            <a:ext cx="11787579" cy="3241746"/>
            <a:chOff x="335360" y="3176227"/>
            <a:chExt cx="11787579" cy="3241746"/>
          </a:xfrm>
        </p:grpSpPr>
        <p:sp>
          <p:nvSpPr>
            <p:cNvPr id="29" name="iṡḷïḑê">
              <a:extLst>
                <a:ext uri="{FF2B5EF4-FFF2-40B4-BE49-F238E27FC236}">
                  <a16:creationId xmlns:a16="http://schemas.microsoft.com/office/drawing/2014/main" id="{92A5A592-2AE0-45C6-8420-7939175993FA}"/>
                </a:ext>
              </a:extLst>
            </p:cNvPr>
            <p:cNvSpPr txBox="1"/>
            <p:nvPr/>
          </p:nvSpPr>
          <p:spPr>
            <a:xfrm>
              <a:off x="673101" y="5507708"/>
              <a:ext cx="3600470" cy="6469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>
                <a:lnSpc>
                  <a:spcPct val="110000"/>
                </a:lnSpc>
                <a:spcBef>
                  <a:spcPct val="0"/>
                </a:spcBef>
                <a:buNone/>
              </a:pPr>
              <a:endParaRPr lang="zh-CN" altLang="en-US" sz="12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endParaRPr>
            </a:p>
          </p:txBody>
        </p:sp>
        <p:grpSp>
          <p:nvGrpSpPr>
            <p:cNvPr id="28" name="组合 92"/>
            <p:cNvGrpSpPr/>
            <p:nvPr/>
          </p:nvGrpSpPr>
          <p:grpSpPr>
            <a:xfrm>
              <a:off x="853447" y="3189864"/>
              <a:ext cx="1823262" cy="369340"/>
              <a:chOff x="814328" y="3219333"/>
              <a:chExt cx="1356392" cy="432536"/>
            </a:xfrm>
          </p:grpSpPr>
          <p:grpSp>
            <p:nvGrpSpPr>
              <p:cNvPr id="31" name="组合 93"/>
              <p:cNvGrpSpPr/>
              <p:nvPr/>
            </p:nvGrpSpPr>
            <p:grpSpPr>
              <a:xfrm>
                <a:off x="814328" y="3219333"/>
                <a:ext cx="1356392" cy="432536"/>
                <a:chOff x="4304043" y="1286660"/>
                <a:chExt cx="3837944" cy="2757793"/>
              </a:xfrm>
              <a:effectLst>
                <a:outerShdw blurRad="381000" dist="2540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33" name="圆角矩形 95"/>
                <p:cNvSpPr/>
                <p:nvPr/>
              </p:nvSpPr>
              <p:spPr>
                <a:xfrm>
                  <a:off x="4304043" y="1286660"/>
                  <a:ext cx="3837944" cy="2757793"/>
                </a:xfrm>
                <a:prstGeom prst="roundRect">
                  <a:avLst/>
                </a:prstGeom>
                <a:gradFill>
                  <a:gsLst>
                    <a:gs pos="62000">
                      <a:schemeClr val="bg1">
                        <a:lumMod val="95000"/>
                      </a:schemeClr>
                    </a:gs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lang="zh-CN" altLang="en-US" sz="16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  <p:sp>
              <p:nvSpPr>
                <p:cNvPr id="34" name="圆角矩形 96"/>
                <p:cNvSpPr/>
                <p:nvPr/>
              </p:nvSpPr>
              <p:spPr>
                <a:xfrm>
                  <a:off x="4351929" y="1373348"/>
                  <a:ext cx="3742171" cy="2584455"/>
                </a:xfrm>
                <a:prstGeom prst="roundRect">
                  <a:avLst/>
                </a:prstGeom>
                <a:gradFill>
                  <a:gsLst>
                    <a:gs pos="42000">
                      <a:srgbClr val="F0F0F0"/>
                    </a:gs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lang="zh-CN" altLang="en-US" sz="16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p:grpSp>
          <p:sp>
            <p:nvSpPr>
              <p:cNvPr id="32" name="TextBox 94"/>
              <p:cNvSpPr txBox="1"/>
              <p:nvPr/>
            </p:nvSpPr>
            <p:spPr>
              <a:xfrm>
                <a:off x="937397" y="3290255"/>
                <a:ext cx="1101652" cy="29850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>
                <a:defPPr>
                  <a:defRPr lang="zh-CN"/>
                </a:defPPr>
                <a:lvl1pPr algn="ctr">
                  <a:defRPr sz="1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defRPr>
                </a:lvl1pPr>
              </a:lstStyle>
              <a:p>
                <a:pPr lvl="0"/>
                <a:r>
                  <a:rPr lang="zh-CN" altLang="en-US" sz="16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宋体" pitchFamily="2" charset="-122"/>
                  </a:rPr>
                  <a:t>數據上傳（</a:t>
                </a:r>
                <a:r>
                  <a:rPr lang="en-US" altLang="zh-CN" sz="16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宋体" pitchFamily="2" charset="-122"/>
                  </a:rPr>
                  <a:t>SBU</a:t>
                </a:r>
                <a:r>
                  <a:rPr lang="zh-CN" altLang="en-US" sz="16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宋体" pitchFamily="2" charset="-122"/>
                  </a:rPr>
                  <a:t>）</a:t>
                </a:r>
                <a:endPara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宋体" pitchFamily="2" charset="-122"/>
                </a:endParaRPr>
              </a:p>
            </p:txBody>
          </p:sp>
        </p:grpSp>
        <p:grpSp>
          <p:nvGrpSpPr>
            <p:cNvPr id="35" name="群組 34"/>
            <p:cNvGrpSpPr/>
            <p:nvPr/>
          </p:nvGrpSpPr>
          <p:grpSpPr>
            <a:xfrm>
              <a:off x="335360" y="3808974"/>
              <a:ext cx="313200" cy="2608998"/>
              <a:chOff x="775489" y="3751797"/>
              <a:chExt cx="313200" cy="1987653"/>
            </a:xfrm>
            <a:solidFill>
              <a:schemeClr val="accent5">
                <a:lumMod val="20000"/>
                <a:lumOff val="80000"/>
              </a:schemeClr>
            </a:solidFill>
          </p:grpSpPr>
          <p:grpSp>
            <p:nvGrpSpPr>
              <p:cNvPr id="36" name="组合 108"/>
              <p:cNvGrpSpPr/>
              <p:nvPr/>
            </p:nvGrpSpPr>
            <p:grpSpPr>
              <a:xfrm rot="5400000">
                <a:off x="-61738" y="4589024"/>
                <a:ext cx="1987653" cy="313200"/>
                <a:chOff x="2996228" y="4233604"/>
                <a:chExt cx="3839061" cy="2756815"/>
              </a:xfrm>
              <a:grpFill/>
              <a:effectLst>
                <a:outerShdw blurRad="381000" dist="2540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38" name="圆角矩形 110"/>
                <p:cNvSpPr/>
                <p:nvPr/>
              </p:nvSpPr>
              <p:spPr>
                <a:xfrm rot="16200000">
                  <a:off x="3537351" y="3692481"/>
                  <a:ext cx="2756815" cy="3839061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  <p:sp>
              <p:nvSpPr>
                <p:cNvPr id="39" name="圆角矩形 111"/>
                <p:cNvSpPr/>
                <p:nvPr/>
              </p:nvSpPr>
              <p:spPr>
                <a:xfrm rot="16200000">
                  <a:off x="3610693" y="3759394"/>
                  <a:ext cx="2598377" cy="3740620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p:grpSp>
          <p:sp>
            <p:nvSpPr>
              <p:cNvPr id="37" name="TextBox 109"/>
              <p:cNvSpPr txBox="1"/>
              <p:nvPr/>
            </p:nvSpPr>
            <p:spPr>
              <a:xfrm>
                <a:off x="812777" y="3861047"/>
                <a:ext cx="222096" cy="1019475"/>
              </a:xfrm>
              <a:prstGeom prst="rect">
                <a:avLst/>
              </a:prstGeom>
              <a:grpFill/>
            </p:spPr>
            <p:txBody>
              <a:bodyPr vert="horz" wrap="square" lIns="0" tIns="0" rIns="0" bIns="0" rtlCol="0">
                <a:spAutoFit/>
              </a:bodyPr>
              <a:lstStyle>
                <a:defPPr>
                  <a:defRPr lang="zh-CN"/>
                </a:defPPr>
                <a:lvl1pPr algn="ctr">
                  <a:defRPr sz="1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defRPr>
                </a:lvl1pPr>
              </a:lstStyle>
              <a:p>
                <a:pPr lvl="0"/>
                <a:r>
                  <a:rPr lang="zh-CN" altLang="en-US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宋体" pitchFamily="2" charset="-122"/>
                  </a:rPr>
                  <a:t>成本</a:t>
                </a:r>
                <a:r>
                  <a:rPr lang="zh-CN" alt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宋体" pitchFamily="2" charset="-122"/>
                  </a:rPr>
                  <a:t>結構</a:t>
                </a:r>
                <a:r>
                  <a:rPr lang="zh-CN" altLang="en-US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宋体" pitchFamily="2" charset="-122"/>
                  </a:rPr>
                  <a:t>數據</a:t>
                </a:r>
                <a:endParaRPr lang="zh-CN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宋体" pitchFamily="2" charset="-122"/>
                </a:endParaRPr>
              </a:p>
            </p:txBody>
          </p:sp>
        </p:grpSp>
        <p:cxnSp>
          <p:nvCxnSpPr>
            <p:cNvPr id="44" name="肘形接點 43"/>
            <p:cNvCxnSpPr>
              <a:stCxn id="33" idx="2"/>
              <a:endCxn id="38" idx="0"/>
            </p:cNvCxnSpPr>
            <p:nvPr/>
          </p:nvCxnSpPr>
          <p:spPr bwMode="auto">
            <a:xfrm rot="5400000">
              <a:off x="1003634" y="3047530"/>
              <a:ext cx="249771" cy="1273119"/>
            </a:xfrm>
            <a:prstGeom prst="bentConnector3">
              <a:avLst>
                <a:gd name="adj1" fmla="val 50000"/>
              </a:avLst>
            </a:prstGeom>
            <a:ln w="12700">
              <a:prstDash val="dash"/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45" name="组合 92"/>
            <p:cNvGrpSpPr/>
            <p:nvPr/>
          </p:nvGrpSpPr>
          <p:grpSpPr>
            <a:xfrm>
              <a:off x="4286257" y="3217875"/>
              <a:ext cx="3315440" cy="369340"/>
              <a:chOff x="814328" y="3219334"/>
              <a:chExt cx="1356392" cy="432536"/>
            </a:xfrm>
          </p:grpSpPr>
          <p:grpSp>
            <p:nvGrpSpPr>
              <p:cNvPr id="46" name="组合 93"/>
              <p:cNvGrpSpPr/>
              <p:nvPr/>
            </p:nvGrpSpPr>
            <p:grpSpPr>
              <a:xfrm>
                <a:off x="814328" y="3219334"/>
                <a:ext cx="1356392" cy="432536"/>
                <a:chOff x="4304043" y="1286668"/>
                <a:chExt cx="3837944" cy="2757793"/>
              </a:xfrm>
              <a:effectLst>
                <a:outerShdw blurRad="381000" dist="2540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48" name="圆角矩形 95"/>
                <p:cNvSpPr/>
                <p:nvPr/>
              </p:nvSpPr>
              <p:spPr>
                <a:xfrm>
                  <a:off x="4304043" y="1286668"/>
                  <a:ext cx="3837944" cy="2757793"/>
                </a:xfrm>
                <a:prstGeom prst="roundRect">
                  <a:avLst/>
                </a:prstGeom>
                <a:gradFill>
                  <a:gsLst>
                    <a:gs pos="62000">
                      <a:schemeClr val="bg1">
                        <a:lumMod val="95000"/>
                      </a:schemeClr>
                    </a:gs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lang="zh-CN" altLang="en-US" sz="16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  <p:sp>
              <p:nvSpPr>
                <p:cNvPr id="49" name="圆角矩形 96"/>
                <p:cNvSpPr/>
                <p:nvPr/>
              </p:nvSpPr>
              <p:spPr>
                <a:xfrm>
                  <a:off x="4312902" y="1373341"/>
                  <a:ext cx="3742173" cy="2584455"/>
                </a:xfrm>
                <a:prstGeom prst="roundRect">
                  <a:avLst/>
                </a:prstGeom>
                <a:gradFill>
                  <a:gsLst>
                    <a:gs pos="42000">
                      <a:srgbClr val="F0F0F0"/>
                    </a:gs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lang="zh-CN" altLang="en-US" sz="16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p:grpSp>
          <p:sp>
            <p:nvSpPr>
              <p:cNvPr id="47" name="TextBox 94"/>
              <p:cNvSpPr txBox="1"/>
              <p:nvPr/>
            </p:nvSpPr>
            <p:spPr>
              <a:xfrm>
                <a:off x="937397" y="3290255"/>
                <a:ext cx="1101652" cy="29850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>
                <a:defPPr>
                  <a:defRPr lang="zh-CN"/>
                </a:defPPr>
                <a:lvl1pPr algn="ctr">
                  <a:defRPr sz="1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defRPr>
                </a:lvl1pPr>
              </a:lstStyle>
              <a:p>
                <a:pPr lvl="0"/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宋体" pitchFamily="2" charset="-122"/>
                  </a:rPr>
                  <a:t>報表</a:t>
                </a:r>
                <a:r>
                  <a:rPr lang="zh-CN" altLang="en-US" sz="16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宋体" pitchFamily="2" charset="-122"/>
                  </a:rPr>
                  <a:t>中心（</a:t>
                </a:r>
                <a:r>
                  <a:rPr lang="en-US" altLang="zh-CN" sz="16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宋体" pitchFamily="2" charset="-122"/>
                  </a:rPr>
                  <a:t>BU</a:t>
                </a:r>
                <a:r>
                  <a:rPr lang="zh-CN" altLang="en-US" sz="16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宋体" pitchFamily="2" charset="-122"/>
                  </a:rPr>
                  <a:t>主管）</a:t>
                </a:r>
                <a:endPara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宋体" pitchFamily="2" charset="-122"/>
                </a:endParaRPr>
              </a:p>
            </p:txBody>
          </p:sp>
        </p:grpSp>
        <p:grpSp>
          <p:nvGrpSpPr>
            <p:cNvPr id="50" name="组合 92"/>
            <p:cNvGrpSpPr/>
            <p:nvPr/>
          </p:nvGrpSpPr>
          <p:grpSpPr>
            <a:xfrm>
              <a:off x="9205362" y="3190083"/>
              <a:ext cx="1153516" cy="392830"/>
              <a:chOff x="814328" y="3219334"/>
              <a:chExt cx="1356392" cy="460045"/>
            </a:xfrm>
          </p:grpSpPr>
          <p:grpSp>
            <p:nvGrpSpPr>
              <p:cNvPr id="51" name="组合 93"/>
              <p:cNvGrpSpPr/>
              <p:nvPr/>
            </p:nvGrpSpPr>
            <p:grpSpPr>
              <a:xfrm>
                <a:off x="814328" y="3219334"/>
                <a:ext cx="1356392" cy="460045"/>
                <a:chOff x="4304043" y="1286668"/>
                <a:chExt cx="3837944" cy="2933188"/>
              </a:xfrm>
              <a:effectLst>
                <a:outerShdw blurRad="381000" dist="2540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53" name="圆角矩形 95"/>
                <p:cNvSpPr/>
                <p:nvPr/>
              </p:nvSpPr>
              <p:spPr>
                <a:xfrm>
                  <a:off x="4304043" y="1286668"/>
                  <a:ext cx="3837944" cy="2757793"/>
                </a:xfrm>
                <a:prstGeom prst="roundRect">
                  <a:avLst/>
                </a:prstGeom>
                <a:gradFill>
                  <a:gsLst>
                    <a:gs pos="62000">
                      <a:schemeClr val="bg1">
                        <a:lumMod val="95000"/>
                      </a:schemeClr>
                    </a:gs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lang="zh-CN" altLang="en-US" sz="16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  <p:sp>
              <p:nvSpPr>
                <p:cNvPr id="54" name="圆角矩形 96"/>
                <p:cNvSpPr/>
                <p:nvPr/>
              </p:nvSpPr>
              <p:spPr>
                <a:xfrm>
                  <a:off x="4328415" y="1635398"/>
                  <a:ext cx="3742171" cy="2584458"/>
                </a:xfrm>
                <a:prstGeom prst="roundRect">
                  <a:avLst/>
                </a:prstGeom>
                <a:gradFill>
                  <a:gsLst>
                    <a:gs pos="42000">
                      <a:srgbClr val="F0F0F0"/>
                    </a:gs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lang="zh-CN" altLang="en-US" sz="16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p:grpSp>
          <p:sp>
            <p:nvSpPr>
              <p:cNvPr id="52" name="TextBox 94"/>
              <p:cNvSpPr txBox="1"/>
              <p:nvPr/>
            </p:nvSpPr>
            <p:spPr>
              <a:xfrm>
                <a:off x="937397" y="3290255"/>
                <a:ext cx="1101652" cy="29850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>
                <a:defPPr>
                  <a:defRPr lang="zh-CN"/>
                </a:defPPr>
                <a:lvl1pPr algn="ctr">
                  <a:defRPr sz="1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defRPr>
                </a:lvl1pPr>
              </a:lstStyle>
              <a:p>
                <a:pPr lvl="0"/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宋体" pitchFamily="2" charset="-122"/>
                  </a:rPr>
                  <a:t>基礎資料</a:t>
                </a:r>
                <a:endPara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宋体" pitchFamily="2" charset="-122"/>
                </a:endParaRPr>
              </a:p>
            </p:txBody>
          </p:sp>
        </p:grpSp>
        <p:grpSp>
          <p:nvGrpSpPr>
            <p:cNvPr id="55" name="组合 92"/>
            <p:cNvGrpSpPr/>
            <p:nvPr/>
          </p:nvGrpSpPr>
          <p:grpSpPr>
            <a:xfrm>
              <a:off x="10898803" y="3176227"/>
              <a:ext cx="1224136" cy="390059"/>
              <a:chOff x="814328" y="3219334"/>
              <a:chExt cx="1356392" cy="456800"/>
            </a:xfrm>
          </p:grpSpPr>
          <p:grpSp>
            <p:nvGrpSpPr>
              <p:cNvPr id="56" name="组合 93"/>
              <p:cNvGrpSpPr/>
              <p:nvPr/>
            </p:nvGrpSpPr>
            <p:grpSpPr>
              <a:xfrm>
                <a:off x="814328" y="3219334"/>
                <a:ext cx="1356392" cy="456800"/>
                <a:chOff x="4304043" y="1286668"/>
                <a:chExt cx="3837944" cy="2912498"/>
              </a:xfrm>
              <a:effectLst>
                <a:outerShdw blurRad="381000" dist="2540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58" name="圆角矩形 95"/>
                <p:cNvSpPr/>
                <p:nvPr/>
              </p:nvSpPr>
              <p:spPr>
                <a:xfrm>
                  <a:off x="4304043" y="1286668"/>
                  <a:ext cx="3837944" cy="2757793"/>
                </a:xfrm>
                <a:prstGeom prst="roundRect">
                  <a:avLst/>
                </a:prstGeom>
                <a:gradFill>
                  <a:gsLst>
                    <a:gs pos="62000">
                      <a:schemeClr val="bg1">
                        <a:lumMod val="95000"/>
                      </a:schemeClr>
                    </a:gs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lang="zh-CN" altLang="en-US" sz="16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  <p:sp>
              <p:nvSpPr>
                <p:cNvPr id="59" name="圆角矩形 96"/>
                <p:cNvSpPr/>
                <p:nvPr/>
              </p:nvSpPr>
              <p:spPr>
                <a:xfrm>
                  <a:off x="4399815" y="1614708"/>
                  <a:ext cx="3742172" cy="2584458"/>
                </a:xfrm>
                <a:prstGeom prst="roundRect">
                  <a:avLst/>
                </a:prstGeom>
                <a:gradFill>
                  <a:gsLst>
                    <a:gs pos="42000">
                      <a:srgbClr val="F0F0F0"/>
                    </a:gs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lang="zh-CN" altLang="en-US" sz="16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p:grpSp>
          <p:sp>
            <p:nvSpPr>
              <p:cNvPr id="57" name="TextBox 94"/>
              <p:cNvSpPr txBox="1"/>
              <p:nvPr/>
            </p:nvSpPr>
            <p:spPr>
              <a:xfrm>
                <a:off x="937398" y="3290255"/>
                <a:ext cx="1063714" cy="28835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>
                <a:defPPr>
                  <a:defRPr lang="zh-CN"/>
                </a:defPPr>
                <a:lvl1pPr algn="ctr">
                  <a:defRPr sz="1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defRPr>
                </a:lvl1pPr>
              </a:lstStyle>
              <a:p>
                <a:pPr lvl="0"/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宋体" pitchFamily="2" charset="-122"/>
                  </a:rPr>
                  <a:t>系統管理</a:t>
                </a:r>
                <a:endParaRPr lang="zh-CN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宋体" pitchFamily="2" charset="-122"/>
                </a:endParaRPr>
              </a:p>
            </p:txBody>
          </p:sp>
        </p:grpSp>
        <p:grpSp>
          <p:nvGrpSpPr>
            <p:cNvPr id="60" name="群組 59"/>
            <p:cNvGrpSpPr/>
            <p:nvPr/>
          </p:nvGrpSpPr>
          <p:grpSpPr>
            <a:xfrm>
              <a:off x="11039384" y="3809043"/>
              <a:ext cx="313200" cy="2605004"/>
              <a:chOff x="775489" y="3751797"/>
              <a:chExt cx="313200" cy="1987653"/>
            </a:xfrm>
            <a:solidFill>
              <a:schemeClr val="accent6">
                <a:lumMod val="20000"/>
                <a:lumOff val="80000"/>
              </a:schemeClr>
            </a:solidFill>
          </p:grpSpPr>
          <p:grpSp>
            <p:nvGrpSpPr>
              <p:cNvPr id="61" name="组合 108"/>
              <p:cNvGrpSpPr/>
              <p:nvPr/>
            </p:nvGrpSpPr>
            <p:grpSpPr>
              <a:xfrm rot="5400000">
                <a:off x="-61738" y="4589024"/>
                <a:ext cx="1987653" cy="313200"/>
                <a:chOff x="2996228" y="4233604"/>
                <a:chExt cx="3839061" cy="2756815"/>
              </a:xfrm>
              <a:grpFill/>
              <a:effectLst>
                <a:outerShdw blurRad="381000" dist="2540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63" name="圆角矩形 110"/>
                <p:cNvSpPr/>
                <p:nvPr/>
              </p:nvSpPr>
              <p:spPr>
                <a:xfrm rot="16200000">
                  <a:off x="3537351" y="3692481"/>
                  <a:ext cx="2756815" cy="3839061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  <p:sp>
              <p:nvSpPr>
                <p:cNvPr id="64" name="圆角矩形 111"/>
                <p:cNvSpPr/>
                <p:nvPr/>
              </p:nvSpPr>
              <p:spPr>
                <a:xfrm rot="16200000">
                  <a:off x="3610693" y="3759394"/>
                  <a:ext cx="2598377" cy="3740620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p:grpSp>
          <p:sp>
            <p:nvSpPr>
              <p:cNvPr id="62" name="TextBox 109"/>
              <p:cNvSpPr txBox="1"/>
              <p:nvPr/>
            </p:nvSpPr>
            <p:spPr>
              <a:xfrm>
                <a:off x="812776" y="3861048"/>
                <a:ext cx="238627" cy="1244217"/>
              </a:xfrm>
              <a:prstGeom prst="rect">
                <a:avLst/>
              </a:prstGeom>
              <a:grpFill/>
            </p:spPr>
            <p:txBody>
              <a:bodyPr vert="horz" wrap="square" lIns="0" tIns="0" rIns="0" bIns="0" rtlCol="0">
                <a:spAutoFit/>
              </a:bodyPr>
              <a:lstStyle>
                <a:defPPr>
                  <a:defRPr lang="zh-CN"/>
                </a:defPPr>
                <a:lvl1pPr algn="ctr">
                  <a:defRPr sz="1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defRPr>
                </a:lvl1pPr>
              </a:lstStyle>
              <a:p>
                <a:pPr lvl="0"/>
                <a:r>
                  <a:rPr lang="zh-CN" altLang="en-US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宋体" pitchFamily="2" charset="-122"/>
                  </a:rPr>
                  <a:t>用戶及角色管理</a:t>
                </a:r>
                <a:endParaRPr lang="zh-CN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宋体" pitchFamily="2" charset="-122"/>
                </a:endParaRPr>
              </a:p>
            </p:txBody>
          </p:sp>
        </p:grpSp>
        <p:cxnSp>
          <p:nvCxnSpPr>
            <p:cNvPr id="65" name="肘形接點 64"/>
            <p:cNvCxnSpPr>
              <a:stCxn id="59" idx="2"/>
              <a:endCxn id="64" idx="0"/>
            </p:cNvCxnSpPr>
            <p:nvPr/>
          </p:nvCxnSpPr>
          <p:spPr bwMode="auto">
            <a:xfrm rot="5400000">
              <a:off x="11223976" y="3536285"/>
              <a:ext cx="272169" cy="332171"/>
            </a:xfrm>
            <a:prstGeom prst="bentConnector3">
              <a:avLst>
                <a:gd name="adj1" fmla="val 50000"/>
              </a:avLst>
            </a:prstGeom>
            <a:ln w="12700">
              <a:prstDash val="dash"/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66" name="群組 65"/>
            <p:cNvGrpSpPr/>
            <p:nvPr/>
          </p:nvGrpSpPr>
          <p:grpSpPr>
            <a:xfrm>
              <a:off x="11640616" y="3809043"/>
              <a:ext cx="313200" cy="2605004"/>
              <a:chOff x="775489" y="3751797"/>
              <a:chExt cx="313200" cy="1987653"/>
            </a:xfrm>
            <a:solidFill>
              <a:schemeClr val="accent6">
                <a:lumMod val="20000"/>
                <a:lumOff val="80000"/>
              </a:schemeClr>
            </a:solidFill>
          </p:grpSpPr>
          <p:grpSp>
            <p:nvGrpSpPr>
              <p:cNvPr id="67" name="组合 108"/>
              <p:cNvGrpSpPr/>
              <p:nvPr/>
            </p:nvGrpSpPr>
            <p:grpSpPr>
              <a:xfrm rot="5400000">
                <a:off x="-61738" y="4589024"/>
                <a:ext cx="1987653" cy="313200"/>
                <a:chOff x="2996228" y="4233604"/>
                <a:chExt cx="3839061" cy="2756815"/>
              </a:xfrm>
              <a:grpFill/>
              <a:effectLst>
                <a:outerShdw blurRad="381000" dist="2540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69" name="圆角矩形 110"/>
                <p:cNvSpPr/>
                <p:nvPr/>
              </p:nvSpPr>
              <p:spPr>
                <a:xfrm rot="16200000">
                  <a:off x="3537351" y="3692481"/>
                  <a:ext cx="2756815" cy="3839061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  <p:sp>
              <p:nvSpPr>
                <p:cNvPr id="70" name="圆角矩形 111"/>
                <p:cNvSpPr/>
                <p:nvPr/>
              </p:nvSpPr>
              <p:spPr>
                <a:xfrm rot="16200000">
                  <a:off x="3610693" y="3759394"/>
                  <a:ext cx="2598377" cy="3740620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p:grpSp>
          <p:sp>
            <p:nvSpPr>
              <p:cNvPr id="68" name="TextBox 109"/>
              <p:cNvSpPr txBox="1"/>
              <p:nvPr/>
            </p:nvSpPr>
            <p:spPr>
              <a:xfrm>
                <a:off x="812776" y="3861048"/>
                <a:ext cx="238627" cy="1230666"/>
              </a:xfrm>
              <a:prstGeom prst="rect">
                <a:avLst/>
              </a:prstGeom>
              <a:grpFill/>
            </p:spPr>
            <p:txBody>
              <a:bodyPr vert="horz" wrap="square" lIns="0" tIns="0" rIns="0" bIns="0" rtlCol="0">
                <a:spAutoFit/>
              </a:bodyPr>
              <a:lstStyle>
                <a:defPPr>
                  <a:defRPr lang="zh-CN"/>
                </a:defPPr>
                <a:lvl1pPr algn="ctr">
                  <a:defRPr sz="1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defRPr>
                </a:lvl1pPr>
              </a:lstStyle>
              <a:p>
                <a:pPr lvl="0"/>
                <a:r>
                  <a:rPr lang="zh-CN" altLang="en-US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宋体" pitchFamily="2" charset="-122"/>
                  </a:rPr>
                  <a:t>角色及權限管理</a:t>
                </a:r>
                <a:endParaRPr lang="zh-CN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宋体" pitchFamily="2" charset="-122"/>
                </a:endParaRPr>
              </a:p>
            </p:txBody>
          </p:sp>
        </p:grpSp>
        <p:cxnSp>
          <p:nvCxnSpPr>
            <p:cNvPr id="71" name="肘形接點 70"/>
            <p:cNvCxnSpPr>
              <a:stCxn id="59" idx="2"/>
              <a:endCxn id="70" idx="0"/>
            </p:cNvCxnSpPr>
            <p:nvPr/>
          </p:nvCxnSpPr>
          <p:spPr bwMode="auto">
            <a:xfrm rot="16200000" flipH="1">
              <a:off x="11524591" y="3567839"/>
              <a:ext cx="272169" cy="269061"/>
            </a:xfrm>
            <a:prstGeom prst="bentConnector3">
              <a:avLst>
                <a:gd name="adj1" fmla="val 50000"/>
              </a:avLst>
            </a:prstGeom>
            <a:ln w="12700">
              <a:prstDash val="dash"/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肘形接點 74"/>
            <p:cNvCxnSpPr>
              <a:stCxn id="34" idx="2"/>
              <a:endCxn id="79" idx="0"/>
            </p:cNvCxnSpPr>
            <p:nvPr/>
          </p:nvCxnSpPr>
          <p:spPr bwMode="auto">
            <a:xfrm rot="5400000">
              <a:off x="1213856" y="3257752"/>
              <a:ext cx="261375" cy="841071"/>
            </a:xfrm>
            <a:prstGeom prst="bentConnector3">
              <a:avLst>
                <a:gd name="adj1" fmla="val 50000"/>
              </a:avLst>
            </a:prstGeom>
            <a:ln w="12700">
              <a:prstDash val="dash"/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76" name="群組 75"/>
            <p:cNvGrpSpPr/>
            <p:nvPr/>
          </p:nvGrpSpPr>
          <p:grpSpPr>
            <a:xfrm>
              <a:off x="767408" y="3808974"/>
              <a:ext cx="313200" cy="2608998"/>
              <a:chOff x="775489" y="3751797"/>
              <a:chExt cx="313200" cy="1987653"/>
            </a:xfrm>
            <a:solidFill>
              <a:schemeClr val="accent5">
                <a:lumMod val="20000"/>
                <a:lumOff val="80000"/>
              </a:schemeClr>
            </a:solidFill>
          </p:grpSpPr>
          <p:grpSp>
            <p:nvGrpSpPr>
              <p:cNvPr id="77" name="组合 108"/>
              <p:cNvGrpSpPr/>
              <p:nvPr/>
            </p:nvGrpSpPr>
            <p:grpSpPr>
              <a:xfrm rot="5400000">
                <a:off x="-61738" y="4589024"/>
                <a:ext cx="1987653" cy="313200"/>
                <a:chOff x="2996228" y="4233604"/>
                <a:chExt cx="3839061" cy="2756815"/>
              </a:xfrm>
              <a:grpFill/>
              <a:effectLst>
                <a:outerShdw blurRad="381000" dist="2540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79" name="圆角矩形 110"/>
                <p:cNvSpPr/>
                <p:nvPr/>
              </p:nvSpPr>
              <p:spPr>
                <a:xfrm rot="16200000">
                  <a:off x="3537351" y="3692481"/>
                  <a:ext cx="2756815" cy="3839061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  <p:sp>
              <p:nvSpPr>
                <p:cNvPr id="80" name="圆角矩形 111"/>
                <p:cNvSpPr/>
                <p:nvPr/>
              </p:nvSpPr>
              <p:spPr>
                <a:xfrm rot="16200000">
                  <a:off x="3610693" y="3759394"/>
                  <a:ext cx="2598377" cy="3740620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p:grpSp>
          <p:sp>
            <p:nvSpPr>
              <p:cNvPr id="78" name="TextBox 109"/>
              <p:cNvSpPr txBox="1"/>
              <p:nvPr/>
            </p:nvSpPr>
            <p:spPr>
              <a:xfrm>
                <a:off x="812777" y="3861047"/>
                <a:ext cx="222096" cy="1529212"/>
              </a:xfrm>
              <a:prstGeom prst="rect">
                <a:avLst/>
              </a:prstGeom>
              <a:grpFill/>
            </p:spPr>
            <p:txBody>
              <a:bodyPr vert="horz" wrap="square" lIns="0" tIns="0" rIns="0" bIns="0" rtlCol="0">
                <a:spAutoFit/>
              </a:bodyPr>
              <a:lstStyle>
                <a:defPPr>
                  <a:defRPr lang="zh-CN"/>
                </a:defPPr>
                <a:lvl1pPr algn="ctr">
                  <a:defRPr sz="1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defRPr>
                </a:lvl1pPr>
              </a:lstStyle>
              <a:p>
                <a:pPr lvl="0"/>
                <a:r>
                  <a:rPr lang="zh-CN" alt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宋体" pitchFamily="2" charset="-122"/>
                  </a:rPr>
                  <a:t>工時差異</a:t>
                </a:r>
                <a:r>
                  <a:rPr lang="en-US" altLang="zh-CN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宋体" pitchFamily="2" charset="-122"/>
                  </a:rPr>
                  <a:t>/</a:t>
                </a:r>
                <a:r>
                  <a:rPr lang="en-US" altLang="zh-CN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宋体" pitchFamily="2" charset="-122"/>
                  </a:rPr>
                  <a:t>UPPH</a:t>
                </a:r>
                <a:endParaRPr lang="zh-CN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宋体" pitchFamily="2" charset="-122"/>
                </a:endParaRPr>
              </a:p>
            </p:txBody>
          </p:sp>
        </p:grpSp>
        <p:grpSp>
          <p:nvGrpSpPr>
            <p:cNvPr id="81" name="群組 80"/>
            <p:cNvGrpSpPr/>
            <p:nvPr/>
          </p:nvGrpSpPr>
          <p:grpSpPr>
            <a:xfrm>
              <a:off x="1199456" y="3808974"/>
              <a:ext cx="313200" cy="2608998"/>
              <a:chOff x="775489" y="3751797"/>
              <a:chExt cx="313200" cy="1987653"/>
            </a:xfrm>
            <a:solidFill>
              <a:schemeClr val="accent5">
                <a:lumMod val="20000"/>
                <a:lumOff val="80000"/>
              </a:schemeClr>
            </a:solidFill>
          </p:grpSpPr>
          <p:grpSp>
            <p:nvGrpSpPr>
              <p:cNvPr id="82" name="组合 108"/>
              <p:cNvGrpSpPr/>
              <p:nvPr/>
            </p:nvGrpSpPr>
            <p:grpSpPr>
              <a:xfrm rot="5400000">
                <a:off x="-61738" y="4589024"/>
                <a:ext cx="1987653" cy="313200"/>
                <a:chOff x="2996228" y="4233604"/>
                <a:chExt cx="3839061" cy="2756815"/>
              </a:xfrm>
              <a:grpFill/>
              <a:effectLst>
                <a:outerShdw blurRad="381000" dist="2540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84" name="圆角矩形 110"/>
                <p:cNvSpPr/>
                <p:nvPr/>
              </p:nvSpPr>
              <p:spPr>
                <a:xfrm rot="16200000">
                  <a:off x="3537351" y="3692481"/>
                  <a:ext cx="2756815" cy="3839061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  <p:sp>
              <p:nvSpPr>
                <p:cNvPr id="85" name="圆角矩形 111"/>
                <p:cNvSpPr/>
                <p:nvPr/>
              </p:nvSpPr>
              <p:spPr>
                <a:xfrm rot="16200000">
                  <a:off x="3610693" y="3759394"/>
                  <a:ext cx="2598377" cy="3740620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p:grpSp>
          <p:sp>
            <p:nvSpPr>
              <p:cNvPr id="83" name="TextBox 109"/>
              <p:cNvSpPr txBox="1"/>
              <p:nvPr/>
            </p:nvSpPr>
            <p:spPr>
              <a:xfrm>
                <a:off x="812777" y="3861047"/>
                <a:ext cx="222096" cy="1019475"/>
              </a:xfrm>
              <a:prstGeom prst="rect">
                <a:avLst/>
              </a:prstGeom>
              <a:grpFill/>
            </p:spPr>
            <p:txBody>
              <a:bodyPr vert="horz" wrap="square" lIns="0" tIns="0" rIns="0" bIns="0" rtlCol="0">
                <a:spAutoFit/>
              </a:bodyPr>
              <a:lstStyle>
                <a:defPPr>
                  <a:defRPr lang="zh-CN"/>
                </a:defPPr>
                <a:lvl1pPr algn="ctr">
                  <a:defRPr sz="1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defRPr>
                </a:lvl1pPr>
              </a:lstStyle>
              <a:p>
                <a:pPr lvl="0"/>
                <a:r>
                  <a:rPr lang="zh-CN" altLang="en-US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宋体" pitchFamily="2" charset="-122"/>
                  </a:rPr>
                  <a:t>資金佔用利息</a:t>
                </a:r>
                <a:endParaRPr lang="zh-CN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宋体" pitchFamily="2" charset="-122"/>
                </a:endParaRPr>
              </a:p>
            </p:txBody>
          </p:sp>
        </p:grpSp>
        <p:cxnSp>
          <p:nvCxnSpPr>
            <p:cNvPr id="86" name="肘形接點 85"/>
            <p:cNvCxnSpPr>
              <a:stCxn id="33" idx="2"/>
              <a:endCxn id="84" idx="0"/>
            </p:cNvCxnSpPr>
            <p:nvPr/>
          </p:nvCxnSpPr>
          <p:spPr bwMode="auto">
            <a:xfrm rot="5400000">
              <a:off x="1435682" y="3479578"/>
              <a:ext cx="249771" cy="409022"/>
            </a:xfrm>
            <a:prstGeom prst="bentConnector3">
              <a:avLst>
                <a:gd name="adj1" fmla="val 50000"/>
              </a:avLst>
            </a:prstGeom>
            <a:ln w="12700">
              <a:prstDash val="dash"/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87" name="群組 86"/>
            <p:cNvGrpSpPr/>
            <p:nvPr/>
          </p:nvGrpSpPr>
          <p:grpSpPr>
            <a:xfrm>
              <a:off x="1703512" y="3808974"/>
              <a:ext cx="313200" cy="2608998"/>
              <a:chOff x="775489" y="3751797"/>
              <a:chExt cx="313200" cy="1987653"/>
            </a:xfrm>
            <a:solidFill>
              <a:schemeClr val="accent5">
                <a:lumMod val="20000"/>
                <a:lumOff val="80000"/>
              </a:schemeClr>
            </a:solidFill>
          </p:grpSpPr>
          <p:grpSp>
            <p:nvGrpSpPr>
              <p:cNvPr id="88" name="组合 108"/>
              <p:cNvGrpSpPr/>
              <p:nvPr/>
            </p:nvGrpSpPr>
            <p:grpSpPr>
              <a:xfrm rot="5400000">
                <a:off x="-61738" y="4589024"/>
                <a:ext cx="1987653" cy="313200"/>
                <a:chOff x="2996228" y="4233604"/>
                <a:chExt cx="3839061" cy="2756815"/>
              </a:xfrm>
              <a:grpFill/>
              <a:effectLst>
                <a:outerShdw blurRad="381000" dist="2540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90" name="圆角矩形 110"/>
                <p:cNvSpPr/>
                <p:nvPr/>
              </p:nvSpPr>
              <p:spPr>
                <a:xfrm rot="16200000">
                  <a:off x="3537351" y="3692481"/>
                  <a:ext cx="2756815" cy="3839061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  <p:sp>
              <p:nvSpPr>
                <p:cNvPr id="91" name="圆角矩形 111"/>
                <p:cNvSpPr/>
                <p:nvPr/>
              </p:nvSpPr>
              <p:spPr>
                <a:xfrm rot="16200000">
                  <a:off x="3610693" y="3759394"/>
                  <a:ext cx="2598377" cy="3740620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p:grpSp>
          <p:sp>
            <p:nvSpPr>
              <p:cNvPr id="89" name="TextBox 109"/>
              <p:cNvSpPr txBox="1"/>
              <p:nvPr/>
            </p:nvSpPr>
            <p:spPr>
              <a:xfrm>
                <a:off x="812777" y="3861047"/>
                <a:ext cx="222096" cy="1019475"/>
              </a:xfrm>
              <a:prstGeom prst="rect">
                <a:avLst/>
              </a:prstGeom>
              <a:grpFill/>
            </p:spPr>
            <p:txBody>
              <a:bodyPr vert="horz" wrap="square" lIns="0" tIns="0" rIns="0" bIns="0" rtlCol="0">
                <a:spAutoFit/>
              </a:bodyPr>
              <a:lstStyle>
                <a:defPPr>
                  <a:defRPr lang="zh-CN"/>
                </a:defPPr>
                <a:lvl1pPr algn="ctr">
                  <a:defRPr sz="1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defRPr>
                </a:lvl1pPr>
              </a:lstStyle>
              <a:p>
                <a:pPr lvl="0"/>
                <a:r>
                  <a:rPr lang="zh-CN" altLang="en-US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宋体" pitchFamily="2" charset="-122"/>
                  </a:rPr>
                  <a:t>五年計劃數據</a:t>
                </a:r>
                <a:endParaRPr lang="zh-CN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宋体" pitchFamily="2" charset="-122"/>
                </a:endParaRPr>
              </a:p>
            </p:txBody>
          </p:sp>
        </p:grpSp>
        <p:cxnSp>
          <p:nvCxnSpPr>
            <p:cNvPr id="92" name="肘形接點 91"/>
            <p:cNvCxnSpPr>
              <a:stCxn id="34" idx="2"/>
              <a:endCxn id="90" idx="0"/>
            </p:cNvCxnSpPr>
            <p:nvPr/>
          </p:nvCxnSpPr>
          <p:spPr bwMode="auto">
            <a:xfrm rot="16200000" flipH="1">
              <a:off x="1681908" y="3630770"/>
              <a:ext cx="261375" cy="95034"/>
            </a:xfrm>
            <a:prstGeom prst="bentConnector3">
              <a:avLst>
                <a:gd name="adj1" fmla="val 50000"/>
              </a:avLst>
            </a:prstGeom>
            <a:ln w="12700">
              <a:prstDash val="dash"/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93" name="群組 92"/>
            <p:cNvGrpSpPr/>
            <p:nvPr/>
          </p:nvGrpSpPr>
          <p:grpSpPr>
            <a:xfrm>
              <a:off x="2207568" y="3808974"/>
              <a:ext cx="313200" cy="2608998"/>
              <a:chOff x="775489" y="3751797"/>
              <a:chExt cx="313200" cy="1987653"/>
            </a:xfrm>
            <a:solidFill>
              <a:schemeClr val="accent5">
                <a:lumMod val="20000"/>
                <a:lumOff val="80000"/>
              </a:schemeClr>
            </a:solidFill>
          </p:grpSpPr>
          <p:grpSp>
            <p:nvGrpSpPr>
              <p:cNvPr id="94" name="组合 108"/>
              <p:cNvGrpSpPr/>
              <p:nvPr/>
            </p:nvGrpSpPr>
            <p:grpSpPr>
              <a:xfrm rot="5400000">
                <a:off x="-61738" y="4589024"/>
                <a:ext cx="1987653" cy="313200"/>
                <a:chOff x="2996228" y="4233604"/>
                <a:chExt cx="3839061" cy="2756815"/>
              </a:xfrm>
              <a:grpFill/>
              <a:effectLst>
                <a:outerShdw blurRad="381000" dist="2540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96" name="圆角矩形 110"/>
                <p:cNvSpPr/>
                <p:nvPr/>
              </p:nvSpPr>
              <p:spPr>
                <a:xfrm rot="16200000">
                  <a:off x="3537351" y="3692481"/>
                  <a:ext cx="2756815" cy="3839061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  <p:sp>
              <p:nvSpPr>
                <p:cNvPr id="97" name="圆角矩形 111"/>
                <p:cNvSpPr/>
                <p:nvPr/>
              </p:nvSpPr>
              <p:spPr>
                <a:xfrm rot="16200000">
                  <a:off x="3610693" y="3759394"/>
                  <a:ext cx="2598377" cy="3740620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p:grpSp>
          <p:sp>
            <p:nvSpPr>
              <p:cNvPr id="95" name="TextBox 109"/>
              <p:cNvSpPr txBox="1"/>
              <p:nvPr/>
            </p:nvSpPr>
            <p:spPr>
              <a:xfrm>
                <a:off x="812777" y="3861047"/>
                <a:ext cx="222096" cy="679650"/>
              </a:xfrm>
              <a:prstGeom prst="rect">
                <a:avLst/>
              </a:prstGeom>
              <a:grpFill/>
            </p:spPr>
            <p:txBody>
              <a:bodyPr vert="horz" wrap="square" lIns="0" tIns="0" rIns="0" bIns="0" rtlCol="0">
                <a:spAutoFit/>
              </a:bodyPr>
              <a:lstStyle>
                <a:defPPr>
                  <a:defRPr lang="zh-CN"/>
                </a:defPPr>
                <a:lvl1pPr algn="ctr">
                  <a:defRPr sz="1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defRPr>
                </a:lvl1pPr>
              </a:lstStyle>
              <a:p>
                <a:pPr lvl="0"/>
                <a:r>
                  <a:rPr lang="zh-CN" altLang="en-US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宋体" pitchFamily="2" charset="-122"/>
                  </a:rPr>
                  <a:t>營運預測</a:t>
                </a:r>
                <a:endParaRPr lang="zh-CN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宋体" pitchFamily="2" charset="-122"/>
                </a:endParaRPr>
              </a:p>
            </p:txBody>
          </p:sp>
        </p:grpSp>
        <p:cxnSp>
          <p:nvCxnSpPr>
            <p:cNvPr id="98" name="肘形接點 97"/>
            <p:cNvCxnSpPr>
              <a:stCxn id="34" idx="2"/>
              <a:endCxn id="96" idx="0"/>
            </p:cNvCxnSpPr>
            <p:nvPr/>
          </p:nvCxnSpPr>
          <p:spPr bwMode="auto">
            <a:xfrm rot="16200000" flipH="1">
              <a:off x="1933936" y="3378742"/>
              <a:ext cx="261375" cy="599090"/>
            </a:xfrm>
            <a:prstGeom prst="bentConnector3">
              <a:avLst>
                <a:gd name="adj1" fmla="val 50000"/>
              </a:avLst>
            </a:prstGeom>
            <a:ln w="12700">
              <a:prstDash val="dash"/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99" name="群組 98"/>
            <p:cNvGrpSpPr/>
            <p:nvPr/>
          </p:nvGrpSpPr>
          <p:grpSpPr>
            <a:xfrm>
              <a:off x="2711624" y="3808974"/>
              <a:ext cx="313200" cy="2608998"/>
              <a:chOff x="775489" y="3751797"/>
              <a:chExt cx="313200" cy="1987653"/>
            </a:xfrm>
            <a:solidFill>
              <a:schemeClr val="accent5">
                <a:lumMod val="20000"/>
                <a:lumOff val="80000"/>
              </a:schemeClr>
            </a:solidFill>
          </p:grpSpPr>
          <p:grpSp>
            <p:nvGrpSpPr>
              <p:cNvPr id="100" name="组合 108"/>
              <p:cNvGrpSpPr/>
              <p:nvPr/>
            </p:nvGrpSpPr>
            <p:grpSpPr>
              <a:xfrm rot="5400000">
                <a:off x="-61738" y="4589024"/>
                <a:ext cx="1987653" cy="313200"/>
                <a:chOff x="2996228" y="4233604"/>
                <a:chExt cx="3839061" cy="2756815"/>
              </a:xfrm>
              <a:grpFill/>
              <a:effectLst>
                <a:outerShdw blurRad="381000" dist="2540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02" name="圆角矩形 110"/>
                <p:cNvSpPr/>
                <p:nvPr/>
              </p:nvSpPr>
              <p:spPr>
                <a:xfrm rot="16200000">
                  <a:off x="3537351" y="3692481"/>
                  <a:ext cx="2756815" cy="3839061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  <p:sp>
              <p:nvSpPr>
                <p:cNvPr id="103" name="圆角矩形 111"/>
                <p:cNvSpPr/>
                <p:nvPr/>
              </p:nvSpPr>
              <p:spPr>
                <a:xfrm rot="16200000">
                  <a:off x="3610693" y="3759394"/>
                  <a:ext cx="2598377" cy="3740620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p:grpSp>
          <p:sp>
            <p:nvSpPr>
              <p:cNvPr id="101" name="TextBox 109"/>
              <p:cNvSpPr txBox="1"/>
              <p:nvPr/>
            </p:nvSpPr>
            <p:spPr>
              <a:xfrm>
                <a:off x="812777" y="3861047"/>
                <a:ext cx="222096" cy="1019475"/>
              </a:xfrm>
              <a:prstGeom prst="rect">
                <a:avLst/>
              </a:prstGeom>
              <a:grpFill/>
            </p:spPr>
            <p:txBody>
              <a:bodyPr vert="horz" wrap="square" lIns="0" tIns="0" rIns="0" bIns="0" rtlCol="0">
                <a:spAutoFit/>
              </a:bodyPr>
              <a:lstStyle>
                <a:defPPr>
                  <a:defRPr lang="zh-CN"/>
                </a:defPPr>
                <a:lvl1pPr algn="ctr">
                  <a:defRPr sz="1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defRPr>
                </a:lvl1pPr>
              </a:lstStyle>
              <a:p>
                <a:pPr lvl="0"/>
                <a:r>
                  <a:rPr lang="zh-CN" altLang="en-US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宋体" pitchFamily="2" charset="-122"/>
                  </a:rPr>
                  <a:t>業務發展狀況</a:t>
                </a:r>
                <a:endParaRPr lang="zh-CN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宋体" pitchFamily="2" charset="-122"/>
                </a:endParaRPr>
              </a:p>
            </p:txBody>
          </p:sp>
        </p:grpSp>
        <p:cxnSp>
          <p:nvCxnSpPr>
            <p:cNvPr id="104" name="肘形接點 103"/>
            <p:cNvCxnSpPr>
              <a:stCxn id="33" idx="2"/>
              <a:endCxn id="102" idx="0"/>
            </p:cNvCxnSpPr>
            <p:nvPr/>
          </p:nvCxnSpPr>
          <p:spPr bwMode="auto">
            <a:xfrm rot="16200000" flipH="1">
              <a:off x="2191766" y="3132516"/>
              <a:ext cx="249771" cy="1103146"/>
            </a:xfrm>
            <a:prstGeom prst="bentConnector3">
              <a:avLst>
                <a:gd name="adj1" fmla="val 50000"/>
              </a:avLst>
            </a:prstGeom>
            <a:ln w="12700">
              <a:prstDash val="dash"/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5" name="群組 104"/>
            <p:cNvGrpSpPr/>
            <p:nvPr/>
          </p:nvGrpSpPr>
          <p:grpSpPr>
            <a:xfrm>
              <a:off x="3359696" y="3808975"/>
              <a:ext cx="313200" cy="2608998"/>
              <a:chOff x="775489" y="3751797"/>
              <a:chExt cx="313200" cy="1987653"/>
            </a:xfrm>
            <a:solidFill>
              <a:schemeClr val="accent4">
                <a:lumMod val="20000"/>
                <a:lumOff val="80000"/>
              </a:schemeClr>
            </a:solidFill>
          </p:grpSpPr>
          <p:grpSp>
            <p:nvGrpSpPr>
              <p:cNvPr id="106" name="组合 108"/>
              <p:cNvGrpSpPr/>
              <p:nvPr/>
            </p:nvGrpSpPr>
            <p:grpSpPr>
              <a:xfrm rot="5400000">
                <a:off x="-61738" y="4589024"/>
                <a:ext cx="1987653" cy="313200"/>
                <a:chOff x="2996228" y="4233604"/>
                <a:chExt cx="3839061" cy="2756815"/>
              </a:xfrm>
              <a:grpFill/>
              <a:effectLst>
                <a:outerShdw blurRad="381000" dist="2540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08" name="圆角矩形 110"/>
                <p:cNvSpPr/>
                <p:nvPr/>
              </p:nvSpPr>
              <p:spPr>
                <a:xfrm rot="16200000">
                  <a:off x="3537351" y="3692481"/>
                  <a:ext cx="2756815" cy="3839061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  <p:sp>
              <p:nvSpPr>
                <p:cNvPr id="109" name="圆角矩形 111"/>
                <p:cNvSpPr/>
                <p:nvPr/>
              </p:nvSpPr>
              <p:spPr>
                <a:xfrm rot="16200000">
                  <a:off x="3610693" y="3759394"/>
                  <a:ext cx="2598377" cy="3740620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p:grpSp>
          <p:sp>
            <p:nvSpPr>
              <p:cNvPr id="107" name="TextBox 109"/>
              <p:cNvSpPr txBox="1"/>
              <p:nvPr/>
            </p:nvSpPr>
            <p:spPr>
              <a:xfrm>
                <a:off x="812777" y="3861047"/>
                <a:ext cx="222096" cy="1359300"/>
              </a:xfrm>
              <a:prstGeom prst="rect">
                <a:avLst/>
              </a:prstGeom>
              <a:grpFill/>
            </p:spPr>
            <p:txBody>
              <a:bodyPr vert="horz" wrap="square" lIns="0" tIns="0" rIns="0" bIns="0" rtlCol="0">
                <a:spAutoFit/>
              </a:bodyPr>
              <a:lstStyle>
                <a:defPPr>
                  <a:defRPr lang="zh-CN"/>
                </a:defPPr>
                <a:lvl1pPr algn="ctr">
                  <a:defRPr sz="1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defRPr>
                </a:lvl1pPr>
              </a:lstStyle>
              <a:p>
                <a:pPr lvl="0"/>
                <a:r>
                  <a:rPr lang="zh-CN" altLang="en-US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宋体" pitchFamily="2" charset="-122"/>
                  </a:rPr>
                  <a:t>成本結構比較簡表</a:t>
                </a:r>
                <a:endParaRPr lang="zh-CN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宋体" pitchFamily="2" charset="-122"/>
                </a:endParaRPr>
              </a:p>
            </p:txBody>
          </p:sp>
        </p:grpSp>
        <p:grpSp>
          <p:nvGrpSpPr>
            <p:cNvPr id="110" name="群組 109"/>
            <p:cNvGrpSpPr/>
            <p:nvPr/>
          </p:nvGrpSpPr>
          <p:grpSpPr>
            <a:xfrm>
              <a:off x="3850660" y="3808975"/>
              <a:ext cx="313200" cy="2608998"/>
              <a:chOff x="775489" y="3751797"/>
              <a:chExt cx="313200" cy="1987653"/>
            </a:xfrm>
            <a:solidFill>
              <a:schemeClr val="accent4">
                <a:lumMod val="20000"/>
                <a:lumOff val="80000"/>
              </a:schemeClr>
            </a:solidFill>
          </p:grpSpPr>
          <p:grpSp>
            <p:nvGrpSpPr>
              <p:cNvPr id="111" name="组合 108"/>
              <p:cNvGrpSpPr/>
              <p:nvPr/>
            </p:nvGrpSpPr>
            <p:grpSpPr>
              <a:xfrm rot="5400000">
                <a:off x="-61738" y="4589024"/>
                <a:ext cx="1987653" cy="313200"/>
                <a:chOff x="2996228" y="4233604"/>
                <a:chExt cx="3839061" cy="2756815"/>
              </a:xfrm>
              <a:grpFill/>
              <a:effectLst>
                <a:outerShdw blurRad="381000" dist="2540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13" name="圆角矩形 110"/>
                <p:cNvSpPr/>
                <p:nvPr/>
              </p:nvSpPr>
              <p:spPr>
                <a:xfrm rot="16200000">
                  <a:off x="3537351" y="3692481"/>
                  <a:ext cx="2756815" cy="3839061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  <p:sp>
              <p:nvSpPr>
                <p:cNvPr id="114" name="圆角矩形 111"/>
                <p:cNvSpPr/>
                <p:nvPr/>
              </p:nvSpPr>
              <p:spPr>
                <a:xfrm rot="16200000">
                  <a:off x="3610693" y="3759394"/>
                  <a:ext cx="2598377" cy="3740620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p:grpSp>
          <p:sp>
            <p:nvSpPr>
              <p:cNvPr id="112" name="TextBox 109"/>
              <p:cNvSpPr txBox="1"/>
              <p:nvPr/>
            </p:nvSpPr>
            <p:spPr>
              <a:xfrm>
                <a:off x="812777" y="3861047"/>
                <a:ext cx="222096" cy="1189387"/>
              </a:xfrm>
              <a:prstGeom prst="rect">
                <a:avLst/>
              </a:prstGeom>
              <a:grpFill/>
            </p:spPr>
            <p:txBody>
              <a:bodyPr vert="horz" wrap="square" lIns="0" tIns="0" rIns="0" bIns="0" rtlCol="0">
                <a:spAutoFit/>
              </a:bodyPr>
              <a:lstStyle>
                <a:defPPr>
                  <a:defRPr lang="zh-CN"/>
                </a:defPPr>
                <a:lvl1pPr algn="ctr">
                  <a:defRPr sz="1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defRPr>
                </a:lvl1pPr>
              </a:lstStyle>
              <a:p>
                <a:pPr lvl="0"/>
                <a:r>
                  <a:rPr lang="zh-CN" altLang="en-US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宋体" pitchFamily="2" charset="-122"/>
                  </a:rPr>
                  <a:t>成本結構比較表</a:t>
                </a:r>
                <a:endParaRPr lang="zh-CN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宋体" pitchFamily="2" charset="-122"/>
                </a:endParaRPr>
              </a:p>
            </p:txBody>
          </p:sp>
        </p:grpSp>
        <p:grpSp>
          <p:nvGrpSpPr>
            <p:cNvPr id="115" name="群組 114"/>
            <p:cNvGrpSpPr/>
            <p:nvPr/>
          </p:nvGrpSpPr>
          <p:grpSpPr>
            <a:xfrm>
              <a:off x="4341624" y="3808975"/>
              <a:ext cx="313200" cy="2608998"/>
              <a:chOff x="775489" y="3751797"/>
              <a:chExt cx="313200" cy="1987653"/>
            </a:xfrm>
            <a:solidFill>
              <a:schemeClr val="accent4">
                <a:lumMod val="20000"/>
                <a:lumOff val="80000"/>
              </a:schemeClr>
            </a:solidFill>
          </p:grpSpPr>
          <p:grpSp>
            <p:nvGrpSpPr>
              <p:cNvPr id="116" name="组合 108"/>
              <p:cNvGrpSpPr/>
              <p:nvPr/>
            </p:nvGrpSpPr>
            <p:grpSpPr>
              <a:xfrm rot="5400000">
                <a:off x="-61738" y="4589024"/>
                <a:ext cx="1987653" cy="313200"/>
                <a:chOff x="2996228" y="4233604"/>
                <a:chExt cx="3839061" cy="2756815"/>
              </a:xfrm>
              <a:grpFill/>
              <a:effectLst>
                <a:outerShdw blurRad="381000" dist="2540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18" name="圆角矩形 110"/>
                <p:cNvSpPr/>
                <p:nvPr/>
              </p:nvSpPr>
              <p:spPr>
                <a:xfrm rot="16200000">
                  <a:off x="3537351" y="3692481"/>
                  <a:ext cx="2756815" cy="3839061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  <p:sp>
              <p:nvSpPr>
                <p:cNvPr id="119" name="圆角矩形 111"/>
                <p:cNvSpPr/>
                <p:nvPr/>
              </p:nvSpPr>
              <p:spPr>
                <a:xfrm rot="16200000">
                  <a:off x="3610693" y="3759394"/>
                  <a:ext cx="2598377" cy="3740620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p:grpSp>
          <p:sp>
            <p:nvSpPr>
              <p:cNvPr id="117" name="TextBox 109"/>
              <p:cNvSpPr txBox="1"/>
              <p:nvPr/>
            </p:nvSpPr>
            <p:spPr>
              <a:xfrm>
                <a:off x="812777" y="3861047"/>
                <a:ext cx="222096" cy="1529212"/>
              </a:xfrm>
              <a:prstGeom prst="rect">
                <a:avLst/>
              </a:prstGeom>
              <a:grpFill/>
            </p:spPr>
            <p:txBody>
              <a:bodyPr vert="horz" wrap="square" lIns="0" tIns="0" rIns="0" bIns="0" rtlCol="0">
                <a:spAutoFit/>
              </a:bodyPr>
              <a:lstStyle>
                <a:defPPr>
                  <a:defRPr lang="zh-CN"/>
                </a:defPPr>
                <a:lvl1pPr algn="ctr">
                  <a:defRPr sz="1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defRPr>
                </a:lvl1pPr>
              </a:lstStyle>
              <a:p>
                <a:r>
                  <a:rPr lang="zh-CN" alt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宋体" pitchFamily="2" charset="-122"/>
                  </a:rPr>
                  <a:t>工時</a:t>
                </a:r>
                <a:r>
                  <a:rPr lang="zh-CN" altLang="en-US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宋体" pitchFamily="2" charset="-122"/>
                  </a:rPr>
                  <a:t>差異</a:t>
                </a:r>
                <a:r>
                  <a:rPr lang="en-US" altLang="zh-CN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宋体" pitchFamily="2" charset="-122"/>
                  </a:rPr>
                  <a:t>UPPH</a:t>
                </a:r>
              </a:p>
              <a:p>
                <a:r>
                  <a:rPr lang="zh-CN" alt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宋体" pitchFamily="2" charset="-122"/>
                  </a:rPr>
                  <a:t>表</a:t>
                </a:r>
                <a:endParaRPr lang="zh-CN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宋体" pitchFamily="2" charset="-122"/>
                </a:endParaRPr>
              </a:p>
            </p:txBody>
          </p:sp>
        </p:grpSp>
        <p:grpSp>
          <p:nvGrpSpPr>
            <p:cNvPr id="120" name="群組 119"/>
            <p:cNvGrpSpPr/>
            <p:nvPr/>
          </p:nvGrpSpPr>
          <p:grpSpPr>
            <a:xfrm>
              <a:off x="4832588" y="3808975"/>
              <a:ext cx="313200" cy="2608998"/>
              <a:chOff x="775489" y="3751797"/>
              <a:chExt cx="313200" cy="1987653"/>
            </a:xfrm>
            <a:solidFill>
              <a:schemeClr val="accent4">
                <a:lumMod val="20000"/>
                <a:lumOff val="80000"/>
              </a:schemeClr>
            </a:solidFill>
          </p:grpSpPr>
          <p:grpSp>
            <p:nvGrpSpPr>
              <p:cNvPr id="121" name="组合 108"/>
              <p:cNvGrpSpPr/>
              <p:nvPr/>
            </p:nvGrpSpPr>
            <p:grpSpPr>
              <a:xfrm rot="5400000">
                <a:off x="-61738" y="4589024"/>
                <a:ext cx="1987653" cy="313200"/>
                <a:chOff x="2996228" y="4233604"/>
                <a:chExt cx="3839061" cy="2756815"/>
              </a:xfrm>
              <a:grpFill/>
              <a:effectLst>
                <a:outerShdw blurRad="381000" dist="2540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23" name="圆角矩形 110"/>
                <p:cNvSpPr/>
                <p:nvPr/>
              </p:nvSpPr>
              <p:spPr>
                <a:xfrm rot="16200000">
                  <a:off x="3537351" y="3692481"/>
                  <a:ext cx="2756815" cy="3839061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  <p:sp>
              <p:nvSpPr>
                <p:cNvPr id="124" name="圆角矩形 111"/>
                <p:cNvSpPr/>
                <p:nvPr/>
              </p:nvSpPr>
              <p:spPr>
                <a:xfrm rot="16200000">
                  <a:off x="3610693" y="3759394"/>
                  <a:ext cx="2598377" cy="3740620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p:grpSp>
          <p:sp>
            <p:nvSpPr>
              <p:cNvPr id="122" name="TextBox 109"/>
              <p:cNvSpPr txBox="1"/>
              <p:nvPr/>
            </p:nvSpPr>
            <p:spPr>
              <a:xfrm>
                <a:off x="812777" y="3861047"/>
                <a:ext cx="222096" cy="849563"/>
              </a:xfrm>
              <a:prstGeom prst="rect">
                <a:avLst/>
              </a:prstGeom>
              <a:grpFill/>
            </p:spPr>
            <p:txBody>
              <a:bodyPr vert="horz" wrap="square" lIns="0" tIns="0" rIns="0" bIns="0" rtlCol="0">
                <a:spAutoFit/>
              </a:bodyPr>
              <a:lstStyle>
                <a:defPPr>
                  <a:defRPr lang="zh-CN"/>
                </a:defPPr>
                <a:lvl1pPr algn="ctr">
                  <a:defRPr sz="1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defRPr>
                </a:lvl1pPr>
              </a:lstStyle>
              <a:p>
                <a:pPr lvl="0"/>
                <a:r>
                  <a:rPr lang="zh-CN" altLang="en-US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宋体" pitchFamily="2" charset="-122"/>
                  </a:rPr>
                  <a:t>資金佔利表</a:t>
                </a:r>
                <a:endParaRPr lang="zh-CN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宋体" pitchFamily="2" charset="-122"/>
                </a:endParaRPr>
              </a:p>
            </p:txBody>
          </p:sp>
        </p:grpSp>
        <p:grpSp>
          <p:nvGrpSpPr>
            <p:cNvPr id="125" name="群組 124"/>
            <p:cNvGrpSpPr/>
            <p:nvPr/>
          </p:nvGrpSpPr>
          <p:grpSpPr>
            <a:xfrm>
              <a:off x="5323552" y="3808975"/>
              <a:ext cx="313200" cy="2608998"/>
              <a:chOff x="775489" y="3751797"/>
              <a:chExt cx="313200" cy="1987653"/>
            </a:xfrm>
            <a:solidFill>
              <a:schemeClr val="accent4">
                <a:lumMod val="20000"/>
                <a:lumOff val="80000"/>
              </a:schemeClr>
            </a:solidFill>
          </p:grpSpPr>
          <p:grpSp>
            <p:nvGrpSpPr>
              <p:cNvPr id="126" name="组合 108"/>
              <p:cNvGrpSpPr/>
              <p:nvPr/>
            </p:nvGrpSpPr>
            <p:grpSpPr>
              <a:xfrm rot="5400000">
                <a:off x="-61738" y="4589024"/>
                <a:ext cx="1987653" cy="313200"/>
                <a:chOff x="2996228" y="4233604"/>
                <a:chExt cx="3839061" cy="2756815"/>
              </a:xfrm>
              <a:grpFill/>
              <a:effectLst>
                <a:outerShdw blurRad="381000" dist="2540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28" name="圆角矩形 110"/>
                <p:cNvSpPr/>
                <p:nvPr/>
              </p:nvSpPr>
              <p:spPr>
                <a:xfrm rot="16200000">
                  <a:off x="3537351" y="3692481"/>
                  <a:ext cx="2756815" cy="3839061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  <p:sp>
              <p:nvSpPr>
                <p:cNvPr id="129" name="圆角矩形 111"/>
                <p:cNvSpPr/>
                <p:nvPr/>
              </p:nvSpPr>
              <p:spPr>
                <a:xfrm rot="16200000">
                  <a:off x="3610693" y="3759394"/>
                  <a:ext cx="2598377" cy="3740620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p:grpSp>
          <p:sp>
            <p:nvSpPr>
              <p:cNvPr id="127" name="TextBox 109"/>
              <p:cNvSpPr txBox="1"/>
              <p:nvPr/>
            </p:nvSpPr>
            <p:spPr>
              <a:xfrm>
                <a:off x="812777" y="3861047"/>
                <a:ext cx="222096" cy="849563"/>
              </a:xfrm>
              <a:prstGeom prst="rect">
                <a:avLst/>
              </a:prstGeom>
              <a:grpFill/>
            </p:spPr>
            <p:txBody>
              <a:bodyPr vert="horz" wrap="square" lIns="0" tIns="0" rIns="0" bIns="0" rtlCol="0">
                <a:spAutoFit/>
              </a:bodyPr>
              <a:lstStyle>
                <a:defPPr>
                  <a:defRPr lang="zh-CN"/>
                </a:defPPr>
                <a:lvl1pPr algn="ctr">
                  <a:defRPr sz="1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defRPr>
                </a:lvl1pPr>
              </a:lstStyle>
              <a:p>
                <a:pPr lvl="0"/>
                <a:r>
                  <a:rPr lang="zh-CN" altLang="en-US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宋体" pitchFamily="2" charset="-122"/>
                  </a:rPr>
                  <a:t>五年計劃圖</a:t>
                </a:r>
                <a:endParaRPr lang="zh-CN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宋体" pitchFamily="2" charset="-122"/>
                </a:endParaRPr>
              </a:p>
            </p:txBody>
          </p:sp>
        </p:grpSp>
        <p:grpSp>
          <p:nvGrpSpPr>
            <p:cNvPr id="130" name="群組 129"/>
            <p:cNvGrpSpPr/>
            <p:nvPr/>
          </p:nvGrpSpPr>
          <p:grpSpPr>
            <a:xfrm>
              <a:off x="5814516" y="3808975"/>
              <a:ext cx="313200" cy="2608998"/>
              <a:chOff x="775489" y="3751797"/>
              <a:chExt cx="313200" cy="1987653"/>
            </a:xfrm>
            <a:solidFill>
              <a:schemeClr val="accent4">
                <a:lumMod val="20000"/>
                <a:lumOff val="80000"/>
              </a:schemeClr>
            </a:solidFill>
          </p:grpSpPr>
          <p:grpSp>
            <p:nvGrpSpPr>
              <p:cNvPr id="131" name="组合 108"/>
              <p:cNvGrpSpPr/>
              <p:nvPr/>
            </p:nvGrpSpPr>
            <p:grpSpPr>
              <a:xfrm rot="5400000">
                <a:off x="-61738" y="4589024"/>
                <a:ext cx="1987653" cy="313200"/>
                <a:chOff x="2996228" y="4233604"/>
                <a:chExt cx="3839061" cy="2756815"/>
              </a:xfrm>
              <a:grpFill/>
              <a:effectLst>
                <a:outerShdw blurRad="381000" dist="2540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33" name="圆角矩形 110"/>
                <p:cNvSpPr/>
                <p:nvPr/>
              </p:nvSpPr>
              <p:spPr>
                <a:xfrm rot="16200000">
                  <a:off x="3537351" y="3692481"/>
                  <a:ext cx="2756815" cy="3839061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  <p:sp>
              <p:nvSpPr>
                <p:cNvPr id="134" name="圆角矩形 111"/>
                <p:cNvSpPr/>
                <p:nvPr/>
              </p:nvSpPr>
              <p:spPr>
                <a:xfrm rot="16200000">
                  <a:off x="3610693" y="3759394"/>
                  <a:ext cx="2598377" cy="3740620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p:grpSp>
          <p:sp>
            <p:nvSpPr>
              <p:cNvPr id="132" name="TextBox 109"/>
              <p:cNvSpPr txBox="1"/>
              <p:nvPr/>
            </p:nvSpPr>
            <p:spPr>
              <a:xfrm>
                <a:off x="812777" y="3861047"/>
                <a:ext cx="222096" cy="1189387"/>
              </a:xfrm>
              <a:prstGeom prst="rect">
                <a:avLst/>
              </a:prstGeom>
              <a:grpFill/>
            </p:spPr>
            <p:txBody>
              <a:bodyPr vert="horz" wrap="square" lIns="0" tIns="0" rIns="0" bIns="0" rtlCol="0">
                <a:spAutoFit/>
              </a:bodyPr>
              <a:lstStyle>
                <a:defPPr>
                  <a:defRPr lang="zh-CN"/>
                </a:defPPr>
                <a:lvl1pPr algn="ctr">
                  <a:defRPr sz="1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defRPr>
                </a:lvl1pPr>
              </a:lstStyle>
              <a:p>
                <a:pPr lvl="0"/>
                <a:r>
                  <a:rPr lang="zh-CN" altLang="en-US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宋体" pitchFamily="2" charset="-122"/>
                  </a:rPr>
                  <a:t>五年計劃匯總表</a:t>
                </a:r>
                <a:endParaRPr lang="zh-CN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宋体" pitchFamily="2" charset="-122"/>
                </a:endParaRPr>
              </a:p>
            </p:txBody>
          </p:sp>
        </p:grpSp>
        <p:grpSp>
          <p:nvGrpSpPr>
            <p:cNvPr id="135" name="群組 134"/>
            <p:cNvGrpSpPr/>
            <p:nvPr/>
          </p:nvGrpSpPr>
          <p:grpSpPr>
            <a:xfrm>
              <a:off x="6305480" y="3808975"/>
              <a:ext cx="313200" cy="2608998"/>
              <a:chOff x="775489" y="3751797"/>
              <a:chExt cx="313200" cy="1987653"/>
            </a:xfrm>
            <a:solidFill>
              <a:schemeClr val="accent4">
                <a:lumMod val="20000"/>
                <a:lumOff val="80000"/>
              </a:schemeClr>
            </a:solidFill>
          </p:grpSpPr>
          <p:grpSp>
            <p:nvGrpSpPr>
              <p:cNvPr id="136" name="组合 108"/>
              <p:cNvGrpSpPr/>
              <p:nvPr/>
            </p:nvGrpSpPr>
            <p:grpSpPr>
              <a:xfrm rot="5400000">
                <a:off x="-61738" y="4589024"/>
                <a:ext cx="1987653" cy="313200"/>
                <a:chOff x="2996228" y="4233604"/>
                <a:chExt cx="3839061" cy="2756815"/>
              </a:xfrm>
              <a:grpFill/>
              <a:effectLst>
                <a:outerShdw blurRad="381000" dist="2540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38" name="圆角矩形 110"/>
                <p:cNvSpPr/>
                <p:nvPr/>
              </p:nvSpPr>
              <p:spPr>
                <a:xfrm rot="16200000">
                  <a:off x="3537351" y="3692481"/>
                  <a:ext cx="2756815" cy="3839061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  <p:sp>
              <p:nvSpPr>
                <p:cNvPr id="139" name="圆角矩形 111"/>
                <p:cNvSpPr/>
                <p:nvPr/>
              </p:nvSpPr>
              <p:spPr>
                <a:xfrm rot="16200000">
                  <a:off x="3610693" y="3759394"/>
                  <a:ext cx="2598377" cy="3740620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p:grpSp>
          <p:sp>
            <p:nvSpPr>
              <p:cNvPr id="137" name="TextBox 109"/>
              <p:cNvSpPr txBox="1"/>
              <p:nvPr/>
            </p:nvSpPr>
            <p:spPr>
              <a:xfrm>
                <a:off x="812777" y="3861047"/>
                <a:ext cx="222096" cy="1359300"/>
              </a:xfrm>
              <a:prstGeom prst="rect">
                <a:avLst/>
              </a:prstGeom>
              <a:grpFill/>
            </p:spPr>
            <p:txBody>
              <a:bodyPr vert="horz" wrap="square" lIns="0" tIns="0" rIns="0" bIns="0" rtlCol="0">
                <a:spAutoFit/>
              </a:bodyPr>
              <a:lstStyle>
                <a:defPPr>
                  <a:defRPr lang="zh-CN"/>
                </a:defPPr>
                <a:lvl1pPr algn="ctr">
                  <a:defRPr sz="1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defRPr>
                </a:lvl1pPr>
              </a:lstStyle>
              <a:p>
                <a:pPr lvl="0"/>
                <a:r>
                  <a:rPr lang="zh-CN" altLang="en-US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宋体" pitchFamily="2" charset="-122"/>
                  </a:rPr>
                  <a:t>五年計劃</a:t>
                </a:r>
                <a:r>
                  <a:rPr lang="en-US" altLang="zh-CN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宋体" pitchFamily="2" charset="-122"/>
                  </a:rPr>
                  <a:t>by(SBU)</a:t>
                </a:r>
                <a:endParaRPr lang="zh-CN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宋体" pitchFamily="2" charset="-122"/>
                </a:endParaRPr>
              </a:p>
            </p:txBody>
          </p:sp>
        </p:grpSp>
        <p:grpSp>
          <p:nvGrpSpPr>
            <p:cNvPr id="140" name="群組 139"/>
            <p:cNvGrpSpPr/>
            <p:nvPr/>
          </p:nvGrpSpPr>
          <p:grpSpPr>
            <a:xfrm>
              <a:off x="6796444" y="3808975"/>
              <a:ext cx="313200" cy="2608998"/>
              <a:chOff x="775489" y="3751797"/>
              <a:chExt cx="313200" cy="1987653"/>
            </a:xfrm>
            <a:solidFill>
              <a:schemeClr val="accent4">
                <a:lumMod val="20000"/>
                <a:lumOff val="80000"/>
              </a:schemeClr>
            </a:solidFill>
          </p:grpSpPr>
          <p:grpSp>
            <p:nvGrpSpPr>
              <p:cNvPr id="141" name="组合 108"/>
              <p:cNvGrpSpPr/>
              <p:nvPr/>
            </p:nvGrpSpPr>
            <p:grpSpPr>
              <a:xfrm rot="5400000">
                <a:off x="-61738" y="4589024"/>
                <a:ext cx="1987653" cy="313200"/>
                <a:chOff x="2996228" y="4233604"/>
                <a:chExt cx="3839061" cy="2756815"/>
              </a:xfrm>
              <a:grpFill/>
              <a:effectLst>
                <a:outerShdw blurRad="381000" dist="2540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43" name="圆角矩形 110"/>
                <p:cNvSpPr/>
                <p:nvPr/>
              </p:nvSpPr>
              <p:spPr>
                <a:xfrm rot="16200000">
                  <a:off x="3537351" y="3692481"/>
                  <a:ext cx="2756815" cy="3839061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  <p:sp>
              <p:nvSpPr>
                <p:cNvPr id="144" name="圆角矩形 111"/>
                <p:cNvSpPr/>
                <p:nvPr/>
              </p:nvSpPr>
              <p:spPr>
                <a:xfrm rot="16200000">
                  <a:off x="3610693" y="3759394"/>
                  <a:ext cx="2598377" cy="3740620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p:grpSp>
          <p:sp>
            <p:nvSpPr>
              <p:cNvPr id="142" name="TextBox 109"/>
              <p:cNvSpPr txBox="1"/>
              <p:nvPr/>
            </p:nvSpPr>
            <p:spPr>
              <a:xfrm>
                <a:off x="812777" y="3861047"/>
                <a:ext cx="222096" cy="679650"/>
              </a:xfrm>
              <a:prstGeom prst="rect">
                <a:avLst/>
              </a:prstGeom>
              <a:grpFill/>
            </p:spPr>
            <p:txBody>
              <a:bodyPr vert="horz" wrap="square" lIns="0" tIns="0" rIns="0" bIns="0" rtlCol="0">
                <a:spAutoFit/>
              </a:bodyPr>
              <a:lstStyle>
                <a:defPPr>
                  <a:defRPr lang="zh-CN"/>
                </a:defPPr>
                <a:lvl1pPr algn="ctr">
                  <a:defRPr sz="1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defRPr>
                </a:lvl1pPr>
              </a:lstStyle>
              <a:p>
                <a:pPr lvl="0"/>
                <a:r>
                  <a:rPr lang="zh-CN" altLang="en-US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宋体" pitchFamily="2" charset="-122"/>
                  </a:rPr>
                  <a:t>營運圖表</a:t>
                </a:r>
                <a:endParaRPr lang="zh-CN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宋体" pitchFamily="2" charset="-122"/>
                </a:endParaRPr>
              </a:p>
            </p:txBody>
          </p:sp>
        </p:grpSp>
        <p:grpSp>
          <p:nvGrpSpPr>
            <p:cNvPr id="145" name="群組 144"/>
            <p:cNvGrpSpPr/>
            <p:nvPr/>
          </p:nvGrpSpPr>
          <p:grpSpPr>
            <a:xfrm>
              <a:off x="7287408" y="3808975"/>
              <a:ext cx="313200" cy="2608998"/>
              <a:chOff x="775489" y="3751797"/>
              <a:chExt cx="313200" cy="1987653"/>
            </a:xfrm>
            <a:solidFill>
              <a:schemeClr val="accent4">
                <a:lumMod val="20000"/>
                <a:lumOff val="80000"/>
              </a:schemeClr>
            </a:solidFill>
          </p:grpSpPr>
          <p:grpSp>
            <p:nvGrpSpPr>
              <p:cNvPr id="146" name="组合 108"/>
              <p:cNvGrpSpPr/>
              <p:nvPr/>
            </p:nvGrpSpPr>
            <p:grpSpPr>
              <a:xfrm rot="5400000">
                <a:off x="-61738" y="4589024"/>
                <a:ext cx="1987653" cy="313200"/>
                <a:chOff x="2996228" y="4233604"/>
                <a:chExt cx="3839061" cy="2756815"/>
              </a:xfrm>
              <a:grpFill/>
              <a:effectLst>
                <a:outerShdw blurRad="381000" dist="2540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48" name="圆角矩形 110"/>
                <p:cNvSpPr/>
                <p:nvPr/>
              </p:nvSpPr>
              <p:spPr>
                <a:xfrm rot="16200000">
                  <a:off x="3537351" y="3692481"/>
                  <a:ext cx="2756815" cy="3839061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  <p:sp>
              <p:nvSpPr>
                <p:cNvPr id="149" name="圆角矩形 111"/>
                <p:cNvSpPr/>
                <p:nvPr/>
              </p:nvSpPr>
              <p:spPr>
                <a:xfrm rot="16200000">
                  <a:off x="3610693" y="3759394"/>
                  <a:ext cx="2598377" cy="3740620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p:grpSp>
          <p:sp>
            <p:nvSpPr>
              <p:cNvPr id="147" name="TextBox 109"/>
              <p:cNvSpPr txBox="1"/>
              <p:nvPr/>
            </p:nvSpPr>
            <p:spPr>
              <a:xfrm>
                <a:off x="812777" y="3861047"/>
                <a:ext cx="222096" cy="1019475"/>
              </a:xfrm>
              <a:prstGeom prst="rect">
                <a:avLst/>
              </a:prstGeom>
              <a:grpFill/>
            </p:spPr>
            <p:txBody>
              <a:bodyPr vert="horz" wrap="square" lIns="0" tIns="0" rIns="0" bIns="0" rtlCol="0">
                <a:spAutoFit/>
              </a:bodyPr>
              <a:lstStyle>
                <a:defPPr>
                  <a:defRPr lang="zh-CN"/>
                </a:defPPr>
                <a:lvl1pPr algn="ctr">
                  <a:defRPr sz="1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defRPr>
                </a:lvl1pPr>
              </a:lstStyle>
              <a:p>
                <a:pPr lvl="0"/>
                <a:r>
                  <a:rPr lang="zh-CN" altLang="en-US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宋体" pitchFamily="2" charset="-122"/>
                  </a:rPr>
                  <a:t>營運預測匯總</a:t>
                </a:r>
                <a:endParaRPr lang="zh-CN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宋体" pitchFamily="2" charset="-122"/>
                </a:endParaRPr>
              </a:p>
            </p:txBody>
          </p:sp>
        </p:grpSp>
        <p:grpSp>
          <p:nvGrpSpPr>
            <p:cNvPr id="150" name="群組 149"/>
            <p:cNvGrpSpPr/>
            <p:nvPr/>
          </p:nvGrpSpPr>
          <p:grpSpPr>
            <a:xfrm>
              <a:off x="7778372" y="3808975"/>
              <a:ext cx="313200" cy="2608998"/>
              <a:chOff x="775489" y="3751797"/>
              <a:chExt cx="313200" cy="1987653"/>
            </a:xfrm>
            <a:solidFill>
              <a:schemeClr val="accent4">
                <a:lumMod val="20000"/>
                <a:lumOff val="80000"/>
              </a:schemeClr>
            </a:solidFill>
          </p:grpSpPr>
          <p:grpSp>
            <p:nvGrpSpPr>
              <p:cNvPr id="151" name="组合 108"/>
              <p:cNvGrpSpPr/>
              <p:nvPr/>
            </p:nvGrpSpPr>
            <p:grpSpPr>
              <a:xfrm rot="5400000">
                <a:off x="-61738" y="4589024"/>
                <a:ext cx="1987653" cy="313200"/>
                <a:chOff x="2996228" y="4233604"/>
                <a:chExt cx="3839061" cy="2756815"/>
              </a:xfrm>
              <a:grpFill/>
              <a:effectLst>
                <a:outerShdw blurRad="381000" dist="2540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53" name="圆角矩形 110"/>
                <p:cNvSpPr/>
                <p:nvPr/>
              </p:nvSpPr>
              <p:spPr>
                <a:xfrm rot="16200000">
                  <a:off x="3537351" y="3692481"/>
                  <a:ext cx="2756815" cy="3839061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  <p:sp>
              <p:nvSpPr>
                <p:cNvPr id="154" name="圆角矩形 111"/>
                <p:cNvSpPr/>
                <p:nvPr/>
              </p:nvSpPr>
              <p:spPr>
                <a:xfrm rot="16200000">
                  <a:off x="3610693" y="3759394"/>
                  <a:ext cx="2598377" cy="3740620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p:grpSp>
          <p:sp>
            <p:nvSpPr>
              <p:cNvPr id="152" name="TextBox 109"/>
              <p:cNvSpPr txBox="1"/>
              <p:nvPr/>
            </p:nvSpPr>
            <p:spPr>
              <a:xfrm>
                <a:off x="812777" y="3861047"/>
                <a:ext cx="222096" cy="1699125"/>
              </a:xfrm>
              <a:prstGeom prst="rect">
                <a:avLst/>
              </a:prstGeom>
              <a:grpFill/>
            </p:spPr>
            <p:txBody>
              <a:bodyPr vert="horz" wrap="square" lIns="0" tIns="0" rIns="0" bIns="0" rtlCol="0">
                <a:spAutoFit/>
              </a:bodyPr>
              <a:lstStyle>
                <a:defPPr>
                  <a:defRPr lang="zh-CN"/>
                </a:defPPr>
                <a:lvl1pPr algn="ctr">
                  <a:defRPr sz="1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defRPr>
                </a:lvl1pPr>
              </a:lstStyle>
              <a:p>
                <a:pPr lvl="0"/>
                <a:r>
                  <a:rPr lang="zh-CN" altLang="en-US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宋体" pitchFamily="2" charset="-122"/>
                  </a:rPr>
                  <a:t>營運預測匯總</a:t>
                </a:r>
                <a:endParaRPr lang="en-US" altLang="zh-CN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宋体" pitchFamily="2" charset="-122"/>
                </a:endParaRPr>
              </a:p>
              <a:p>
                <a:pPr lvl="0"/>
                <a:r>
                  <a:rPr lang="en-US" altLang="zh-CN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宋体" pitchFamily="2" charset="-122"/>
                  </a:rPr>
                  <a:t>by</a:t>
                </a:r>
              </a:p>
              <a:p>
                <a:pPr lvl="0"/>
                <a:r>
                  <a:rPr lang="en-US" altLang="zh-CN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宋体" pitchFamily="2" charset="-122"/>
                  </a:rPr>
                  <a:t>(</a:t>
                </a:r>
                <a:r>
                  <a:rPr lang="en-US" altLang="zh-CN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宋体" pitchFamily="2" charset="-122"/>
                  </a:rPr>
                  <a:t>SBU)</a:t>
                </a:r>
                <a:endParaRPr lang="zh-CN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宋体" pitchFamily="2" charset="-122"/>
                </a:endParaRPr>
              </a:p>
            </p:txBody>
          </p:sp>
        </p:grpSp>
        <p:grpSp>
          <p:nvGrpSpPr>
            <p:cNvPr id="155" name="群組 154"/>
            <p:cNvGrpSpPr/>
            <p:nvPr/>
          </p:nvGrpSpPr>
          <p:grpSpPr>
            <a:xfrm>
              <a:off x="8269336" y="3808975"/>
              <a:ext cx="313200" cy="2608998"/>
              <a:chOff x="775489" y="3751797"/>
              <a:chExt cx="313200" cy="1987653"/>
            </a:xfrm>
            <a:solidFill>
              <a:schemeClr val="accent4">
                <a:lumMod val="20000"/>
                <a:lumOff val="80000"/>
              </a:schemeClr>
            </a:solidFill>
          </p:grpSpPr>
          <p:grpSp>
            <p:nvGrpSpPr>
              <p:cNvPr id="156" name="组合 108"/>
              <p:cNvGrpSpPr/>
              <p:nvPr/>
            </p:nvGrpSpPr>
            <p:grpSpPr>
              <a:xfrm rot="5400000">
                <a:off x="-61738" y="4589024"/>
                <a:ext cx="1987653" cy="313200"/>
                <a:chOff x="2996228" y="4233604"/>
                <a:chExt cx="3839061" cy="2756815"/>
              </a:xfrm>
              <a:grpFill/>
              <a:effectLst>
                <a:outerShdw blurRad="381000" dist="2540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58" name="圆角矩形 110"/>
                <p:cNvSpPr/>
                <p:nvPr/>
              </p:nvSpPr>
              <p:spPr>
                <a:xfrm rot="16200000">
                  <a:off x="3537351" y="3692481"/>
                  <a:ext cx="2756815" cy="3839061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  <p:sp>
              <p:nvSpPr>
                <p:cNvPr id="159" name="圆角矩形 111"/>
                <p:cNvSpPr/>
                <p:nvPr/>
              </p:nvSpPr>
              <p:spPr>
                <a:xfrm rot="16200000">
                  <a:off x="3610693" y="3759394"/>
                  <a:ext cx="2598377" cy="3740620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p:grpSp>
          <p:sp>
            <p:nvSpPr>
              <p:cNvPr id="157" name="TextBox 109"/>
              <p:cNvSpPr txBox="1"/>
              <p:nvPr/>
            </p:nvSpPr>
            <p:spPr>
              <a:xfrm>
                <a:off x="812777" y="3861047"/>
                <a:ext cx="222096" cy="1019475"/>
              </a:xfrm>
              <a:prstGeom prst="rect">
                <a:avLst/>
              </a:prstGeom>
              <a:grpFill/>
            </p:spPr>
            <p:txBody>
              <a:bodyPr vert="horz" wrap="square" lIns="0" tIns="0" rIns="0" bIns="0" rtlCol="0">
                <a:spAutoFit/>
              </a:bodyPr>
              <a:lstStyle>
                <a:defPPr>
                  <a:defRPr lang="zh-CN"/>
                </a:defPPr>
                <a:lvl1pPr algn="ctr">
                  <a:defRPr sz="1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defRPr>
                </a:lvl1pPr>
              </a:lstStyle>
              <a:p>
                <a:pPr lvl="0"/>
                <a:r>
                  <a:rPr lang="zh-CN" altLang="en-US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宋体" pitchFamily="2" charset="-122"/>
                  </a:rPr>
                  <a:t>業務發展</a:t>
                </a:r>
                <a:r>
                  <a:rPr lang="zh-CN" alt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宋体" pitchFamily="2" charset="-122"/>
                  </a:rPr>
                  <a:t>匯總</a:t>
                </a:r>
                <a:endParaRPr lang="zh-CN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宋体" pitchFamily="2" charset="-122"/>
                </a:endParaRPr>
              </a:p>
            </p:txBody>
          </p:sp>
        </p:grpSp>
        <p:grpSp>
          <p:nvGrpSpPr>
            <p:cNvPr id="160" name="群組 159"/>
            <p:cNvGrpSpPr/>
            <p:nvPr/>
          </p:nvGrpSpPr>
          <p:grpSpPr>
            <a:xfrm>
              <a:off x="8951152" y="3808975"/>
              <a:ext cx="313200" cy="2608998"/>
              <a:chOff x="775489" y="3751797"/>
              <a:chExt cx="313200" cy="1987653"/>
            </a:xfrm>
            <a:solidFill>
              <a:schemeClr val="accent2">
                <a:lumMod val="20000"/>
                <a:lumOff val="80000"/>
              </a:schemeClr>
            </a:solidFill>
          </p:grpSpPr>
          <p:grpSp>
            <p:nvGrpSpPr>
              <p:cNvPr id="161" name="组合 108"/>
              <p:cNvGrpSpPr/>
              <p:nvPr/>
            </p:nvGrpSpPr>
            <p:grpSpPr>
              <a:xfrm rot="5400000">
                <a:off x="-61738" y="4589024"/>
                <a:ext cx="1987653" cy="313200"/>
                <a:chOff x="2996228" y="4233604"/>
                <a:chExt cx="3839061" cy="2756815"/>
              </a:xfrm>
              <a:grpFill/>
              <a:effectLst>
                <a:outerShdw blurRad="381000" dist="2540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63" name="圆角矩形 110"/>
                <p:cNvSpPr/>
                <p:nvPr/>
              </p:nvSpPr>
              <p:spPr>
                <a:xfrm rot="16200000">
                  <a:off x="3537351" y="3692481"/>
                  <a:ext cx="2756815" cy="3839061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  <p:sp>
              <p:nvSpPr>
                <p:cNvPr id="164" name="圆角矩形 111"/>
                <p:cNvSpPr/>
                <p:nvPr/>
              </p:nvSpPr>
              <p:spPr>
                <a:xfrm rot="16200000">
                  <a:off x="3610693" y="3759394"/>
                  <a:ext cx="2598377" cy="3740620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p:grpSp>
          <p:sp>
            <p:nvSpPr>
              <p:cNvPr id="162" name="TextBox 109"/>
              <p:cNvSpPr txBox="1"/>
              <p:nvPr/>
            </p:nvSpPr>
            <p:spPr>
              <a:xfrm>
                <a:off x="812777" y="3861047"/>
                <a:ext cx="222096" cy="1359300"/>
              </a:xfrm>
              <a:prstGeom prst="rect">
                <a:avLst/>
              </a:prstGeom>
              <a:grpFill/>
            </p:spPr>
            <p:txBody>
              <a:bodyPr vert="horz" wrap="square" lIns="0" tIns="0" rIns="0" bIns="0" rtlCol="0">
                <a:spAutoFit/>
              </a:bodyPr>
              <a:lstStyle>
                <a:defPPr>
                  <a:defRPr lang="zh-CN"/>
                </a:defPPr>
                <a:lvl1pPr algn="ctr">
                  <a:defRPr sz="1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defRPr>
                </a:lvl1pPr>
              </a:lstStyle>
              <a:p>
                <a:pPr lvl="0"/>
                <a:r>
                  <a:rPr lang="zh-CN" altLang="en-US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宋体" pitchFamily="2" charset="-122"/>
                  </a:rPr>
                  <a:t>基礎資料類別管理</a:t>
                </a:r>
                <a:endParaRPr lang="zh-CN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宋体" pitchFamily="2" charset="-122"/>
                </a:endParaRPr>
              </a:p>
            </p:txBody>
          </p:sp>
        </p:grpSp>
        <p:grpSp>
          <p:nvGrpSpPr>
            <p:cNvPr id="165" name="群組 164"/>
            <p:cNvGrpSpPr/>
            <p:nvPr/>
          </p:nvGrpSpPr>
          <p:grpSpPr>
            <a:xfrm>
              <a:off x="9840416" y="3808975"/>
              <a:ext cx="313200" cy="2608998"/>
              <a:chOff x="775489" y="3751797"/>
              <a:chExt cx="313200" cy="1987653"/>
            </a:xfrm>
            <a:solidFill>
              <a:schemeClr val="accent2">
                <a:lumMod val="20000"/>
                <a:lumOff val="80000"/>
              </a:schemeClr>
            </a:solidFill>
          </p:grpSpPr>
          <p:grpSp>
            <p:nvGrpSpPr>
              <p:cNvPr id="166" name="组合 108"/>
              <p:cNvGrpSpPr/>
              <p:nvPr/>
            </p:nvGrpSpPr>
            <p:grpSpPr>
              <a:xfrm rot="5400000">
                <a:off x="-61738" y="4589024"/>
                <a:ext cx="1987653" cy="313200"/>
                <a:chOff x="2996228" y="4233604"/>
                <a:chExt cx="3839061" cy="2756815"/>
              </a:xfrm>
              <a:grpFill/>
              <a:effectLst>
                <a:outerShdw blurRad="381000" dist="2540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68" name="圆角矩形 110"/>
                <p:cNvSpPr/>
                <p:nvPr/>
              </p:nvSpPr>
              <p:spPr>
                <a:xfrm rot="16200000">
                  <a:off x="3537351" y="3692481"/>
                  <a:ext cx="2756815" cy="3839061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  <p:sp>
              <p:nvSpPr>
                <p:cNvPr id="169" name="圆角矩形 111"/>
                <p:cNvSpPr/>
                <p:nvPr/>
              </p:nvSpPr>
              <p:spPr>
                <a:xfrm rot="16200000">
                  <a:off x="3610693" y="3759394"/>
                  <a:ext cx="2598377" cy="3740620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p:grpSp>
          <p:sp>
            <p:nvSpPr>
              <p:cNvPr id="167" name="TextBox 109"/>
              <p:cNvSpPr txBox="1"/>
              <p:nvPr/>
            </p:nvSpPr>
            <p:spPr>
              <a:xfrm>
                <a:off x="812777" y="3861047"/>
                <a:ext cx="222096" cy="1019475"/>
              </a:xfrm>
              <a:prstGeom prst="rect">
                <a:avLst/>
              </a:prstGeom>
              <a:grpFill/>
            </p:spPr>
            <p:txBody>
              <a:bodyPr vert="horz" wrap="square" lIns="0" tIns="0" rIns="0" bIns="0" rtlCol="0">
                <a:spAutoFit/>
              </a:bodyPr>
              <a:lstStyle>
                <a:defPPr>
                  <a:defRPr lang="zh-CN"/>
                </a:defPPr>
                <a:lvl1pPr algn="ctr">
                  <a:defRPr sz="1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defRPr>
                </a:lvl1pPr>
              </a:lstStyle>
              <a:p>
                <a:pPr lvl="0"/>
                <a:r>
                  <a:rPr lang="zh-CN" altLang="en-US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宋体" pitchFamily="2" charset="-122"/>
                  </a:rPr>
                  <a:t>報表配置管理</a:t>
                </a:r>
                <a:endParaRPr lang="zh-CN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宋体" pitchFamily="2" charset="-122"/>
                </a:endParaRPr>
              </a:p>
            </p:txBody>
          </p:sp>
        </p:grpSp>
        <p:grpSp>
          <p:nvGrpSpPr>
            <p:cNvPr id="170" name="群組 169"/>
            <p:cNvGrpSpPr/>
            <p:nvPr/>
          </p:nvGrpSpPr>
          <p:grpSpPr>
            <a:xfrm>
              <a:off x="10344472" y="3808975"/>
              <a:ext cx="313200" cy="2608998"/>
              <a:chOff x="775489" y="3751797"/>
              <a:chExt cx="313200" cy="1987653"/>
            </a:xfrm>
            <a:solidFill>
              <a:schemeClr val="accent2">
                <a:lumMod val="20000"/>
                <a:lumOff val="80000"/>
              </a:schemeClr>
            </a:solidFill>
          </p:grpSpPr>
          <p:grpSp>
            <p:nvGrpSpPr>
              <p:cNvPr id="171" name="组合 108"/>
              <p:cNvGrpSpPr/>
              <p:nvPr/>
            </p:nvGrpSpPr>
            <p:grpSpPr>
              <a:xfrm rot="5400000">
                <a:off x="-61738" y="4589024"/>
                <a:ext cx="1987653" cy="313200"/>
                <a:chOff x="2996228" y="4233604"/>
                <a:chExt cx="3839061" cy="2756815"/>
              </a:xfrm>
              <a:grpFill/>
              <a:effectLst>
                <a:outerShdw blurRad="381000" dist="2540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73" name="圆角矩形 110"/>
                <p:cNvSpPr/>
                <p:nvPr/>
              </p:nvSpPr>
              <p:spPr>
                <a:xfrm rot="16200000">
                  <a:off x="3537351" y="3692481"/>
                  <a:ext cx="2756815" cy="3839061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  <p:sp>
              <p:nvSpPr>
                <p:cNvPr id="174" name="圆角矩形 111"/>
                <p:cNvSpPr/>
                <p:nvPr/>
              </p:nvSpPr>
              <p:spPr>
                <a:xfrm rot="16200000">
                  <a:off x="3610693" y="3759394"/>
                  <a:ext cx="2598377" cy="3740620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p:grpSp>
          <p:sp>
            <p:nvSpPr>
              <p:cNvPr id="172" name="TextBox 109"/>
              <p:cNvSpPr txBox="1"/>
              <p:nvPr/>
            </p:nvSpPr>
            <p:spPr>
              <a:xfrm>
                <a:off x="812777" y="3861047"/>
                <a:ext cx="222096" cy="1019475"/>
              </a:xfrm>
              <a:prstGeom prst="rect">
                <a:avLst/>
              </a:prstGeom>
              <a:grpFill/>
            </p:spPr>
            <p:txBody>
              <a:bodyPr vert="horz" wrap="square" lIns="0" tIns="0" rIns="0" bIns="0" rtlCol="0">
                <a:spAutoFit/>
              </a:bodyPr>
              <a:lstStyle>
                <a:defPPr>
                  <a:defRPr lang="zh-CN"/>
                </a:defPPr>
                <a:lvl1pPr algn="ctr">
                  <a:defRPr sz="1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defRPr>
                </a:lvl1pPr>
              </a:lstStyle>
              <a:p>
                <a:pPr lvl="0"/>
                <a:r>
                  <a:rPr lang="zh-CN" altLang="en-US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宋体" pitchFamily="2" charset="-122"/>
                  </a:rPr>
                  <a:t>系統公告管理</a:t>
                </a:r>
                <a:endParaRPr lang="zh-CN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宋体" pitchFamily="2" charset="-122"/>
                </a:endParaRPr>
              </a:p>
            </p:txBody>
          </p:sp>
        </p:grpSp>
        <p:cxnSp>
          <p:nvCxnSpPr>
            <p:cNvPr id="186" name="肘形接點 185"/>
            <p:cNvCxnSpPr>
              <a:stCxn id="54" idx="2"/>
              <a:endCxn id="164" idx="0"/>
            </p:cNvCxnSpPr>
            <p:nvPr/>
          </p:nvCxnSpPr>
          <p:spPr bwMode="auto">
            <a:xfrm rot="5400000">
              <a:off x="9312639" y="3376017"/>
              <a:ext cx="255519" cy="669311"/>
            </a:xfrm>
            <a:prstGeom prst="bentConnector3">
              <a:avLst>
                <a:gd name="adj1" fmla="val 50000"/>
              </a:avLst>
            </a:prstGeom>
            <a:ln w="12700">
              <a:prstDash val="dash"/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7" name="肘形接點 186"/>
            <p:cNvCxnSpPr>
              <a:stCxn id="54" idx="2"/>
              <a:endCxn id="169" idx="0"/>
            </p:cNvCxnSpPr>
            <p:nvPr/>
          </p:nvCxnSpPr>
          <p:spPr bwMode="auto">
            <a:xfrm rot="16200000" flipH="1">
              <a:off x="9757270" y="3600695"/>
              <a:ext cx="255519" cy="219953"/>
            </a:xfrm>
            <a:prstGeom prst="bentConnector3">
              <a:avLst>
                <a:gd name="adj1" fmla="val 50000"/>
              </a:avLst>
            </a:prstGeom>
            <a:ln w="12700">
              <a:prstDash val="dash"/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8" name="肘形接點 187"/>
            <p:cNvCxnSpPr>
              <a:stCxn id="54" idx="2"/>
              <a:endCxn id="174" idx="0"/>
            </p:cNvCxnSpPr>
            <p:nvPr/>
          </p:nvCxnSpPr>
          <p:spPr bwMode="auto">
            <a:xfrm rot="16200000" flipH="1">
              <a:off x="10009298" y="3348667"/>
              <a:ext cx="255519" cy="724009"/>
            </a:xfrm>
            <a:prstGeom prst="bentConnector3">
              <a:avLst>
                <a:gd name="adj1" fmla="val 50000"/>
              </a:avLst>
            </a:prstGeom>
            <a:ln w="12700">
              <a:prstDash val="dash"/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89" name="群組 188"/>
            <p:cNvGrpSpPr/>
            <p:nvPr/>
          </p:nvGrpSpPr>
          <p:grpSpPr>
            <a:xfrm>
              <a:off x="9383200" y="3805116"/>
              <a:ext cx="313200" cy="2608998"/>
              <a:chOff x="775489" y="3751797"/>
              <a:chExt cx="313200" cy="1987653"/>
            </a:xfrm>
            <a:solidFill>
              <a:schemeClr val="accent2">
                <a:lumMod val="20000"/>
                <a:lumOff val="80000"/>
              </a:schemeClr>
            </a:solidFill>
          </p:grpSpPr>
          <p:grpSp>
            <p:nvGrpSpPr>
              <p:cNvPr id="190" name="组合 108"/>
              <p:cNvGrpSpPr/>
              <p:nvPr/>
            </p:nvGrpSpPr>
            <p:grpSpPr>
              <a:xfrm rot="5400000">
                <a:off x="-61738" y="4589024"/>
                <a:ext cx="1987653" cy="313200"/>
                <a:chOff x="2996228" y="4233604"/>
                <a:chExt cx="3839061" cy="2756815"/>
              </a:xfrm>
              <a:grpFill/>
              <a:effectLst>
                <a:outerShdw blurRad="381000" dist="254000" dir="8100000" algn="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92" name="圆角矩形 110"/>
                <p:cNvSpPr/>
                <p:nvPr/>
              </p:nvSpPr>
              <p:spPr>
                <a:xfrm rot="16200000">
                  <a:off x="3537351" y="3692481"/>
                  <a:ext cx="2756815" cy="3839061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  <p:sp>
              <p:nvSpPr>
                <p:cNvPr id="193" name="圆角矩形 111"/>
                <p:cNvSpPr/>
                <p:nvPr/>
              </p:nvSpPr>
              <p:spPr>
                <a:xfrm rot="16200000">
                  <a:off x="3610693" y="3759394"/>
                  <a:ext cx="2598377" cy="3740620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p:grpSp>
          <p:sp>
            <p:nvSpPr>
              <p:cNvPr id="191" name="TextBox 109"/>
              <p:cNvSpPr txBox="1"/>
              <p:nvPr/>
            </p:nvSpPr>
            <p:spPr>
              <a:xfrm>
                <a:off x="812777" y="3861047"/>
                <a:ext cx="222096" cy="1019475"/>
              </a:xfrm>
              <a:prstGeom prst="rect">
                <a:avLst/>
              </a:prstGeom>
              <a:grpFill/>
            </p:spPr>
            <p:txBody>
              <a:bodyPr vert="horz" wrap="square" lIns="0" tIns="0" rIns="0" bIns="0" rtlCol="0">
                <a:spAutoFit/>
              </a:bodyPr>
              <a:lstStyle>
                <a:defPPr>
                  <a:defRPr lang="zh-CN"/>
                </a:defPPr>
                <a:lvl1pPr algn="ctr">
                  <a:defRPr sz="1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defRPr>
                </a:lvl1pPr>
              </a:lstStyle>
              <a:p>
                <a:pPr lvl="0"/>
                <a:r>
                  <a:rPr lang="zh-CN" alt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宋体" pitchFamily="2" charset="-122"/>
                  </a:rPr>
                  <a:t>基本代碼管理</a:t>
                </a:r>
                <a:endParaRPr lang="zh-CN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宋体" pitchFamily="2" charset="-122"/>
                </a:endParaRPr>
              </a:p>
            </p:txBody>
          </p:sp>
        </p:grpSp>
        <p:cxnSp>
          <p:nvCxnSpPr>
            <p:cNvPr id="194" name="肘形接點 193"/>
            <p:cNvCxnSpPr>
              <a:stCxn id="53" idx="2"/>
              <a:endCxn id="192" idx="0"/>
            </p:cNvCxnSpPr>
            <p:nvPr/>
          </p:nvCxnSpPr>
          <p:spPr bwMode="auto">
            <a:xfrm rot="5400000">
              <a:off x="9538112" y="3561109"/>
              <a:ext cx="245696" cy="242320"/>
            </a:xfrm>
            <a:prstGeom prst="bentConnector3">
              <a:avLst>
                <a:gd name="adj1" fmla="val 50000"/>
              </a:avLst>
            </a:prstGeom>
            <a:ln w="12700">
              <a:prstDash val="dash"/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7" name="肘形接點 246"/>
            <p:cNvCxnSpPr>
              <a:stCxn id="48" idx="2"/>
              <a:endCxn id="108" idx="0"/>
            </p:cNvCxnSpPr>
            <p:nvPr/>
          </p:nvCxnSpPr>
          <p:spPr>
            <a:xfrm rot="5400000">
              <a:off x="4619257" y="2484255"/>
              <a:ext cx="221761" cy="2427681"/>
            </a:xfrm>
            <a:prstGeom prst="bentConnector3">
              <a:avLst/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肘形接點 274"/>
            <p:cNvCxnSpPr>
              <a:endCxn id="159" idx="0"/>
            </p:cNvCxnSpPr>
            <p:nvPr/>
          </p:nvCxnSpPr>
          <p:spPr>
            <a:xfrm>
              <a:off x="5951984" y="3697524"/>
              <a:ext cx="2471942" cy="140908"/>
            </a:xfrm>
            <a:prstGeom prst="bentConnector2">
              <a:avLst/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肘形接點 277"/>
            <p:cNvCxnSpPr>
              <a:endCxn id="154" idx="0"/>
            </p:cNvCxnSpPr>
            <p:nvPr/>
          </p:nvCxnSpPr>
          <p:spPr>
            <a:xfrm>
              <a:off x="5969106" y="3697524"/>
              <a:ext cx="1963856" cy="140908"/>
            </a:xfrm>
            <a:prstGeom prst="bentConnector2">
              <a:avLst/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肘形接點 279"/>
            <p:cNvCxnSpPr>
              <a:endCxn id="149" idx="0"/>
            </p:cNvCxnSpPr>
            <p:nvPr/>
          </p:nvCxnSpPr>
          <p:spPr>
            <a:xfrm>
              <a:off x="5994358" y="3697524"/>
              <a:ext cx="1447640" cy="140908"/>
            </a:xfrm>
            <a:prstGeom prst="bentConnector2">
              <a:avLst/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肘形接點 283"/>
            <p:cNvCxnSpPr/>
            <p:nvPr/>
          </p:nvCxnSpPr>
          <p:spPr>
            <a:xfrm>
              <a:off x="5961566" y="3702168"/>
              <a:ext cx="991944" cy="158553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肘形接點 286"/>
            <p:cNvCxnSpPr>
              <a:endCxn id="138" idx="0"/>
            </p:cNvCxnSpPr>
            <p:nvPr/>
          </p:nvCxnSpPr>
          <p:spPr>
            <a:xfrm>
              <a:off x="5998943" y="3704910"/>
              <a:ext cx="463137" cy="104066"/>
            </a:xfrm>
            <a:prstGeom prst="bentConnector2">
              <a:avLst/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肘形接點 290"/>
            <p:cNvCxnSpPr>
              <a:stCxn id="48" idx="2"/>
              <a:endCxn id="134" idx="0"/>
            </p:cNvCxnSpPr>
            <p:nvPr/>
          </p:nvCxnSpPr>
          <p:spPr>
            <a:xfrm rot="16200000" flipH="1">
              <a:off x="5830933" y="3700258"/>
              <a:ext cx="251217" cy="25129"/>
            </a:xfrm>
            <a:prstGeom prst="bentConnector3">
              <a:avLst/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肘形接點 292"/>
            <p:cNvCxnSpPr>
              <a:endCxn id="113" idx="0"/>
            </p:cNvCxnSpPr>
            <p:nvPr/>
          </p:nvCxnSpPr>
          <p:spPr>
            <a:xfrm rot="10800000" flipV="1">
              <a:off x="4007260" y="3697524"/>
              <a:ext cx="1886428" cy="111452"/>
            </a:xfrm>
            <a:prstGeom prst="bentConnector2">
              <a:avLst/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肘形接點 294"/>
            <p:cNvCxnSpPr>
              <a:endCxn id="118" idx="0"/>
            </p:cNvCxnSpPr>
            <p:nvPr/>
          </p:nvCxnSpPr>
          <p:spPr>
            <a:xfrm rot="10800000" flipV="1">
              <a:off x="4498224" y="3704910"/>
              <a:ext cx="1463342" cy="104066"/>
            </a:xfrm>
            <a:prstGeom prst="bentConnector2">
              <a:avLst/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肘形接點 296"/>
            <p:cNvCxnSpPr>
              <a:endCxn id="123" idx="0"/>
            </p:cNvCxnSpPr>
            <p:nvPr/>
          </p:nvCxnSpPr>
          <p:spPr>
            <a:xfrm rot="10800000" flipV="1">
              <a:off x="4989188" y="3711854"/>
              <a:ext cx="904500" cy="97121"/>
            </a:xfrm>
            <a:prstGeom prst="bentConnector2">
              <a:avLst/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肘形接點 299"/>
            <p:cNvCxnSpPr>
              <a:endCxn id="129" idx="0"/>
            </p:cNvCxnSpPr>
            <p:nvPr/>
          </p:nvCxnSpPr>
          <p:spPr>
            <a:xfrm rot="10800000" flipV="1">
              <a:off x="5478142" y="3697524"/>
              <a:ext cx="516216" cy="140908"/>
            </a:xfrm>
            <a:prstGeom prst="bentConnector2">
              <a:avLst/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11129395"/>
      </p:ext>
    </p:extLst>
  </p:cSld>
  <p:clrMapOvr>
    <a:masterClrMapping/>
  </p:clrMapOvr>
  <p:transition spd="slow" advClick="0" advTm="2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4" grpId="0" animBg="1"/>
      <p:bldP spid="26" grpId="0" animBg="1"/>
      <p:bldP spid="3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121D319F-6158-4BCC-9F01-B6FA92D4227A}"/>
              </a:ext>
            </a:extLst>
          </p:cNvPr>
          <p:cNvGrpSpPr/>
          <p:nvPr/>
        </p:nvGrpSpPr>
        <p:grpSpPr>
          <a:xfrm>
            <a:off x="142610" y="441828"/>
            <a:ext cx="12716355" cy="640943"/>
            <a:chOff x="142610" y="441828"/>
            <a:chExt cx="12716355" cy="640943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A7B94DD2-D4DA-4794-9DAA-562D9CD3811B}"/>
                </a:ext>
              </a:extLst>
            </p:cNvPr>
            <p:cNvSpPr/>
            <p:nvPr/>
          </p:nvSpPr>
          <p:spPr>
            <a:xfrm>
              <a:off x="242468" y="441828"/>
              <a:ext cx="685679" cy="609600"/>
            </a:xfrm>
            <a:prstGeom prst="roundRect">
              <a:avLst/>
            </a:prstGeom>
            <a:solidFill>
              <a:srgbClr val="8EB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/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C152D6CD-30A9-4B0A-A035-CC0794170E0B}"/>
                </a:ext>
              </a:extLst>
            </p:cNvPr>
            <p:cNvGrpSpPr/>
            <p:nvPr/>
          </p:nvGrpSpPr>
          <p:grpSpPr>
            <a:xfrm>
              <a:off x="1047056" y="529630"/>
              <a:ext cx="11811909" cy="461665"/>
              <a:chOff x="1199456" y="548680"/>
              <a:chExt cx="11811909" cy="461665"/>
            </a:xfrm>
          </p:grpSpPr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0D6C38C-70E6-4167-8D7B-931E4EEB921C}"/>
                  </a:ext>
                </a:extLst>
              </p:cNvPr>
              <p:cNvSpPr txBox="1"/>
              <p:nvPr/>
            </p:nvSpPr>
            <p:spPr>
              <a:xfrm>
                <a:off x="1199456" y="548680"/>
                <a:ext cx="251529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24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專案開發</a:t>
                </a:r>
                <a:endPara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61BB7A2-072E-4422-ACC5-40044CD42371}"/>
                  </a:ext>
                </a:extLst>
              </p:cNvPr>
              <p:cNvSpPr txBox="1"/>
              <p:nvPr/>
            </p:nvSpPr>
            <p:spPr>
              <a:xfrm>
                <a:off x="6934605" y="625623"/>
                <a:ext cx="60767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400" dirty="0" smtClean="0">
                    <a:solidFill>
                      <a:srgbClr val="0069B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Project development </a:t>
                </a:r>
                <a:endParaRPr kumimoji="1" lang="zh-CN" altLang="en-US" sz="1400" dirty="0">
                  <a:solidFill>
                    <a:srgbClr val="0069B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9" name="íśḻïḓè">
              <a:extLst>
                <a:ext uri="{FF2B5EF4-FFF2-40B4-BE49-F238E27FC236}">
                  <a16:creationId xmlns:a16="http://schemas.microsoft.com/office/drawing/2014/main" id="{C08E1B51-C33D-49C1-9C50-D5E189D4886E}"/>
                </a:ext>
              </a:extLst>
            </p:cNvPr>
            <p:cNvSpPr txBox="1"/>
            <p:nvPr/>
          </p:nvSpPr>
          <p:spPr bwMode="auto">
            <a:xfrm>
              <a:off x="142610" y="445506"/>
              <a:ext cx="923496" cy="6372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400" spc="6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01-2</a:t>
              </a:r>
              <a:endParaRPr lang="en-US" altLang="zh-CN" sz="1400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8" name="isḷiḓe">
            <a:extLst>
              <a:ext uri="{FF2B5EF4-FFF2-40B4-BE49-F238E27FC236}">
                <a16:creationId xmlns:a16="http://schemas.microsoft.com/office/drawing/2014/main" id="{1F8E104B-3A23-4543-B2F7-DC04C91538EA}"/>
              </a:ext>
            </a:extLst>
          </p:cNvPr>
          <p:cNvGrpSpPr/>
          <p:nvPr/>
        </p:nvGrpSpPr>
        <p:grpSpPr>
          <a:xfrm>
            <a:off x="6062900" y="1729894"/>
            <a:ext cx="2486025" cy="1266825"/>
            <a:chOff x="5890022" y="2539999"/>
            <a:chExt cx="2486025" cy="1266825"/>
          </a:xfrm>
          <a:solidFill>
            <a:srgbClr val="1257F1"/>
          </a:solidFill>
        </p:grpSpPr>
        <p:sp>
          <p:nvSpPr>
            <p:cNvPr id="12" name="isḻïde">
              <a:extLst>
                <a:ext uri="{FF2B5EF4-FFF2-40B4-BE49-F238E27FC236}">
                  <a16:creationId xmlns:a16="http://schemas.microsoft.com/office/drawing/2014/main" id="{D4B8BFB4-5694-474C-BAFC-19A529473B6D}"/>
                </a:ext>
              </a:extLst>
            </p:cNvPr>
            <p:cNvSpPr/>
            <p:nvPr/>
          </p:nvSpPr>
          <p:spPr>
            <a:xfrm>
              <a:off x="5890022" y="2539999"/>
              <a:ext cx="2486025" cy="1266825"/>
            </a:xfrm>
            <a:prstGeom prst="parallelogram">
              <a:avLst>
                <a:gd name="adj" fmla="val 3409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3" name="ï$líḑê">
              <a:extLst>
                <a:ext uri="{FF2B5EF4-FFF2-40B4-BE49-F238E27FC236}">
                  <a16:creationId xmlns:a16="http://schemas.microsoft.com/office/drawing/2014/main" id="{FA6F988F-AEF6-4601-856E-CD438BF43338}"/>
                </a:ext>
              </a:extLst>
            </p:cNvPr>
            <p:cNvGrpSpPr/>
            <p:nvPr/>
          </p:nvGrpSpPr>
          <p:grpSpPr>
            <a:xfrm>
              <a:off x="6240502" y="2568378"/>
              <a:ext cx="1766720" cy="975610"/>
              <a:chOff x="6228067" y="1861799"/>
              <a:chExt cx="1766720" cy="975610"/>
            </a:xfrm>
            <a:grpFill/>
          </p:grpSpPr>
          <p:sp>
            <p:nvSpPr>
              <p:cNvPr id="14" name="iṡḻiḋè">
                <a:extLst>
                  <a:ext uri="{FF2B5EF4-FFF2-40B4-BE49-F238E27FC236}">
                    <a16:creationId xmlns:a16="http://schemas.microsoft.com/office/drawing/2014/main" id="{8D27710C-58F7-4EA1-9A87-3FD7E0B6699F}"/>
                  </a:ext>
                </a:extLst>
              </p:cNvPr>
              <p:cNvSpPr/>
              <p:nvPr/>
            </p:nvSpPr>
            <p:spPr bwMode="auto">
              <a:xfrm>
                <a:off x="6228067" y="2327550"/>
                <a:ext cx="1684599" cy="50985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B.</a:t>
                </a:r>
                <a:r>
                  <a:rPr lang="zh-CN" altLang="en-US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接口對接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" name="îS1ïďe">
                <a:extLst>
                  <a:ext uri="{FF2B5EF4-FFF2-40B4-BE49-F238E27FC236}">
                    <a16:creationId xmlns:a16="http://schemas.microsoft.com/office/drawing/2014/main" id="{5C005CB1-E29C-465D-848E-599869597E1B}"/>
                  </a:ext>
                </a:extLst>
              </p:cNvPr>
              <p:cNvSpPr txBox="1"/>
              <p:nvPr/>
            </p:nvSpPr>
            <p:spPr bwMode="auto">
              <a:xfrm>
                <a:off x="6310188" y="1861799"/>
                <a:ext cx="1684599" cy="44180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A.</a:t>
                </a:r>
                <a:r>
                  <a:rPr lang="zh-CN" altLang="en-US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新功能開發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6" name="íş1íḍê">
            <a:extLst>
              <a:ext uri="{FF2B5EF4-FFF2-40B4-BE49-F238E27FC236}">
                <a16:creationId xmlns:a16="http://schemas.microsoft.com/office/drawing/2014/main" id="{AF197564-2384-454E-940A-C0458293D22C}"/>
              </a:ext>
            </a:extLst>
          </p:cNvPr>
          <p:cNvGrpSpPr/>
          <p:nvPr/>
        </p:nvGrpSpPr>
        <p:grpSpPr>
          <a:xfrm>
            <a:off x="5780268" y="3725188"/>
            <a:ext cx="2486025" cy="1266825"/>
            <a:chOff x="5328047" y="4400551"/>
            <a:chExt cx="2486025" cy="1266825"/>
          </a:xfrm>
          <a:solidFill>
            <a:srgbClr val="1257F1"/>
          </a:solidFill>
        </p:grpSpPr>
        <p:sp>
          <p:nvSpPr>
            <p:cNvPr id="17" name="ïṩľïḍe">
              <a:extLst>
                <a:ext uri="{FF2B5EF4-FFF2-40B4-BE49-F238E27FC236}">
                  <a16:creationId xmlns:a16="http://schemas.microsoft.com/office/drawing/2014/main" id="{46D7051A-5A2C-4349-A70C-387E2FCEB98A}"/>
                </a:ext>
              </a:extLst>
            </p:cNvPr>
            <p:cNvSpPr/>
            <p:nvPr/>
          </p:nvSpPr>
          <p:spPr>
            <a:xfrm>
              <a:off x="5328047" y="4400551"/>
              <a:ext cx="2486025" cy="1266825"/>
            </a:xfrm>
            <a:prstGeom prst="parallelogram">
              <a:avLst>
                <a:gd name="adj" fmla="val 3409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íS1íḓè">
              <a:extLst>
                <a:ext uri="{FF2B5EF4-FFF2-40B4-BE49-F238E27FC236}">
                  <a16:creationId xmlns:a16="http://schemas.microsoft.com/office/drawing/2014/main" id="{6F63FB2F-E342-46B9-B600-971B1DFC5D81}"/>
                </a:ext>
              </a:extLst>
            </p:cNvPr>
            <p:cNvSpPr txBox="1"/>
            <p:nvPr/>
          </p:nvSpPr>
          <p:spPr bwMode="auto">
            <a:xfrm>
              <a:off x="5728760" y="4558131"/>
              <a:ext cx="1684599" cy="44180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新功能開發</a:t>
              </a:r>
              <a:endPara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íSlíďè">
            <a:extLst>
              <a:ext uri="{FF2B5EF4-FFF2-40B4-BE49-F238E27FC236}">
                <a16:creationId xmlns:a16="http://schemas.microsoft.com/office/drawing/2014/main" id="{29C31F4C-7EFE-4A58-B90B-BBFAA35EAA3A}"/>
              </a:ext>
            </a:extLst>
          </p:cNvPr>
          <p:cNvGrpSpPr/>
          <p:nvPr/>
        </p:nvGrpSpPr>
        <p:grpSpPr>
          <a:xfrm>
            <a:off x="4065777" y="1729894"/>
            <a:ext cx="2486025" cy="1266825"/>
            <a:chOff x="4406503" y="1609724"/>
            <a:chExt cx="2486025" cy="1266825"/>
          </a:xfrm>
          <a:solidFill>
            <a:srgbClr val="8EBAE2"/>
          </a:solidFill>
        </p:grpSpPr>
        <p:sp>
          <p:nvSpPr>
            <p:cNvPr id="22" name="iŝľîḑè">
              <a:extLst>
                <a:ext uri="{FF2B5EF4-FFF2-40B4-BE49-F238E27FC236}">
                  <a16:creationId xmlns:a16="http://schemas.microsoft.com/office/drawing/2014/main" id="{6E895DD0-ED9F-43D9-9C42-22BDB7849F06}"/>
                </a:ext>
              </a:extLst>
            </p:cNvPr>
            <p:cNvSpPr/>
            <p:nvPr/>
          </p:nvSpPr>
          <p:spPr>
            <a:xfrm>
              <a:off x="4406503" y="1609724"/>
              <a:ext cx="2486025" cy="1266825"/>
            </a:xfrm>
            <a:prstGeom prst="parallelogram">
              <a:avLst>
                <a:gd name="adj" fmla="val 3409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í$ľïḑe">
              <a:extLst>
                <a:ext uri="{FF2B5EF4-FFF2-40B4-BE49-F238E27FC236}">
                  <a16:creationId xmlns:a16="http://schemas.microsoft.com/office/drawing/2014/main" id="{36A633EF-344D-49C1-B536-2488947C4EC4}"/>
                </a:ext>
              </a:extLst>
            </p:cNvPr>
            <p:cNvSpPr txBox="1"/>
            <p:nvPr/>
          </p:nvSpPr>
          <p:spPr bwMode="auto">
            <a:xfrm>
              <a:off x="4807216" y="1767304"/>
              <a:ext cx="1684599" cy="61511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Verizon EDI</a:t>
              </a:r>
              <a:r>
                <a:rPr lang="zh-CN" altLang="en-US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系統</a:t>
              </a:r>
              <a:endPara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6" name="i$ḷiḋe">
            <a:extLst>
              <a:ext uri="{FF2B5EF4-FFF2-40B4-BE49-F238E27FC236}">
                <a16:creationId xmlns:a16="http://schemas.microsoft.com/office/drawing/2014/main" id="{D389D82E-E597-48D2-802B-32DFE76837F2}"/>
              </a:ext>
            </a:extLst>
          </p:cNvPr>
          <p:cNvGrpSpPr/>
          <p:nvPr/>
        </p:nvGrpSpPr>
        <p:grpSpPr>
          <a:xfrm>
            <a:off x="3777231" y="3725189"/>
            <a:ext cx="2486025" cy="1266825"/>
            <a:chOff x="3815953" y="3470274"/>
            <a:chExt cx="2486025" cy="1266825"/>
          </a:xfrm>
          <a:solidFill>
            <a:srgbClr val="8EBAE2"/>
          </a:solidFill>
        </p:grpSpPr>
        <p:sp>
          <p:nvSpPr>
            <p:cNvPr id="27" name="îsḷïḋe">
              <a:extLst>
                <a:ext uri="{FF2B5EF4-FFF2-40B4-BE49-F238E27FC236}">
                  <a16:creationId xmlns:a16="http://schemas.microsoft.com/office/drawing/2014/main" id="{4694196A-C1C5-4B8C-BB54-788718D5611B}"/>
                </a:ext>
              </a:extLst>
            </p:cNvPr>
            <p:cNvSpPr/>
            <p:nvPr/>
          </p:nvSpPr>
          <p:spPr>
            <a:xfrm>
              <a:off x="3815953" y="3470274"/>
              <a:ext cx="2486025" cy="1266825"/>
            </a:xfrm>
            <a:prstGeom prst="parallelogram">
              <a:avLst>
                <a:gd name="adj" fmla="val 3409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íslîḓe">
              <a:extLst>
                <a:ext uri="{FF2B5EF4-FFF2-40B4-BE49-F238E27FC236}">
                  <a16:creationId xmlns:a16="http://schemas.microsoft.com/office/drawing/2014/main" id="{989D4EFF-F9BE-4C5F-B64A-52810B85D0CE}"/>
                </a:ext>
              </a:extLst>
            </p:cNvPr>
            <p:cNvSpPr txBox="1"/>
            <p:nvPr/>
          </p:nvSpPr>
          <p:spPr bwMode="auto">
            <a:xfrm>
              <a:off x="4216667" y="3627854"/>
              <a:ext cx="1673356" cy="77269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EMS</a:t>
              </a:r>
              <a:r>
                <a:rPr lang="zh-CN" altLang="en-US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知識管理系統</a:t>
              </a:r>
              <a:endPara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" name="îśļíḋè">
            <a:extLst>
              <a:ext uri="{FF2B5EF4-FFF2-40B4-BE49-F238E27FC236}">
                <a16:creationId xmlns:a16="http://schemas.microsoft.com/office/drawing/2014/main" id="{893CB1E2-AD4A-433A-9E21-0F1ED56D9A4D}"/>
              </a:ext>
            </a:extLst>
          </p:cNvPr>
          <p:cNvSpPr txBox="1"/>
          <p:nvPr/>
        </p:nvSpPr>
        <p:spPr>
          <a:xfrm flipH="1">
            <a:off x="1010451" y="1746064"/>
            <a:ext cx="2613075" cy="1109244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500" b="1" i="1" spc="15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背景：原有</a:t>
            </a:r>
            <a:r>
              <a:rPr lang="en-US" altLang="zh-CN" sz="1500" b="1" i="1" spc="15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sz="1500" b="1" i="1" spc="15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模式不能滿足用戶需求，需要新增</a:t>
            </a:r>
            <a:r>
              <a:rPr lang="en-US" altLang="zh-CN" sz="1500" b="1" i="1" spc="15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VCI</a:t>
            </a:r>
            <a:r>
              <a:rPr lang="zh-CN" altLang="en-US" sz="1500" b="1" i="1" spc="15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模式，通過該流程實現最新的交易方式</a:t>
            </a:r>
            <a:endParaRPr lang="en-US" altLang="zh-CN" sz="1500" b="1" i="1" spc="150" dirty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îśļíḋè">
            <a:extLst>
              <a:ext uri="{FF2B5EF4-FFF2-40B4-BE49-F238E27FC236}">
                <a16:creationId xmlns:a16="http://schemas.microsoft.com/office/drawing/2014/main" id="{4F764AE6-F4E3-4071-995B-C0DCECAE3305}"/>
              </a:ext>
            </a:extLst>
          </p:cNvPr>
          <p:cNvSpPr txBox="1"/>
          <p:nvPr/>
        </p:nvSpPr>
        <p:spPr>
          <a:xfrm flipH="1">
            <a:off x="9180282" y="1952689"/>
            <a:ext cx="2755966" cy="839219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500" b="1" i="1" spc="15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  <a:r>
              <a:rPr lang="en-US" altLang="zh-CN" sz="1500" b="1" i="1" spc="15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VCI 852,861,867</a:t>
            </a:r>
            <a:r>
              <a:rPr lang="zh-CN" altLang="en-US" sz="1500" b="1" i="1" spc="15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報表</a:t>
            </a:r>
            <a:endParaRPr lang="en-US" altLang="zh-CN" sz="1500" b="1" i="1" spc="150" dirty="0" smtClean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500" b="1" i="1" spc="15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</a:t>
            </a:r>
            <a:r>
              <a:rPr lang="en-US" altLang="zh-CN" sz="1500" b="1" i="1" spc="150" dirty="0" err="1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Tranfone</a:t>
            </a:r>
            <a:r>
              <a:rPr lang="en-US" altLang="zh-CN" sz="1500" b="1" i="1" spc="15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PO</a:t>
            </a:r>
            <a:r>
              <a:rPr lang="zh-CN" altLang="en-US" sz="1500" b="1" i="1" spc="15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endParaRPr lang="en-US" altLang="zh-CN" sz="1500" b="1" i="1" spc="150" dirty="0" smtClean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500" b="1" i="1" spc="15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③與</a:t>
            </a:r>
            <a:r>
              <a:rPr lang="en-US" altLang="zh-CN" sz="1500" b="1" i="1" spc="15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SAP</a:t>
            </a:r>
            <a:r>
              <a:rPr lang="zh-CN" altLang="en-US" sz="1500" b="1" i="1" spc="15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接口對接，庫存實時更新，結款收賬功能</a:t>
            </a:r>
            <a:endParaRPr lang="en-US" altLang="zh-CN" sz="1500" b="1" i="1" spc="150" dirty="0" smtClean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500" b="1" i="1" spc="15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備註：系統已交接</a:t>
            </a:r>
            <a:r>
              <a:rPr lang="en-US" altLang="zh-CN" sz="1500" b="1" i="1" spc="15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EDI</a:t>
            </a:r>
            <a:r>
              <a:rPr lang="zh-CN" altLang="en-US" sz="1500" b="1" i="1" spc="15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課</a:t>
            </a:r>
            <a:endParaRPr lang="en-US" altLang="zh-CN" sz="1500" b="1" i="1" spc="150" dirty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îśļíḋè">
            <a:extLst>
              <a:ext uri="{FF2B5EF4-FFF2-40B4-BE49-F238E27FC236}">
                <a16:creationId xmlns:a16="http://schemas.microsoft.com/office/drawing/2014/main" id="{98E8EB5E-755A-452F-BFD7-9C1E1E763B0C}"/>
              </a:ext>
            </a:extLst>
          </p:cNvPr>
          <p:cNvSpPr txBox="1"/>
          <p:nvPr/>
        </p:nvSpPr>
        <p:spPr>
          <a:xfrm flipH="1">
            <a:off x="1001677" y="4536370"/>
            <a:ext cx="2650597" cy="82028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500" b="1" i="1" spc="15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背景：①廠區承接車載訂單，但系統中沒有相關專區保存車載資料，急需新專區保存車載文件。</a:t>
            </a:r>
            <a:endParaRPr lang="en-US" altLang="zh-CN" sz="1500" b="1" i="1" spc="150" dirty="0" smtClean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500" b="1" i="1" spc="15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500" b="1" i="1" spc="15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1500" b="1" i="1" spc="15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②高階主管需要一個</a:t>
            </a:r>
            <a:r>
              <a:rPr lang="zh-CN" altLang="en-US" sz="1500" b="1" i="1" spc="15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</a:t>
            </a:r>
            <a:r>
              <a:rPr lang="zh-CN" altLang="en-US" sz="1500" b="1" i="1" spc="15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專區進行一些機密文件的處理，委託經管與</a:t>
            </a:r>
            <a:r>
              <a:rPr lang="en-US" altLang="zh-CN" sz="1500" b="1" i="1" spc="15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IT</a:t>
            </a:r>
            <a:r>
              <a:rPr lang="zh-CN" altLang="en-US" sz="1500" b="1" i="1" spc="15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開發</a:t>
            </a:r>
            <a:r>
              <a:rPr lang="en-US" altLang="zh-CN" sz="1500" b="1" i="1" spc="15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CDS BU&amp;SBU</a:t>
            </a:r>
            <a:r>
              <a:rPr lang="zh-CN" altLang="en-US" sz="1500" b="1" i="1" spc="15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專區</a:t>
            </a:r>
            <a:endParaRPr lang="en-US" altLang="zh-CN" sz="1500" b="1" i="1" spc="150" dirty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îśļíḋè">
            <a:extLst>
              <a:ext uri="{FF2B5EF4-FFF2-40B4-BE49-F238E27FC236}">
                <a16:creationId xmlns:a16="http://schemas.microsoft.com/office/drawing/2014/main" id="{226A17DB-DC89-45B1-8A0F-1067E2A7F224}"/>
              </a:ext>
            </a:extLst>
          </p:cNvPr>
          <p:cNvSpPr txBox="1"/>
          <p:nvPr/>
        </p:nvSpPr>
        <p:spPr>
          <a:xfrm flipH="1">
            <a:off x="9285651" y="4103670"/>
            <a:ext cx="2650597" cy="63986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500" b="1" spc="15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①新增</a:t>
            </a:r>
            <a:r>
              <a:rPr lang="en-US" altLang="zh-CN" sz="1500" b="1" spc="15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QMS</a:t>
            </a:r>
            <a:r>
              <a:rPr lang="zh-CN" altLang="en-US" sz="1500" b="1" spc="15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車載專區</a:t>
            </a:r>
            <a:endParaRPr lang="en-US" altLang="zh-CN" sz="1500" b="1" spc="150" dirty="0" smtClean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500" b="1" spc="15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②新增</a:t>
            </a:r>
            <a:r>
              <a:rPr lang="en-US" altLang="zh-CN" sz="1500" b="1" spc="15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CDS BU &amp;SBU</a:t>
            </a:r>
            <a:r>
              <a:rPr lang="zh-CN" altLang="en-US" sz="1500" b="1" spc="15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專區</a:t>
            </a:r>
            <a:endParaRPr lang="en-US" altLang="zh-CN" sz="1500" b="1" spc="150" dirty="0" smtClean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500" b="1" spc="15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備註：功能已上線，系統目前運行穩定，沒有出現嚴重異常</a:t>
            </a:r>
            <a:endParaRPr lang="en-US" altLang="zh-CN" sz="1500" b="1" spc="150" dirty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3" name="直線接點 22"/>
          <p:cNvCxnSpPr/>
          <p:nvPr/>
        </p:nvCxnSpPr>
        <p:spPr>
          <a:xfrm flipV="1">
            <a:off x="1084574" y="3292029"/>
            <a:ext cx="11107426" cy="1413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23468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2000">
        <p15:prstTrans prst="pageCurlDouble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39" grpId="0"/>
      <p:bldP spid="4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121D319F-6158-4BCC-9F01-B6FA92D4227A}"/>
              </a:ext>
            </a:extLst>
          </p:cNvPr>
          <p:cNvGrpSpPr/>
          <p:nvPr/>
        </p:nvGrpSpPr>
        <p:grpSpPr>
          <a:xfrm>
            <a:off x="0" y="375326"/>
            <a:ext cx="12589396" cy="640943"/>
            <a:chOff x="142610" y="441828"/>
            <a:chExt cx="12589396" cy="640943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A7B94DD2-D4DA-4794-9DAA-562D9CD3811B}"/>
                </a:ext>
              </a:extLst>
            </p:cNvPr>
            <p:cNvSpPr/>
            <p:nvPr/>
          </p:nvSpPr>
          <p:spPr>
            <a:xfrm>
              <a:off x="242468" y="441828"/>
              <a:ext cx="685679" cy="609600"/>
            </a:xfrm>
            <a:prstGeom prst="roundRect">
              <a:avLst/>
            </a:prstGeom>
            <a:solidFill>
              <a:srgbClr val="8EB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/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C152D6CD-30A9-4B0A-A035-CC0794170E0B}"/>
                </a:ext>
              </a:extLst>
            </p:cNvPr>
            <p:cNvGrpSpPr/>
            <p:nvPr/>
          </p:nvGrpSpPr>
          <p:grpSpPr>
            <a:xfrm>
              <a:off x="1047056" y="529630"/>
              <a:ext cx="11684950" cy="461665"/>
              <a:chOff x="1199456" y="548680"/>
              <a:chExt cx="11684950" cy="461665"/>
            </a:xfrm>
          </p:grpSpPr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0D6C38C-70E6-4167-8D7B-931E4EEB921C}"/>
                  </a:ext>
                </a:extLst>
              </p:cNvPr>
              <p:cNvSpPr txBox="1"/>
              <p:nvPr/>
            </p:nvSpPr>
            <p:spPr>
              <a:xfrm>
                <a:off x="1199456" y="548680"/>
                <a:ext cx="185650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24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工作成果</a:t>
                </a:r>
                <a:endPara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61BB7A2-072E-4422-ACC5-40044CD42371}"/>
                  </a:ext>
                </a:extLst>
              </p:cNvPr>
              <p:cNvSpPr txBox="1"/>
              <p:nvPr/>
            </p:nvSpPr>
            <p:spPr>
              <a:xfrm>
                <a:off x="6807646" y="625623"/>
                <a:ext cx="60767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400" dirty="0" smtClean="0">
                    <a:solidFill>
                      <a:srgbClr val="0069B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Benefit</a:t>
                </a:r>
                <a:endParaRPr kumimoji="1" lang="zh-CN" altLang="en-US" sz="1400" dirty="0">
                  <a:solidFill>
                    <a:srgbClr val="0069B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9" name="íśḻïḓè">
              <a:extLst>
                <a:ext uri="{FF2B5EF4-FFF2-40B4-BE49-F238E27FC236}">
                  <a16:creationId xmlns:a16="http://schemas.microsoft.com/office/drawing/2014/main" id="{C08E1B51-C33D-49C1-9C50-D5E189D4886E}"/>
                </a:ext>
              </a:extLst>
            </p:cNvPr>
            <p:cNvSpPr txBox="1"/>
            <p:nvPr/>
          </p:nvSpPr>
          <p:spPr bwMode="auto">
            <a:xfrm>
              <a:off x="142610" y="445506"/>
              <a:ext cx="923496" cy="6372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400" spc="6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lang="en-US" altLang="zh-CN" sz="1400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33D35270-2587-4966-B4EB-BA1DF7F7CA25}"/>
              </a:ext>
            </a:extLst>
          </p:cNvPr>
          <p:cNvGrpSpPr/>
          <p:nvPr/>
        </p:nvGrpSpPr>
        <p:grpSpPr>
          <a:xfrm>
            <a:off x="6016322" y="2547240"/>
            <a:ext cx="1656379" cy="1656378"/>
            <a:chOff x="6120832" y="2499442"/>
            <a:chExt cx="1656379" cy="1656378"/>
          </a:xfrm>
        </p:grpSpPr>
        <p:sp>
          <p:nvSpPr>
            <p:cNvPr id="12" name="ïśľïḓê">
              <a:extLst>
                <a:ext uri="{FF2B5EF4-FFF2-40B4-BE49-F238E27FC236}">
                  <a16:creationId xmlns:a16="http://schemas.microsoft.com/office/drawing/2014/main" id="{884A0FAD-1EF1-49C2-94D4-774094F87209}"/>
                </a:ext>
              </a:extLst>
            </p:cNvPr>
            <p:cNvSpPr/>
            <p:nvPr/>
          </p:nvSpPr>
          <p:spPr>
            <a:xfrm rot="10800000">
              <a:off x="6120832" y="2499442"/>
              <a:ext cx="1656379" cy="1656378"/>
            </a:xfrm>
            <a:prstGeom prst="teardrop">
              <a:avLst/>
            </a:prstGeom>
            <a:solidFill>
              <a:srgbClr val="1257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iṩľíďè">
              <a:extLst>
                <a:ext uri="{FF2B5EF4-FFF2-40B4-BE49-F238E27FC236}">
                  <a16:creationId xmlns:a16="http://schemas.microsoft.com/office/drawing/2014/main" id="{2C30EBE2-B188-488E-8048-D8D3FA7BA762}"/>
                </a:ext>
              </a:extLst>
            </p:cNvPr>
            <p:cNvSpPr txBox="1"/>
            <p:nvPr/>
          </p:nvSpPr>
          <p:spPr>
            <a:xfrm>
              <a:off x="6330425" y="2977380"/>
              <a:ext cx="1313980" cy="643363"/>
            </a:xfrm>
            <a:prstGeom prst="rect">
              <a:avLst/>
            </a:prstGeom>
            <a:noFill/>
          </p:spPr>
          <p:txBody>
            <a:bodyPr wrap="square" lIns="91440" tIns="45720" rIns="91440" bIns="45720" anchor="ctr" anchorCtr="1">
              <a:normAutofit/>
            </a:bodyPr>
            <a:lstStyle/>
            <a:p>
              <a:pPr algn="ctr"/>
              <a:r>
                <a:rPr lang="zh-CN" altLang="en-US" sz="2000" b="1" i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有形效益</a:t>
              </a:r>
              <a:endParaRPr lang="zh-CN" altLang="en-US" sz="2000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91F56F14-FC49-4C5D-8312-0D01FF2F477A}"/>
              </a:ext>
            </a:extLst>
          </p:cNvPr>
          <p:cNvGrpSpPr/>
          <p:nvPr/>
        </p:nvGrpSpPr>
        <p:grpSpPr>
          <a:xfrm>
            <a:off x="4269098" y="3366287"/>
            <a:ext cx="1656379" cy="1656378"/>
            <a:chOff x="4373608" y="3318489"/>
            <a:chExt cx="1656379" cy="1656378"/>
          </a:xfrm>
        </p:grpSpPr>
        <p:sp>
          <p:nvSpPr>
            <p:cNvPr id="15" name="ïşḻiḋé">
              <a:extLst>
                <a:ext uri="{FF2B5EF4-FFF2-40B4-BE49-F238E27FC236}">
                  <a16:creationId xmlns:a16="http://schemas.microsoft.com/office/drawing/2014/main" id="{014361BA-59B1-4453-95FC-993934D40854}"/>
                </a:ext>
              </a:extLst>
            </p:cNvPr>
            <p:cNvSpPr/>
            <p:nvPr/>
          </p:nvSpPr>
          <p:spPr>
            <a:xfrm>
              <a:off x="4373608" y="3318489"/>
              <a:ext cx="1656379" cy="1656378"/>
            </a:xfrm>
            <a:prstGeom prst="teardrop">
              <a:avLst/>
            </a:prstGeom>
            <a:solidFill>
              <a:srgbClr val="8EB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iš1iḓe">
              <a:extLst>
                <a:ext uri="{FF2B5EF4-FFF2-40B4-BE49-F238E27FC236}">
                  <a16:creationId xmlns:a16="http://schemas.microsoft.com/office/drawing/2014/main" id="{24AE6C51-9D75-4960-A74B-C6D604AF4755}"/>
                </a:ext>
              </a:extLst>
            </p:cNvPr>
            <p:cNvSpPr txBox="1"/>
            <p:nvPr/>
          </p:nvSpPr>
          <p:spPr>
            <a:xfrm>
              <a:off x="4517912" y="3796426"/>
              <a:ext cx="1379699" cy="643363"/>
            </a:xfrm>
            <a:prstGeom prst="rect">
              <a:avLst/>
            </a:prstGeom>
            <a:noFill/>
          </p:spPr>
          <p:txBody>
            <a:bodyPr wrap="square" lIns="91440" tIns="45720" rIns="91440" bIns="45720" anchor="ctr" anchorCtr="1">
              <a:normAutofit/>
            </a:bodyPr>
            <a:lstStyle/>
            <a:p>
              <a:pPr algn="ctr"/>
              <a:r>
                <a:rPr lang="zh-CN" altLang="en-US" sz="2000" b="1" i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无形效益</a:t>
              </a:r>
              <a:endParaRPr lang="zh-CN" altLang="en-US" sz="20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F0B576B5-7B3E-462C-8FCE-EA8821438B41}"/>
              </a:ext>
            </a:extLst>
          </p:cNvPr>
          <p:cNvGrpSpPr/>
          <p:nvPr/>
        </p:nvGrpSpPr>
        <p:grpSpPr>
          <a:xfrm>
            <a:off x="442697" y="920881"/>
            <a:ext cx="3457175" cy="929718"/>
            <a:chOff x="649333" y="1988637"/>
            <a:chExt cx="3457175" cy="929718"/>
          </a:xfrm>
        </p:grpSpPr>
        <p:sp>
          <p:nvSpPr>
            <p:cNvPr id="18" name="îṡḻïďè">
              <a:extLst>
                <a:ext uri="{FF2B5EF4-FFF2-40B4-BE49-F238E27FC236}">
                  <a16:creationId xmlns:a16="http://schemas.microsoft.com/office/drawing/2014/main" id="{5A46C238-CF40-4232-AA46-BDC8DC879515}"/>
                </a:ext>
              </a:extLst>
            </p:cNvPr>
            <p:cNvSpPr/>
            <p:nvPr/>
          </p:nvSpPr>
          <p:spPr>
            <a:xfrm>
              <a:off x="649333" y="2394384"/>
              <a:ext cx="2809070" cy="52397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r">
                <a:lnSpc>
                  <a:spcPct val="150000"/>
                </a:lnSpc>
              </a:pPr>
              <a:r>
                <a:rPr lang="zh-CN" altLang="en-US" sz="1400" b="1" spc="15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減輕</a:t>
              </a:r>
              <a:r>
                <a:rPr lang="zh-CN" altLang="en-US" sz="1400" b="1" spc="15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了</a:t>
              </a:r>
              <a:r>
                <a:rPr lang="zh-CN" altLang="en-US" sz="1400" b="1" spc="15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员工的劳动强度</a:t>
              </a:r>
              <a:endParaRPr lang="zh-CN" altLang="en-US" sz="1400" b="1" spc="1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îŝļíḋé">
              <a:extLst>
                <a:ext uri="{FF2B5EF4-FFF2-40B4-BE49-F238E27FC236}">
                  <a16:creationId xmlns:a16="http://schemas.microsoft.com/office/drawing/2014/main" id="{C4BAB4D9-03FC-4A44-9336-2B66A896DCC4}"/>
                </a:ext>
              </a:extLst>
            </p:cNvPr>
            <p:cNvSpPr/>
            <p:nvPr/>
          </p:nvSpPr>
          <p:spPr>
            <a:xfrm>
              <a:off x="649333" y="1988637"/>
              <a:ext cx="2809070" cy="4057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r">
                <a:spcBef>
                  <a:spcPct val="0"/>
                </a:spcBef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劳</a:t>
              </a:r>
              <a:r>
                <a:rPr lang="zh-CN" altLang="en-US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动强度</a:t>
              </a:r>
              <a:endPara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BB14A81A-7E51-4A3F-B536-B1B0D531C3B3}"/>
                </a:ext>
              </a:extLst>
            </p:cNvPr>
            <p:cNvGrpSpPr/>
            <p:nvPr/>
          </p:nvGrpSpPr>
          <p:grpSpPr>
            <a:xfrm>
              <a:off x="3584042" y="2266387"/>
              <a:ext cx="522466" cy="522466"/>
              <a:chOff x="3584042" y="2266387"/>
              <a:chExt cx="522466" cy="522466"/>
            </a:xfrm>
          </p:grpSpPr>
          <p:sp>
            <p:nvSpPr>
              <p:cNvPr id="21" name="iṣḻíḋe">
                <a:extLst>
                  <a:ext uri="{FF2B5EF4-FFF2-40B4-BE49-F238E27FC236}">
                    <a16:creationId xmlns:a16="http://schemas.microsoft.com/office/drawing/2014/main" id="{287EEE40-FA34-4469-8E5E-2FDEE2A06211}"/>
                  </a:ext>
                </a:extLst>
              </p:cNvPr>
              <p:cNvSpPr/>
              <p:nvPr/>
            </p:nvSpPr>
            <p:spPr>
              <a:xfrm>
                <a:off x="3584042" y="2266387"/>
                <a:ext cx="522466" cy="522466"/>
              </a:xfrm>
              <a:prstGeom prst="ellipse">
                <a:avLst/>
              </a:prstGeom>
              <a:noFill/>
              <a:ln>
                <a:solidFill>
                  <a:srgbClr val="1FBEC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" name="iṡḷíḑé">
                <a:extLst>
                  <a:ext uri="{FF2B5EF4-FFF2-40B4-BE49-F238E27FC236}">
                    <a16:creationId xmlns:a16="http://schemas.microsoft.com/office/drawing/2014/main" id="{CD149BA6-684F-45CD-9557-6A34915024D9}"/>
                  </a:ext>
                </a:extLst>
              </p:cNvPr>
              <p:cNvSpPr/>
              <p:nvPr/>
            </p:nvSpPr>
            <p:spPr>
              <a:xfrm>
                <a:off x="3736622" y="2424491"/>
                <a:ext cx="217308" cy="206260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19800" y="63664"/>
                    </a:moveTo>
                    <a:lnTo>
                      <a:pt x="119800" y="63664"/>
                    </a:lnTo>
                    <a:cubicBezTo>
                      <a:pt x="119800" y="66596"/>
                      <a:pt x="118405" y="69528"/>
                      <a:pt x="114219" y="69528"/>
                    </a:cubicBezTo>
                    <a:cubicBezTo>
                      <a:pt x="112823" y="69528"/>
                      <a:pt x="111428" y="68062"/>
                      <a:pt x="111428" y="68062"/>
                    </a:cubicBezTo>
                    <a:lnTo>
                      <a:pt x="111428" y="68062"/>
                    </a:lnTo>
                    <a:cubicBezTo>
                      <a:pt x="60598" y="14869"/>
                      <a:pt x="60598" y="14869"/>
                      <a:pt x="60598" y="14869"/>
                    </a:cubicBezTo>
                    <a:lnTo>
                      <a:pt x="60598" y="14869"/>
                    </a:lnTo>
                    <a:lnTo>
                      <a:pt x="60598" y="14869"/>
                    </a:lnTo>
                    <a:lnTo>
                      <a:pt x="60598" y="14869"/>
                    </a:lnTo>
                    <a:cubicBezTo>
                      <a:pt x="9966" y="68062"/>
                      <a:pt x="9966" y="68062"/>
                      <a:pt x="9966" y="68062"/>
                    </a:cubicBezTo>
                    <a:lnTo>
                      <a:pt x="9966" y="68062"/>
                    </a:lnTo>
                    <a:cubicBezTo>
                      <a:pt x="8571" y="68062"/>
                      <a:pt x="7176" y="69528"/>
                      <a:pt x="5780" y="69528"/>
                    </a:cubicBezTo>
                    <a:cubicBezTo>
                      <a:pt x="2990" y="69528"/>
                      <a:pt x="0" y="66596"/>
                      <a:pt x="0" y="63664"/>
                    </a:cubicBezTo>
                    <a:cubicBezTo>
                      <a:pt x="0" y="62198"/>
                      <a:pt x="0" y="60523"/>
                      <a:pt x="1395" y="59057"/>
                    </a:cubicBezTo>
                    <a:cubicBezTo>
                      <a:pt x="56411" y="1465"/>
                      <a:pt x="56411" y="1465"/>
                      <a:pt x="56411" y="1465"/>
                    </a:cubicBezTo>
                    <a:cubicBezTo>
                      <a:pt x="57807" y="0"/>
                      <a:pt x="59202" y="0"/>
                      <a:pt x="60598" y="0"/>
                    </a:cubicBezTo>
                    <a:lnTo>
                      <a:pt x="60598" y="0"/>
                    </a:lnTo>
                    <a:lnTo>
                      <a:pt x="60598" y="0"/>
                    </a:lnTo>
                    <a:lnTo>
                      <a:pt x="60598" y="0"/>
                    </a:lnTo>
                    <a:lnTo>
                      <a:pt x="60598" y="0"/>
                    </a:lnTo>
                    <a:lnTo>
                      <a:pt x="60598" y="0"/>
                    </a:lnTo>
                    <a:lnTo>
                      <a:pt x="60598" y="0"/>
                    </a:lnTo>
                    <a:lnTo>
                      <a:pt x="60598" y="0"/>
                    </a:lnTo>
                    <a:cubicBezTo>
                      <a:pt x="61993" y="0"/>
                      <a:pt x="63388" y="1465"/>
                      <a:pt x="64784" y="1465"/>
                    </a:cubicBezTo>
                    <a:lnTo>
                      <a:pt x="64784" y="1465"/>
                    </a:lnTo>
                    <a:cubicBezTo>
                      <a:pt x="85913" y="25130"/>
                      <a:pt x="85913" y="25130"/>
                      <a:pt x="85913" y="25130"/>
                    </a:cubicBezTo>
                    <a:cubicBezTo>
                      <a:pt x="85913" y="19267"/>
                      <a:pt x="85913" y="19267"/>
                      <a:pt x="85913" y="19267"/>
                    </a:cubicBezTo>
                    <a:cubicBezTo>
                      <a:pt x="85913" y="16335"/>
                      <a:pt x="88903" y="13193"/>
                      <a:pt x="91694" y="13193"/>
                    </a:cubicBezTo>
                    <a:cubicBezTo>
                      <a:pt x="95880" y="13193"/>
                      <a:pt x="97275" y="16335"/>
                      <a:pt x="97275" y="19267"/>
                    </a:cubicBezTo>
                    <a:cubicBezTo>
                      <a:pt x="97275" y="36858"/>
                      <a:pt x="97275" y="36858"/>
                      <a:pt x="97275" y="36858"/>
                    </a:cubicBezTo>
                    <a:cubicBezTo>
                      <a:pt x="118405" y="59057"/>
                      <a:pt x="118405" y="59057"/>
                      <a:pt x="118405" y="59057"/>
                    </a:cubicBezTo>
                    <a:lnTo>
                      <a:pt x="118405" y="59057"/>
                    </a:lnTo>
                    <a:cubicBezTo>
                      <a:pt x="119800" y="60523"/>
                      <a:pt x="119800" y="62198"/>
                      <a:pt x="119800" y="63664"/>
                    </a:cubicBezTo>
                    <a:close/>
                    <a:moveTo>
                      <a:pt x="108438" y="72460"/>
                    </a:moveTo>
                    <a:lnTo>
                      <a:pt x="108438" y="72460"/>
                    </a:lnTo>
                    <a:cubicBezTo>
                      <a:pt x="108438" y="90261"/>
                      <a:pt x="108438" y="90261"/>
                      <a:pt x="108438" y="90261"/>
                    </a:cubicBezTo>
                    <a:cubicBezTo>
                      <a:pt x="108438" y="99057"/>
                      <a:pt x="108438" y="99057"/>
                      <a:pt x="108438" y="99057"/>
                    </a:cubicBezTo>
                    <a:cubicBezTo>
                      <a:pt x="108438" y="113926"/>
                      <a:pt x="108438" y="113926"/>
                      <a:pt x="108438" y="113926"/>
                    </a:cubicBezTo>
                    <a:cubicBezTo>
                      <a:pt x="108438" y="118324"/>
                      <a:pt x="107043" y="119790"/>
                      <a:pt x="102857" y="119790"/>
                    </a:cubicBezTo>
                    <a:cubicBezTo>
                      <a:pt x="91694" y="119790"/>
                      <a:pt x="91694" y="119790"/>
                      <a:pt x="91694" y="119790"/>
                    </a:cubicBezTo>
                    <a:cubicBezTo>
                      <a:pt x="91694" y="72460"/>
                      <a:pt x="91694" y="72460"/>
                      <a:pt x="91694" y="72460"/>
                    </a:cubicBezTo>
                    <a:cubicBezTo>
                      <a:pt x="69169" y="72460"/>
                      <a:pt x="69169" y="72460"/>
                      <a:pt x="69169" y="72460"/>
                    </a:cubicBezTo>
                    <a:cubicBezTo>
                      <a:pt x="69169" y="119790"/>
                      <a:pt x="69169" y="119790"/>
                      <a:pt x="69169" y="119790"/>
                    </a:cubicBezTo>
                    <a:cubicBezTo>
                      <a:pt x="16943" y="119790"/>
                      <a:pt x="16943" y="119790"/>
                      <a:pt x="16943" y="119790"/>
                    </a:cubicBezTo>
                    <a:cubicBezTo>
                      <a:pt x="14152" y="119790"/>
                      <a:pt x="11362" y="118324"/>
                      <a:pt x="11362" y="113926"/>
                    </a:cubicBezTo>
                    <a:cubicBezTo>
                      <a:pt x="11362" y="99057"/>
                      <a:pt x="11362" y="99057"/>
                      <a:pt x="11362" y="99057"/>
                    </a:cubicBezTo>
                    <a:cubicBezTo>
                      <a:pt x="11362" y="90261"/>
                      <a:pt x="11362" y="90261"/>
                      <a:pt x="11362" y="90261"/>
                    </a:cubicBezTo>
                    <a:cubicBezTo>
                      <a:pt x="11362" y="72460"/>
                      <a:pt x="11362" y="72460"/>
                      <a:pt x="11362" y="72460"/>
                    </a:cubicBezTo>
                    <a:cubicBezTo>
                      <a:pt x="60598" y="22198"/>
                      <a:pt x="60598" y="22198"/>
                      <a:pt x="60598" y="22198"/>
                    </a:cubicBezTo>
                    <a:lnTo>
                      <a:pt x="108438" y="72460"/>
                    </a:lnTo>
                    <a:close/>
                    <a:moveTo>
                      <a:pt x="50830" y="72460"/>
                    </a:moveTo>
                    <a:lnTo>
                      <a:pt x="50830" y="72460"/>
                    </a:lnTo>
                    <a:cubicBezTo>
                      <a:pt x="28305" y="72460"/>
                      <a:pt x="28305" y="72460"/>
                      <a:pt x="28305" y="72460"/>
                    </a:cubicBezTo>
                    <a:cubicBezTo>
                      <a:pt x="28305" y="96125"/>
                      <a:pt x="28305" y="96125"/>
                      <a:pt x="28305" y="96125"/>
                    </a:cubicBezTo>
                    <a:cubicBezTo>
                      <a:pt x="50830" y="96125"/>
                      <a:pt x="50830" y="96125"/>
                      <a:pt x="50830" y="96125"/>
                    </a:cubicBezTo>
                    <a:lnTo>
                      <a:pt x="50830" y="72460"/>
                    </a:lnTo>
                    <a:close/>
                  </a:path>
                </a:pathLst>
              </a:custGeom>
              <a:solidFill>
                <a:srgbClr val="8EBAE2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888DFF27-F098-40C9-8A71-E88DC1BA1DFC}"/>
              </a:ext>
            </a:extLst>
          </p:cNvPr>
          <p:cNvGrpSpPr/>
          <p:nvPr/>
        </p:nvGrpSpPr>
        <p:grpSpPr>
          <a:xfrm>
            <a:off x="437597" y="2220399"/>
            <a:ext cx="3457175" cy="1138819"/>
            <a:chOff x="649333" y="3159155"/>
            <a:chExt cx="3457175" cy="929720"/>
          </a:xfrm>
        </p:grpSpPr>
        <p:sp>
          <p:nvSpPr>
            <p:cNvPr id="24" name="î$ḷídé">
              <a:extLst>
                <a:ext uri="{FF2B5EF4-FFF2-40B4-BE49-F238E27FC236}">
                  <a16:creationId xmlns:a16="http://schemas.microsoft.com/office/drawing/2014/main" id="{312C961E-0296-4245-B844-048FF6D10E4B}"/>
                </a:ext>
              </a:extLst>
            </p:cNvPr>
            <p:cNvSpPr/>
            <p:nvPr/>
          </p:nvSpPr>
          <p:spPr>
            <a:xfrm>
              <a:off x="649333" y="3564904"/>
              <a:ext cx="2809070" cy="52397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r">
                <a:lnSpc>
                  <a:spcPct val="150000"/>
                </a:lnSpc>
              </a:pPr>
              <a:r>
                <a:rPr lang="zh-CN" altLang="en-US" sz="1400" b="1" spc="15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</a:t>
              </a:r>
              <a:r>
                <a:rPr lang="zh-CN" altLang="en-US" sz="1400" b="1" spc="15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现了</a:t>
              </a:r>
              <a:r>
                <a:rPr lang="zh-CN" altLang="en-US" sz="1400" b="1" spc="15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文檔</a:t>
              </a:r>
              <a:r>
                <a:rPr lang="zh-CN" altLang="en-US" sz="1400" b="1" spc="15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的统一管理，下发，签收，使丢失的</a:t>
              </a:r>
              <a:r>
                <a:rPr lang="zh-CN" altLang="en-US" sz="1400" b="1" spc="15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數據</a:t>
              </a:r>
              <a:r>
                <a:rPr lang="zh-CN" altLang="en-US" sz="1400" b="1" spc="15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有迹可循</a:t>
              </a:r>
              <a:endParaRPr lang="zh-CN" altLang="en-US" sz="1400" b="1" spc="1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ïS1iḑè">
              <a:extLst>
                <a:ext uri="{FF2B5EF4-FFF2-40B4-BE49-F238E27FC236}">
                  <a16:creationId xmlns:a16="http://schemas.microsoft.com/office/drawing/2014/main" id="{8C6A37A1-2C83-48E3-A6E3-DC8C2469E978}"/>
                </a:ext>
              </a:extLst>
            </p:cNvPr>
            <p:cNvSpPr/>
            <p:nvPr/>
          </p:nvSpPr>
          <p:spPr>
            <a:xfrm>
              <a:off x="649333" y="3159155"/>
              <a:ext cx="2809070" cy="4057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r">
                <a:spcBef>
                  <a:spcPct val="0"/>
                </a:spcBef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风</a:t>
              </a:r>
              <a:r>
                <a:rPr lang="zh-CN" altLang="en-US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险控制</a:t>
              </a:r>
              <a:endPara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1DC616FA-1968-4ADD-9D4A-715FECF3C684}"/>
                </a:ext>
              </a:extLst>
            </p:cNvPr>
            <p:cNvGrpSpPr/>
            <p:nvPr/>
          </p:nvGrpSpPr>
          <p:grpSpPr>
            <a:xfrm>
              <a:off x="3584042" y="3418872"/>
              <a:ext cx="522466" cy="522466"/>
              <a:chOff x="3584042" y="3418872"/>
              <a:chExt cx="522466" cy="522466"/>
            </a:xfrm>
          </p:grpSpPr>
          <p:sp>
            <p:nvSpPr>
              <p:cNvPr id="27" name="ïŝḻïḍe">
                <a:extLst>
                  <a:ext uri="{FF2B5EF4-FFF2-40B4-BE49-F238E27FC236}">
                    <a16:creationId xmlns:a16="http://schemas.microsoft.com/office/drawing/2014/main" id="{1ABF8E62-827D-405D-9246-8DE3CD0CD21D}"/>
                  </a:ext>
                </a:extLst>
              </p:cNvPr>
              <p:cNvSpPr/>
              <p:nvPr/>
            </p:nvSpPr>
            <p:spPr>
              <a:xfrm>
                <a:off x="3584042" y="3418872"/>
                <a:ext cx="522466" cy="522466"/>
              </a:xfrm>
              <a:prstGeom prst="ellipse">
                <a:avLst/>
              </a:prstGeom>
              <a:noFill/>
              <a:ln>
                <a:solidFill>
                  <a:srgbClr val="1FBEC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îs1îḍê">
                <a:extLst>
                  <a:ext uri="{FF2B5EF4-FFF2-40B4-BE49-F238E27FC236}">
                    <a16:creationId xmlns:a16="http://schemas.microsoft.com/office/drawing/2014/main" id="{2F492022-6888-4B9E-B001-E91313E15AD7}"/>
                  </a:ext>
                </a:extLst>
              </p:cNvPr>
              <p:cNvSpPr/>
              <p:nvPr/>
            </p:nvSpPr>
            <p:spPr>
              <a:xfrm>
                <a:off x="3736622" y="3584908"/>
                <a:ext cx="217308" cy="190394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17009" y="65310"/>
                    </a:moveTo>
                    <a:lnTo>
                      <a:pt x="117009" y="65310"/>
                    </a:lnTo>
                    <a:lnTo>
                      <a:pt x="117009" y="65310"/>
                    </a:lnTo>
                    <a:cubicBezTo>
                      <a:pt x="61993" y="91073"/>
                      <a:pt x="61993" y="91073"/>
                      <a:pt x="61993" y="91073"/>
                    </a:cubicBezTo>
                    <a:lnTo>
                      <a:pt x="61993" y="91073"/>
                    </a:lnTo>
                    <a:lnTo>
                      <a:pt x="61993" y="91073"/>
                    </a:lnTo>
                    <a:lnTo>
                      <a:pt x="61993" y="91073"/>
                    </a:lnTo>
                    <a:cubicBezTo>
                      <a:pt x="61993" y="92655"/>
                      <a:pt x="60598" y="92655"/>
                      <a:pt x="60598" y="92655"/>
                    </a:cubicBezTo>
                    <a:cubicBezTo>
                      <a:pt x="59202" y="92655"/>
                      <a:pt x="59202" y="92655"/>
                      <a:pt x="57807" y="91073"/>
                    </a:cubicBezTo>
                    <a:lnTo>
                      <a:pt x="57807" y="91073"/>
                    </a:lnTo>
                    <a:lnTo>
                      <a:pt x="57807" y="91073"/>
                    </a:lnTo>
                    <a:lnTo>
                      <a:pt x="57807" y="91073"/>
                    </a:lnTo>
                    <a:cubicBezTo>
                      <a:pt x="2990" y="65310"/>
                      <a:pt x="2990" y="65310"/>
                      <a:pt x="2990" y="65310"/>
                    </a:cubicBezTo>
                    <a:lnTo>
                      <a:pt x="2990" y="65310"/>
                    </a:lnTo>
                    <a:cubicBezTo>
                      <a:pt x="1395" y="65310"/>
                      <a:pt x="0" y="62146"/>
                      <a:pt x="0" y="60564"/>
                    </a:cubicBezTo>
                    <a:cubicBezTo>
                      <a:pt x="0" y="55819"/>
                      <a:pt x="2990" y="54237"/>
                      <a:pt x="5780" y="54237"/>
                    </a:cubicBezTo>
                    <a:cubicBezTo>
                      <a:pt x="7176" y="54237"/>
                      <a:pt x="7176" y="54237"/>
                      <a:pt x="8571" y="54237"/>
                    </a:cubicBezTo>
                    <a:lnTo>
                      <a:pt x="8571" y="54237"/>
                    </a:lnTo>
                    <a:lnTo>
                      <a:pt x="8571" y="54237"/>
                    </a:lnTo>
                    <a:lnTo>
                      <a:pt x="8571" y="54237"/>
                    </a:lnTo>
                    <a:cubicBezTo>
                      <a:pt x="60598" y="78192"/>
                      <a:pt x="60598" y="78192"/>
                      <a:pt x="60598" y="78192"/>
                    </a:cubicBezTo>
                    <a:cubicBezTo>
                      <a:pt x="112823" y="54237"/>
                      <a:pt x="112823" y="54237"/>
                      <a:pt x="112823" y="54237"/>
                    </a:cubicBezTo>
                    <a:lnTo>
                      <a:pt x="112823" y="54237"/>
                    </a:lnTo>
                    <a:lnTo>
                      <a:pt x="112823" y="54237"/>
                    </a:lnTo>
                    <a:lnTo>
                      <a:pt x="112823" y="54237"/>
                    </a:lnTo>
                    <a:lnTo>
                      <a:pt x="114219" y="54237"/>
                    </a:lnTo>
                    <a:cubicBezTo>
                      <a:pt x="118405" y="54237"/>
                      <a:pt x="119800" y="55819"/>
                      <a:pt x="119800" y="60564"/>
                    </a:cubicBezTo>
                    <a:cubicBezTo>
                      <a:pt x="119800" y="62146"/>
                      <a:pt x="118405" y="65310"/>
                      <a:pt x="117009" y="65310"/>
                    </a:cubicBezTo>
                    <a:close/>
                    <a:moveTo>
                      <a:pt x="117009" y="38192"/>
                    </a:moveTo>
                    <a:lnTo>
                      <a:pt x="117009" y="38192"/>
                    </a:lnTo>
                    <a:lnTo>
                      <a:pt x="117009" y="38192"/>
                    </a:lnTo>
                    <a:cubicBezTo>
                      <a:pt x="61993" y="63728"/>
                      <a:pt x="61993" y="63728"/>
                      <a:pt x="61993" y="63728"/>
                    </a:cubicBezTo>
                    <a:lnTo>
                      <a:pt x="61993" y="63728"/>
                    </a:lnTo>
                    <a:lnTo>
                      <a:pt x="61993" y="63728"/>
                    </a:lnTo>
                    <a:lnTo>
                      <a:pt x="61993" y="63728"/>
                    </a:lnTo>
                    <a:lnTo>
                      <a:pt x="60598" y="63728"/>
                    </a:lnTo>
                    <a:cubicBezTo>
                      <a:pt x="59202" y="63728"/>
                      <a:pt x="59202" y="63728"/>
                      <a:pt x="57807" y="63728"/>
                    </a:cubicBezTo>
                    <a:lnTo>
                      <a:pt x="57807" y="63728"/>
                    </a:lnTo>
                    <a:lnTo>
                      <a:pt x="57807" y="63728"/>
                    </a:lnTo>
                    <a:lnTo>
                      <a:pt x="57807" y="63728"/>
                    </a:lnTo>
                    <a:cubicBezTo>
                      <a:pt x="2990" y="38192"/>
                      <a:pt x="2990" y="38192"/>
                      <a:pt x="2990" y="38192"/>
                    </a:cubicBezTo>
                    <a:lnTo>
                      <a:pt x="2990" y="38192"/>
                    </a:lnTo>
                    <a:cubicBezTo>
                      <a:pt x="1395" y="36610"/>
                      <a:pt x="0" y="35028"/>
                      <a:pt x="0" y="31864"/>
                    </a:cubicBezTo>
                    <a:cubicBezTo>
                      <a:pt x="0" y="30282"/>
                      <a:pt x="1395" y="27118"/>
                      <a:pt x="2990" y="27118"/>
                    </a:cubicBezTo>
                    <a:lnTo>
                      <a:pt x="2990" y="27118"/>
                    </a:lnTo>
                    <a:cubicBezTo>
                      <a:pt x="57807" y="1581"/>
                      <a:pt x="57807" y="1581"/>
                      <a:pt x="57807" y="1581"/>
                    </a:cubicBezTo>
                    <a:lnTo>
                      <a:pt x="57807" y="1581"/>
                    </a:lnTo>
                    <a:lnTo>
                      <a:pt x="57807" y="1581"/>
                    </a:lnTo>
                    <a:lnTo>
                      <a:pt x="57807" y="1581"/>
                    </a:lnTo>
                    <a:cubicBezTo>
                      <a:pt x="59202" y="0"/>
                      <a:pt x="59202" y="0"/>
                      <a:pt x="60598" y="0"/>
                    </a:cubicBezTo>
                    <a:cubicBezTo>
                      <a:pt x="60598" y="0"/>
                      <a:pt x="61993" y="0"/>
                      <a:pt x="61993" y="1581"/>
                    </a:cubicBezTo>
                    <a:lnTo>
                      <a:pt x="61993" y="1581"/>
                    </a:lnTo>
                    <a:lnTo>
                      <a:pt x="61993" y="1581"/>
                    </a:lnTo>
                    <a:lnTo>
                      <a:pt x="61993" y="1581"/>
                    </a:lnTo>
                    <a:cubicBezTo>
                      <a:pt x="117009" y="27118"/>
                      <a:pt x="117009" y="27118"/>
                      <a:pt x="117009" y="27118"/>
                    </a:cubicBezTo>
                    <a:lnTo>
                      <a:pt x="117009" y="27118"/>
                    </a:lnTo>
                    <a:cubicBezTo>
                      <a:pt x="118405" y="27118"/>
                      <a:pt x="119800" y="30282"/>
                      <a:pt x="119800" y="31864"/>
                    </a:cubicBezTo>
                    <a:cubicBezTo>
                      <a:pt x="119800" y="35028"/>
                      <a:pt x="118405" y="36610"/>
                      <a:pt x="117009" y="38192"/>
                    </a:cubicBezTo>
                    <a:close/>
                    <a:moveTo>
                      <a:pt x="5780" y="81355"/>
                    </a:moveTo>
                    <a:lnTo>
                      <a:pt x="5780" y="81355"/>
                    </a:lnTo>
                    <a:cubicBezTo>
                      <a:pt x="7176" y="81355"/>
                      <a:pt x="7176" y="81355"/>
                      <a:pt x="8571" y="81355"/>
                    </a:cubicBezTo>
                    <a:lnTo>
                      <a:pt x="8571" y="81355"/>
                    </a:lnTo>
                    <a:lnTo>
                      <a:pt x="8571" y="81355"/>
                    </a:lnTo>
                    <a:lnTo>
                      <a:pt x="8571" y="81355"/>
                    </a:lnTo>
                    <a:cubicBezTo>
                      <a:pt x="60598" y="106892"/>
                      <a:pt x="60598" y="106892"/>
                      <a:pt x="60598" y="106892"/>
                    </a:cubicBezTo>
                    <a:cubicBezTo>
                      <a:pt x="112823" y="81355"/>
                      <a:pt x="112823" y="81355"/>
                      <a:pt x="112823" y="81355"/>
                    </a:cubicBezTo>
                    <a:lnTo>
                      <a:pt x="112823" y="81355"/>
                    </a:lnTo>
                    <a:lnTo>
                      <a:pt x="112823" y="81355"/>
                    </a:lnTo>
                    <a:lnTo>
                      <a:pt x="112823" y="81355"/>
                    </a:lnTo>
                    <a:lnTo>
                      <a:pt x="114219" y="81355"/>
                    </a:lnTo>
                    <a:cubicBezTo>
                      <a:pt x="118405" y="81355"/>
                      <a:pt x="119800" y="84519"/>
                      <a:pt x="119800" y="87683"/>
                    </a:cubicBezTo>
                    <a:cubicBezTo>
                      <a:pt x="119800" y="91073"/>
                      <a:pt x="118405" y="92655"/>
                      <a:pt x="117009" y="94237"/>
                    </a:cubicBezTo>
                    <a:lnTo>
                      <a:pt x="117009" y="94237"/>
                    </a:lnTo>
                    <a:cubicBezTo>
                      <a:pt x="61993" y="119774"/>
                      <a:pt x="61993" y="119774"/>
                      <a:pt x="61993" y="119774"/>
                    </a:cubicBezTo>
                    <a:lnTo>
                      <a:pt x="61993" y="119774"/>
                    </a:lnTo>
                    <a:lnTo>
                      <a:pt x="61993" y="119774"/>
                    </a:lnTo>
                    <a:lnTo>
                      <a:pt x="61993" y="119774"/>
                    </a:lnTo>
                    <a:lnTo>
                      <a:pt x="60598" y="119774"/>
                    </a:lnTo>
                    <a:cubicBezTo>
                      <a:pt x="59202" y="119774"/>
                      <a:pt x="59202" y="119774"/>
                      <a:pt x="57807" y="119774"/>
                    </a:cubicBezTo>
                    <a:lnTo>
                      <a:pt x="57807" y="119774"/>
                    </a:lnTo>
                    <a:lnTo>
                      <a:pt x="57807" y="119774"/>
                    </a:lnTo>
                    <a:lnTo>
                      <a:pt x="57807" y="119774"/>
                    </a:lnTo>
                    <a:cubicBezTo>
                      <a:pt x="2990" y="94237"/>
                      <a:pt x="2990" y="94237"/>
                      <a:pt x="2990" y="94237"/>
                    </a:cubicBezTo>
                    <a:lnTo>
                      <a:pt x="2990" y="94237"/>
                    </a:lnTo>
                    <a:cubicBezTo>
                      <a:pt x="1395" y="92655"/>
                      <a:pt x="0" y="91073"/>
                      <a:pt x="0" y="87683"/>
                    </a:cubicBezTo>
                    <a:cubicBezTo>
                      <a:pt x="0" y="84519"/>
                      <a:pt x="2990" y="81355"/>
                      <a:pt x="5780" y="81355"/>
                    </a:cubicBezTo>
                    <a:close/>
                  </a:path>
                </a:pathLst>
              </a:custGeom>
              <a:solidFill>
                <a:srgbClr val="8EBAE2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5775CF4F-0452-4A91-8142-A3B98B53E5E6}"/>
              </a:ext>
            </a:extLst>
          </p:cNvPr>
          <p:cNvGrpSpPr/>
          <p:nvPr/>
        </p:nvGrpSpPr>
        <p:grpSpPr>
          <a:xfrm>
            <a:off x="444503" y="3700921"/>
            <a:ext cx="3457175" cy="929720"/>
            <a:chOff x="649333" y="4435229"/>
            <a:chExt cx="3457175" cy="929720"/>
          </a:xfrm>
        </p:grpSpPr>
        <p:sp>
          <p:nvSpPr>
            <p:cNvPr id="30" name="îṥļíďe">
              <a:extLst>
                <a:ext uri="{FF2B5EF4-FFF2-40B4-BE49-F238E27FC236}">
                  <a16:creationId xmlns:a16="http://schemas.microsoft.com/office/drawing/2014/main" id="{194EC214-2BE5-4EED-AB09-0257FBFBC2F3}"/>
                </a:ext>
              </a:extLst>
            </p:cNvPr>
            <p:cNvSpPr/>
            <p:nvPr/>
          </p:nvSpPr>
          <p:spPr>
            <a:xfrm>
              <a:off x="649333" y="4840978"/>
              <a:ext cx="2809070" cy="52397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r">
                <a:lnSpc>
                  <a:spcPct val="150000"/>
                </a:lnSpc>
              </a:pPr>
              <a:r>
                <a:rPr lang="zh-CN" altLang="en-US" sz="1400" b="1" kern="0" dirty="0" smtClean="0">
                  <a:solidFill>
                    <a:srgbClr val="FF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取消了纸档作业</a:t>
              </a:r>
              <a:r>
                <a:rPr lang="en-US" altLang="zh-CN" sz="1400" b="1" kern="0" dirty="0" smtClean="0">
                  <a:solidFill>
                    <a:srgbClr val="FF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,</a:t>
              </a:r>
              <a:r>
                <a:rPr lang="zh-CN" altLang="en-US" sz="1400" b="1" kern="0" dirty="0" smtClean="0">
                  <a:solidFill>
                    <a:srgbClr val="FF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实现了自动化签核，提高了数据准确度，并自动汇总成报表</a:t>
              </a:r>
              <a:endParaRPr lang="zh-CN" altLang="en-US" sz="1400" b="1" spc="1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ïṣḻíḍè">
              <a:extLst>
                <a:ext uri="{FF2B5EF4-FFF2-40B4-BE49-F238E27FC236}">
                  <a16:creationId xmlns:a16="http://schemas.microsoft.com/office/drawing/2014/main" id="{D5B05BB7-FBB3-4943-878B-C5382C97CA7F}"/>
                </a:ext>
              </a:extLst>
            </p:cNvPr>
            <p:cNvSpPr/>
            <p:nvPr/>
          </p:nvSpPr>
          <p:spPr>
            <a:xfrm>
              <a:off x="649333" y="4435229"/>
              <a:ext cx="2809070" cy="4057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r">
                <a:spcBef>
                  <a:spcPct val="0"/>
                </a:spcBef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自</a:t>
              </a:r>
              <a:r>
                <a:rPr lang="zh-CN" altLang="en-US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动化</a:t>
              </a:r>
              <a:endPara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2AB3AACC-BDCD-4E44-8CE8-89482E0DCCBD}"/>
                </a:ext>
              </a:extLst>
            </p:cNvPr>
            <p:cNvGrpSpPr/>
            <p:nvPr/>
          </p:nvGrpSpPr>
          <p:grpSpPr>
            <a:xfrm>
              <a:off x="3584042" y="4672567"/>
              <a:ext cx="522466" cy="522466"/>
              <a:chOff x="3584042" y="4672567"/>
              <a:chExt cx="522466" cy="522466"/>
            </a:xfrm>
          </p:grpSpPr>
          <p:sp>
            <p:nvSpPr>
              <p:cNvPr id="33" name="íşḻiḑè">
                <a:extLst>
                  <a:ext uri="{FF2B5EF4-FFF2-40B4-BE49-F238E27FC236}">
                    <a16:creationId xmlns:a16="http://schemas.microsoft.com/office/drawing/2014/main" id="{17DB5A02-D64E-4E20-80D6-238C55C395ED}"/>
                  </a:ext>
                </a:extLst>
              </p:cNvPr>
              <p:cNvSpPr/>
              <p:nvPr/>
            </p:nvSpPr>
            <p:spPr>
              <a:xfrm>
                <a:off x="3584042" y="4672567"/>
                <a:ext cx="522466" cy="522466"/>
              </a:xfrm>
              <a:prstGeom prst="ellipse">
                <a:avLst/>
              </a:prstGeom>
              <a:noFill/>
              <a:ln>
                <a:solidFill>
                  <a:srgbClr val="1FBEC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" name="îṡľïḋè">
                <a:extLst>
                  <a:ext uri="{FF2B5EF4-FFF2-40B4-BE49-F238E27FC236}">
                    <a16:creationId xmlns:a16="http://schemas.microsoft.com/office/drawing/2014/main" id="{B1E5F859-DF77-4B07-9E71-F80C35B1F28F}"/>
                  </a:ext>
                </a:extLst>
              </p:cNvPr>
              <p:cNvSpPr/>
              <p:nvPr/>
            </p:nvSpPr>
            <p:spPr>
              <a:xfrm>
                <a:off x="3757241" y="4825914"/>
                <a:ext cx="176066" cy="215776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12868" y="119800"/>
                    </a:moveTo>
                    <a:lnTo>
                      <a:pt x="112868" y="119800"/>
                    </a:lnTo>
                    <a:cubicBezTo>
                      <a:pt x="6885" y="119800"/>
                      <a:pt x="6885" y="119800"/>
                      <a:pt x="6885" y="119800"/>
                    </a:cubicBezTo>
                    <a:cubicBezTo>
                      <a:pt x="1721" y="119800"/>
                      <a:pt x="0" y="117004"/>
                      <a:pt x="0" y="114209"/>
                    </a:cubicBezTo>
                    <a:cubicBezTo>
                      <a:pt x="0" y="64891"/>
                      <a:pt x="0" y="64891"/>
                      <a:pt x="0" y="64891"/>
                    </a:cubicBezTo>
                    <a:cubicBezTo>
                      <a:pt x="0" y="62096"/>
                      <a:pt x="1721" y="59101"/>
                      <a:pt x="6885" y="59101"/>
                    </a:cubicBezTo>
                    <a:cubicBezTo>
                      <a:pt x="17213" y="59101"/>
                      <a:pt x="17213" y="59101"/>
                      <a:pt x="17213" y="59101"/>
                    </a:cubicBezTo>
                    <a:cubicBezTo>
                      <a:pt x="17213" y="33743"/>
                      <a:pt x="17213" y="33743"/>
                      <a:pt x="17213" y="33743"/>
                    </a:cubicBezTo>
                    <a:cubicBezTo>
                      <a:pt x="17213" y="13976"/>
                      <a:pt x="36393" y="0"/>
                      <a:pt x="59016" y="0"/>
                    </a:cubicBezTo>
                    <a:cubicBezTo>
                      <a:pt x="83360" y="0"/>
                      <a:pt x="100573" y="13976"/>
                      <a:pt x="100573" y="33743"/>
                    </a:cubicBezTo>
                    <a:cubicBezTo>
                      <a:pt x="100573" y="36539"/>
                      <a:pt x="98852" y="39534"/>
                      <a:pt x="93688" y="39534"/>
                    </a:cubicBezTo>
                    <a:cubicBezTo>
                      <a:pt x="90245" y="39534"/>
                      <a:pt x="86803" y="36539"/>
                      <a:pt x="86803" y="33743"/>
                    </a:cubicBezTo>
                    <a:cubicBezTo>
                      <a:pt x="86803" y="21164"/>
                      <a:pt x="74754" y="11181"/>
                      <a:pt x="59016" y="11181"/>
                    </a:cubicBezTo>
                    <a:cubicBezTo>
                      <a:pt x="43278" y="11181"/>
                      <a:pt x="31229" y="21164"/>
                      <a:pt x="31229" y="33743"/>
                    </a:cubicBezTo>
                    <a:cubicBezTo>
                      <a:pt x="31229" y="59101"/>
                      <a:pt x="31229" y="59101"/>
                      <a:pt x="31229" y="59101"/>
                    </a:cubicBezTo>
                    <a:cubicBezTo>
                      <a:pt x="86803" y="59101"/>
                      <a:pt x="86803" y="59101"/>
                      <a:pt x="86803" y="59101"/>
                    </a:cubicBezTo>
                    <a:cubicBezTo>
                      <a:pt x="100573" y="59101"/>
                      <a:pt x="100573" y="59101"/>
                      <a:pt x="100573" y="59101"/>
                    </a:cubicBezTo>
                    <a:cubicBezTo>
                      <a:pt x="112868" y="59101"/>
                      <a:pt x="112868" y="59101"/>
                      <a:pt x="112868" y="59101"/>
                    </a:cubicBezTo>
                    <a:cubicBezTo>
                      <a:pt x="116311" y="59101"/>
                      <a:pt x="119754" y="62096"/>
                      <a:pt x="119754" y="64891"/>
                    </a:cubicBezTo>
                    <a:cubicBezTo>
                      <a:pt x="119754" y="114209"/>
                      <a:pt x="119754" y="114209"/>
                      <a:pt x="119754" y="114209"/>
                    </a:cubicBezTo>
                    <a:cubicBezTo>
                      <a:pt x="119754" y="117004"/>
                      <a:pt x="116311" y="119800"/>
                      <a:pt x="112868" y="119800"/>
                    </a:cubicBezTo>
                    <a:close/>
                    <a:moveTo>
                      <a:pt x="59016" y="70482"/>
                    </a:moveTo>
                    <a:lnTo>
                      <a:pt x="59016" y="70482"/>
                    </a:lnTo>
                    <a:cubicBezTo>
                      <a:pt x="52131" y="70482"/>
                      <a:pt x="45000" y="76073"/>
                      <a:pt x="45000" y="81863"/>
                    </a:cubicBezTo>
                    <a:cubicBezTo>
                      <a:pt x="45000" y="86056"/>
                      <a:pt x="48688" y="90249"/>
                      <a:pt x="52131" y="91647"/>
                    </a:cubicBezTo>
                    <a:cubicBezTo>
                      <a:pt x="52131" y="103028"/>
                      <a:pt x="52131" y="103028"/>
                      <a:pt x="52131" y="103028"/>
                    </a:cubicBezTo>
                    <a:cubicBezTo>
                      <a:pt x="52131" y="105823"/>
                      <a:pt x="55573" y="108618"/>
                      <a:pt x="59016" y="108618"/>
                    </a:cubicBezTo>
                    <a:cubicBezTo>
                      <a:pt x="64180" y="108618"/>
                      <a:pt x="65901" y="105823"/>
                      <a:pt x="65901" y="103028"/>
                    </a:cubicBezTo>
                    <a:cubicBezTo>
                      <a:pt x="65901" y="91647"/>
                      <a:pt x="65901" y="91647"/>
                      <a:pt x="65901" y="91647"/>
                    </a:cubicBezTo>
                    <a:cubicBezTo>
                      <a:pt x="71065" y="90249"/>
                      <a:pt x="72786" y="86056"/>
                      <a:pt x="72786" y="81863"/>
                    </a:cubicBezTo>
                    <a:cubicBezTo>
                      <a:pt x="72786" y="76073"/>
                      <a:pt x="67622" y="70482"/>
                      <a:pt x="59016" y="70482"/>
                    </a:cubicBezTo>
                    <a:close/>
                  </a:path>
                </a:pathLst>
              </a:custGeom>
              <a:solidFill>
                <a:srgbClr val="8EBAE2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04FFB9D0-636B-4D36-B213-B2849057E304}"/>
              </a:ext>
            </a:extLst>
          </p:cNvPr>
          <p:cNvGrpSpPr/>
          <p:nvPr/>
        </p:nvGrpSpPr>
        <p:grpSpPr>
          <a:xfrm>
            <a:off x="7745675" y="861487"/>
            <a:ext cx="3520025" cy="932125"/>
            <a:chOff x="7965942" y="1988637"/>
            <a:chExt cx="3520025" cy="929718"/>
          </a:xfrm>
        </p:grpSpPr>
        <p:sp>
          <p:nvSpPr>
            <p:cNvPr id="36" name="išļiḍè">
              <a:extLst>
                <a:ext uri="{FF2B5EF4-FFF2-40B4-BE49-F238E27FC236}">
                  <a16:creationId xmlns:a16="http://schemas.microsoft.com/office/drawing/2014/main" id="{A9EC1242-8743-4B4D-827E-4300E58B2930}"/>
                </a:ext>
              </a:extLst>
            </p:cNvPr>
            <p:cNvSpPr/>
            <p:nvPr/>
          </p:nvSpPr>
          <p:spPr>
            <a:xfrm>
              <a:off x="8544045" y="2394384"/>
              <a:ext cx="2941922" cy="52397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b="1" spc="15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没有使用系统前，至少需要</a:t>
              </a:r>
              <a:r>
                <a:rPr lang="en-US" altLang="zh-CN" sz="1400" b="1" spc="15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1400" b="1" spc="15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个人力去跑纸档签核单，需要各级主管审批</a:t>
              </a:r>
              <a:endParaRPr lang="zh-CN" altLang="en-US" sz="1400" b="1" spc="1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išľíḓê">
              <a:extLst>
                <a:ext uri="{FF2B5EF4-FFF2-40B4-BE49-F238E27FC236}">
                  <a16:creationId xmlns:a16="http://schemas.microsoft.com/office/drawing/2014/main" id="{7AEAE74E-1E23-4852-81E8-E109761FD084}"/>
                </a:ext>
              </a:extLst>
            </p:cNvPr>
            <p:cNvSpPr/>
            <p:nvPr/>
          </p:nvSpPr>
          <p:spPr>
            <a:xfrm>
              <a:off x="8544045" y="1988637"/>
              <a:ext cx="2941922" cy="4057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人力成本</a:t>
              </a:r>
              <a:endPara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E053B9C5-64EA-4114-90CE-ABDB84B77931}"/>
                </a:ext>
              </a:extLst>
            </p:cNvPr>
            <p:cNvGrpSpPr/>
            <p:nvPr/>
          </p:nvGrpSpPr>
          <p:grpSpPr>
            <a:xfrm>
              <a:off x="7965942" y="2266387"/>
              <a:ext cx="522466" cy="522466"/>
              <a:chOff x="7965942" y="2266387"/>
              <a:chExt cx="522466" cy="522466"/>
            </a:xfrm>
          </p:grpSpPr>
          <p:sp>
            <p:nvSpPr>
              <p:cNvPr id="39" name="îṥļide">
                <a:extLst>
                  <a:ext uri="{FF2B5EF4-FFF2-40B4-BE49-F238E27FC236}">
                    <a16:creationId xmlns:a16="http://schemas.microsoft.com/office/drawing/2014/main" id="{777CE2EF-E681-4574-8101-1F6E90D49E18}"/>
                  </a:ext>
                </a:extLst>
              </p:cNvPr>
              <p:cNvSpPr/>
              <p:nvPr/>
            </p:nvSpPr>
            <p:spPr>
              <a:xfrm>
                <a:off x="7965942" y="2266387"/>
                <a:ext cx="522466" cy="522466"/>
              </a:xfrm>
              <a:prstGeom prst="ellipse">
                <a:avLst/>
              </a:prstGeom>
              <a:noFill/>
              <a:ln>
                <a:solidFill>
                  <a:srgbClr val="1257F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" name="íSḷíḑê">
                <a:extLst>
                  <a:ext uri="{FF2B5EF4-FFF2-40B4-BE49-F238E27FC236}">
                    <a16:creationId xmlns:a16="http://schemas.microsoft.com/office/drawing/2014/main" id="{25C3ED48-9023-489C-B1AE-F6506AB7F594}"/>
                  </a:ext>
                </a:extLst>
              </p:cNvPr>
              <p:cNvSpPr/>
              <p:nvPr/>
            </p:nvSpPr>
            <p:spPr>
              <a:xfrm>
                <a:off x="8133272" y="2424492"/>
                <a:ext cx="217308" cy="206260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19800" y="63664"/>
                    </a:moveTo>
                    <a:lnTo>
                      <a:pt x="119800" y="63664"/>
                    </a:lnTo>
                    <a:cubicBezTo>
                      <a:pt x="119800" y="66596"/>
                      <a:pt x="118405" y="69528"/>
                      <a:pt x="114219" y="69528"/>
                    </a:cubicBezTo>
                    <a:cubicBezTo>
                      <a:pt x="112823" y="69528"/>
                      <a:pt x="111428" y="68062"/>
                      <a:pt x="111428" y="68062"/>
                    </a:cubicBezTo>
                    <a:lnTo>
                      <a:pt x="111428" y="68062"/>
                    </a:lnTo>
                    <a:cubicBezTo>
                      <a:pt x="60598" y="14869"/>
                      <a:pt x="60598" y="14869"/>
                      <a:pt x="60598" y="14869"/>
                    </a:cubicBezTo>
                    <a:lnTo>
                      <a:pt x="60598" y="14869"/>
                    </a:lnTo>
                    <a:lnTo>
                      <a:pt x="60598" y="14869"/>
                    </a:lnTo>
                    <a:lnTo>
                      <a:pt x="60598" y="14869"/>
                    </a:lnTo>
                    <a:cubicBezTo>
                      <a:pt x="9966" y="68062"/>
                      <a:pt x="9966" y="68062"/>
                      <a:pt x="9966" y="68062"/>
                    </a:cubicBezTo>
                    <a:lnTo>
                      <a:pt x="9966" y="68062"/>
                    </a:lnTo>
                    <a:cubicBezTo>
                      <a:pt x="8571" y="68062"/>
                      <a:pt x="7176" y="69528"/>
                      <a:pt x="5780" y="69528"/>
                    </a:cubicBezTo>
                    <a:cubicBezTo>
                      <a:pt x="2990" y="69528"/>
                      <a:pt x="0" y="66596"/>
                      <a:pt x="0" y="63664"/>
                    </a:cubicBezTo>
                    <a:cubicBezTo>
                      <a:pt x="0" y="62198"/>
                      <a:pt x="0" y="60523"/>
                      <a:pt x="1395" y="59057"/>
                    </a:cubicBezTo>
                    <a:cubicBezTo>
                      <a:pt x="56411" y="1465"/>
                      <a:pt x="56411" y="1465"/>
                      <a:pt x="56411" y="1465"/>
                    </a:cubicBezTo>
                    <a:cubicBezTo>
                      <a:pt x="57807" y="0"/>
                      <a:pt x="59202" y="0"/>
                      <a:pt x="60598" y="0"/>
                    </a:cubicBezTo>
                    <a:lnTo>
                      <a:pt x="60598" y="0"/>
                    </a:lnTo>
                    <a:lnTo>
                      <a:pt x="60598" y="0"/>
                    </a:lnTo>
                    <a:lnTo>
                      <a:pt x="60598" y="0"/>
                    </a:lnTo>
                    <a:lnTo>
                      <a:pt x="60598" y="0"/>
                    </a:lnTo>
                    <a:lnTo>
                      <a:pt x="60598" y="0"/>
                    </a:lnTo>
                    <a:lnTo>
                      <a:pt x="60598" y="0"/>
                    </a:lnTo>
                    <a:lnTo>
                      <a:pt x="60598" y="0"/>
                    </a:lnTo>
                    <a:cubicBezTo>
                      <a:pt x="61993" y="0"/>
                      <a:pt x="63388" y="1465"/>
                      <a:pt x="64784" y="1465"/>
                    </a:cubicBezTo>
                    <a:lnTo>
                      <a:pt x="64784" y="1465"/>
                    </a:lnTo>
                    <a:cubicBezTo>
                      <a:pt x="85913" y="25130"/>
                      <a:pt x="85913" y="25130"/>
                      <a:pt x="85913" y="25130"/>
                    </a:cubicBezTo>
                    <a:cubicBezTo>
                      <a:pt x="85913" y="19267"/>
                      <a:pt x="85913" y="19267"/>
                      <a:pt x="85913" y="19267"/>
                    </a:cubicBezTo>
                    <a:cubicBezTo>
                      <a:pt x="85913" y="16335"/>
                      <a:pt x="88903" y="13193"/>
                      <a:pt x="91694" y="13193"/>
                    </a:cubicBezTo>
                    <a:cubicBezTo>
                      <a:pt x="95880" y="13193"/>
                      <a:pt x="97275" y="16335"/>
                      <a:pt x="97275" y="19267"/>
                    </a:cubicBezTo>
                    <a:cubicBezTo>
                      <a:pt x="97275" y="36858"/>
                      <a:pt x="97275" y="36858"/>
                      <a:pt x="97275" y="36858"/>
                    </a:cubicBezTo>
                    <a:cubicBezTo>
                      <a:pt x="118405" y="59057"/>
                      <a:pt x="118405" y="59057"/>
                      <a:pt x="118405" y="59057"/>
                    </a:cubicBezTo>
                    <a:lnTo>
                      <a:pt x="118405" y="59057"/>
                    </a:lnTo>
                    <a:cubicBezTo>
                      <a:pt x="119800" y="60523"/>
                      <a:pt x="119800" y="62198"/>
                      <a:pt x="119800" y="63664"/>
                    </a:cubicBezTo>
                    <a:close/>
                    <a:moveTo>
                      <a:pt x="108438" y="72460"/>
                    </a:moveTo>
                    <a:lnTo>
                      <a:pt x="108438" y="72460"/>
                    </a:lnTo>
                    <a:cubicBezTo>
                      <a:pt x="108438" y="90261"/>
                      <a:pt x="108438" y="90261"/>
                      <a:pt x="108438" y="90261"/>
                    </a:cubicBezTo>
                    <a:cubicBezTo>
                      <a:pt x="108438" y="99057"/>
                      <a:pt x="108438" y="99057"/>
                      <a:pt x="108438" y="99057"/>
                    </a:cubicBezTo>
                    <a:cubicBezTo>
                      <a:pt x="108438" y="113926"/>
                      <a:pt x="108438" y="113926"/>
                      <a:pt x="108438" y="113926"/>
                    </a:cubicBezTo>
                    <a:cubicBezTo>
                      <a:pt x="108438" y="118324"/>
                      <a:pt x="107043" y="119790"/>
                      <a:pt x="102857" y="119790"/>
                    </a:cubicBezTo>
                    <a:cubicBezTo>
                      <a:pt x="91694" y="119790"/>
                      <a:pt x="91694" y="119790"/>
                      <a:pt x="91694" y="119790"/>
                    </a:cubicBezTo>
                    <a:cubicBezTo>
                      <a:pt x="91694" y="72460"/>
                      <a:pt x="91694" y="72460"/>
                      <a:pt x="91694" y="72460"/>
                    </a:cubicBezTo>
                    <a:cubicBezTo>
                      <a:pt x="69169" y="72460"/>
                      <a:pt x="69169" y="72460"/>
                      <a:pt x="69169" y="72460"/>
                    </a:cubicBezTo>
                    <a:cubicBezTo>
                      <a:pt x="69169" y="119790"/>
                      <a:pt x="69169" y="119790"/>
                      <a:pt x="69169" y="119790"/>
                    </a:cubicBezTo>
                    <a:cubicBezTo>
                      <a:pt x="16943" y="119790"/>
                      <a:pt x="16943" y="119790"/>
                      <a:pt x="16943" y="119790"/>
                    </a:cubicBezTo>
                    <a:cubicBezTo>
                      <a:pt x="14152" y="119790"/>
                      <a:pt x="11362" y="118324"/>
                      <a:pt x="11362" y="113926"/>
                    </a:cubicBezTo>
                    <a:cubicBezTo>
                      <a:pt x="11362" y="99057"/>
                      <a:pt x="11362" y="99057"/>
                      <a:pt x="11362" y="99057"/>
                    </a:cubicBezTo>
                    <a:cubicBezTo>
                      <a:pt x="11362" y="90261"/>
                      <a:pt x="11362" y="90261"/>
                      <a:pt x="11362" y="90261"/>
                    </a:cubicBezTo>
                    <a:cubicBezTo>
                      <a:pt x="11362" y="72460"/>
                      <a:pt x="11362" y="72460"/>
                      <a:pt x="11362" y="72460"/>
                    </a:cubicBezTo>
                    <a:cubicBezTo>
                      <a:pt x="60598" y="22198"/>
                      <a:pt x="60598" y="22198"/>
                      <a:pt x="60598" y="22198"/>
                    </a:cubicBezTo>
                    <a:lnTo>
                      <a:pt x="108438" y="72460"/>
                    </a:lnTo>
                    <a:close/>
                    <a:moveTo>
                      <a:pt x="50830" y="72460"/>
                    </a:moveTo>
                    <a:lnTo>
                      <a:pt x="50830" y="72460"/>
                    </a:lnTo>
                    <a:cubicBezTo>
                      <a:pt x="28305" y="72460"/>
                      <a:pt x="28305" y="72460"/>
                      <a:pt x="28305" y="72460"/>
                    </a:cubicBezTo>
                    <a:cubicBezTo>
                      <a:pt x="28305" y="96125"/>
                      <a:pt x="28305" y="96125"/>
                      <a:pt x="28305" y="96125"/>
                    </a:cubicBezTo>
                    <a:cubicBezTo>
                      <a:pt x="50830" y="96125"/>
                      <a:pt x="50830" y="96125"/>
                      <a:pt x="50830" y="96125"/>
                    </a:cubicBezTo>
                    <a:lnTo>
                      <a:pt x="50830" y="72460"/>
                    </a:lnTo>
                    <a:close/>
                  </a:path>
                </a:pathLst>
              </a:custGeom>
              <a:solidFill>
                <a:srgbClr val="1257F1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FF4D0828-F677-4056-8432-5DBBDAD143CA}"/>
              </a:ext>
            </a:extLst>
          </p:cNvPr>
          <p:cNvGrpSpPr/>
          <p:nvPr/>
        </p:nvGrpSpPr>
        <p:grpSpPr>
          <a:xfrm>
            <a:off x="7762780" y="3638241"/>
            <a:ext cx="3520025" cy="1501194"/>
            <a:chOff x="7965942" y="4432981"/>
            <a:chExt cx="3520025" cy="1501194"/>
          </a:xfrm>
        </p:grpSpPr>
        <p:sp>
          <p:nvSpPr>
            <p:cNvPr id="48" name="îṧľîdê">
              <a:extLst>
                <a:ext uri="{FF2B5EF4-FFF2-40B4-BE49-F238E27FC236}">
                  <a16:creationId xmlns:a16="http://schemas.microsoft.com/office/drawing/2014/main" id="{97DFC16C-32ED-4183-8107-13B8077909F5}"/>
                </a:ext>
              </a:extLst>
            </p:cNvPr>
            <p:cNvSpPr/>
            <p:nvPr/>
          </p:nvSpPr>
          <p:spPr>
            <a:xfrm>
              <a:off x="8544045" y="4848083"/>
              <a:ext cx="2941922" cy="10860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 b="1" dirty="0" smtClean="0">
                  <a:solidFill>
                    <a:srgbClr val="0000FF"/>
                  </a:solidFill>
                </a:rPr>
                <a:t>1</a:t>
              </a:r>
              <a:r>
                <a:rPr lang="zh-CN" altLang="en-US" sz="1400" b="1" dirty="0" smtClean="0">
                  <a:solidFill>
                    <a:srgbClr val="0000FF"/>
                  </a:solidFill>
                </a:rPr>
                <a:t>年节</a:t>
              </a:r>
              <a:r>
                <a:rPr lang="zh-CN" altLang="en-US" sz="1400" b="1" dirty="0">
                  <a:solidFill>
                    <a:srgbClr val="0000FF"/>
                  </a:solidFill>
                </a:rPr>
                <a:t>约金</a:t>
              </a:r>
              <a:r>
                <a:rPr lang="zh-CN" altLang="en-US" sz="1400" b="1" dirty="0" smtClean="0">
                  <a:solidFill>
                    <a:srgbClr val="0000FF"/>
                  </a:solidFill>
                </a:rPr>
                <a:t>额</a:t>
              </a:r>
              <a:r>
                <a:rPr lang="en-US" altLang="zh-CN" sz="1400" b="1" dirty="0" smtClean="0">
                  <a:solidFill>
                    <a:srgbClr val="0000FF"/>
                  </a:solidFill>
                </a:rPr>
                <a:t>(</a:t>
              </a:r>
              <a:r>
                <a:rPr lang="zh-CN" altLang="en-US" sz="1400" b="1" dirty="0" smtClean="0">
                  <a:solidFill>
                    <a:srgbClr val="0000FF"/>
                  </a:solidFill>
                </a:rPr>
                <a:t>人力</a:t>
              </a:r>
              <a:r>
                <a:rPr lang="en-US" altLang="zh-CN" sz="1400" b="1" dirty="0" smtClean="0">
                  <a:solidFill>
                    <a:srgbClr val="0000FF"/>
                  </a:solidFill>
                </a:rPr>
                <a:t>)</a:t>
              </a:r>
              <a:r>
                <a:rPr lang="en-US" altLang="zh-TW" sz="1400" b="1" dirty="0" smtClean="0">
                  <a:solidFill>
                    <a:srgbClr val="0000FF"/>
                  </a:solidFill>
                </a:rPr>
                <a:t> </a:t>
              </a:r>
              <a:r>
                <a:rPr lang="en-US" altLang="zh-TW" sz="1400" b="1" dirty="0">
                  <a:solidFill>
                    <a:srgbClr val="0000FF"/>
                  </a:solidFill>
                </a:rPr>
                <a:t>=</a:t>
              </a:r>
              <a:r>
                <a:rPr lang="zh-CN" altLang="en-US" sz="1400" b="1" dirty="0">
                  <a:solidFill>
                    <a:srgbClr val="0000FF"/>
                  </a:solidFill>
                </a:rPr>
                <a:t>节约</a:t>
              </a:r>
              <a:r>
                <a:rPr lang="zh-TW" altLang="zh-TW" sz="1400" b="1" dirty="0">
                  <a:solidFill>
                    <a:srgbClr val="0000FF"/>
                  </a:solidFill>
                </a:rPr>
                <a:t>人力</a:t>
              </a:r>
              <a:r>
                <a:rPr lang="en-US" altLang="zh-TW" sz="1400" b="1" dirty="0">
                  <a:solidFill>
                    <a:srgbClr val="0000FF"/>
                  </a:solidFill>
                </a:rPr>
                <a:t>*</a:t>
              </a:r>
              <a:r>
                <a:rPr lang="en-US" altLang="zh-TW" sz="1400" b="1" dirty="0" smtClean="0">
                  <a:solidFill>
                    <a:srgbClr val="0000FF"/>
                  </a:solidFill>
                </a:rPr>
                <a:t>4000/</a:t>
              </a:r>
              <a:r>
                <a:rPr lang="zh-CN" altLang="en-US" sz="1400" b="1" dirty="0" smtClean="0">
                  <a:solidFill>
                    <a:srgbClr val="0000FF"/>
                  </a:solidFill>
                </a:rPr>
                <a:t>月</a:t>
              </a:r>
              <a:r>
                <a:rPr lang="en-US" altLang="zh-TW" sz="1400" b="1" dirty="0" smtClean="0">
                  <a:solidFill>
                    <a:srgbClr val="0000FF"/>
                  </a:solidFill>
                </a:rPr>
                <a:t>*12</a:t>
              </a:r>
              <a:r>
                <a:rPr lang="zh-CN" altLang="en-US" sz="1400" b="1" dirty="0" smtClean="0">
                  <a:solidFill>
                    <a:srgbClr val="0000FF"/>
                  </a:solidFill>
                </a:rPr>
                <a:t>个月</a:t>
              </a:r>
              <a:r>
                <a:rPr lang="en-US" altLang="zh-TW" sz="1400" b="1" dirty="0" smtClean="0">
                  <a:solidFill>
                    <a:srgbClr val="0000FF"/>
                  </a:solidFill>
                </a:rPr>
                <a:t>=1*4000*12</a:t>
              </a:r>
              <a:r>
                <a:rPr lang="en-US" altLang="zh-CN" sz="1400" b="1" dirty="0" smtClean="0">
                  <a:solidFill>
                    <a:srgbClr val="0000FF"/>
                  </a:solidFill>
                </a:rPr>
                <a:t>=</a:t>
              </a:r>
              <a:r>
                <a:rPr lang="en-US" altLang="zh-CN" b="1" dirty="0" smtClean="0">
                  <a:solidFill>
                    <a:srgbClr val="FF0000"/>
                  </a:solidFill>
                </a:rPr>
                <a:t>48000</a:t>
              </a:r>
              <a:r>
                <a:rPr lang="en-US" altLang="zh-CN" sz="1400" b="1" dirty="0" smtClean="0">
                  <a:solidFill>
                    <a:srgbClr val="0000FF"/>
                  </a:solidFill>
                </a:rPr>
                <a:t> RMB</a:t>
              </a:r>
            </a:p>
            <a:p>
              <a:pPr>
                <a:lnSpc>
                  <a:spcPct val="150000"/>
                </a:lnSpc>
              </a:pPr>
              <a:r>
                <a:rPr lang="en-US" altLang="zh-TW" sz="1400" b="1" dirty="0" smtClean="0">
                  <a:solidFill>
                    <a:srgbClr val="0000FF"/>
                  </a:solidFill>
                </a:rPr>
                <a:t>1</a:t>
              </a:r>
              <a:r>
                <a:rPr lang="zh-CN" altLang="en-US" sz="1400" b="1" dirty="0" smtClean="0">
                  <a:solidFill>
                    <a:srgbClr val="0000FF"/>
                  </a:solidFill>
                </a:rPr>
                <a:t>年节约</a:t>
              </a:r>
              <a:r>
                <a:rPr lang="zh-CN" altLang="en-US" sz="1400" b="1" dirty="0">
                  <a:solidFill>
                    <a:srgbClr val="0000FF"/>
                  </a:solidFill>
                </a:rPr>
                <a:t>金额</a:t>
              </a:r>
              <a:r>
                <a:rPr lang="en-US" altLang="zh-TW" sz="1400" b="1" dirty="0" smtClean="0">
                  <a:solidFill>
                    <a:srgbClr val="0000FF"/>
                  </a:solidFill>
                </a:rPr>
                <a:t>(</a:t>
              </a:r>
              <a:r>
                <a:rPr lang="zh-CN" altLang="en-US" sz="1400" b="1" dirty="0" smtClean="0">
                  <a:solidFill>
                    <a:srgbClr val="0000FF"/>
                  </a:solidFill>
                </a:rPr>
                <a:t>时间</a:t>
              </a:r>
              <a:r>
                <a:rPr lang="en-US" altLang="zh-TW" sz="1400" b="1" dirty="0" smtClean="0">
                  <a:solidFill>
                    <a:srgbClr val="0000FF"/>
                  </a:solidFill>
                </a:rPr>
                <a:t>)=</a:t>
              </a:r>
              <a:r>
                <a:rPr lang="zh-CN" altLang="en-US" sz="1400" b="1" dirty="0">
                  <a:solidFill>
                    <a:srgbClr val="0000FF"/>
                  </a:solidFill>
                </a:rPr>
                <a:t>节约</a:t>
              </a:r>
              <a:r>
                <a:rPr lang="zh-TW" altLang="zh-TW" sz="1400" b="1" dirty="0" smtClean="0">
                  <a:solidFill>
                    <a:srgbClr val="0000FF"/>
                  </a:solidFill>
                </a:rPr>
                <a:t>时</a:t>
              </a:r>
              <a:r>
                <a:rPr lang="zh-TW" altLang="zh-TW" sz="1400" b="1" dirty="0">
                  <a:solidFill>
                    <a:srgbClr val="0000FF"/>
                  </a:solidFill>
                </a:rPr>
                <a:t>间</a:t>
              </a:r>
              <a:r>
                <a:rPr lang="en-US" altLang="zh-TW" sz="1400" b="1" dirty="0" smtClean="0">
                  <a:solidFill>
                    <a:srgbClr val="0000FF"/>
                  </a:solidFill>
                </a:rPr>
                <a:t>*</a:t>
              </a:r>
              <a:r>
                <a:rPr lang="zh-CN" altLang="en-US" sz="1400" b="1" dirty="0">
                  <a:solidFill>
                    <a:srgbClr val="0000FF"/>
                  </a:solidFill>
                </a:rPr>
                <a:t>人</a:t>
              </a:r>
              <a:r>
                <a:rPr lang="zh-CN" altLang="en-US" sz="1400" b="1" dirty="0" smtClean="0">
                  <a:solidFill>
                    <a:srgbClr val="0000FF"/>
                  </a:solidFill>
                </a:rPr>
                <a:t>均薪资</a:t>
              </a:r>
              <a:r>
                <a:rPr lang="en-US" altLang="zh-TW" sz="1400" b="1" dirty="0" smtClean="0">
                  <a:solidFill>
                    <a:srgbClr val="0000FF"/>
                  </a:solidFill>
                </a:rPr>
                <a:t>*12</a:t>
              </a:r>
              <a:r>
                <a:rPr lang="zh-CN" altLang="en-US" sz="1400" b="1" dirty="0" smtClean="0">
                  <a:solidFill>
                    <a:srgbClr val="0000FF"/>
                  </a:solidFill>
                </a:rPr>
                <a:t>个月</a:t>
              </a:r>
              <a:r>
                <a:rPr lang="en-US" altLang="zh-TW" sz="1400" b="1" dirty="0" smtClean="0">
                  <a:solidFill>
                    <a:srgbClr val="0000FF"/>
                  </a:solidFill>
                </a:rPr>
                <a:t>*</a:t>
              </a:r>
              <a:r>
                <a:rPr lang="zh-TW" altLang="zh-TW" sz="1400" b="1" dirty="0" smtClean="0">
                  <a:solidFill>
                    <a:srgbClr val="0000FF"/>
                  </a:solidFill>
                </a:rPr>
                <a:t>人</a:t>
              </a:r>
              <a:r>
                <a:rPr lang="zh-CN" altLang="en-US" sz="1400" b="1" dirty="0" smtClean="0">
                  <a:solidFill>
                    <a:srgbClr val="0000FF"/>
                  </a:solidFill>
                </a:rPr>
                <a:t>数</a:t>
              </a:r>
              <a:r>
                <a:rPr lang="en-US" altLang="zh-TW" sz="1400" b="1" dirty="0" smtClean="0">
                  <a:solidFill>
                    <a:srgbClr val="0000FF"/>
                  </a:solidFill>
                </a:rPr>
                <a:t> </a:t>
              </a:r>
              <a:r>
                <a:rPr lang="en-US" altLang="zh-TW" sz="1400" b="1" dirty="0">
                  <a:solidFill>
                    <a:srgbClr val="0000FF"/>
                  </a:solidFill>
                </a:rPr>
                <a:t>=0.5*23</a:t>
              </a:r>
              <a:r>
                <a:rPr lang="zh-TW" altLang="zh-TW" sz="1400" b="1" dirty="0">
                  <a:solidFill>
                    <a:srgbClr val="0000FF"/>
                  </a:solidFill>
                </a:rPr>
                <a:t>元</a:t>
              </a:r>
              <a:r>
                <a:rPr lang="en-US" altLang="zh-TW" sz="1400" b="1" dirty="0">
                  <a:solidFill>
                    <a:srgbClr val="0000FF"/>
                  </a:solidFill>
                </a:rPr>
                <a:t>/</a:t>
              </a:r>
              <a:r>
                <a:rPr lang="zh-TW" altLang="zh-TW" sz="1400" b="1" dirty="0">
                  <a:solidFill>
                    <a:srgbClr val="0000FF"/>
                  </a:solidFill>
                </a:rPr>
                <a:t>小時</a:t>
              </a:r>
              <a:r>
                <a:rPr lang="en-US" altLang="zh-TW" sz="1400" b="1" dirty="0">
                  <a:solidFill>
                    <a:srgbClr val="0000FF"/>
                  </a:solidFill>
                </a:rPr>
                <a:t>*21.75</a:t>
              </a:r>
              <a:r>
                <a:rPr lang="zh-TW" altLang="zh-TW" sz="1400" b="1" dirty="0">
                  <a:solidFill>
                    <a:srgbClr val="0000FF"/>
                  </a:solidFill>
                </a:rPr>
                <a:t>天</a:t>
              </a:r>
              <a:r>
                <a:rPr lang="en-US" altLang="zh-TW" sz="1400" b="1" dirty="0">
                  <a:solidFill>
                    <a:srgbClr val="0000FF"/>
                  </a:solidFill>
                </a:rPr>
                <a:t>/</a:t>
              </a:r>
              <a:r>
                <a:rPr lang="zh-TW" altLang="zh-TW" sz="1400" b="1" dirty="0">
                  <a:solidFill>
                    <a:srgbClr val="0000FF"/>
                  </a:solidFill>
                </a:rPr>
                <a:t>月</a:t>
              </a:r>
              <a:r>
                <a:rPr lang="en-US" altLang="zh-TW" sz="1400" b="1" dirty="0" smtClean="0">
                  <a:solidFill>
                    <a:srgbClr val="0000FF"/>
                  </a:solidFill>
                </a:rPr>
                <a:t>*12*125</a:t>
              </a:r>
              <a:r>
                <a:rPr lang="en-US" altLang="zh-CN" sz="1400" b="1" dirty="0" smtClean="0">
                  <a:solidFill>
                    <a:srgbClr val="0000FF"/>
                  </a:solidFill>
                </a:rPr>
                <a:t>=</a:t>
              </a:r>
              <a:r>
                <a:rPr lang="en-US" altLang="zh-CN" b="1" dirty="0" smtClean="0">
                  <a:solidFill>
                    <a:srgbClr val="FF0000"/>
                  </a:solidFill>
                </a:rPr>
                <a:t>375187.5</a:t>
              </a:r>
              <a:r>
                <a:rPr lang="en-US" altLang="zh-CN" b="1" dirty="0" smtClean="0">
                  <a:solidFill>
                    <a:srgbClr val="0000FF"/>
                  </a:solidFill>
                </a:rPr>
                <a:t> </a:t>
              </a:r>
              <a:r>
                <a:rPr lang="en-US" altLang="zh-CN" sz="1400" b="1" dirty="0">
                  <a:solidFill>
                    <a:srgbClr val="0000FF"/>
                  </a:solidFill>
                </a:rPr>
                <a:t>RMB</a:t>
              </a:r>
              <a:endParaRPr lang="zh-TW" altLang="zh-TW" sz="1400" b="1" dirty="0">
                <a:solidFill>
                  <a:srgbClr val="0000FF"/>
                </a:solidFill>
              </a:endParaRPr>
            </a:p>
            <a:p>
              <a:endParaRPr lang="en-US" altLang="zh-CN" sz="1200" dirty="0">
                <a:solidFill>
                  <a:srgbClr val="0000FF"/>
                </a:solidFill>
              </a:endParaRPr>
            </a:p>
            <a:p>
              <a:pPr>
                <a:lnSpc>
                  <a:spcPct val="150000"/>
                </a:lnSpc>
              </a:pPr>
              <a:endParaRPr lang="zh-CN" altLang="en-US" sz="1200" spc="1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ïṣ1iḓe">
              <a:extLst>
                <a:ext uri="{FF2B5EF4-FFF2-40B4-BE49-F238E27FC236}">
                  <a16:creationId xmlns:a16="http://schemas.microsoft.com/office/drawing/2014/main" id="{F00529C3-59E6-41D4-850F-2117B779AD37}"/>
                </a:ext>
              </a:extLst>
            </p:cNvPr>
            <p:cNvSpPr/>
            <p:nvPr/>
          </p:nvSpPr>
          <p:spPr>
            <a:xfrm>
              <a:off x="8544045" y="4432981"/>
              <a:ext cx="2941922" cy="4151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经</a:t>
              </a:r>
              <a:r>
                <a:rPr lang="zh-CN" altLang="en-US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济成本</a:t>
              </a:r>
              <a:endPara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5B74FFA5-6CE4-458F-8E60-B467A20C795D}"/>
                </a:ext>
              </a:extLst>
            </p:cNvPr>
            <p:cNvGrpSpPr/>
            <p:nvPr/>
          </p:nvGrpSpPr>
          <p:grpSpPr>
            <a:xfrm>
              <a:off x="7965942" y="4672567"/>
              <a:ext cx="522466" cy="522466"/>
              <a:chOff x="7965942" y="4672567"/>
              <a:chExt cx="522466" cy="522466"/>
            </a:xfrm>
          </p:grpSpPr>
          <p:sp>
            <p:nvSpPr>
              <p:cNvPr id="51" name="ïS1iďé">
                <a:extLst>
                  <a:ext uri="{FF2B5EF4-FFF2-40B4-BE49-F238E27FC236}">
                    <a16:creationId xmlns:a16="http://schemas.microsoft.com/office/drawing/2014/main" id="{E4FEB158-D2F8-4354-A570-002084CD39E1}"/>
                  </a:ext>
                </a:extLst>
              </p:cNvPr>
              <p:cNvSpPr/>
              <p:nvPr/>
            </p:nvSpPr>
            <p:spPr>
              <a:xfrm>
                <a:off x="7965942" y="4672567"/>
                <a:ext cx="522466" cy="522466"/>
              </a:xfrm>
              <a:prstGeom prst="ellipse">
                <a:avLst/>
              </a:prstGeom>
              <a:noFill/>
              <a:ln>
                <a:solidFill>
                  <a:srgbClr val="1257F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" name="îs1îďè">
                <a:extLst>
                  <a:ext uri="{FF2B5EF4-FFF2-40B4-BE49-F238E27FC236}">
                    <a16:creationId xmlns:a16="http://schemas.microsoft.com/office/drawing/2014/main" id="{223D15EA-ED37-437F-8EDE-D2E28718F075}"/>
                  </a:ext>
                </a:extLst>
              </p:cNvPr>
              <p:cNvSpPr/>
              <p:nvPr/>
            </p:nvSpPr>
            <p:spPr>
              <a:xfrm>
                <a:off x="8153890" y="4825914"/>
                <a:ext cx="176066" cy="215776"/>
              </a:xfrm>
              <a:custGeom>
                <a:avLst/>
                <a:gdLst/>
                <a:ahLst/>
                <a:cxnLst/>
                <a:rect l="0" t="0" r="0" b="0"/>
                <a:pathLst>
                  <a:path w="120000" h="120000" extrusionOk="0">
                    <a:moveTo>
                      <a:pt x="112868" y="119800"/>
                    </a:moveTo>
                    <a:lnTo>
                      <a:pt x="112868" y="119800"/>
                    </a:lnTo>
                    <a:cubicBezTo>
                      <a:pt x="6885" y="119800"/>
                      <a:pt x="6885" y="119800"/>
                      <a:pt x="6885" y="119800"/>
                    </a:cubicBezTo>
                    <a:cubicBezTo>
                      <a:pt x="1721" y="119800"/>
                      <a:pt x="0" y="117004"/>
                      <a:pt x="0" y="114209"/>
                    </a:cubicBezTo>
                    <a:cubicBezTo>
                      <a:pt x="0" y="64891"/>
                      <a:pt x="0" y="64891"/>
                      <a:pt x="0" y="64891"/>
                    </a:cubicBezTo>
                    <a:cubicBezTo>
                      <a:pt x="0" y="62096"/>
                      <a:pt x="1721" y="59101"/>
                      <a:pt x="6885" y="59101"/>
                    </a:cubicBezTo>
                    <a:cubicBezTo>
                      <a:pt x="17213" y="59101"/>
                      <a:pt x="17213" y="59101"/>
                      <a:pt x="17213" y="59101"/>
                    </a:cubicBezTo>
                    <a:cubicBezTo>
                      <a:pt x="17213" y="33743"/>
                      <a:pt x="17213" y="33743"/>
                      <a:pt x="17213" y="33743"/>
                    </a:cubicBezTo>
                    <a:cubicBezTo>
                      <a:pt x="17213" y="13976"/>
                      <a:pt x="36393" y="0"/>
                      <a:pt x="59016" y="0"/>
                    </a:cubicBezTo>
                    <a:cubicBezTo>
                      <a:pt x="83360" y="0"/>
                      <a:pt x="100573" y="13976"/>
                      <a:pt x="100573" y="33743"/>
                    </a:cubicBezTo>
                    <a:cubicBezTo>
                      <a:pt x="100573" y="36539"/>
                      <a:pt x="98852" y="39534"/>
                      <a:pt x="93688" y="39534"/>
                    </a:cubicBezTo>
                    <a:cubicBezTo>
                      <a:pt x="90245" y="39534"/>
                      <a:pt x="86803" y="36539"/>
                      <a:pt x="86803" y="33743"/>
                    </a:cubicBezTo>
                    <a:cubicBezTo>
                      <a:pt x="86803" y="21164"/>
                      <a:pt x="74754" y="11181"/>
                      <a:pt x="59016" y="11181"/>
                    </a:cubicBezTo>
                    <a:cubicBezTo>
                      <a:pt x="43278" y="11181"/>
                      <a:pt x="31229" y="21164"/>
                      <a:pt x="31229" y="33743"/>
                    </a:cubicBezTo>
                    <a:cubicBezTo>
                      <a:pt x="31229" y="59101"/>
                      <a:pt x="31229" y="59101"/>
                      <a:pt x="31229" y="59101"/>
                    </a:cubicBezTo>
                    <a:cubicBezTo>
                      <a:pt x="86803" y="59101"/>
                      <a:pt x="86803" y="59101"/>
                      <a:pt x="86803" y="59101"/>
                    </a:cubicBezTo>
                    <a:cubicBezTo>
                      <a:pt x="100573" y="59101"/>
                      <a:pt x="100573" y="59101"/>
                      <a:pt x="100573" y="59101"/>
                    </a:cubicBezTo>
                    <a:cubicBezTo>
                      <a:pt x="112868" y="59101"/>
                      <a:pt x="112868" y="59101"/>
                      <a:pt x="112868" y="59101"/>
                    </a:cubicBezTo>
                    <a:cubicBezTo>
                      <a:pt x="116311" y="59101"/>
                      <a:pt x="119754" y="62096"/>
                      <a:pt x="119754" y="64891"/>
                    </a:cubicBezTo>
                    <a:cubicBezTo>
                      <a:pt x="119754" y="114209"/>
                      <a:pt x="119754" y="114209"/>
                      <a:pt x="119754" y="114209"/>
                    </a:cubicBezTo>
                    <a:cubicBezTo>
                      <a:pt x="119754" y="117004"/>
                      <a:pt x="116311" y="119800"/>
                      <a:pt x="112868" y="119800"/>
                    </a:cubicBezTo>
                    <a:close/>
                    <a:moveTo>
                      <a:pt x="59016" y="70482"/>
                    </a:moveTo>
                    <a:lnTo>
                      <a:pt x="59016" y="70482"/>
                    </a:lnTo>
                    <a:cubicBezTo>
                      <a:pt x="52131" y="70482"/>
                      <a:pt x="45000" y="76073"/>
                      <a:pt x="45000" y="81863"/>
                    </a:cubicBezTo>
                    <a:cubicBezTo>
                      <a:pt x="45000" y="86056"/>
                      <a:pt x="48688" y="90249"/>
                      <a:pt x="52131" y="91647"/>
                    </a:cubicBezTo>
                    <a:cubicBezTo>
                      <a:pt x="52131" y="103028"/>
                      <a:pt x="52131" y="103028"/>
                      <a:pt x="52131" y="103028"/>
                    </a:cubicBezTo>
                    <a:cubicBezTo>
                      <a:pt x="52131" y="105823"/>
                      <a:pt x="55573" y="108618"/>
                      <a:pt x="59016" y="108618"/>
                    </a:cubicBezTo>
                    <a:cubicBezTo>
                      <a:pt x="64180" y="108618"/>
                      <a:pt x="65901" y="105823"/>
                      <a:pt x="65901" y="103028"/>
                    </a:cubicBezTo>
                    <a:cubicBezTo>
                      <a:pt x="65901" y="91647"/>
                      <a:pt x="65901" y="91647"/>
                      <a:pt x="65901" y="91647"/>
                    </a:cubicBezTo>
                    <a:cubicBezTo>
                      <a:pt x="71065" y="90249"/>
                      <a:pt x="72786" y="86056"/>
                      <a:pt x="72786" y="81863"/>
                    </a:cubicBezTo>
                    <a:cubicBezTo>
                      <a:pt x="72786" y="76073"/>
                      <a:pt x="67622" y="70482"/>
                      <a:pt x="59016" y="70482"/>
                    </a:cubicBezTo>
                    <a:close/>
                  </a:path>
                </a:pathLst>
              </a:custGeom>
              <a:solidFill>
                <a:srgbClr val="1257F1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25000" lnSpcReduction="20000"/>
              </a:bodyPr>
              <a:lstStyle/>
              <a:p>
                <a:pPr algn="ctr"/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66" name="群組 65"/>
          <p:cNvGrpSpPr/>
          <p:nvPr/>
        </p:nvGrpSpPr>
        <p:grpSpPr>
          <a:xfrm>
            <a:off x="7741103" y="2306959"/>
            <a:ext cx="3520025" cy="916848"/>
            <a:chOff x="7870478" y="2571643"/>
            <a:chExt cx="3520025" cy="916848"/>
          </a:xfrm>
        </p:grpSpPr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70E6C5C4-A690-4094-8C67-9D477C1E9DA2}"/>
                </a:ext>
              </a:extLst>
            </p:cNvPr>
            <p:cNvGrpSpPr/>
            <p:nvPr/>
          </p:nvGrpSpPr>
          <p:grpSpPr>
            <a:xfrm>
              <a:off x="7870478" y="2571643"/>
              <a:ext cx="3520025" cy="916848"/>
              <a:chOff x="7965942" y="3172027"/>
              <a:chExt cx="3520025" cy="916848"/>
            </a:xfrm>
          </p:grpSpPr>
          <p:sp>
            <p:nvSpPr>
              <p:cNvPr id="42" name="iṥľîḓé">
                <a:extLst>
                  <a:ext uri="{FF2B5EF4-FFF2-40B4-BE49-F238E27FC236}">
                    <a16:creationId xmlns:a16="http://schemas.microsoft.com/office/drawing/2014/main" id="{6A41A686-FDE8-4FFB-A900-2F440FBAE8BB}"/>
                  </a:ext>
                </a:extLst>
              </p:cNvPr>
              <p:cNvSpPr/>
              <p:nvPr/>
            </p:nvSpPr>
            <p:spPr>
              <a:xfrm>
                <a:off x="8544045" y="3564904"/>
                <a:ext cx="2941922" cy="5239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Autofit/>
              </a:bodyPr>
              <a:lstStyle/>
              <a:p>
                <a:pPr>
                  <a:lnSpc>
                    <a:spcPct val="150000"/>
                  </a:lnSpc>
                </a:pPr>
                <a:endParaRPr lang="zh-CN" altLang="en-US" sz="1200" spc="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" name="íṥḷîďe">
                <a:extLst>
                  <a:ext uri="{FF2B5EF4-FFF2-40B4-BE49-F238E27FC236}">
                    <a16:creationId xmlns:a16="http://schemas.microsoft.com/office/drawing/2014/main" id="{AD08BE38-40E7-448A-8904-9795F8C3B7A3}"/>
                  </a:ext>
                </a:extLst>
              </p:cNvPr>
              <p:cNvSpPr/>
              <p:nvPr/>
            </p:nvSpPr>
            <p:spPr>
              <a:xfrm>
                <a:off x="8486261" y="3172027"/>
                <a:ext cx="2941922" cy="3928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zh-CN" altLang="en-US" b="1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时</a:t>
                </a:r>
                <a:r>
                  <a:rPr lang="zh-CN" alt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间</a:t>
                </a:r>
                <a:r>
                  <a:rPr lang="zh-CN" altLang="en-US" b="1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成本</a:t>
                </a:r>
                <a:endParaRPr lang="en-US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21A63ADB-0097-4AED-88F5-511BEA6870AF}"/>
                  </a:ext>
                </a:extLst>
              </p:cNvPr>
              <p:cNvGrpSpPr/>
              <p:nvPr/>
            </p:nvGrpSpPr>
            <p:grpSpPr>
              <a:xfrm>
                <a:off x="7965942" y="3418872"/>
                <a:ext cx="522466" cy="522466"/>
                <a:chOff x="7965942" y="3418872"/>
                <a:chExt cx="522466" cy="522466"/>
              </a:xfrm>
            </p:grpSpPr>
            <p:sp>
              <p:nvSpPr>
                <p:cNvPr id="45" name="í$lîḋé">
                  <a:extLst>
                    <a:ext uri="{FF2B5EF4-FFF2-40B4-BE49-F238E27FC236}">
                      <a16:creationId xmlns:a16="http://schemas.microsoft.com/office/drawing/2014/main" id="{490B62C9-4DF4-4CCA-87DE-3260F47562A4}"/>
                    </a:ext>
                  </a:extLst>
                </p:cNvPr>
                <p:cNvSpPr/>
                <p:nvPr/>
              </p:nvSpPr>
              <p:spPr>
                <a:xfrm>
                  <a:off x="7965942" y="3418872"/>
                  <a:ext cx="522466" cy="522466"/>
                </a:xfrm>
                <a:prstGeom prst="ellipse">
                  <a:avLst/>
                </a:prstGeom>
                <a:noFill/>
                <a:ln>
                  <a:solidFill>
                    <a:srgbClr val="1257F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anchor="ctr">
                  <a:normAutofit/>
                </a:bodyPr>
                <a:lstStyle/>
                <a:p>
                  <a:pPr algn="ctr"/>
                  <a:endParaRPr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6" name="i$1íḑe">
                  <a:extLst>
                    <a:ext uri="{FF2B5EF4-FFF2-40B4-BE49-F238E27FC236}">
                      <a16:creationId xmlns:a16="http://schemas.microsoft.com/office/drawing/2014/main" id="{60592479-5DDC-41A8-B187-8BBBD66DBE20}"/>
                    </a:ext>
                  </a:extLst>
                </p:cNvPr>
                <p:cNvSpPr/>
                <p:nvPr/>
              </p:nvSpPr>
              <p:spPr>
                <a:xfrm>
                  <a:off x="8133272" y="3599656"/>
                  <a:ext cx="217308" cy="19039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20000" h="120000" extrusionOk="0">
                      <a:moveTo>
                        <a:pt x="117009" y="65310"/>
                      </a:moveTo>
                      <a:lnTo>
                        <a:pt x="117009" y="65310"/>
                      </a:lnTo>
                      <a:lnTo>
                        <a:pt x="117009" y="65310"/>
                      </a:lnTo>
                      <a:cubicBezTo>
                        <a:pt x="61993" y="91073"/>
                        <a:pt x="61993" y="91073"/>
                        <a:pt x="61993" y="91073"/>
                      </a:cubicBezTo>
                      <a:lnTo>
                        <a:pt x="61993" y="91073"/>
                      </a:lnTo>
                      <a:lnTo>
                        <a:pt x="61993" y="91073"/>
                      </a:lnTo>
                      <a:lnTo>
                        <a:pt x="61993" y="91073"/>
                      </a:lnTo>
                      <a:cubicBezTo>
                        <a:pt x="61993" y="92655"/>
                        <a:pt x="60598" y="92655"/>
                        <a:pt x="60598" y="92655"/>
                      </a:cubicBezTo>
                      <a:cubicBezTo>
                        <a:pt x="59202" y="92655"/>
                        <a:pt x="59202" y="92655"/>
                        <a:pt x="57807" y="91073"/>
                      </a:cubicBezTo>
                      <a:lnTo>
                        <a:pt x="57807" y="91073"/>
                      </a:lnTo>
                      <a:lnTo>
                        <a:pt x="57807" y="91073"/>
                      </a:lnTo>
                      <a:lnTo>
                        <a:pt x="57807" y="91073"/>
                      </a:lnTo>
                      <a:cubicBezTo>
                        <a:pt x="2990" y="65310"/>
                        <a:pt x="2990" y="65310"/>
                        <a:pt x="2990" y="65310"/>
                      </a:cubicBezTo>
                      <a:lnTo>
                        <a:pt x="2990" y="65310"/>
                      </a:lnTo>
                      <a:cubicBezTo>
                        <a:pt x="1395" y="65310"/>
                        <a:pt x="0" y="62146"/>
                        <a:pt x="0" y="60564"/>
                      </a:cubicBezTo>
                      <a:cubicBezTo>
                        <a:pt x="0" y="55819"/>
                        <a:pt x="2990" y="54237"/>
                        <a:pt x="5780" y="54237"/>
                      </a:cubicBezTo>
                      <a:cubicBezTo>
                        <a:pt x="7176" y="54237"/>
                        <a:pt x="7176" y="54237"/>
                        <a:pt x="8571" y="54237"/>
                      </a:cubicBezTo>
                      <a:lnTo>
                        <a:pt x="8571" y="54237"/>
                      </a:lnTo>
                      <a:lnTo>
                        <a:pt x="8571" y="54237"/>
                      </a:lnTo>
                      <a:lnTo>
                        <a:pt x="8571" y="54237"/>
                      </a:lnTo>
                      <a:cubicBezTo>
                        <a:pt x="60598" y="78192"/>
                        <a:pt x="60598" y="78192"/>
                        <a:pt x="60598" y="78192"/>
                      </a:cubicBezTo>
                      <a:cubicBezTo>
                        <a:pt x="112823" y="54237"/>
                        <a:pt x="112823" y="54237"/>
                        <a:pt x="112823" y="54237"/>
                      </a:cubicBezTo>
                      <a:lnTo>
                        <a:pt x="112823" y="54237"/>
                      </a:lnTo>
                      <a:lnTo>
                        <a:pt x="112823" y="54237"/>
                      </a:lnTo>
                      <a:lnTo>
                        <a:pt x="112823" y="54237"/>
                      </a:lnTo>
                      <a:lnTo>
                        <a:pt x="114219" y="54237"/>
                      </a:lnTo>
                      <a:cubicBezTo>
                        <a:pt x="118405" y="54237"/>
                        <a:pt x="119800" y="55819"/>
                        <a:pt x="119800" y="60564"/>
                      </a:cubicBezTo>
                      <a:cubicBezTo>
                        <a:pt x="119800" y="62146"/>
                        <a:pt x="118405" y="65310"/>
                        <a:pt x="117009" y="65310"/>
                      </a:cubicBezTo>
                      <a:close/>
                      <a:moveTo>
                        <a:pt x="117009" y="38192"/>
                      </a:moveTo>
                      <a:lnTo>
                        <a:pt x="117009" y="38192"/>
                      </a:lnTo>
                      <a:lnTo>
                        <a:pt x="117009" y="38192"/>
                      </a:lnTo>
                      <a:cubicBezTo>
                        <a:pt x="61993" y="63728"/>
                        <a:pt x="61993" y="63728"/>
                        <a:pt x="61993" y="63728"/>
                      </a:cubicBezTo>
                      <a:lnTo>
                        <a:pt x="61993" y="63728"/>
                      </a:lnTo>
                      <a:lnTo>
                        <a:pt x="61993" y="63728"/>
                      </a:lnTo>
                      <a:lnTo>
                        <a:pt x="61993" y="63728"/>
                      </a:lnTo>
                      <a:lnTo>
                        <a:pt x="60598" y="63728"/>
                      </a:lnTo>
                      <a:cubicBezTo>
                        <a:pt x="59202" y="63728"/>
                        <a:pt x="59202" y="63728"/>
                        <a:pt x="57807" y="63728"/>
                      </a:cubicBezTo>
                      <a:lnTo>
                        <a:pt x="57807" y="63728"/>
                      </a:lnTo>
                      <a:lnTo>
                        <a:pt x="57807" y="63728"/>
                      </a:lnTo>
                      <a:lnTo>
                        <a:pt x="57807" y="63728"/>
                      </a:lnTo>
                      <a:cubicBezTo>
                        <a:pt x="2990" y="38192"/>
                        <a:pt x="2990" y="38192"/>
                        <a:pt x="2990" y="38192"/>
                      </a:cubicBezTo>
                      <a:lnTo>
                        <a:pt x="2990" y="38192"/>
                      </a:lnTo>
                      <a:cubicBezTo>
                        <a:pt x="1395" y="36610"/>
                        <a:pt x="0" y="35028"/>
                        <a:pt x="0" y="31864"/>
                      </a:cubicBezTo>
                      <a:cubicBezTo>
                        <a:pt x="0" y="30282"/>
                        <a:pt x="1395" y="27118"/>
                        <a:pt x="2990" y="27118"/>
                      </a:cubicBezTo>
                      <a:lnTo>
                        <a:pt x="2990" y="27118"/>
                      </a:lnTo>
                      <a:cubicBezTo>
                        <a:pt x="57807" y="1581"/>
                        <a:pt x="57807" y="1581"/>
                        <a:pt x="57807" y="1581"/>
                      </a:cubicBezTo>
                      <a:lnTo>
                        <a:pt x="57807" y="1581"/>
                      </a:lnTo>
                      <a:lnTo>
                        <a:pt x="57807" y="1581"/>
                      </a:lnTo>
                      <a:lnTo>
                        <a:pt x="57807" y="1581"/>
                      </a:lnTo>
                      <a:cubicBezTo>
                        <a:pt x="59202" y="0"/>
                        <a:pt x="59202" y="0"/>
                        <a:pt x="60598" y="0"/>
                      </a:cubicBezTo>
                      <a:cubicBezTo>
                        <a:pt x="60598" y="0"/>
                        <a:pt x="61993" y="0"/>
                        <a:pt x="61993" y="1581"/>
                      </a:cubicBezTo>
                      <a:lnTo>
                        <a:pt x="61993" y="1581"/>
                      </a:lnTo>
                      <a:lnTo>
                        <a:pt x="61993" y="1581"/>
                      </a:lnTo>
                      <a:lnTo>
                        <a:pt x="61993" y="1581"/>
                      </a:lnTo>
                      <a:cubicBezTo>
                        <a:pt x="117009" y="27118"/>
                        <a:pt x="117009" y="27118"/>
                        <a:pt x="117009" y="27118"/>
                      </a:cubicBezTo>
                      <a:lnTo>
                        <a:pt x="117009" y="27118"/>
                      </a:lnTo>
                      <a:cubicBezTo>
                        <a:pt x="118405" y="27118"/>
                        <a:pt x="119800" y="30282"/>
                        <a:pt x="119800" y="31864"/>
                      </a:cubicBezTo>
                      <a:cubicBezTo>
                        <a:pt x="119800" y="35028"/>
                        <a:pt x="118405" y="36610"/>
                        <a:pt x="117009" y="38192"/>
                      </a:cubicBezTo>
                      <a:close/>
                      <a:moveTo>
                        <a:pt x="5780" y="81355"/>
                      </a:moveTo>
                      <a:lnTo>
                        <a:pt x="5780" y="81355"/>
                      </a:lnTo>
                      <a:cubicBezTo>
                        <a:pt x="7176" y="81355"/>
                        <a:pt x="7176" y="81355"/>
                        <a:pt x="8571" y="81355"/>
                      </a:cubicBezTo>
                      <a:lnTo>
                        <a:pt x="8571" y="81355"/>
                      </a:lnTo>
                      <a:lnTo>
                        <a:pt x="8571" y="81355"/>
                      </a:lnTo>
                      <a:lnTo>
                        <a:pt x="8571" y="81355"/>
                      </a:lnTo>
                      <a:cubicBezTo>
                        <a:pt x="60598" y="106892"/>
                        <a:pt x="60598" y="106892"/>
                        <a:pt x="60598" y="106892"/>
                      </a:cubicBezTo>
                      <a:cubicBezTo>
                        <a:pt x="112823" y="81355"/>
                        <a:pt x="112823" y="81355"/>
                        <a:pt x="112823" y="81355"/>
                      </a:cubicBezTo>
                      <a:lnTo>
                        <a:pt x="112823" y="81355"/>
                      </a:lnTo>
                      <a:lnTo>
                        <a:pt x="112823" y="81355"/>
                      </a:lnTo>
                      <a:lnTo>
                        <a:pt x="112823" y="81355"/>
                      </a:lnTo>
                      <a:lnTo>
                        <a:pt x="114219" y="81355"/>
                      </a:lnTo>
                      <a:cubicBezTo>
                        <a:pt x="118405" y="81355"/>
                        <a:pt x="119800" y="84519"/>
                        <a:pt x="119800" y="87683"/>
                      </a:cubicBezTo>
                      <a:cubicBezTo>
                        <a:pt x="119800" y="91073"/>
                        <a:pt x="118405" y="92655"/>
                        <a:pt x="117009" y="94237"/>
                      </a:cubicBezTo>
                      <a:lnTo>
                        <a:pt x="117009" y="94237"/>
                      </a:lnTo>
                      <a:cubicBezTo>
                        <a:pt x="61993" y="119774"/>
                        <a:pt x="61993" y="119774"/>
                        <a:pt x="61993" y="119774"/>
                      </a:cubicBezTo>
                      <a:lnTo>
                        <a:pt x="61993" y="119774"/>
                      </a:lnTo>
                      <a:lnTo>
                        <a:pt x="61993" y="119774"/>
                      </a:lnTo>
                      <a:lnTo>
                        <a:pt x="61993" y="119774"/>
                      </a:lnTo>
                      <a:lnTo>
                        <a:pt x="60598" y="119774"/>
                      </a:lnTo>
                      <a:cubicBezTo>
                        <a:pt x="59202" y="119774"/>
                        <a:pt x="59202" y="119774"/>
                        <a:pt x="57807" y="119774"/>
                      </a:cubicBezTo>
                      <a:lnTo>
                        <a:pt x="57807" y="119774"/>
                      </a:lnTo>
                      <a:lnTo>
                        <a:pt x="57807" y="119774"/>
                      </a:lnTo>
                      <a:lnTo>
                        <a:pt x="57807" y="119774"/>
                      </a:lnTo>
                      <a:cubicBezTo>
                        <a:pt x="2990" y="94237"/>
                        <a:pt x="2990" y="94237"/>
                        <a:pt x="2990" y="94237"/>
                      </a:cubicBezTo>
                      <a:lnTo>
                        <a:pt x="2990" y="94237"/>
                      </a:lnTo>
                      <a:cubicBezTo>
                        <a:pt x="1395" y="92655"/>
                        <a:pt x="0" y="91073"/>
                        <a:pt x="0" y="87683"/>
                      </a:cubicBezTo>
                      <a:cubicBezTo>
                        <a:pt x="0" y="84519"/>
                        <a:pt x="2990" y="81355"/>
                        <a:pt x="5780" y="81355"/>
                      </a:cubicBezTo>
                      <a:close/>
                    </a:path>
                  </a:pathLst>
                </a:custGeom>
                <a:solidFill>
                  <a:srgbClr val="1257F1"/>
                </a:solidFill>
                <a:ln>
                  <a:noFill/>
                </a:ln>
                <a:effectLst/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65" name="文字方塊 64"/>
            <p:cNvSpPr txBox="1"/>
            <p:nvPr/>
          </p:nvSpPr>
          <p:spPr>
            <a:xfrm>
              <a:off x="8569287" y="3119159"/>
              <a:ext cx="19202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TW" altLang="en-US" dirty="0"/>
            </a:p>
          </p:txBody>
        </p:sp>
      </p:grpSp>
      <p:sp>
        <p:nvSpPr>
          <p:cNvPr id="68" name="矩形 67"/>
          <p:cNvSpPr/>
          <p:nvPr/>
        </p:nvSpPr>
        <p:spPr>
          <a:xfrm>
            <a:off x="8358602" y="2929877"/>
            <a:ext cx="6096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系统推广到37个部门,用户125人</a:t>
            </a:r>
            <a:r>
              <a:rPr lang="zh-TW" altLang="en-US" sz="1400" b="1" dirty="0" smtClean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</a:t>
            </a:r>
            <a:endParaRPr lang="en-US" altLang="zh-TW" sz="1400" b="1" dirty="0" smtClean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TW" altLang="en-US" sz="1400" b="1" dirty="0" smtClean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按</a:t>
            </a:r>
            <a:r>
              <a:rPr lang="zh-TW" altLang="en-US" sz="1400" dirty="0" smtClean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照</a:t>
            </a:r>
            <a:r>
              <a:rPr lang="zh-TW" altLang="en-US" sz="14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每人每天节约0.5小时计算 </a:t>
            </a:r>
          </a:p>
        </p:txBody>
      </p:sp>
      <p:grpSp>
        <p:nvGrpSpPr>
          <p:cNvPr id="61" name="群組 60"/>
          <p:cNvGrpSpPr/>
          <p:nvPr/>
        </p:nvGrpSpPr>
        <p:grpSpPr>
          <a:xfrm>
            <a:off x="3950196" y="1234839"/>
            <a:ext cx="3589699" cy="438285"/>
            <a:chOff x="3431704" y="1916832"/>
            <a:chExt cx="4323258" cy="438285"/>
          </a:xfrm>
        </p:grpSpPr>
        <p:sp>
          <p:nvSpPr>
            <p:cNvPr id="62" name="圆角矩形 91"/>
            <p:cNvSpPr/>
            <p:nvPr/>
          </p:nvSpPr>
          <p:spPr>
            <a:xfrm>
              <a:off x="3431704" y="1916832"/>
              <a:ext cx="4323258" cy="438285"/>
            </a:xfrm>
            <a:prstGeom prst="roundRect">
              <a:avLst/>
            </a:prstGeom>
            <a:gradFill flip="none" rotWithShape="1">
              <a:gsLst>
                <a:gs pos="0">
                  <a:schemeClr val="accent4">
                    <a:tint val="50000"/>
                    <a:satMod val="300000"/>
                  </a:schemeClr>
                </a:gs>
                <a:gs pos="35000">
                  <a:schemeClr val="accent4">
                    <a:tint val="37000"/>
                    <a:satMod val="300000"/>
                  </a:schemeClr>
                </a:gs>
                <a:gs pos="100000">
                  <a:schemeClr val="accent4">
                    <a:tint val="15000"/>
                    <a:satMod val="350000"/>
                  </a:schemeClr>
                </a:gs>
              </a:gsLst>
              <a:lin ang="5400000" scaled="1"/>
              <a:tileRect/>
            </a:gradFill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63" name="TextBox 89"/>
            <p:cNvSpPr txBox="1"/>
            <p:nvPr/>
          </p:nvSpPr>
          <p:spPr>
            <a:xfrm>
              <a:off x="3887595" y="1988840"/>
              <a:ext cx="3432540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ctr">
                <a:defRPr sz="14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pPr lvl="0"/>
              <a:r>
                <a:rPr lang="en-US" altLang="zh-CN" sz="2000" dirty="0" smtClean="0">
                  <a:solidFill>
                    <a:srgbClr val="0070C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宋体" pitchFamily="2" charset="-122"/>
                </a:rPr>
                <a:t>EMS</a:t>
              </a:r>
              <a:r>
                <a:rPr lang="zh-CN" altLang="en-US" sz="2000" dirty="0" smtClean="0">
                  <a:solidFill>
                    <a:srgbClr val="0070C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宋体" pitchFamily="2" charset="-122"/>
                </a:rPr>
                <a:t>知識管理系統</a:t>
              </a:r>
              <a:endParaRPr lang="zh-CN" altLang="zh-CN" sz="200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79237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2000">
        <p14:pan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5997389" y="2015726"/>
            <a:ext cx="5400618" cy="1597349"/>
            <a:chOff x="6025669" y="2007209"/>
            <a:chExt cx="5400618" cy="1597349"/>
          </a:xfrm>
        </p:grpSpPr>
        <p:sp>
          <p:nvSpPr>
            <p:cNvPr id="4" name="五边形 30"/>
            <p:cNvSpPr/>
            <p:nvPr/>
          </p:nvSpPr>
          <p:spPr>
            <a:xfrm>
              <a:off x="6163472" y="2007209"/>
              <a:ext cx="5262815" cy="420047"/>
            </a:xfrm>
            <a:prstGeom prst="homePlat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1219170"/>
              <a:r>
                <a:rPr lang="en-US" altLang="zh-CN" sz="2133" kern="0" dirty="0" smtClean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03 Web Server</a:t>
              </a:r>
              <a:endParaRPr lang="zh-CN" altLang="en-US" sz="2133" kern="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6025669" y="3227147"/>
              <a:ext cx="2520277" cy="3774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1219170">
                <a:lnSpc>
                  <a:spcPct val="150000"/>
                </a:lnSpc>
              </a:pPr>
              <a:r>
                <a:rPr lang="en-US" altLang="zh-CN" sz="1400" kern="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770555" y="1169211"/>
            <a:ext cx="10615349" cy="964692"/>
            <a:chOff x="725699" y="1508787"/>
            <a:chExt cx="10615349" cy="964692"/>
          </a:xfrm>
        </p:grpSpPr>
        <p:sp>
          <p:nvSpPr>
            <p:cNvPr id="2" name="五边形 27"/>
            <p:cNvSpPr/>
            <p:nvPr/>
          </p:nvSpPr>
          <p:spPr>
            <a:xfrm>
              <a:off x="815417" y="1508787"/>
              <a:ext cx="10525631" cy="420047"/>
            </a:xfrm>
            <a:prstGeom prst="homePlat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1219170"/>
              <a:r>
                <a:rPr lang="en-US" altLang="zh-CN" sz="2133" kern="0" dirty="0" smtClean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01 LVS Server</a:t>
              </a:r>
              <a:endParaRPr lang="zh-CN" altLang="en-US" sz="2133" kern="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725699" y="2096068"/>
              <a:ext cx="2522945" cy="3774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Bef>
                  <a:spcPct val="0"/>
                </a:spcBef>
                <a:defRPr/>
              </a:pPr>
              <a:endParaRPr lang="zh-CN" alt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3380553" y="1586903"/>
            <a:ext cx="8005351" cy="797458"/>
            <a:chOff x="3335694" y="1927802"/>
            <a:chExt cx="8005351" cy="797458"/>
          </a:xfrm>
        </p:grpSpPr>
        <p:sp>
          <p:nvSpPr>
            <p:cNvPr id="3" name="五边形 28"/>
            <p:cNvSpPr/>
            <p:nvPr/>
          </p:nvSpPr>
          <p:spPr>
            <a:xfrm>
              <a:off x="3446821" y="1927802"/>
              <a:ext cx="7894224" cy="420047"/>
            </a:xfrm>
            <a:prstGeom prst="homePlat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1219170"/>
              <a:r>
                <a:rPr lang="en-US" altLang="zh-CN" sz="2133" kern="0" dirty="0" smtClean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02 </a:t>
              </a:r>
              <a:r>
                <a:rPr lang="en-US" altLang="zh-CN" sz="2133" kern="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Nginx</a:t>
              </a:r>
              <a:r>
                <a:rPr lang="en-US" altLang="zh-CN" sz="2133" kern="0" dirty="0" smtClean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Server</a:t>
              </a:r>
              <a:endParaRPr lang="zh-CN" altLang="en-US" sz="2133" kern="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3335694" y="2347849"/>
              <a:ext cx="2522945" cy="3774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1219170">
                <a:lnSpc>
                  <a:spcPct val="150000"/>
                </a:lnSpc>
              </a:pPr>
              <a:endParaRPr lang="en-US" altLang="zh-CN" sz="14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8381195" y="2400319"/>
            <a:ext cx="3004913" cy="1567961"/>
            <a:chOff x="8381195" y="2420953"/>
            <a:chExt cx="3004913" cy="1567961"/>
          </a:xfrm>
        </p:grpSpPr>
        <p:sp>
          <p:nvSpPr>
            <p:cNvPr id="5" name="五边形 32"/>
            <p:cNvSpPr/>
            <p:nvPr/>
          </p:nvSpPr>
          <p:spPr>
            <a:xfrm>
              <a:off x="8381195" y="2420953"/>
              <a:ext cx="3004913" cy="420047"/>
            </a:xfrm>
            <a:prstGeom prst="homePlat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1219170"/>
              <a:r>
                <a:rPr lang="en-US" altLang="zh-CN" sz="2133" kern="0" dirty="0" smtClean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04 </a:t>
              </a:r>
              <a:r>
                <a:rPr lang="en-US" altLang="zh-CN" sz="2133" kern="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Database</a:t>
              </a:r>
              <a:endParaRPr lang="zh-CN" altLang="en-US" sz="2133" kern="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8676287" y="3611503"/>
              <a:ext cx="2580283" cy="3774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1219170">
                <a:lnSpc>
                  <a:spcPct val="150000"/>
                </a:lnSpc>
              </a:pPr>
              <a:endParaRPr lang="zh-CN" altLang="en-US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28" name="组合 10">
            <a:extLst>
              <a:ext uri="{FF2B5EF4-FFF2-40B4-BE49-F238E27FC236}">
                <a16:creationId xmlns:a16="http://schemas.microsoft.com/office/drawing/2014/main" id="{121D319F-6158-4BCC-9F01-B6FA92D4227A}"/>
              </a:ext>
            </a:extLst>
          </p:cNvPr>
          <p:cNvGrpSpPr/>
          <p:nvPr/>
        </p:nvGrpSpPr>
        <p:grpSpPr>
          <a:xfrm>
            <a:off x="142610" y="441828"/>
            <a:ext cx="12589396" cy="640943"/>
            <a:chOff x="142610" y="441828"/>
            <a:chExt cx="12589396" cy="640943"/>
          </a:xfrm>
        </p:grpSpPr>
        <p:sp>
          <p:nvSpPr>
            <p:cNvPr id="29" name="矩形: 圆角 9">
              <a:extLst>
                <a:ext uri="{FF2B5EF4-FFF2-40B4-BE49-F238E27FC236}">
                  <a16:creationId xmlns:a16="http://schemas.microsoft.com/office/drawing/2014/main" id="{A7B94DD2-D4DA-4794-9DAA-562D9CD3811B}"/>
                </a:ext>
              </a:extLst>
            </p:cNvPr>
            <p:cNvSpPr/>
            <p:nvPr/>
          </p:nvSpPr>
          <p:spPr>
            <a:xfrm>
              <a:off x="242468" y="441828"/>
              <a:ext cx="685679" cy="609600"/>
            </a:xfrm>
            <a:prstGeom prst="roundRect">
              <a:avLst/>
            </a:prstGeom>
            <a:solidFill>
              <a:srgbClr val="8EB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/>
            </a:p>
          </p:txBody>
        </p:sp>
        <p:grpSp>
          <p:nvGrpSpPr>
            <p:cNvPr id="30" name="组合 3">
              <a:extLst>
                <a:ext uri="{FF2B5EF4-FFF2-40B4-BE49-F238E27FC236}">
                  <a16:creationId xmlns:a16="http://schemas.microsoft.com/office/drawing/2014/main" id="{C152D6CD-30A9-4B0A-A035-CC0794170E0B}"/>
                </a:ext>
              </a:extLst>
            </p:cNvPr>
            <p:cNvGrpSpPr/>
            <p:nvPr/>
          </p:nvGrpSpPr>
          <p:grpSpPr>
            <a:xfrm>
              <a:off x="1047056" y="529630"/>
              <a:ext cx="11684950" cy="461665"/>
              <a:chOff x="1199456" y="548680"/>
              <a:chExt cx="11684950" cy="461665"/>
            </a:xfrm>
          </p:grpSpPr>
          <p:sp>
            <p:nvSpPr>
              <p:cNvPr id="32" name="文本框 4">
                <a:extLst>
                  <a:ext uri="{FF2B5EF4-FFF2-40B4-BE49-F238E27FC236}">
                    <a16:creationId xmlns:a16="http://schemas.microsoft.com/office/drawing/2014/main" id="{A0D6C38C-70E6-4167-8D7B-931E4EEB921C}"/>
                  </a:ext>
                </a:extLst>
              </p:cNvPr>
              <p:cNvSpPr txBox="1"/>
              <p:nvPr/>
            </p:nvSpPr>
            <p:spPr>
              <a:xfrm>
                <a:off x="1199456" y="548680"/>
                <a:ext cx="21151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24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改善建議</a:t>
                </a:r>
                <a:endPara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文本框 5">
                <a:extLst>
                  <a:ext uri="{FF2B5EF4-FFF2-40B4-BE49-F238E27FC236}">
                    <a16:creationId xmlns:a16="http://schemas.microsoft.com/office/drawing/2014/main" id="{661BB7A2-072E-4422-ACC5-40044CD42371}"/>
                  </a:ext>
                </a:extLst>
              </p:cNvPr>
              <p:cNvSpPr txBox="1"/>
              <p:nvPr/>
            </p:nvSpPr>
            <p:spPr>
              <a:xfrm>
                <a:off x="6807646" y="625623"/>
                <a:ext cx="60767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400" dirty="0" smtClean="0">
                    <a:solidFill>
                      <a:srgbClr val="0069B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Improvement suggestions </a:t>
                </a:r>
                <a:endParaRPr kumimoji="1" lang="zh-CN" altLang="en-US" sz="1400" dirty="0">
                  <a:solidFill>
                    <a:srgbClr val="0069B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1" name="íśḻïḓè">
              <a:extLst>
                <a:ext uri="{FF2B5EF4-FFF2-40B4-BE49-F238E27FC236}">
                  <a16:creationId xmlns:a16="http://schemas.microsoft.com/office/drawing/2014/main" id="{C08E1B51-C33D-49C1-9C50-D5E189D4886E}"/>
                </a:ext>
              </a:extLst>
            </p:cNvPr>
            <p:cNvSpPr txBox="1"/>
            <p:nvPr/>
          </p:nvSpPr>
          <p:spPr bwMode="auto">
            <a:xfrm>
              <a:off x="142610" y="445506"/>
              <a:ext cx="923496" cy="6372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400" spc="6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lang="en-US" altLang="zh-CN" sz="1400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4" name="群組 183"/>
          <p:cNvGrpSpPr/>
          <p:nvPr/>
        </p:nvGrpSpPr>
        <p:grpSpPr>
          <a:xfrm>
            <a:off x="229430" y="2709298"/>
            <a:ext cx="11333637" cy="3256804"/>
            <a:chOff x="229430" y="2709298"/>
            <a:chExt cx="11333637" cy="3256804"/>
          </a:xfrm>
        </p:grpSpPr>
        <p:cxnSp>
          <p:nvCxnSpPr>
            <p:cNvPr id="14" name="直接连接符 47"/>
            <p:cNvCxnSpPr/>
            <p:nvPr/>
          </p:nvCxnSpPr>
          <p:spPr>
            <a:xfrm>
              <a:off x="3275687" y="3319755"/>
              <a:ext cx="0" cy="2405408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48"/>
            <p:cNvCxnSpPr/>
            <p:nvPr/>
          </p:nvCxnSpPr>
          <p:spPr>
            <a:xfrm>
              <a:off x="5975987" y="3788601"/>
              <a:ext cx="0" cy="177517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49"/>
            <p:cNvCxnSpPr/>
            <p:nvPr/>
          </p:nvCxnSpPr>
          <p:spPr>
            <a:xfrm>
              <a:off x="8616280" y="4162182"/>
              <a:ext cx="0" cy="1272993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圓角矩形 10"/>
            <p:cNvSpPr/>
            <p:nvPr/>
          </p:nvSpPr>
          <p:spPr>
            <a:xfrm>
              <a:off x="1821664" y="3041464"/>
              <a:ext cx="1251751" cy="532833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LVS Master</a:t>
              </a:r>
              <a:endParaRPr lang="zh-CN" altLang="en-US" dirty="0"/>
            </a:p>
          </p:txBody>
        </p:sp>
        <p:sp>
          <p:nvSpPr>
            <p:cNvPr id="13" name="圓角矩形 12"/>
            <p:cNvSpPr/>
            <p:nvPr/>
          </p:nvSpPr>
          <p:spPr>
            <a:xfrm>
              <a:off x="1837779" y="5062129"/>
              <a:ext cx="1225118" cy="51490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LVS Backup</a:t>
              </a:r>
              <a:endParaRPr lang="zh-CN" altLang="en-US" dirty="0"/>
            </a:p>
          </p:txBody>
        </p:sp>
        <p:sp>
          <p:nvSpPr>
            <p:cNvPr id="27" name="笑臉 26"/>
            <p:cNvSpPr/>
            <p:nvPr/>
          </p:nvSpPr>
          <p:spPr>
            <a:xfrm>
              <a:off x="229430" y="3511409"/>
              <a:ext cx="1063042" cy="946136"/>
            </a:xfrm>
            <a:prstGeom prst="smileyFac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C</a:t>
              </a:r>
              <a:r>
                <a:rPr lang="en-US" altLang="zh-CN" dirty="0" smtClean="0"/>
                <a:t>lient</a:t>
              </a:r>
              <a:endParaRPr lang="zh-CN" altLang="en-US" dirty="0"/>
            </a:p>
          </p:txBody>
        </p:sp>
        <p:sp>
          <p:nvSpPr>
            <p:cNvPr id="17" name="圓角矩形 16"/>
            <p:cNvSpPr/>
            <p:nvPr/>
          </p:nvSpPr>
          <p:spPr>
            <a:xfrm>
              <a:off x="4101531" y="2730858"/>
              <a:ext cx="1145565" cy="49259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Nginx1</a:t>
              </a:r>
              <a:endParaRPr lang="zh-CN" altLang="en-US" dirty="0"/>
            </a:p>
          </p:txBody>
        </p:sp>
        <p:sp>
          <p:nvSpPr>
            <p:cNvPr id="18" name="圓角矩形 17"/>
            <p:cNvSpPr/>
            <p:nvPr/>
          </p:nvSpPr>
          <p:spPr>
            <a:xfrm>
              <a:off x="4101530" y="5376670"/>
              <a:ext cx="1145565" cy="51490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Nginx2</a:t>
              </a:r>
              <a:endParaRPr lang="zh-CN" altLang="en-US" dirty="0"/>
            </a:p>
          </p:txBody>
        </p:sp>
        <p:sp>
          <p:nvSpPr>
            <p:cNvPr id="19" name="橢圓 18"/>
            <p:cNvSpPr/>
            <p:nvPr/>
          </p:nvSpPr>
          <p:spPr>
            <a:xfrm>
              <a:off x="9247040" y="3862482"/>
              <a:ext cx="1540465" cy="88324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Master</a:t>
              </a:r>
            </a:p>
            <a:p>
              <a:pPr algn="ctr"/>
              <a:r>
                <a:rPr lang="en-US" altLang="zh-CN" dirty="0" smtClean="0"/>
                <a:t>DB</a:t>
              </a:r>
              <a:endParaRPr lang="zh-CN" altLang="en-US" dirty="0"/>
            </a:p>
          </p:txBody>
        </p:sp>
        <p:sp>
          <p:nvSpPr>
            <p:cNvPr id="22" name="橢圓 21"/>
            <p:cNvSpPr/>
            <p:nvPr/>
          </p:nvSpPr>
          <p:spPr>
            <a:xfrm>
              <a:off x="9523195" y="5246795"/>
              <a:ext cx="1100833" cy="7193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Slave</a:t>
              </a:r>
            </a:p>
            <a:p>
              <a:pPr algn="ctr"/>
              <a:r>
                <a:rPr lang="en-US" altLang="zh-CN" dirty="0"/>
                <a:t>DB</a:t>
              </a:r>
              <a:endParaRPr lang="zh-CN" altLang="en-US" dirty="0"/>
            </a:p>
          </p:txBody>
        </p:sp>
        <p:sp>
          <p:nvSpPr>
            <p:cNvPr id="23" name="矩形 22"/>
            <p:cNvSpPr/>
            <p:nvPr/>
          </p:nvSpPr>
          <p:spPr>
            <a:xfrm>
              <a:off x="6370764" y="2709298"/>
              <a:ext cx="886763" cy="4598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WEB1</a:t>
              </a:r>
              <a:endParaRPr lang="zh-CN" altLang="en-US" dirty="0"/>
            </a:p>
          </p:txBody>
        </p:sp>
        <p:sp>
          <p:nvSpPr>
            <p:cNvPr id="24" name="矩形 23"/>
            <p:cNvSpPr/>
            <p:nvPr/>
          </p:nvSpPr>
          <p:spPr>
            <a:xfrm>
              <a:off x="6387800" y="3608825"/>
              <a:ext cx="886763" cy="443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WEB2</a:t>
              </a:r>
              <a:endParaRPr lang="zh-CN" altLang="en-US" dirty="0"/>
            </a:p>
          </p:txBody>
        </p:sp>
        <p:sp>
          <p:nvSpPr>
            <p:cNvPr id="25" name="矩形 24"/>
            <p:cNvSpPr/>
            <p:nvPr/>
          </p:nvSpPr>
          <p:spPr>
            <a:xfrm>
              <a:off x="6372475" y="4470572"/>
              <a:ext cx="886763" cy="44156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WEB3</a:t>
              </a:r>
              <a:endParaRPr lang="zh-CN" altLang="en-US" dirty="0"/>
            </a:p>
          </p:txBody>
        </p:sp>
        <p:sp>
          <p:nvSpPr>
            <p:cNvPr id="26" name="矩形 25"/>
            <p:cNvSpPr/>
            <p:nvPr/>
          </p:nvSpPr>
          <p:spPr>
            <a:xfrm>
              <a:off x="6380210" y="5458630"/>
              <a:ext cx="914400" cy="4329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WEB4</a:t>
              </a:r>
              <a:endParaRPr lang="zh-CN" altLang="en-US" dirty="0"/>
            </a:p>
          </p:txBody>
        </p:sp>
        <p:sp>
          <p:nvSpPr>
            <p:cNvPr id="55" name="橢圓 54"/>
            <p:cNvSpPr/>
            <p:nvPr/>
          </p:nvSpPr>
          <p:spPr>
            <a:xfrm>
              <a:off x="9447250" y="2967201"/>
              <a:ext cx="1038355" cy="53599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 smtClean="0"/>
                <a:t>redis</a:t>
              </a:r>
              <a:endParaRPr lang="zh-CN" altLang="en-US" dirty="0"/>
            </a:p>
          </p:txBody>
        </p:sp>
        <p:sp>
          <p:nvSpPr>
            <p:cNvPr id="66" name="文字方塊 65"/>
            <p:cNvSpPr txBox="1"/>
            <p:nvPr/>
          </p:nvSpPr>
          <p:spPr>
            <a:xfrm>
              <a:off x="8853581" y="3782276"/>
              <a:ext cx="7405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W</a:t>
              </a:r>
              <a:r>
                <a:rPr lang="en-US" altLang="zh-CN" dirty="0" smtClean="0">
                  <a:solidFill>
                    <a:srgbClr val="FF0000"/>
                  </a:solidFill>
                </a:rPr>
                <a:t>rite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82" name="文字方塊 81"/>
            <p:cNvSpPr txBox="1"/>
            <p:nvPr/>
          </p:nvSpPr>
          <p:spPr>
            <a:xfrm>
              <a:off x="9138755" y="5051010"/>
              <a:ext cx="7688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>
                  <a:solidFill>
                    <a:srgbClr val="FF0000"/>
                  </a:solidFill>
                </a:rPr>
                <a:t>Read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87" name="矩形 86"/>
            <p:cNvSpPr/>
            <p:nvPr/>
          </p:nvSpPr>
          <p:spPr>
            <a:xfrm>
              <a:off x="10126455" y="4745730"/>
              <a:ext cx="143661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</a:rPr>
                <a:t>synchronous</a:t>
              </a:r>
            </a:p>
          </p:txBody>
        </p:sp>
        <p:sp>
          <p:nvSpPr>
            <p:cNvPr id="113" name="文字方塊 112"/>
            <p:cNvSpPr txBox="1"/>
            <p:nvPr/>
          </p:nvSpPr>
          <p:spPr>
            <a:xfrm>
              <a:off x="8924747" y="2840879"/>
              <a:ext cx="7688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>
                  <a:solidFill>
                    <a:srgbClr val="FF0000"/>
                  </a:solidFill>
                </a:rPr>
                <a:t>Read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42" name="肘形接點 41"/>
            <p:cNvCxnSpPr>
              <a:stCxn id="27" idx="7"/>
              <a:endCxn id="11" idx="1"/>
            </p:cNvCxnSpPr>
            <p:nvPr/>
          </p:nvCxnSpPr>
          <p:spPr>
            <a:xfrm rot="5400000" flipH="1" flipV="1">
              <a:off x="1308185" y="3136489"/>
              <a:ext cx="342086" cy="684871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單箭頭接點 51"/>
            <p:cNvCxnSpPr>
              <a:stCxn id="85" idx="2"/>
              <a:endCxn id="13" idx="0"/>
            </p:cNvCxnSpPr>
            <p:nvPr/>
          </p:nvCxnSpPr>
          <p:spPr>
            <a:xfrm flipH="1">
              <a:off x="2450338" y="4506607"/>
              <a:ext cx="4325" cy="5555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線單箭頭接點 55"/>
            <p:cNvCxnSpPr>
              <a:stCxn id="11" idx="2"/>
            </p:cNvCxnSpPr>
            <p:nvPr/>
          </p:nvCxnSpPr>
          <p:spPr>
            <a:xfrm flipH="1">
              <a:off x="2442132" y="3574297"/>
              <a:ext cx="5408" cy="5016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流程圖: 結束點 84"/>
            <p:cNvSpPr/>
            <p:nvPr/>
          </p:nvSpPr>
          <p:spPr>
            <a:xfrm>
              <a:off x="1747146" y="4101606"/>
              <a:ext cx="1415033" cy="405001"/>
            </a:xfrm>
            <a:prstGeom prst="flowChartTermina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 smtClean="0"/>
                <a:t>Keepalived</a:t>
              </a:r>
              <a:endParaRPr lang="zh-CN" altLang="en-US" dirty="0"/>
            </a:p>
          </p:txBody>
        </p:sp>
        <p:cxnSp>
          <p:nvCxnSpPr>
            <p:cNvPr id="125" name="直線單箭頭接點 124"/>
            <p:cNvCxnSpPr>
              <a:stCxn id="11" idx="3"/>
              <a:endCxn id="17" idx="1"/>
            </p:cNvCxnSpPr>
            <p:nvPr/>
          </p:nvCxnSpPr>
          <p:spPr>
            <a:xfrm flipV="1">
              <a:off x="3073415" y="2977157"/>
              <a:ext cx="1028116" cy="3307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8" name="直線單箭頭接點 127"/>
            <p:cNvCxnSpPr>
              <a:stCxn id="13" idx="3"/>
              <a:endCxn id="18" idx="1"/>
            </p:cNvCxnSpPr>
            <p:nvPr/>
          </p:nvCxnSpPr>
          <p:spPr>
            <a:xfrm>
              <a:off x="3062897" y="5319581"/>
              <a:ext cx="1038633" cy="31454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0" name="直線單箭頭接點 129"/>
            <p:cNvCxnSpPr>
              <a:stCxn id="11" idx="3"/>
              <a:endCxn id="18" idx="0"/>
            </p:cNvCxnSpPr>
            <p:nvPr/>
          </p:nvCxnSpPr>
          <p:spPr>
            <a:xfrm>
              <a:off x="3073415" y="3307881"/>
              <a:ext cx="1600898" cy="20687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3" name="直線單箭頭接點 132"/>
            <p:cNvCxnSpPr>
              <a:stCxn id="13" idx="3"/>
              <a:endCxn id="17" idx="2"/>
            </p:cNvCxnSpPr>
            <p:nvPr/>
          </p:nvCxnSpPr>
          <p:spPr>
            <a:xfrm flipV="1">
              <a:off x="3062897" y="3223455"/>
              <a:ext cx="1611417" cy="20961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5" name="直線單箭頭接點 134"/>
            <p:cNvCxnSpPr>
              <a:stCxn id="17" idx="3"/>
              <a:endCxn id="23" idx="1"/>
            </p:cNvCxnSpPr>
            <p:nvPr/>
          </p:nvCxnSpPr>
          <p:spPr>
            <a:xfrm flipV="1">
              <a:off x="5247096" y="2939208"/>
              <a:ext cx="1123668" cy="3794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7" name="直線單箭頭接點 136"/>
            <p:cNvCxnSpPr>
              <a:stCxn id="17" idx="3"/>
              <a:endCxn id="24" idx="1"/>
            </p:cNvCxnSpPr>
            <p:nvPr/>
          </p:nvCxnSpPr>
          <p:spPr>
            <a:xfrm>
              <a:off x="5247096" y="2977157"/>
              <a:ext cx="1140704" cy="8535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9" name="直線單箭頭接點 138"/>
            <p:cNvCxnSpPr>
              <a:stCxn id="17" idx="3"/>
              <a:endCxn id="25" idx="1"/>
            </p:cNvCxnSpPr>
            <p:nvPr/>
          </p:nvCxnSpPr>
          <p:spPr>
            <a:xfrm>
              <a:off x="5247096" y="2977157"/>
              <a:ext cx="1125379" cy="171419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2" name="直線單箭頭接點 141"/>
            <p:cNvCxnSpPr>
              <a:stCxn id="17" idx="3"/>
              <a:endCxn id="26" idx="1"/>
            </p:cNvCxnSpPr>
            <p:nvPr/>
          </p:nvCxnSpPr>
          <p:spPr>
            <a:xfrm>
              <a:off x="5247096" y="2977157"/>
              <a:ext cx="1133114" cy="26979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4" name="直線單箭頭接點 143"/>
            <p:cNvCxnSpPr>
              <a:stCxn id="18" idx="3"/>
              <a:endCxn id="26" idx="1"/>
            </p:cNvCxnSpPr>
            <p:nvPr/>
          </p:nvCxnSpPr>
          <p:spPr>
            <a:xfrm>
              <a:off x="5247095" y="5634122"/>
              <a:ext cx="1133115" cy="409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6" name="直線單箭頭接點 145"/>
            <p:cNvCxnSpPr>
              <a:stCxn id="18" idx="3"/>
              <a:endCxn id="25" idx="1"/>
            </p:cNvCxnSpPr>
            <p:nvPr/>
          </p:nvCxnSpPr>
          <p:spPr>
            <a:xfrm flipV="1">
              <a:off x="5247095" y="4691356"/>
              <a:ext cx="1125380" cy="9427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8" name="直線單箭頭接點 147"/>
            <p:cNvCxnSpPr>
              <a:stCxn id="18" idx="3"/>
              <a:endCxn id="24" idx="1"/>
            </p:cNvCxnSpPr>
            <p:nvPr/>
          </p:nvCxnSpPr>
          <p:spPr>
            <a:xfrm flipV="1">
              <a:off x="5247095" y="3830685"/>
              <a:ext cx="1140705" cy="180343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0" name="直線單箭頭接點 149"/>
            <p:cNvCxnSpPr>
              <a:stCxn id="18" idx="3"/>
              <a:endCxn id="23" idx="1"/>
            </p:cNvCxnSpPr>
            <p:nvPr/>
          </p:nvCxnSpPr>
          <p:spPr>
            <a:xfrm flipV="1">
              <a:off x="5247095" y="2939208"/>
              <a:ext cx="1123669" cy="269491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153" name="向下箭號 152"/>
            <p:cNvSpPr/>
            <p:nvPr/>
          </p:nvSpPr>
          <p:spPr>
            <a:xfrm>
              <a:off x="9887881" y="4728282"/>
              <a:ext cx="349135" cy="537873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55" name="直線單箭頭接點 154"/>
            <p:cNvCxnSpPr>
              <a:stCxn id="23" idx="3"/>
              <a:endCxn id="55" idx="2"/>
            </p:cNvCxnSpPr>
            <p:nvPr/>
          </p:nvCxnSpPr>
          <p:spPr>
            <a:xfrm>
              <a:off x="7257527" y="2939208"/>
              <a:ext cx="2189723" cy="2959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57" name="直線單箭頭接點 156"/>
            <p:cNvCxnSpPr>
              <a:stCxn id="24" idx="3"/>
              <a:endCxn id="55" idx="2"/>
            </p:cNvCxnSpPr>
            <p:nvPr/>
          </p:nvCxnSpPr>
          <p:spPr>
            <a:xfrm flipV="1">
              <a:off x="7274563" y="3235197"/>
              <a:ext cx="2172687" cy="5954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61" name="直線單箭頭接點 160"/>
            <p:cNvCxnSpPr>
              <a:stCxn id="25" idx="3"/>
              <a:endCxn id="55" idx="2"/>
            </p:cNvCxnSpPr>
            <p:nvPr/>
          </p:nvCxnSpPr>
          <p:spPr>
            <a:xfrm flipV="1">
              <a:off x="7259238" y="3235197"/>
              <a:ext cx="2188012" cy="145615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65" name="直線單箭頭接點 164"/>
            <p:cNvCxnSpPr>
              <a:stCxn id="26" idx="3"/>
              <a:endCxn id="55" idx="2"/>
            </p:cNvCxnSpPr>
            <p:nvPr/>
          </p:nvCxnSpPr>
          <p:spPr>
            <a:xfrm flipV="1">
              <a:off x="7294610" y="3235197"/>
              <a:ext cx="2152640" cy="243990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67" name="直線單箭頭接點 166"/>
            <p:cNvCxnSpPr>
              <a:stCxn id="24" idx="3"/>
              <a:endCxn id="19" idx="2"/>
            </p:cNvCxnSpPr>
            <p:nvPr/>
          </p:nvCxnSpPr>
          <p:spPr>
            <a:xfrm>
              <a:off x="7274563" y="3830685"/>
              <a:ext cx="1972477" cy="47342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9" name="直線單箭頭接點 168"/>
            <p:cNvCxnSpPr>
              <a:stCxn id="25" idx="3"/>
              <a:endCxn id="19" idx="2"/>
            </p:cNvCxnSpPr>
            <p:nvPr/>
          </p:nvCxnSpPr>
          <p:spPr>
            <a:xfrm flipV="1">
              <a:off x="7259238" y="4304106"/>
              <a:ext cx="1987802" cy="3872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1" name="直線單箭頭接點 170"/>
            <p:cNvCxnSpPr>
              <a:stCxn id="23" idx="3"/>
              <a:endCxn id="19" idx="2"/>
            </p:cNvCxnSpPr>
            <p:nvPr/>
          </p:nvCxnSpPr>
          <p:spPr>
            <a:xfrm>
              <a:off x="7257527" y="2939208"/>
              <a:ext cx="1989513" cy="136489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5" name="直線單箭頭接點 174"/>
            <p:cNvCxnSpPr>
              <a:stCxn id="26" idx="3"/>
              <a:endCxn id="19" idx="2"/>
            </p:cNvCxnSpPr>
            <p:nvPr/>
          </p:nvCxnSpPr>
          <p:spPr>
            <a:xfrm flipV="1">
              <a:off x="7294610" y="4304106"/>
              <a:ext cx="1952430" cy="13709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7" name="直線單箭頭接點 176"/>
            <p:cNvCxnSpPr>
              <a:stCxn id="26" idx="3"/>
              <a:endCxn id="22" idx="2"/>
            </p:cNvCxnSpPr>
            <p:nvPr/>
          </p:nvCxnSpPr>
          <p:spPr>
            <a:xfrm flipV="1">
              <a:off x="7294610" y="5606449"/>
              <a:ext cx="2228585" cy="6865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線單箭頭接點 178"/>
            <p:cNvCxnSpPr>
              <a:stCxn id="25" idx="3"/>
              <a:endCxn id="22" idx="2"/>
            </p:cNvCxnSpPr>
            <p:nvPr/>
          </p:nvCxnSpPr>
          <p:spPr>
            <a:xfrm>
              <a:off x="7259238" y="4691356"/>
              <a:ext cx="2263957" cy="9150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直線單箭頭接點 180"/>
            <p:cNvCxnSpPr>
              <a:stCxn id="24" idx="3"/>
              <a:endCxn id="22" idx="2"/>
            </p:cNvCxnSpPr>
            <p:nvPr/>
          </p:nvCxnSpPr>
          <p:spPr>
            <a:xfrm>
              <a:off x="7274563" y="3830685"/>
              <a:ext cx="2248632" cy="17757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線單箭頭接點 182"/>
            <p:cNvCxnSpPr>
              <a:stCxn id="23" idx="3"/>
              <a:endCxn id="22" idx="2"/>
            </p:cNvCxnSpPr>
            <p:nvPr/>
          </p:nvCxnSpPr>
          <p:spPr>
            <a:xfrm>
              <a:off x="7257527" y="2939208"/>
              <a:ext cx="2265668" cy="266724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57512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000"/>
                            </p:stCondLst>
                            <p:childTnLst>
                              <p:par>
                                <p:cTn id="56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7C710A07-2A28-40EC-8D93-D7387474F0E6}"/>
              </a:ext>
            </a:extLst>
          </p:cNvPr>
          <p:cNvSpPr/>
          <p:nvPr/>
        </p:nvSpPr>
        <p:spPr>
          <a:xfrm>
            <a:off x="-28836" y="1053684"/>
            <a:ext cx="12192001" cy="5804316"/>
          </a:xfrm>
          <a:prstGeom prst="rect">
            <a:avLst/>
          </a:prstGeom>
          <a:blipFill dpi="0" rotWithShape="1">
            <a:blip r:embed="rId4">
              <a:alphaModFix amt="10000"/>
            </a:blip>
            <a:srcRect/>
            <a:stretch>
              <a:fillRect t="1" b="-1815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007A7BA-1DE5-4665-9D30-DF265963F3B3}"/>
              </a:ext>
            </a:extLst>
          </p:cNvPr>
          <p:cNvSpPr/>
          <p:nvPr/>
        </p:nvSpPr>
        <p:spPr>
          <a:xfrm>
            <a:off x="7281261" y="0"/>
            <a:ext cx="4472589" cy="6858000"/>
          </a:xfrm>
          <a:prstGeom prst="rect">
            <a:avLst/>
          </a:prstGeom>
          <a:pattFill prst="wdUpDiag">
            <a:fgClr>
              <a:srgbClr val="8EBAE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D6B1D381-2032-4BBA-9BCC-3F2ED3F7A23C}"/>
              </a:ext>
            </a:extLst>
          </p:cNvPr>
          <p:cNvSpPr/>
          <p:nvPr/>
        </p:nvSpPr>
        <p:spPr>
          <a:xfrm>
            <a:off x="0" y="0"/>
            <a:ext cx="1498719" cy="1657350"/>
          </a:xfrm>
          <a:custGeom>
            <a:avLst/>
            <a:gdLst>
              <a:gd name="connsiteX0" fmla="*/ 1217293 w 2147966"/>
              <a:gd name="connsiteY0" fmla="*/ 0 h 2375316"/>
              <a:gd name="connsiteX1" fmla="*/ 2048385 w 2147966"/>
              <a:gd name="connsiteY1" fmla="*/ 0 h 2375316"/>
              <a:gd name="connsiteX2" fmla="*/ 2067460 w 2147966"/>
              <a:gd name="connsiteY2" fmla="*/ 52117 h 2375316"/>
              <a:gd name="connsiteX3" fmla="*/ 2147966 w 2147966"/>
              <a:gd name="connsiteY3" fmla="*/ 584616 h 2375316"/>
              <a:gd name="connsiteX4" fmla="*/ 357266 w 2147966"/>
              <a:gd name="connsiteY4" fmla="*/ 2375316 h 2375316"/>
              <a:gd name="connsiteX5" fmla="*/ 174177 w 2147966"/>
              <a:gd name="connsiteY5" fmla="*/ 2366071 h 2375316"/>
              <a:gd name="connsiteX6" fmla="*/ 0 w 2147966"/>
              <a:gd name="connsiteY6" fmla="*/ 2339488 h 2375316"/>
              <a:gd name="connsiteX7" fmla="*/ 0 w 2147966"/>
              <a:gd name="connsiteY7" fmla="*/ 1560485 h 2375316"/>
              <a:gd name="connsiteX8" fmla="*/ 47948 w 2147966"/>
              <a:gd name="connsiteY8" fmla="*/ 1578034 h 2375316"/>
              <a:gd name="connsiteX9" fmla="*/ 357266 w 2147966"/>
              <a:gd name="connsiteY9" fmla="*/ 1624798 h 2375316"/>
              <a:gd name="connsiteX10" fmla="*/ 1397448 w 2147966"/>
              <a:gd name="connsiteY10" fmla="*/ 584616 h 2375316"/>
              <a:gd name="connsiteX11" fmla="*/ 1219801 w 2147966"/>
              <a:gd name="connsiteY11" fmla="*/ 3040 h 2375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147966" h="2375316">
                <a:moveTo>
                  <a:pt x="1217293" y="0"/>
                </a:moveTo>
                <a:lnTo>
                  <a:pt x="2048385" y="0"/>
                </a:lnTo>
                <a:lnTo>
                  <a:pt x="2067460" y="52117"/>
                </a:lnTo>
                <a:cubicBezTo>
                  <a:pt x="2119781" y="220333"/>
                  <a:pt x="2147966" y="399183"/>
                  <a:pt x="2147966" y="584616"/>
                </a:cubicBezTo>
                <a:cubicBezTo>
                  <a:pt x="2147966" y="1573592"/>
                  <a:pt x="1346242" y="2375316"/>
                  <a:pt x="357266" y="2375316"/>
                </a:cubicBezTo>
                <a:cubicBezTo>
                  <a:pt x="295455" y="2375316"/>
                  <a:pt x="234375" y="2372184"/>
                  <a:pt x="174177" y="2366071"/>
                </a:cubicBezTo>
                <a:lnTo>
                  <a:pt x="0" y="2339488"/>
                </a:lnTo>
                <a:lnTo>
                  <a:pt x="0" y="1560485"/>
                </a:lnTo>
                <a:lnTo>
                  <a:pt x="47948" y="1578034"/>
                </a:lnTo>
                <a:cubicBezTo>
                  <a:pt x="145661" y="1608426"/>
                  <a:pt x="249552" y="1624798"/>
                  <a:pt x="357266" y="1624798"/>
                </a:cubicBezTo>
                <a:cubicBezTo>
                  <a:pt x="931743" y="1624798"/>
                  <a:pt x="1397448" y="1159093"/>
                  <a:pt x="1397448" y="584616"/>
                </a:cubicBezTo>
                <a:cubicBezTo>
                  <a:pt x="1397448" y="369187"/>
                  <a:pt x="1331958" y="169054"/>
                  <a:pt x="1219801" y="304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rgbClr val="0070C0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3C6F1E2-5A04-4423-A6C1-9B04901EF96E}"/>
              </a:ext>
            </a:extLst>
          </p:cNvPr>
          <p:cNvSpPr/>
          <p:nvPr/>
        </p:nvSpPr>
        <p:spPr>
          <a:xfrm flipH="1">
            <a:off x="7707298" y="0"/>
            <a:ext cx="3636974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PA_文本框 18">
            <a:extLst>
              <a:ext uri="{FF2B5EF4-FFF2-40B4-BE49-F238E27FC236}">
                <a16:creationId xmlns:a16="http://schemas.microsoft.com/office/drawing/2014/main" id="{85DB1B22-E95D-4460-B4D9-8349FB7A6AA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544011" y="4012467"/>
            <a:ext cx="2513214" cy="519351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3175"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MP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：</a:t>
            </a:r>
            <a:r>
              <a:rPr lang="en-US" altLang="zh-CN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15630606399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8" name="PA_文本框 18">
            <a:extLst>
              <a:ext uri="{FF2B5EF4-FFF2-40B4-BE49-F238E27FC236}">
                <a16:creationId xmlns:a16="http://schemas.microsoft.com/office/drawing/2014/main" id="{613F8FCA-D71A-4DB0-BEA6-1CE17527F1B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731437" y="4755705"/>
            <a:ext cx="4138362" cy="519351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3175"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wrap="none" lIns="91440" tIns="45720" rIns="91440" bIns="45720" rtlCol="0" anchor="ctr">
            <a:spAutoFit/>
          </a:bodyPr>
          <a:lstStyle/>
          <a:p>
            <a:pPr lvl="0" algn="ctr" defTabSz="914377">
              <a:defRPr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BLOG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https://blog.csdn.net/l350z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14B152BA-FB3A-4DEF-97AF-2D3132A6379B}"/>
              </a:ext>
            </a:extLst>
          </p:cNvPr>
          <p:cNvGrpSpPr/>
          <p:nvPr/>
        </p:nvGrpSpPr>
        <p:grpSpPr>
          <a:xfrm>
            <a:off x="9679404" y="4242544"/>
            <a:ext cx="2512596" cy="2615456"/>
            <a:chOff x="9679404" y="4242544"/>
            <a:chExt cx="2512596" cy="2615456"/>
          </a:xfrm>
        </p:grpSpPr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616D1BA4-5DFB-495C-B4C0-D9BF0BD2A928}"/>
                </a:ext>
              </a:extLst>
            </p:cNvPr>
            <p:cNvSpPr/>
            <p:nvPr/>
          </p:nvSpPr>
          <p:spPr>
            <a:xfrm flipH="1" flipV="1">
              <a:off x="10044034" y="4482684"/>
              <a:ext cx="2147966" cy="2375316"/>
            </a:xfrm>
            <a:custGeom>
              <a:avLst/>
              <a:gdLst>
                <a:gd name="connsiteX0" fmla="*/ 1217293 w 2147966"/>
                <a:gd name="connsiteY0" fmla="*/ 0 h 2375316"/>
                <a:gd name="connsiteX1" fmla="*/ 2048385 w 2147966"/>
                <a:gd name="connsiteY1" fmla="*/ 0 h 2375316"/>
                <a:gd name="connsiteX2" fmla="*/ 2067460 w 2147966"/>
                <a:gd name="connsiteY2" fmla="*/ 52117 h 2375316"/>
                <a:gd name="connsiteX3" fmla="*/ 2147966 w 2147966"/>
                <a:gd name="connsiteY3" fmla="*/ 584616 h 2375316"/>
                <a:gd name="connsiteX4" fmla="*/ 357266 w 2147966"/>
                <a:gd name="connsiteY4" fmla="*/ 2375316 h 2375316"/>
                <a:gd name="connsiteX5" fmla="*/ 174177 w 2147966"/>
                <a:gd name="connsiteY5" fmla="*/ 2366071 h 2375316"/>
                <a:gd name="connsiteX6" fmla="*/ 0 w 2147966"/>
                <a:gd name="connsiteY6" fmla="*/ 2339488 h 2375316"/>
                <a:gd name="connsiteX7" fmla="*/ 0 w 2147966"/>
                <a:gd name="connsiteY7" fmla="*/ 1560485 h 2375316"/>
                <a:gd name="connsiteX8" fmla="*/ 47948 w 2147966"/>
                <a:gd name="connsiteY8" fmla="*/ 1578034 h 2375316"/>
                <a:gd name="connsiteX9" fmla="*/ 357266 w 2147966"/>
                <a:gd name="connsiteY9" fmla="*/ 1624798 h 2375316"/>
                <a:gd name="connsiteX10" fmla="*/ 1397448 w 2147966"/>
                <a:gd name="connsiteY10" fmla="*/ 584616 h 2375316"/>
                <a:gd name="connsiteX11" fmla="*/ 1219801 w 2147966"/>
                <a:gd name="connsiteY11" fmla="*/ 3040 h 237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47966" h="2375316">
                  <a:moveTo>
                    <a:pt x="1217293" y="0"/>
                  </a:moveTo>
                  <a:lnTo>
                    <a:pt x="2048385" y="0"/>
                  </a:lnTo>
                  <a:lnTo>
                    <a:pt x="2067460" y="52117"/>
                  </a:lnTo>
                  <a:cubicBezTo>
                    <a:pt x="2119781" y="220333"/>
                    <a:pt x="2147966" y="399183"/>
                    <a:pt x="2147966" y="584616"/>
                  </a:cubicBezTo>
                  <a:cubicBezTo>
                    <a:pt x="2147966" y="1573592"/>
                    <a:pt x="1346242" y="2375316"/>
                    <a:pt x="357266" y="2375316"/>
                  </a:cubicBezTo>
                  <a:cubicBezTo>
                    <a:pt x="295455" y="2375316"/>
                    <a:pt x="234375" y="2372184"/>
                    <a:pt x="174177" y="2366071"/>
                  </a:cubicBezTo>
                  <a:lnTo>
                    <a:pt x="0" y="2339488"/>
                  </a:lnTo>
                  <a:lnTo>
                    <a:pt x="0" y="1560485"/>
                  </a:lnTo>
                  <a:lnTo>
                    <a:pt x="47948" y="1578034"/>
                  </a:lnTo>
                  <a:cubicBezTo>
                    <a:pt x="145661" y="1608426"/>
                    <a:pt x="249552" y="1624798"/>
                    <a:pt x="357266" y="1624798"/>
                  </a:cubicBezTo>
                  <a:cubicBezTo>
                    <a:pt x="931743" y="1624798"/>
                    <a:pt x="1397448" y="1159093"/>
                    <a:pt x="1397448" y="584616"/>
                  </a:cubicBezTo>
                  <a:cubicBezTo>
                    <a:pt x="1397448" y="369187"/>
                    <a:pt x="1331958" y="169054"/>
                    <a:pt x="1219801" y="3040"/>
                  </a:cubicBezTo>
                  <a:close/>
                </a:path>
              </a:pathLst>
            </a:custGeom>
            <a:solidFill>
              <a:srgbClr val="8EBAE2"/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A7585635-9F29-4E63-8ED6-2D0E97E9D29A}"/>
                </a:ext>
              </a:extLst>
            </p:cNvPr>
            <p:cNvSpPr/>
            <p:nvPr/>
          </p:nvSpPr>
          <p:spPr>
            <a:xfrm flipH="1" flipV="1">
              <a:off x="9679404" y="4242544"/>
              <a:ext cx="2147966" cy="2375316"/>
            </a:xfrm>
            <a:custGeom>
              <a:avLst/>
              <a:gdLst>
                <a:gd name="connsiteX0" fmla="*/ 1217293 w 2147966"/>
                <a:gd name="connsiteY0" fmla="*/ 0 h 2375316"/>
                <a:gd name="connsiteX1" fmla="*/ 2048385 w 2147966"/>
                <a:gd name="connsiteY1" fmla="*/ 0 h 2375316"/>
                <a:gd name="connsiteX2" fmla="*/ 2067460 w 2147966"/>
                <a:gd name="connsiteY2" fmla="*/ 52117 h 2375316"/>
                <a:gd name="connsiteX3" fmla="*/ 2147966 w 2147966"/>
                <a:gd name="connsiteY3" fmla="*/ 584616 h 2375316"/>
                <a:gd name="connsiteX4" fmla="*/ 357266 w 2147966"/>
                <a:gd name="connsiteY4" fmla="*/ 2375316 h 2375316"/>
                <a:gd name="connsiteX5" fmla="*/ 174177 w 2147966"/>
                <a:gd name="connsiteY5" fmla="*/ 2366071 h 2375316"/>
                <a:gd name="connsiteX6" fmla="*/ 0 w 2147966"/>
                <a:gd name="connsiteY6" fmla="*/ 2339488 h 2375316"/>
                <a:gd name="connsiteX7" fmla="*/ 0 w 2147966"/>
                <a:gd name="connsiteY7" fmla="*/ 1560485 h 2375316"/>
                <a:gd name="connsiteX8" fmla="*/ 47948 w 2147966"/>
                <a:gd name="connsiteY8" fmla="*/ 1578034 h 2375316"/>
                <a:gd name="connsiteX9" fmla="*/ 357266 w 2147966"/>
                <a:gd name="connsiteY9" fmla="*/ 1624798 h 2375316"/>
                <a:gd name="connsiteX10" fmla="*/ 1397448 w 2147966"/>
                <a:gd name="connsiteY10" fmla="*/ 584616 h 2375316"/>
                <a:gd name="connsiteX11" fmla="*/ 1219801 w 2147966"/>
                <a:gd name="connsiteY11" fmla="*/ 3040 h 237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47966" h="2375316">
                  <a:moveTo>
                    <a:pt x="1217293" y="0"/>
                  </a:moveTo>
                  <a:lnTo>
                    <a:pt x="2048385" y="0"/>
                  </a:lnTo>
                  <a:lnTo>
                    <a:pt x="2067460" y="52117"/>
                  </a:lnTo>
                  <a:cubicBezTo>
                    <a:pt x="2119781" y="220333"/>
                    <a:pt x="2147966" y="399183"/>
                    <a:pt x="2147966" y="584616"/>
                  </a:cubicBezTo>
                  <a:cubicBezTo>
                    <a:pt x="2147966" y="1573592"/>
                    <a:pt x="1346242" y="2375316"/>
                    <a:pt x="357266" y="2375316"/>
                  </a:cubicBezTo>
                  <a:cubicBezTo>
                    <a:pt x="295455" y="2375316"/>
                    <a:pt x="234375" y="2372184"/>
                    <a:pt x="174177" y="2366071"/>
                  </a:cubicBezTo>
                  <a:lnTo>
                    <a:pt x="0" y="2339488"/>
                  </a:lnTo>
                  <a:lnTo>
                    <a:pt x="0" y="1560485"/>
                  </a:lnTo>
                  <a:lnTo>
                    <a:pt x="47948" y="1578034"/>
                  </a:lnTo>
                  <a:cubicBezTo>
                    <a:pt x="145661" y="1608426"/>
                    <a:pt x="249552" y="1624798"/>
                    <a:pt x="357266" y="1624798"/>
                  </a:cubicBezTo>
                  <a:cubicBezTo>
                    <a:pt x="931743" y="1624798"/>
                    <a:pt x="1397448" y="1159093"/>
                    <a:pt x="1397448" y="584616"/>
                  </a:cubicBezTo>
                  <a:cubicBezTo>
                    <a:pt x="1397448" y="369187"/>
                    <a:pt x="1331958" y="169054"/>
                    <a:pt x="1219801" y="3040"/>
                  </a:cubicBezTo>
                  <a:close/>
                </a:path>
              </a:pathLst>
            </a:custGeom>
            <a:noFill/>
            <a:ln>
              <a:solidFill>
                <a:srgbClr val="8EB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8" name="Rectangle 4">
            <a:hlinkClick r:id="rId5"/>
          </p:cNvPr>
          <p:cNvSpPr>
            <a:spLocks noChangeArrowheads="1"/>
          </p:cNvSpPr>
          <p:nvPr/>
        </p:nvSpPr>
        <p:spPr bwMode="auto">
          <a:xfrm>
            <a:off x="614490" y="1330294"/>
            <a:ext cx="7162800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r>
              <a:rPr kumimoji="0" lang="zh-CN" altLang="en-US" sz="6600" b="1" dirty="0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报</a:t>
            </a:r>
            <a:r>
              <a:rPr kumimoji="0" lang="zh-CN" altLang="en-US" sz="6600" b="1" dirty="0" smtClean="0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告完毕，谢谢！</a:t>
            </a:r>
            <a:endParaRPr kumimoji="0" lang="zh-TW" altLang="en-US" sz="6600" b="1" dirty="0">
              <a:solidFill>
                <a:srgbClr val="0000FF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29" name="Rectangle 6"/>
          <p:cNvSpPr>
            <a:spLocks noChangeArrowheads="1"/>
          </p:cNvSpPr>
          <p:nvPr/>
        </p:nvSpPr>
        <p:spPr bwMode="auto">
          <a:xfrm>
            <a:off x="1852011" y="2773764"/>
            <a:ext cx="389722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kumimoji="0" lang="zh-CN" altLang="en-US" sz="4800" b="1" dirty="0">
                <a:solidFill>
                  <a:srgbClr val="FF0000"/>
                </a:solidFill>
                <a:latin typeface="Times New Roman" panose="02020603050405020304" pitchFamily="18" charset="0"/>
                <a:ea typeface="SimHei" panose="02010609060101010101" pitchFamily="49" charset="-122"/>
              </a:rPr>
              <a:t>欢</a:t>
            </a:r>
            <a:r>
              <a:rPr kumimoji="0" lang="zh-CN" altLang="en-US" sz="4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SimHei" panose="02010609060101010101" pitchFamily="49" charset="-122"/>
              </a:rPr>
              <a:t>迎提问指导</a:t>
            </a:r>
            <a:endParaRPr kumimoji="0" lang="zh-TW" altLang="en-US" sz="4800" b="1" dirty="0">
              <a:solidFill>
                <a:srgbClr val="FF0000"/>
              </a:solidFill>
              <a:latin typeface="Times New Roman" panose="02020603050405020304" pitchFamily="18" charset="0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28285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8000">
        <p:split orient="vert"/>
      </p:transition>
    </mc:Choice>
    <mc:Fallback xmlns="">
      <p:transition spd="slow" advClick="0" advTm="8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7" grpId="0" animBg="1"/>
      <p:bldP spid="18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1692</TotalTime>
  <Words>671</Words>
  <Application>Microsoft Office PowerPoint</Application>
  <PresentationFormat>寬螢幕</PresentationFormat>
  <Paragraphs>126</Paragraphs>
  <Slides>7</Slides>
  <Notes>0</Notes>
  <HiddenSlides>0</HiddenSlides>
  <MMClips>1</MMClips>
  <ScaleCrop>false</ScaleCrop>
  <HeadingPairs>
    <vt:vector size="6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9" baseType="lpstr">
      <vt:lpstr>等线</vt:lpstr>
      <vt:lpstr>等线 Light</vt:lpstr>
      <vt:lpstr>Microsoft YaHei</vt:lpstr>
      <vt:lpstr>Microsoft YaHei</vt:lpstr>
      <vt:lpstr>SimHei</vt:lpstr>
      <vt:lpstr>宋体</vt:lpstr>
      <vt:lpstr>思源黑体 CN ExtraLight</vt:lpstr>
      <vt:lpstr>思源宋体</vt:lpstr>
      <vt:lpstr>新細明體</vt:lpstr>
      <vt:lpstr>Arial</vt:lpstr>
      <vt:lpstr>Times New Roman</vt:lpstr>
      <vt:lpstr>Office 主题​​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swl20</dc:creator>
  <cp:lastModifiedBy>gao</cp:lastModifiedBy>
  <cp:revision>130</cp:revision>
  <dcterms:created xsi:type="dcterms:W3CDTF">2020-05-23T02:50:13Z</dcterms:created>
  <dcterms:modified xsi:type="dcterms:W3CDTF">2023-11-10T06:57:12Z</dcterms:modified>
</cp:coreProperties>
</file>