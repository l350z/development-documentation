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1"/>
  </p:notesMasterIdLst>
  <p:sldIdLst>
    <p:sldId id="2147377270" r:id="rId5"/>
    <p:sldId id="2147377271" r:id="rId6"/>
    <p:sldId id="2147377283" r:id="rId7"/>
    <p:sldId id="2147377285" r:id="rId8"/>
    <p:sldId id="2147377284" r:id="rId9"/>
    <p:sldId id="2147377280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E0FF"/>
    <a:srgbClr val="002A88"/>
    <a:srgbClr val="3799E2"/>
    <a:srgbClr val="FFFFFF"/>
    <a:srgbClr val="0052A3"/>
    <a:srgbClr val="FC0B25"/>
    <a:srgbClr val="00ECFF"/>
    <a:srgbClr val="2A8395"/>
    <a:srgbClr val="319DB3"/>
    <a:srgbClr val="369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22" autoAdjust="0"/>
    <p:restoredTop sz="96438" autoAdjust="0"/>
  </p:normalViewPr>
  <p:slideViewPr>
    <p:cSldViewPr snapToGrid="0" snapToObjects="1">
      <p:cViewPr varScale="1">
        <p:scale>
          <a:sx n="73" d="100"/>
          <a:sy n="73" d="100"/>
        </p:scale>
        <p:origin x="492" y="66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瑜 鄭" userId="ff9595f1-2a48-486b-8ad7-45889a0e32d3" providerId="ADAL" clId="{C46E9C82-EF3F-4932-A052-A66BE5625EDB}"/>
    <pc:docChg chg="undo custSel modMainMaster">
      <pc:chgData name="瑜 鄭" userId="ff9595f1-2a48-486b-8ad7-45889a0e32d3" providerId="ADAL" clId="{C46E9C82-EF3F-4932-A052-A66BE5625EDB}" dt="2024-04-29T03:14:27.575" v="4" actId="478"/>
      <pc:docMkLst>
        <pc:docMk/>
      </pc:docMkLst>
      <pc:sldMasterChg chg="modSldLayout">
        <pc:chgData name="瑜 鄭" userId="ff9595f1-2a48-486b-8ad7-45889a0e32d3" providerId="ADAL" clId="{C46E9C82-EF3F-4932-A052-A66BE5625EDB}" dt="2024-04-29T03:14:27.575" v="4" actId="478"/>
        <pc:sldMasterMkLst>
          <pc:docMk/>
          <pc:sldMasterMk cId="0" sldId="2147483648"/>
        </pc:sldMasterMkLst>
        <pc:sldLayoutChg chg="delSp modSp">
          <pc:chgData name="瑜 鄭" userId="ff9595f1-2a48-486b-8ad7-45889a0e32d3" providerId="ADAL" clId="{C46E9C82-EF3F-4932-A052-A66BE5625EDB}" dt="2024-04-29T03:14:27.575" v="4" actId="478"/>
          <pc:sldLayoutMkLst>
            <pc:docMk/>
            <pc:sldMasterMk cId="0" sldId="2147483648"/>
            <pc:sldLayoutMk cId="3716488668" sldId="2147483666"/>
          </pc:sldLayoutMkLst>
          <pc:spChg chg="mod">
            <ac:chgData name="瑜 鄭" userId="ff9595f1-2a48-486b-8ad7-45889a0e32d3" providerId="ADAL" clId="{C46E9C82-EF3F-4932-A052-A66BE5625EDB}" dt="2024-04-29T03:14:24.147" v="1" actId="1076"/>
            <ac:spMkLst>
              <pc:docMk/>
              <pc:sldMasterMk cId="0" sldId="2147483648"/>
              <pc:sldLayoutMk cId="3716488668" sldId="2147483666"/>
              <ac:spMk id="3" creationId="{40B6EC3E-CC1E-6051-C553-C051D60AE3DB}"/>
            </ac:spMkLst>
          </pc:spChg>
          <pc:spChg chg="del mod">
            <ac:chgData name="瑜 鄭" userId="ff9595f1-2a48-486b-8ad7-45889a0e32d3" providerId="ADAL" clId="{C46E9C82-EF3F-4932-A052-A66BE5625EDB}" dt="2024-04-29T03:14:27.575" v="4" actId="478"/>
            <ac:spMkLst>
              <pc:docMk/>
              <pc:sldMasterMk cId="0" sldId="2147483648"/>
              <pc:sldLayoutMk cId="3716488668" sldId="2147483666"/>
              <ac:spMk id="103" creationId="{FB997FD7-0DFB-4E3A-A682-AB8D566902E2}"/>
            </ac:spMkLst>
          </pc:spChg>
          <pc:spChg chg="del">
            <ac:chgData name="瑜 鄭" userId="ff9595f1-2a48-486b-8ad7-45889a0e32d3" providerId="ADAL" clId="{C46E9C82-EF3F-4932-A052-A66BE5625EDB}" dt="2024-04-29T03:14:26.148" v="2" actId="478"/>
            <ac:spMkLst>
              <pc:docMk/>
              <pc:sldMasterMk cId="0" sldId="2147483648"/>
              <pc:sldLayoutMk cId="3716488668" sldId="2147483666"/>
              <ac:spMk id="105" creationId="{69E9CAF2-CE5F-4D1B-844A-4B8BF64F2722}"/>
            </ac:spMkLst>
          </pc:spChg>
          <pc:cxnChg chg="del">
            <ac:chgData name="瑜 鄭" userId="ff9595f1-2a48-486b-8ad7-45889a0e32d3" providerId="ADAL" clId="{C46E9C82-EF3F-4932-A052-A66BE5625EDB}" dt="2024-04-29T03:14:26.148" v="2" actId="478"/>
            <ac:cxnSpMkLst>
              <pc:docMk/>
              <pc:sldMasterMk cId="0" sldId="2147483648"/>
              <pc:sldLayoutMk cId="3716488668" sldId="2147483666"/>
              <ac:cxnSpMk id="104" creationId="{EE63CE68-0EC9-4854-A604-4829E4B6BB0C}"/>
            </ac:cxnSpMkLst>
          </pc:cxnChg>
        </pc:sldLayoutChg>
      </pc:sldMasterChg>
    </pc:docChg>
  </pc:docChgLst>
  <pc:docChgLst>
    <pc:chgData name="瑜 鄭" userId="ff9595f1-2a48-486b-8ad7-45889a0e32d3" providerId="ADAL" clId="{8CAD5FD2-EB8E-480D-9E5A-7CB1A02F3249}"/>
    <pc:docChg chg="undo custSel modSld modMainMaster">
      <pc:chgData name="瑜 鄭" userId="ff9595f1-2a48-486b-8ad7-45889a0e32d3" providerId="ADAL" clId="{8CAD5FD2-EB8E-480D-9E5A-7CB1A02F3249}" dt="2024-04-29T02:40:02.258" v="85"/>
      <pc:docMkLst>
        <pc:docMk/>
      </pc:docMkLst>
      <pc:sldChg chg="addSp delSp">
        <pc:chgData name="瑜 鄭" userId="ff9595f1-2a48-486b-8ad7-45889a0e32d3" providerId="ADAL" clId="{8CAD5FD2-EB8E-480D-9E5A-7CB1A02F3249}" dt="2024-04-29T02:36:46.806" v="74" actId="478"/>
        <pc:sldMkLst>
          <pc:docMk/>
          <pc:sldMk cId="4083572407" sldId="2147377270"/>
        </pc:sldMkLst>
        <pc:spChg chg="add del">
          <ac:chgData name="瑜 鄭" userId="ff9595f1-2a48-486b-8ad7-45889a0e32d3" providerId="ADAL" clId="{8CAD5FD2-EB8E-480D-9E5A-7CB1A02F3249}" dt="2024-04-29T02:36:46.806" v="74" actId="478"/>
          <ac:spMkLst>
            <pc:docMk/>
            <pc:sldMk cId="4083572407" sldId="2147377270"/>
            <ac:spMk id="2" creationId="{8F0CC0BA-20C4-FE09-9530-16045AC70C23}"/>
          </ac:spMkLst>
        </pc:spChg>
      </pc:sldChg>
      <pc:sldChg chg="modSp">
        <pc:chgData name="瑜 鄭" userId="ff9595f1-2a48-486b-8ad7-45889a0e32d3" providerId="ADAL" clId="{8CAD5FD2-EB8E-480D-9E5A-7CB1A02F3249}" dt="2024-04-29T02:35:17.965" v="72" actId="20577"/>
        <pc:sldMkLst>
          <pc:docMk/>
          <pc:sldMk cId="4282278545" sldId="2147377271"/>
        </pc:sldMkLst>
        <pc:spChg chg="mod">
          <ac:chgData name="瑜 鄭" userId="ff9595f1-2a48-486b-8ad7-45889a0e32d3" providerId="ADAL" clId="{8CAD5FD2-EB8E-480D-9E5A-7CB1A02F3249}" dt="2024-04-29T02:35:17.965" v="72" actId="20577"/>
          <ac:spMkLst>
            <pc:docMk/>
            <pc:sldMk cId="4282278545" sldId="2147377271"/>
            <ac:spMk id="9" creationId="{FE765CBD-ED2D-51A8-EFF0-7B905DEDD673}"/>
          </ac:spMkLst>
        </pc:spChg>
      </pc:sldChg>
      <pc:sldMasterChg chg="addSp modSldLayout">
        <pc:chgData name="瑜 鄭" userId="ff9595f1-2a48-486b-8ad7-45889a0e32d3" providerId="ADAL" clId="{8CAD5FD2-EB8E-480D-9E5A-7CB1A02F3249}" dt="2024-04-29T02:40:02.258" v="85"/>
        <pc:sldMasterMkLst>
          <pc:docMk/>
          <pc:sldMasterMk cId="0" sldId="2147483648"/>
        </pc:sldMasterMkLst>
        <pc:picChg chg="add">
          <ac:chgData name="瑜 鄭" userId="ff9595f1-2a48-486b-8ad7-45889a0e32d3" providerId="ADAL" clId="{8CAD5FD2-EB8E-480D-9E5A-7CB1A02F3249}" dt="2024-04-29T02:20:04.639" v="13"/>
          <ac:picMkLst>
            <pc:docMk/>
            <pc:sldMasterMk cId="0" sldId="2147483648"/>
            <ac:picMk id="5" creationId="{2EA5DA96-0F44-41B5-915E-F54FCF7C68C5}"/>
          </ac:picMkLst>
        </pc:picChg>
        <pc:sldLayoutChg chg="addSp delSp modSp">
          <pc:chgData name="瑜 鄭" userId="ff9595f1-2a48-486b-8ad7-45889a0e32d3" providerId="ADAL" clId="{8CAD5FD2-EB8E-480D-9E5A-7CB1A02F3249}" dt="2024-04-29T02:39:30.495" v="81" actId="20577"/>
          <pc:sldLayoutMkLst>
            <pc:docMk/>
            <pc:sldMasterMk cId="0" sldId="2147483648"/>
            <pc:sldLayoutMk cId="3716488668" sldId="2147483666"/>
          </pc:sldLayoutMkLst>
          <pc:spChg chg="mod">
            <ac:chgData name="瑜 鄭" userId="ff9595f1-2a48-486b-8ad7-45889a0e32d3" providerId="ADAL" clId="{8CAD5FD2-EB8E-480D-9E5A-7CB1A02F3249}" dt="2024-04-29T02:26:28.027" v="48" actId="1076"/>
            <ac:spMkLst>
              <pc:docMk/>
              <pc:sldMasterMk cId="0" sldId="2147483648"/>
              <pc:sldLayoutMk cId="3716488668" sldId="2147483666"/>
              <ac:spMk id="3" creationId="{40B6EC3E-CC1E-6051-C553-C051D60AE3DB}"/>
            </ac:spMkLst>
          </pc:spChg>
          <pc:spChg chg="mod">
            <ac:chgData name="瑜 鄭" userId="ff9595f1-2a48-486b-8ad7-45889a0e32d3" providerId="ADAL" clId="{8CAD5FD2-EB8E-480D-9E5A-7CB1A02F3249}" dt="2024-04-29T02:39:30.495" v="81" actId="20577"/>
            <ac:spMkLst>
              <pc:docMk/>
              <pc:sldMasterMk cId="0" sldId="2147483648"/>
              <pc:sldLayoutMk cId="3716488668" sldId="2147483666"/>
              <ac:spMk id="4" creationId="{A72F496D-C632-967A-485E-7C8EE1FDAF3D}"/>
            </ac:spMkLst>
          </pc:spChg>
          <pc:spChg chg="add">
            <ac:chgData name="瑜 鄭" userId="ff9595f1-2a48-486b-8ad7-45889a0e32d3" providerId="ADAL" clId="{8CAD5FD2-EB8E-480D-9E5A-7CB1A02F3249}" dt="2024-04-29T02:20:54.956" v="22"/>
            <ac:spMkLst>
              <pc:docMk/>
              <pc:sldMasterMk cId="0" sldId="2147483648"/>
              <pc:sldLayoutMk cId="3716488668" sldId="2147483666"/>
              <ac:spMk id="102" creationId="{88374900-2748-400B-A4D4-CF22D844B946}"/>
            </ac:spMkLst>
          </pc:spChg>
          <pc:spChg chg="add mod">
            <ac:chgData name="瑜 鄭" userId="ff9595f1-2a48-486b-8ad7-45889a0e32d3" providerId="ADAL" clId="{8CAD5FD2-EB8E-480D-9E5A-7CB1A02F3249}" dt="2024-04-29T02:26:31.539" v="49"/>
            <ac:spMkLst>
              <pc:docMk/>
              <pc:sldMasterMk cId="0" sldId="2147483648"/>
              <pc:sldLayoutMk cId="3716488668" sldId="2147483666"/>
              <ac:spMk id="103" creationId="{FB997FD7-0DFB-4E3A-A682-AB8D566902E2}"/>
            </ac:spMkLst>
          </pc:spChg>
          <pc:spChg chg="add">
            <ac:chgData name="瑜 鄭" userId="ff9595f1-2a48-486b-8ad7-45889a0e32d3" providerId="ADAL" clId="{8CAD5FD2-EB8E-480D-9E5A-7CB1A02F3249}" dt="2024-04-29T02:26:02.482" v="36"/>
            <ac:spMkLst>
              <pc:docMk/>
              <pc:sldMasterMk cId="0" sldId="2147483648"/>
              <pc:sldLayoutMk cId="3716488668" sldId="2147483666"/>
              <ac:spMk id="105" creationId="{69E9CAF2-CE5F-4D1B-844A-4B8BF64F2722}"/>
            </ac:spMkLst>
          </pc:spChg>
          <pc:spChg chg="add del mod">
            <ac:chgData name="瑜 鄭" userId="ff9595f1-2a48-486b-8ad7-45889a0e32d3" providerId="ADAL" clId="{8CAD5FD2-EB8E-480D-9E5A-7CB1A02F3249}" dt="2024-04-29T02:36:56.923" v="75" actId="478"/>
            <ac:spMkLst>
              <pc:docMk/>
              <pc:sldMasterMk cId="0" sldId="2147483648"/>
              <pc:sldLayoutMk cId="3716488668" sldId="2147483666"/>
              <ac:spMk id="106" creationId="{14C86D69-C33C-496E-B478-0D506EFB80A0}"/>
            </ac:spMkLst>
          </pc:spChg>
          <pc:grpChg chg="del">
            <ac:chgData name="瑜 鄭" userId="ff9595f1-2a48-486b-8ad7-45889a0e32d3" providerId="ADAL" clId="{8CAD5FD2-EB8E-480D-9E5A-7CB1A02F3249}" dt="2024-04-29T02:20:54.180" v="21" actId="478"/>
            <ac:grpSpMkLst>
              <pc:docMk/>
              <pc:sldMasterMk cId="0" sldId="2147483648"/>
              <pc:sldLayoutMk cId="3716488668" sldId="2147483666"/>
              <ac:grpSpMk id="58" creationId="{DF602825-E2C3-7C39-B13D-A913493A3CCA}"/>
            </ac:grpSpMkLst>
          </pc:grpChg>
          <pc:grpChg chg="add">
            <ac:chgData name="瑜 鄭" userId="ff9595f1-2a48-486b-8ad7-45889a0e32d3" providerId="ADAL" clId="{8CAD5FD2-EB8E-480D-9E5A-7CB1A02F3249}" dt="2024-04-29T02:20:54.956" v="22"/>
            <ac:grpSpMkLst>
              <pc:docMk/>
              <pc:sldMasterMk cId="0" sldId="2147483648"/>
              <pc:sldLayoutMk cId="3716488668" sldId="2147483666"/>
              <ac:grpSpMk id="71" creationId="{15D132B3-4473-440F-9BBD-7434F4DA6BFB}"/>
            </ac:grpSpMkLst>
          </pc:grpChg>
          <pc:grpChg chg="add">
            <ac:chgData name="瑜 鄭" userId="ff9595f1-2a48-486b-8ad7-45889a0e32d3" providerId="ADAL" clId="{8CAD5FD2-EB8E-480D-9E5A-7CB1A02F3249}" dt="2024-04-29T02:20:54.956" v="22"/>
            <ac:grpSpMkLst>
              <pc:docMk/>
              <pc:sldMasterMk cId="0" sldId="2147483648"/>
              <pc:sldLayoutMk cId="3716488668" sldId="2147483666"/>
              <ac:grpSpMk id="77" creationId="{B09423B3-20A8-4DEB-9699-C5EE47BA2750}"/>
            </ac:grpSpMkLst>
          </pc:grpChg>
          <pc:grpChg chg="add">
            <ac:chgData name="瑜 鄭" userId="ff9595f1-2a48-486b-8ad7-45889a0e32d3" providerId="ADAL" clId="{8CAD5FD2-EB8E-480D-9E5A-7CB1A02F3249}" dt="2024-04-29T02:20:54.956" v="22"/>
            <ac:grpSpMkLst>
              <pc:docMk/>
              <pc:sldMasterMk cId="0" sldId="2147483648"/>
              <pc:sldLayoutMk cId="3716488668" sldId="2147483666"/>
              <ac:grpSpMk id="88" creationId="{1BBE14BC-0B4D-4AA1-A7CE-1DEA258D567D}"/>
            </ac:grpSpMkLst>
          </pc:grpChg>
          <pc:grpChg chg="add">
            <ac:chgData name="瑜 鄭" userId="ff9595f1-2a48-486b-8ad7-45889a0e32d3" providerId="ADAL" clId="{8CAD5FD2-EB8E-480D-9E5A-7CB1A02F3249}" dt="2024-04-29T02:20:54.956" v="22"/>
            <ac:grpSpMkLst>
              <pc:docMk/>
              <pc:sldMasterMk cId="0" sldId="2147483648"/>
              <pc:sldLayoutMk cId="3716488668" sldId="2147483666"/>
              <ac:grpSpMk id="98" creationId="{8A155D95-DB74-4311-8DB3-B542A0C7166A}"/>
            </ac:grpSpMkLst>
          </pc:grpChg>
          <pc:picChg chg="del">
            <ac:chgData name="瑜 鄭" userId="ff9595f1-2a48-486b-8ad7-45889a0e32d3" providerId="ADAL" clId="{8CAD5FD2-EB8E-480D-9E5A-7CB1A02F3249}" dt="2024-04-29T02:19:27.465" v="0" actId="478"/>
            <ac:picMkLst>
              <pc:docMk/>
              <pc:sldMasterMk cId="0" sldId="2147483648"/>
              <pc:sldLayoutMk cId="3716488668" sldId="2147483666"/>
              <ac:picMk id="2" creationId="{B4B8443A-3360-188D-A9C8-7FF0875AE45C}"/>
            </ac:picMkLst>
          </pc:picChg>
          <pc:picChg chg="del">
            <ac:chgData name="瑜 鄭" userId="ff9595f1-2a48-486b-8ad7-45889a0e32d3" providerId="ADAL" clId="{8CAD5FD2-EB8E-480D-9E5A-7CB1A02F3249}" dt="2024-04-29T02:19:31.825" v="1" actId="478"/>
            <ac:picMkLst>
              <pc:docMk/>
              <pc:sldMasterMk cId="0" sldId="2147483648"/>
              <pc:sldLayoutMk cId="3716488668" sldId="2147483666"/>
              <ac:picMk id="5" creationId="{836F5449-216F-5921-3187-550844A0DC21}"/>
            </ac:picMkLst>
          </pc:picChg>
          <pc:picChg chg="add">
            <ac:chgData name="瑜 鄭" userId="ff9595f1-2a48-486b-8ad7-45889a0e32d3" providerId="ADAL" clId="{8CAD5FD2-EB8E-480D-9E5A-7CB1A02F3249}" dt="2024-04-29T02:19:59.286" v="11"/>
            <ac:picMkLst>
              <pc:docMk/>
              <pc:sldMasterMk cId="0" sldId="2147483648"/>
              <pc:sldLayoutMk cId="3716488668" sldId="2147483666"/>
              <ac:picMk id="70" creationId="{A68180A0-58A0-4371-85A5-3BD5E1CE51F2}"/>
            </ac:picMkLst>
          </pc:picChg>
          <pc:cxnChg chg="add">
            <ac:chgData name="瑜 鄭" userId="ff9595f1-2a48-486b-8ad7-45889a0e32d3" providerId="ADAL" clId="{8CAD5FD2-EB8E-480D-9E5A-7CB1A02F3249}" dt="2024-04-29T02:26:02.482" v="36"/>
            <ac:cxnSpMkLst>
              <pc:docMk/>
              <pc:sldMasterMk cId="0" sldId="2147483648"/>
              <pc:sldLayoutMk cId="3716488668" sldId="2147483666"/>
              <ac:cxnSpMk id="104" creationId="{EE63CE68-0EC9-4854-A604-4829E4B6BB0C}"/>
            </ac:cxnSpMkLst>
          </pc:cxnChg>
        </pc:sldLayoutChg>
        <pc:sldLayoutChg chg="addSp delSp modSp">
          <pc:chgData name="瑜 鄭" userId="ff9595f1-2a48-486b-8ad7-45889a0e32d3" providerId="ADAL" clId="{8CAD5FD2-EB8E-480D-9E5A-7CB1A02F3249}" dt="2024-04-29T02:39:44.576" v="82"/>
          <pc:sldLayoutMkLst>
            <pc:docMk/>
            <pc:sldMasterMk cId="0" sldId="2147483648"/>
            <pc:sldLayoutMk cId="4186054562" sldId="2147483667"/>
          </pc:sldLayoutMkLst>
          <pc:spChg chg="del">
            <ac:chgData name="瑜 鄭" userId="ff9595f1-2a48-486b-8ad7-45889a0e32d3" providerId="ADAL" clId="{8CAD5FD2-EB8E-480D-9E5A-7CB1A02F3249}" dt="2024-04-29T02:22:14.041" v="28" actId="478"/>
            <ac:spMkLst>
              <pc:docMk/>
              <pc:sldMasterMk cId="0" sldId="2147483648"/>
              <pc:sldLayoutMk cId="4186054562" sldId="2147483667"/>
              <ac:spMk id="4" creationId="{E19B8850-111A-3A35-993E-D67E0244310D}"/>
            </ac:spMkLst>
          </pc:spChg>
          <pc:spChg chg="add mod">
            <ac:chgData name="瑜 鄭" userId="ff9595f1-2a48-486b-8ad7-45889a0e32d3" providerId="ADAL" clId="{8CAD5FD2-EB8E-480D-9E5A-7CB1A02F3249}" dt="2024-04-29T02:39:44.576" v="82"/>
            <ac:spMkLst>
              <pc:docMk/>
              <pc:sldMasterMk cId="0" sldId="2147483648"/>
              <pc:sldLayoutMk cId="4186054562" sldId="2147483667"/>
              <ac:spMk id="10" creationId="{3833021E-2153-4711-B98A-CE901B4DEA07}"/>
            </ac:spMkLst>
          </pc:spChg>
          <pc:spChg chg="add del">
            <ac:chgData name="瑜 鄭" userId="ff9595f1-2a48-486b-8ad7-45889a0e32d3" providerId="ADAL" clId="{8CAD5FD2-EB8E-480D-9E5A-7CB1A02F3249}" dt="2024-04-29T02:34:57.526" v="51" actId="478"/>
            <ac:spMkLst>
              <pc:docMk/>
              <pc:sldMasterMk cId="0" sldId="2147483648"/>
              <pc:sldLayoutMk cId="4186054562" sldId="2147483667"/>
              <ac:spMk id="12" creationId="{5A1FC777-2EB3-4BEA-9D29-3F78EE29BE83}"/>
            </ac:spMkLst>
          </pc:spChg>
          <pc:picChg chg="del">
            <ac:chgData name="瑜 鄭" userId="ff9595f1-2a48-486b-8ad7-45889a0e32d3" providerId="ADAL" clId="{8CAD5FD2-EB8E-480D-9E5A-7CB1A02F3249}" dt="2024-04-29T02:19:34.215" v="2" actId="478"/>
            <ac:picMkLst>
              <pc:docMk/>
              <pc:sldMasterMk cId="0" sldId="2147483648"/>
              <pc:sldLayoutMk cId="4186054562" sldId="2147483667"/>
              <ac:picMk id="8" creationId="{E0DC7C88-EEF1-BDC6-DF68-50D06B932066}"/>
            </ac:picMkLst>
          </pc:picChg>
          <pc:picChg chg="add">
            <ac:chgData name="瑜 鄭" userId="ff9595f1-2a48-486b-8ad7-45889a0e32d3" providerId="ADAL" clId="{8CAD5FD2-EB8E-480D-9E5A-7CB1A02F3249}" dt="2024-04-29T02:19:57.909" v="10"/>
            <ac:picMkLst>
              <pc:docMk/>
              <pc:sldMasterMk cId="0" sldId="2147483648"/>
              <pc:sldLayoutMk cId="4186054562" sldId="2147483667"/>
              <ac:picMk id="9" creationId="{0E78B7E4-84AA-4C95-9DFF-DA55D7A5572E}"/>
            </ac:picMkLst>
          </pc:picChg>
          <pc:cxnChg chg="add del">
            <ac:chgData name="瑜 鄭" userId="ff9595f1-2a48-486b-8ad7-45889a0e32d3" providerId="ADAL" clId="{8CAD5FD2-EB8E-480D-9E5A-7CB1A02F3249}" dt="2024-04-29T02:34:57.526" v="51" actId="478"/>
            <ac:cxnSpMkLst>
              <pc:docMk/>
              <pc:sldMasterMk cId="0" sldId="2147483648"/>
              <pc:sldLayoutMk cId="4186054562" sldId="2147483667"/>
              <ac:cxnSpMk id="11" creationId="{4BFC3D39-0875-41B4-8B5C-89D9BD8B06A5}"/>
            </ac:cxnSpMkLst>
          </pc:cxnChg>
        </pc:sldLayoutChg>
        <pc:sldLayoutChg chg="addSp delSp modSp">
          <pc:chgData name="瑜 鄭" userId="ff9595f1-2a48-486b-8ad7-45889a0e32d3" providerId="ADAL" clId="{8CAD5FD2-EB8E-480D-9E5A-7CB1A02F3249}" dt="2024-04-29T02:39:48.381" v="83"/>
          <pc:sldLayoutMkLst>
            <pc:docMk/>
            <pc:sldMasterMk cId="0" sldId="2147483648"/>
            <pc:sldLayoutMk cId="3143847636" sldId="2147483668"/>
          </pc:sldLayoutMkLst>
          <pc:spChg chg="del">
            <ac:chgData name="瑜 鄭" userId="ff9595f1-2a48-486b-8ad7-45889a0e32d3" providerId="ADAL" clId="{8CAD5FD2-EB8E-480D-9E5A-7CB1A02F3249}" dt="2024-04-29T02:22:18.776" v="30" actId="478"/>
            <ac:spMkLst>
              <pc:docMk/>
              <pc:sldMasterMk cId="0" sldId="2147483648"/>
              <pc:sldLayoutMk cId="3143847636" sldId="2147483668"/>
              <ac:spMk id="2" creationId="{289D5029-A246-00D6-1EAA-14888D550C0E}"/>
            </ac:spMkLst>
          </pc:spChg>
          <pc:spChg chg="add mod">
            <ac:chgData name="瑜 鄭" userId="ff9595f1-2a48-486b-8ad7-45889a0e32d3" providerId="ADAL" clId="{8CAD5FD2-EB8E-480D-9E5A-7CB1A02F3249}" dt="2024-04-29T02:39:48.381" v="83"/>
            <ac:spMkLst>
              <pc:docMk/>
              <pc:sldMasterMk cId="0" sldId="2147483648"/>
              <pc:sldLayoutMk cId="3143847636" sldId="2147483668"/>
              <ac:spMk id="10" creationId="{8E4685CA-94E0-472B-9DB3-0AC81CA9E709}"/>
            </ac:spMkLst>
          </pc:spChg>
          <pc:picChg chg="del">
            <ac:chgData name="瑜 鄭" userId="ff9595f1-2a48-486b-8ad7-45889a0e32d3" providerId="ADAL" clId="{8CAD5FD2-EB8E-480D-9E5A-7CB1A02F3249}" dt="2024-04-29T02:19:35.774" v="3" actId="478"/>
            <ac:picMkLst>
              <pc:docMk/>
              <pc:sldMasterMk cId="0" sldId="2147483648"/>
              <pc:sldLayoutMk cId="3143847636" sldId="2147483668"/>
              <ac:picMk id="8" creationId="{227B3A46-C5A4-6DEB-4B87-C22A48329611}"/>
            </ac:picMkLst>
          </pc:picChg>
          <pc:picChg chg="add">
            <ac:chgData name="瑜 鄭" userId="ff9595f1-2a48-486b-8ad7-45889a0e32d3" providerId="ADAL" clId="{8CAD5FD2-EB8E-480D-9E5A-7CB1A02F3249}" dt="2024-04-29T02:19:57.051" v="9"/>
            <ac:picMkLst>
              <pc:docMk/>
              <pc:sldMasterMk cId="0" sldId="2147483648"/>
              <pc:sldLayoutMk cId="3143847636" sldId="2147483668"/>
              <ac:picMk id="9" creationId="{B039822D-91C0-4BDB-9B0C-7C26FFC2EAE7}"/>
            </ac:picMkLst>
          </pc:picChg>
        </pc:sldLayoutChg>
        <pc:sldLayoutChg chg="addSp delSp modSp">
          <pc:chgData name="瑜 鄭" userId="ff9595f1-2a48-486b-8ad7-45889a0e32d3" providerId="ADAL" clId="{8CAD5FD2-EB8E-480D-9E5A-7CB1A02F3249}" dt="2024-04-29T02:39:58.819" v="84"/>
          <pc:sldLayoutMkLst>
            <pc:docMk/>
            <pc:sldMasterMk cId="0" sldId="2147483648"/>
            <pc:sldLayoutMk cId="130230256" sldId="2147483669"/>
          </pc:sldLayoutMkLst>
          <pc:spChg chg="del">
            <ac:chgData name="瑜 鄭" userId="ff9595f1-2a48-486b-8ad7-45889a0e32d3" providerId="ADAL" clId="{8CAD5FD2-EB8E-480D-9E5A-7CB1A02F3249}" dt="2024-04-29T02:22:22.945" v="32" actId="478"/>
            <ac:spMkLst>
              <pc:docMk/>
              <pc:sldMasterMk cId="0" sldId="2147483648"/>
              <pc:sldLayoutMk cId="130230256" sldId="2147483669"/>
              <ac:spMk id="4" creationId="{AED0EB11-A6C4-E7E1-49B0-9038B0FB7168}"/>
            </ac:spMkLst>
          </pc:spChg>
          <pc:spChg chg="add mod">
            <ac:chgData name="瑜 鄭" userId="ff9595f1-2a48-486b-8ad7-45889a0e32d3" providerId="ADAL" clId="{8CAD5FD2-EB8E-480D-9E5A-7CB1A02F3249}" dt="2024-04-29T02:39:58.819" v="84"/>
            <ac:spMkLst>
              <pc:docMk/>
              <pc:sldMasterMk cId="0" sldId="2147483648"/>
              <pc:sldLayoutMk cId="130230256" sldId="2147483669"/>
              <ac:spMk id="13" creationId="{F4648D70-E90B-426D-8256-9FB4AA285BBE}"/>
            </ac:spMkLst>
          </pc:spChg>
          <pc:picChg chg="del">
            <ac:chgData name="瑜 鄭" userId="ff9595f1-2a48-486b-8ad7-45889a0e32d3" providerId="ADAL" clId="{8CAD5FD2-EB8E-480D-9E5A-7CB1A02F3249}" dt="2024-04-29T02:19:37.562" v="4" actId="478"/>
            <ac:picMkLst>
              <pc:docMk/>
              <pc:sldMasterMk cId="0" sldId="2147483648"/>
              <pc:sldLayoutMk cId="130230256" sldId="2147483669"/>
              <ac:picMk id="5" creationId="{3F7565F1-2BE2-A0E6-5719-1E2D12B9C5E4}"/>
            </ac:picMkLst>
          </pc:picChg>
          <pc:picChg chg="add">
            <ac:chgData name="瑜 鄭" userId="ff9595f1-2a48-486b-8ad7-45889a0e32d3" providerId="ADAL" clId="{8CAD5FD2-EB8E-480D-9E5A-7CB1A02F3249}" dt="2024-04-29T02:19:55.880" v="8"/>
            <ac:picMkLst>
              <pc:docMk/>
              <pc:sldMasterMk cId="0" sldId="2147483648"/>
              <pc:sldLayoutMk cId="130230256" sldId="2147483669"/>
              <ac:picMk id="12" creationId="{D04706E2-80CF-40C8-A46D-EEA69B2A882B}"/>
            </ac:picMkLst>
          </pc:picChg>
        </pc:sldLayoutChg>
        <pc:sldLayoutChg chg="addSp delSp modSp">
          <pc:chgData name="瑜 鄭" userId="ff9595f1-2a48-486b-8ad7-45889a0e32d3" providerId="ADAL" clId="{8CAD5FD2-EB8E-480D-9E5A-7CB1A02F3249}" dt="2024-04-29T02:40:02.258" v="85"/>
          <pc:sldLayoutMkLst>
            <pc:docMk/>
            <pc:sldMasterMk cId="0" sldId="2147483648"/>
            <pc:sldLayoutMk cId="3216822317" sldId="2147483674"/>
          </pc:sldLayoutMkLst>
          <pc:spChg chg="mod">
            <ac:chgData name="瑜 鄭" userId="ff9595f1-2a48-486b-8ad7-45889a0e32d3" providerId="ADAL" clId="{8CAD5FD2-EB8E-480D-9E5A-7CB1A02F3249}" dt="2024-04-29T02:20:19.272" v="18" actId="1076"/>
            <ac:spMkLst>
              <pc:docMk/>
              <pc:sldMasterMk cId="0" sldId="2147483648"/>
              <pc:sldLayoutMk cId="3216822317" sldId="2147483674"/>
              <ac:spMk id="2" creationId="{CA1ACD34-341E-1582-7EAC-B0378F2148AC}"/>
            </ac:spMkLst>
          </pc:spChg>
          <pc:spChg chg="del">
            <ac:chgData name="瑜 鄭" userId="ff9595f1-2a48-486b-8ad7-45889a0e32d3" providerId="ADAL" clId="{8CAD5FD2-EB8E-480D-9E5A-7CB1A02F3249}" dt="2024-04-29T02:22:26.636" v="34" actId="478"/>
            <ac:spMkLst>
              <pc:docMk/>
              <pc:sldMasterMk cId="0" sldId="2147483648"/>
              <pc:sldLayoutMk cId="3216822317" sldId="2147483674"/>
              <ac:spMk id="30" creationId="{8EAD36F3-8217-7B58-35FF-0B462300F24F}"/>
            </ac:spMkLst>
          </pc:spChg>
          <pc:spChg chg="add">
            <ac:chgData name="瑜 鄭" userId="ff9595f1-2a48-486b-8ad7-45889a0e32d3" providerId="ADAL" clId="{8CAD5FD2-EB8E-480D-9E5A-7CB1A02F3249}" dt="2024-04-29T02:21:08.280" v="24"/>
            <ac:spMkLst>
              <pc:docMk/>
              <pc:sldMasterMk cId="0" sldId="2147483648"/>
              <pc:sldLayoutMk cId="3216822317" sldId="2147483674"/>
              <ac:spMk id="128" creationId="{8E1F780B-4BEE-4802-95AA-D2922353A84A}"/>
            </ac:spMkLst>
          </pc:spChg>
          <pc:spChg chg="add mod">
            <ac:chgData name="瑜 鄭" userId="ff9595f1-2a48-486b-8ad7-45889a0e32d3" providerId="ADAL" clId="{8CAD5FD2-EB8E-480D-9E5A-7CB1A02F3249}" dt="2024-04-29T02:40:02.258" v="85"/>
            <ac:spMkLst>
              <pc:docMk/>
              <pc:sldMasterMk cId="0" sldId="2147483648"/>
              <pc:sldLayoutMk cId="3216822317" sldId="2147483674"/>
              <ac:spMk id="129" creationId="{A8FF0006-F67E-4B3F-99C9-CA37705D437A}"/>
            </ac:spMkLst>
          </pc:spChg>
          <pc:grpChg chg="del">
            <ac:chgData name="瑜 鄭" userId="ff9595f1-2a48-486b-8ad7-45889a0e32d3" providerId="ADAL" clId="{8CAD5FD2-EB8E-480D-9E5A-7CB1A02F3249}" dt="2024-04-29T02:21:07.920" v="23" actId="478"/>
            <ac:grpSpMkLst>
              <pc:docMk/>
              <pc:sldMasterMk cId="0" sldId="2147483648"/>
              <pc:sldLayoutMk cId="3216822317" sldId="2147483674"/>
              <ac:grpSpMk id="3" creationId="{9BC6AFAE-5DB4-BDF9-B4FF-E08D0D748D07}"/>
            </ac:grpSpMkLst>
          </pc:grpChg>
          <pc:grpChg chg="add">
            <ac:chgData name="瑜 鄭" userId="ff9595f1-2a48-486b-8ad7-45889a0e32d3" providerId="ADAL" clId="{8CAD5FD2-EB8E-480D-9E5A-7CB1A02F3249}" dt="2024-04-29T02:21:08.280" v="24"/>
            <ac:grpSpMkLst>
              <pc:docMk/>
              <pc:sldMasterMk cId="0" sldId="2147483648"/>
              <pc:sldLayoutMk cId="3216822317" sldId="2147483674"/>
              <ac:grpSpMk id="59" creationId="{DCE162BB-9F4C-431B-88A8-6F88620135AA}"/>
            </ac:grpSpMkLst>
          </pc:grpChg>
          <pc:grpChg chg="add">
            <ac:chgData name="瑜 鄭" userId="ff9595f1-2a48-486b-8ad7-45889a0e32d3" providerId="ADAL" clId="{8CAD5FD2-EB8E-480D-9E5A-7CB1A02F3249}" dt="2024-04-29T02:21:08.280" v="24"/>
            <ac:grpSpMkLst>
              <pc:docMk/>
              <pc:sldMasterMk cId="0" sldId="2147483648"/>
              <pc:sldLayoutMk cId="3216822317" sldId="2147483674"/>
              <ac:grpSpMk id="65" creationId="{6AE0F578-A02E-4741-AD67-A3CDAB956FBF}"/>
            </ac:grpSpMkLst>
          </pc:grpChg>
          <pc:grpChg chg="add">
            <ac:chgData name="瑜 鄭" userId="ff9595f1-2a48-486b-8ad7-45889a0e32d3" providerId="ADAL" clId="{8CAD5FD2-EB8E-480D-9E5A-7CB1A02F3249}" dt="2024-04-29T02:21:08.280" v="24"/>
            <ac:grpSpMkLst>
              <pc:docMk/>
              <pc:sldMasterMk cId="0" sldId="2147483648"/>
              <pc:sldLayoutMk cId="3216822317" sldId="2147483674"/>
              <ac:grpSpMk id="114" creationId="{3A86E341-6711-4A21-878E-48C025A6269A}"/>
            </ac:grpSpMkLst>
          </pc:grpChg>
          <pc:grpChg chg="add">
            <ac:chgData name="瑜 鄭" userId="ff9595f1-2a48-486b-8ad7-45889a0e32d3" providerId="ADAL" clId="{8CAD5FD2-EB8E-480D-9E5A-7CB1A02F3249}" dt="2024-04-29T02:21:08.280" v="24"/>
            <ac:grpSpMkLst>
              <pc:docMk/>
              <pc:sldMasterMk cId="0" sldId="2147483648"/>
              <pc:sldLayoutMk cId="3216822317" sldId="2147483674"/>
              <ac:grpSpMk id="124" creationId="{2B1A235E-D00B-4DB3-BA26-BED4F7F3B027}"/>
            </ac:grpSpMkLst>
          </pc:grpChg>
          <pc:picChg chg="del">
            <ac:chgData name="瑜 鄭" userId="ff9595f1-2a48-486b-8ad7-45889a0e32d3" providerId="ADAL" clId="{8CAD5FD2-EB8E-480D-9E5A-7CB1A02F3249}" dt="2024-04-29T02:19:39.690" v="5" actId="478"/>
            <ac:picMkLst>
              <pc:docMk/>
              <pc:sldMasterMk cId="0" sldId="2147483648"/>
              <pc:sldLayoutMk cId="3216822317" sldId="2147483674"/>
              <ac:picMk id="4" creationId="{D7D953F2-5DA4-3099-C7BA-7D922115B782}"/>
            </ac:picMkLst>
          </pc:picChg>
          <pc:picChg chg="del">
            <ac:chgData name="瑜 鄭" userId="ff9595f1-2a48-486b-8ad7-45889a0e32d3" providerId="ADAL" clId="{8CAD5FD2-EB8E-480D-9E5A-7CB1A02F3249}" dt="2024-04-29T02:19:40.384" v="6" actId="478"/>
            <ac:picMkLst>
              <pc:docMk/>
              <pc:sldMasterMk cId="0" sldId="2147483648"/>
              <pc:sldLayoutMk cId="3216822317" sldId="2147483674"/>
              <ac:picMk id="6" creationId="{46E66411-1377-A7FD-C5E1-C09276E4286D}"/>
            </ac:picMkLst>
          </pc:picChg>
          <pc:picChg chg="add mod">
            <ac:chgData name="瑜 鄭" userId="ff9595f1-2a48-486b-8ad7-45889a0e32d3" providerId="ADAL" clId="{8CAD5FD2-EB8E-480D-9E5A-7CB1A02F3249}" dt="2024-04-29T02:20:23.077" v="20" actId="1076"/>
            <ac:picMkLst>
              <pc:docMk/>
              <pc:sldMasterMk cId="0" sldId="2147483648"/>
              <pc:sldLayoutMk cId="3216822317" sldId="2147483674"/>
              <ac:picMk id="57" creationId="{566AEB8E-0BE4-465A-8F8F-3FDAAACE244C}"/>
            </ac:picMkLst>
          </pc:picChg>
          <pc:picChg chg="add del">
            <ac:chgData name="瑜 鄭" userId="ff9595f1-2a48-486b-8ad7-45889a0e32d3" providerId="ADAL" clId="{8CAD5FD2-EB8E-480D-9E5A-7CB1A02F3249}" dt="2024-04-29T02:20:16.187" v="15" actId="478"/>
            <ac:picMkLst>
              <pc:docMk/>
              <pc:sldMasterMk cId="0" sldId="2147483648"/>
              <pc:sldLayoutMk cId="3216822317" sldId="2147483674"/>
              <ac:picMk id="58" creationId="{91016F12-1112-4AF1-B86B-EC7C359465B6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B9B53B-620E-3D4A-87BE-77D1486708AD}" type="datetimeFigureOut">
              <a:rPr kumimoji="1" lang="zh-TW" altLang="en-US" smtClean="0"/>
              <a:t>2024/10/21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22C8B-D4FA-6746-A76A-77494DE74EA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96126" indent="-296126">
              <a:lnSpc>
                <a:spcPct val="150000"/>
              </a:lnSpc>
              <a:buFont typeface="Wingdings" panose="05000000000000000000" pitchFamily="2" charset="2"/>
              <a:buChar char="n"/>
            </a:pPr>
            <a:endParaRPr kumimoji="1" lang="zh-TW" altLang="en-US" b="1" spc="104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0CC0CC-13C6-4CBF-B31C-E993F1DC339E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3761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16">
            <a:extLst>
              <a:ext uri="{FF2B5EF4-FFF2-40B4-BE49-F238E27FC236}">
                <a16:creationId xmlns:a16="http://schemas.microsoft.com/office/drawing/2014/main" id="{FFC9CAFD-6F99-7E24-27D1-87FD112940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217402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0B6EC3E-CC1E-6051-C553-C051D60AE3DB}"/>
              </a:ext>
            </a:extLst>
          </p:cNvPr>
          <p:cNvSpPr/>
          <p:nvPr userDrawn="1"/>
        </p:nvSpPr>
        <p:spPr>
          <a:xfrm>
            <a:off x="-2762" y="0"/>
            <a:ext cx="12217402" cy="6858000"/>
          </a:xfrm>
          <a:prstGeom prst="rect">
            <a:avLst/>
          </a:prstGeom>
          <a:gradFill flip="none" rotWithShape="1">
            <a:gsLst>
              <a:gs pos="97000">
                <a:srgbClr val="0090D8">
                  <a:alpha val="79000"/>
                </a:srgbClr>
              </a:gs>
              <a:gs pos="63000">
                <a:srgbClr val="0090D8">
                  <a:alpha val="34909"/>
                </a:srgbClr>
              </a:gs>
              <a:gs pos="6000">
                <a:srgbClr val="00B0F0">
                  <a:alpha val="84809"/>
                </a:srgb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5" name="Holder 6">
            <a:extLst>
              <a:ext uri="{FF2B5EF4-FFF2-40B4-BE49-F238E27FC236}">
                <a16:creationId xmlns:a16="http://schemas.microsoft.com/office/drawing/2014/main" id="{1BF1F709-AF7C-32F1-88D2-4238A3177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 dirty="0"/>
              <a:t> /</a:t>
            </a:r>
          </a:p>
        </p:txBody>
      </p:sp>
      <p:sp>
        <p:nvSpPr>
          <p:cNvPr id="16" name="頁尾版面配置區 2">
            <a:extLst>
              <a:ext uri="{FF2B5EF4-FFF2-40B4-BE49-F238E27FC236}">
                <a16:creationId xmlns:a16="http://schemas.microsoft.com/office/drawing/2014/main" id="{9AA4576D-EC9D-A626-AC93-C9C7582E1D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5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2F496D-C632-967A-485E-7C8EE1FDAF3D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2024 </a:t>
            </a:r>
            <a:r>
              <a:rPr lang="zh-CN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富智康集团有限公司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著作权所有。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FIH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Mobile Limited.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All rights reserved. </a:t>
            </a:r>
          </a:p>
        </p:txBody>
      </p:sp>
      <p:pic>
        <p:nvPicPr>
          <p:cNvPr id="70" name="圖片 69">
            <a:extLst>
              <a:ext uri="{FF2B5EF4-FFF2-40B4-BE49-F238E27FC236}">
                <a16:creationId xmlns:a16="http://schemas.microsoft.com/office/drawing/2014/main" id="{A68180A0-58A0-4371-85A5-3BD5E1CE51F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  <p:grpSp>
        <p:nvGrpSpPr>
          <p:cNvPr id="71" name="圖形 20">
            <a:extLst>
              <a:ext uri="{FF2B5EF4-FFF2-40B4-BE49-F238E27FC236}">
                <a16:creationId xmlns:a16="http://schemas.microsoft.com/office/drawing/2014/main" id="{15D132B3-4473-440F-9BBD-7434F4DA6BFB}"/>
              </a:ext>
            </a:extLst>
          </p:cNvPr>
          <p:cNvGrpSpPr/>
          <p:nvPr userDrawn="1"/>
        </p:nvGrpSpPr>
        <p:grpSpPr>
          <a:xfrm>
            <a:off x="7308808" y="5652740"/>
            <a:ext cx="410111" cy="409547"/>
            <a:chOff x="8806326" y="6007964"/>
            <a:chExt cx="505337" cy="504642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sp>
          <p:nvSpPr>
            <p:cNvPr id="72" name="手繪多邊形 150">
              <a:extLst>
                <a:ext uri="{FF2B5EF4-FFF2-40B4-BE49-F238E27FC236}">
                  <a16:creationId xmlns:a16="http://schemas.microsoft.com/office/drawing/2014/main" id="{9F578907-94DD-4CAE-B54F-F5C0C015267B}"/>
                </a:ext>
              </a:extLst>
            </p:cNvPr>
            <p:cNvSpPr/>
            <p:nvPr/>
          </p:nvSpPr>
          <p:spPr>
            <a:xfrm>
              <a:off x="8806326" y="6007964"/>
              <a:ext cx="505337" cy="504642"/>
            </a:xfrm>
            <a:custGeom>
              <a:avLst/>
              <a:gdLst>
                <a:gd name="connsiteX0" fmla="*/ 502251 w 505337"/>
                <a:gd name="connsiteY0" fmla="*/ 371198 h 504642"/>
                <a:gd name="connsiteX1" fmla="*/ 427671 w 505337"/>
                <a:gd name="connsiteY1" fmla="*/ 282040 h 504642"/>
                <a:gd name="connsiteX2" fmla="*/ 418349 w 505337"/>
                <a:gd name="connsiteY2" fmla="*/ 276796 h 504642"/>
                <a:gd name="connsiteX3" fmla="*/ 418349 w 505337"/>
                <a:gd name="connsiteY3" fmla="*/ 276796 h 504642"/>
                <a:gd name="connsiteX4" fmla="*/ 404365 w 505337"/>
                <a:gd name="connsiteY4" fmla="*/ 281458 h 504642"/>
                <a:gd name="connsiteX5" fmla="*/ 351926 w 505337"/>
                <a:gd name="connsiteY5" fmla="*/ 325162 h 504642"/>
                <a:gd name="connsiteX6" fmla="*/ 344351 w 505337"/>
                <a:gd name="connsiteY6" fmla="*/ 315839 h 504642"/>
                <a:gd name="connsiteX7" fmla="*/ 413105 w 505337"/>
                <a:gd name="connsiteY7" fmla="*/ 258731 h 504642"/>
                <a:gd name="connsiteX8" fmla="*/ 424758 w 505337"/>
                <a:gd name="connsiteY8" fmla="*/ 237753 h 504642"/>
                <a:gd name="connsiteX9" fmla="*/ 412522 w 505337"/>
                <a:gd name="connsiteY9" fmla="*/ 205703 h 504642"/>
                <a:gd name="connsiteX10" fmla="*/ 346099 w 505337"/>
                <a:gd name="connsiteY10" fmla="*/ 126452 h 504642"/>
                <a:gd name="connsiteX11" fmla="*/ 321045 w 505337"/>
                <a:gd name="connsiteY11" fmla="*/ 110718 h 504642"/>
                <a:gd name="connsiteX12" fmla="*/ 293660 w 505337"/>
                <a:gd name="connsiteY12" fmla="*/ 116546 h 504642"/>
                <a:gd name="connsiteX13" fmla="*/ 225489 w 505337"/>
                <a:gd name="connsiteY13" fmla="*/ 172487 h 504642"/>
                <a:gd name="connsiteX14" fmla="*/ 216749 w 505337"/>
                <a:gd name="connsiteY14" fmla="*/ 161416 h 504642"/>
                <a:gd name="connsiteX15" fmla="*/ 269771 w 505337"/>
                <a:gd name="connsiteY15" fmla="*/ 117128 h 504642"/>
                <a:gd name="connsiteX16" fmla="*/ 273849 w 505337"/>
                <a:gd name="connsiteY16" fmla="*/ 93819 h 504642"/>
                <a:gd name="connsiteX17" fmla="*/ 198686 w 505337"/>
                <a:gd name="connsiteY17" fmla="*/ 5245 h 504642"/>
                <a:gd name="connsiteX18" fmla="*/ 189364 w 505337"/>
                <a:gd name="connsiteY18" fmla="*/ 0 h 504642"/>
                <a:gd name="connsiteX19" fmla="*/ 175380 w 505337"/>
                <a:gd name="connsiteY19" fmla="*/ 5245 h 504642"/>
                <a:gd name="connsiteX20" fmla="*/ 55935 w 505337"/>
                <a:gd name="connsiteY20" fmla="*/ 106057 h 504642"/>
                <a:gd name="connsiteX21" fmla="*/ 51857 w 505337"/>
                <a:gd name="connsiteY21" fmla="*/ 129366 h 504642"/>
                <a:gd name="connsiteX22" fmla="*/ 126437 w 505337"/>
                <a:gd name="connsiteY22" fmla="*/ 217940 h 504642"/>
                <a:gd name="connsiteX23" fmla="*/ 135759 w 505337"/>
                <a:gd name="connsiteY23" fmla="*/ 223185 h 504642"/>
                <a:gd name="connsiteX24" fmla="*/ 135759 w 505337"/>
                <a:gd name="connsiteY24" fmla="*/ 223185 h 504642"/>
                <a:gd name="connsiteX25" fmla="*/ 149743 w 505337"/>
                <a:gd name="connsiteY25" fmla="*/ 218523 h 504642"/>
                <a:gd name="connsiteX26" fmla="*/ 202182 w 505337"/>
                <a:gd name="connsiteY26" fmla="*/ 174818 h 504642"/>
                <a:gd name="connsiteX27" fmla="*/ 210922 w 505337"/>
                <a:gd name="connsiteY27" fmla="*/ 185890 h 504642"/>
                <a:gd name="connsiteX28" fmla="*/ 134011 w 505337"/>
                <a:gd name="connsiteY28" fmla="*/ 250573 h 504642"/>
                <a:gd name="connsiteX29" fmla="*/ 134594 w 505337"/>
                <a:gd name="connsiteY29" fmla="*/ 304184 h 504642"/>
                <a:gd name="connsiteX30" fmla="*/ 143917 w 505337"/>
                <a:gd name="connsiteY30" fmla="*/ 315839 h 504642"/>
                <a:gd name="connsiteX31" fmla="*/ 120610 w 505337"/>
                <a:gd name="connsiteY31" fmla="*/ 335651 h 504642"/>
                <a:gd name="connsiteX32" fmla="*/ 12818 w 505337"/>
                <a:gd name="connsiteY32" fmla="*/ 323414 h 504642"/>
                <a:gd name="connsiteX33" fmla="*/ 0 w 505337"/>
                <a:gd name="connsiteY33" fmla="*/ 327493 h 504642"/>
                <a:gd name="connsiteX34" fmla="*/ 66423 w 505337"/>
                <a:gd name="connsiteY34" fmla="*/ 406744 h 504642"/>
                <a:gd name="connsiteX35" fmla="*/ 50109 w 505337"/>
                <a:gd name="connsiteY35" fmla="*/ 419564 h 504642"/>
                <a:gd name="connsiteX36" fmla="*/ 48943 w 505337"/>
                <a:gd name="connsiteY36" fmla="*/ 438794 h 504642"/>
                <a:gd name="connsiteX37" fmla="*/ 68754 w 505337"/>
                <a:gd name="connsiteY37" fmla="*/ 440542 h 504642"/>
                <a:gd name="connsiteX38" fmla="*/ 84485 w 505337"/>
                <a:gd name="connsiteY38" fmla="*/ 427140 h 504642"/>
                <a:gd name="connsiteX39" fmla="*/ 149743 w 505337"/>
                <a:gd name="connsiteY39" fmla="*/ 504642 h 504642"/>
                <a:gd name="connsiteX40" fmla="*/ 155570 w 505337"/>
                <a:gd name="connsiteY40" fmla="*/ 492988 h 504642"/>
                <a:gd name="connsiteX41" fmla="*/ 165475 w 505337"/>
                <a:gd name="connsiteY41" fmla="*/ 391011 h 504642"/>
                <a:gd name="connsiteX42" fmla="*/ 191112 w 505337"/>
                <a:gd name="connsiteY42" fmla="*/ 369450 h 504642"/>
                <a:gd name="connsiteX43" fmla="*/ 202182 w 505337"/>
                <a:gd name="connsiteY43" fmla="*/ 382852 h 504642"/>
                <a:gd name="connsiteX44" fmla="*/ 228985 w 505337"/>
                <a:gd name="connsiteY44" fmla="*/ 398003 h 504642"/>
                <a:gd name="connsiteX45" fmla="*/ 230150 w 505337"/>
                <a:gd name="connsiteY45" fmla="*/ 398003 h 504642"/>
                <a:gd name="connsiteX46" fmla="*/ 261031 w 505337"/>
                <a:gd name="connsiteY46" fmla="*/ 387514 h 504642"/>
                <a:gd name="connsiteX47" fmla="*/ 330950 w 505337"/>
                <a:gd name="connsiteY47" fmla="*/ 329241 h 504642"/>
                <a:gd name="connsiteX48" fmla="*/ 338524 w 505337"/>
                <a:gd name="connsiteY48" fmla="*/ 338565 h 504642"/>
                <a:gd name="connsiteX49" fmla="*/ 285503 w 505337"/>
                <a:gd name="connsiteY49" fmla="*/ 382852 h 504642"/>
                <a:gd name="connsiteX50" fmla="*/ 278511 w 505337"/>
                <a:gd name="connsiteY50" fmla="*/ 392759 h 504642"/>
                <a:gd name="connsiteX51" fmla="*/ 281424 w 505337"/>
                <a:gd name="connsiteY51" fmla="*/ 406744 h 504642"/>
                <a:gd name="connsiteX52" fmla="*/ 356004 w 505337"/>
                <a:gd name="connsiteY52" fmla="*/ 495902 h 504642"/>
                <a:gd name="connsiteX53" fmla="*/ 365327 w 505337"/>
                <a:gd name="connsiteY53" fmla="*/ 501146 h 504642"/>
                <a:gd name="connsiteX54" fmla="*/ 365327 w 505337"/>
                <a:gd name="connsiteY54" fmla="*/ 501146 h 504642"/>
                <a:gd name="connsiteX55" fmla="*/ 379311 w 505337"/>
                <a:gd name="connsiteY55" fmla="*/ 496484 h 504642"/>
                <a:gd name="connsiteX56" fmla="*/ 499338 w 505337"/>
                <a:gd name="connsiteY56" fmla="*/ 396255 h 504642"/>
                <a:gd name="connsiteX57" fmla="*/ 502251 w 505337"/>
                <a:gd name="connsiteY57" fmla="*/ 371198 h 504642"/>
                <a:gd name="connsiteX58" fmla="*/ 204513 w 505337"/>
                <a:gd name="connsiteY58" fmla="*/ 146265 h 504642"/>
                <a:gd name="connsiteX59" fmla="*/ 176545 w 505337"/>
                <a:gd name="connsiteY59" fmla="*/ 113049 h 504642"/>
                <a:gd name="connsiteX60" fmla="*/ 227819 w 505337"/>
                <a:gd name="connsiteY60" fmla="*/ 69927 h 504642"/>
                <a:gd name="connsiteX61" fmla="*/ 255787 w 505337"/>
                <a:gd name="connsiteY61" fmla="*/ 103143 h 504642"/>
                <a:gd name="connsiteX62" fmla="*/ 204513 w 505337"/>
                <a:gd name="connsiteY62" fmla="*/ 146265 h 504642"/>
                <a:gd name="connsiteX63" fmla="*/ 187616 w 505337"/>
                <a:gd name="connsiteY63" fmla="*/ 21561 h 504642"/>
                <a:gd name="connsiteX64" fmla="*/ 216166 w 505337"/>
                <a:gd name="connsiteY64" fmla="*/ 55359 h 504642"/>
                <a:gd name="connsiteX65" fmla="*/ 164892 w 505337"/>
                <a:gd name="connsiteY65" fmla="*/ 98481 h 504642"/>
                <a:gd name="connsiteX66" fmla="*/ 136342 w 505337"/>
                <a:gd name="connsiteY66" fmla="*/ 64683 h 504642"/>
                <a:gd name="connsiteX67" fmla="*/ 187616 w 505337"/>
                <a:gd name="connsiteY67" fmla="*/ 21561 h 504642"/>
                <a:gd name="connsiteX68" fmla="*/ 120610 w 505337"/>
                <a:gd name="connsiteY68" fmla="*/ 76920 h 504642"/>
                <a:gd name="connsiteX69" fmla="*/ 149161 w 505337"/>
                <a:gd name="connsiteY69" fmla="*/ 110718 h 504642"/>
                <a:gd name="connsiteX70" fmla="*/ 98469 w 505337"/>
                <a:gd name="connsiteY70" fmla="*/ 153257 h 504642"/>
                <a:gd name="connsiteX71" fmla="*/ 69919 w 505337"/>
                <a:gd name="connsiteY71" fmla="*/ 119459 h 504642"/>
                <a:gd name="connsiteX72" fmla="*/ 120610 w 505337"/>
                <a:gd name="connsiteY72" fmla="*/ 76920 h 504642"/>
                <a:gd name="connsiteX73" fmla="*/ 138673 w 505337"/>
                <a:gd name="connsiteY73" fmla="*/ 201624 h 504642"/>
                <a:gd name="connsiteX74" fmla="*/ 110705 w 505337"/>
                <a:gd name="connsiteY74" fmla="*/ 168408 h 504642"/>
                <a:gd name="connsiteX75" fmla="*/ 161396 w 505337"/>
                <a:gd name="connsiteY75" fmla="*/ 125869 h 504642"/>
                <a:gd name="connsiteX76" fmla="*/ 189364 w 505337"/>
                <a:gd name="connsiteY76" fmla="*/ 159085 h 504642"/>
                <a:gd name="connsiteX77" fmla="*/ 138673 w 505337"/>
                <a:gd name="connsiteY77" fmla="*/ 201624 h 504642"/>
                <a:gd name="connsiteX78" fmla="*/ 143917 w 505337"/>
                <a:gd name="connsiteY78" fmla="*/ 471427 h 504642"/>
                <a:gd name="connsiteX79" fmla="*/ 30881 w 505337"/>
                <a:gd name="connsiteY79" fmla="*/ 335069 h 504642"/>
                <a:gd name="connsiteX80" fmla="*/ 132846 w 505337"/>
                <a:gd name="connsiteY80" fmla="*/ 365370 h 504642"/>
                <a:gd name="connsiteX81" fmla="*/ 143917 w 505337"/>
                <a:gd name="connsiteY81" fmla="*/ 471427 h 504642"/>
                <a:gd name="connsiteX82" fmla="*/ 153822 w 505337"/>
                <a:gd name="connsiteY82" fmla="*/ 367701 h 504642"/>
                <a:gd name="connsiteX83" fmla="*/ 145082 w 505337"/>
                <a:gd name="connsiteY83" fmla="*/ 354299 h 504642"/>
                <a:gd name="connsiteX84" fmla="*/ 138090 w 505337"/>
                <a:gd name="connsiteY84" fmla="*/ 347306 h 504642"/>
                <a:gd name="connsiteX85" fmla="*/ 157900 w 505337"/>
                <a:gd name="connsiteY85" fmla="*/ 330990 h 504642"/>
                <a:gd name="connsiteX86" fmla="*/ 174215 w 505337"/>
                <a:gd name="connsiteY86" fmla="*/ 350802 h 504642"/>
                <a:gd name="connsiteX87" fmla="*/ 153822 w 505337"/>
                <a:gd name="connsiteY87" fmla="*/ 367701 h 504642"/>
                <a:gd name="connsiteX88" fmla="*/ 245882 w 505337"/>
                <a:gd name="connsiteY88" fmla="*/ 371781 h 504642"/>
                <a:gd name="connsiteX89" fmla="*/ 229567 w 505337"/>
                <a:gd name="connsiteY89" fmla="*/ 377608 h 504642"/>
                <a:gd name="connsiteX90" fmla="*/ 215584 w 505337"/>
                <a:gd name="connsiteY90" fmla="*/ 369450 h 504642"/>
                <a:gd name="connsiteX91" fmla="*/ 149161 w 505337"/>
                <a:gd name="connsiteY91" fmla="*/ 290199 h 504642"/>
                <a:gd name="connsiteX92" fmla="*/ 146247 w 505337"/>
                <a:gd name="connsiteY92" fmla="*/ 264559 h 504642"/>
                <a:gd name="connsiteX93" fmla="*/ 307061 w 505337"/>
                <a:gd name="connsiteY93" fmla="*/ 131114 h 504642"/>
                <a:gd name="connsiteX94" fmla="*/ 307061 w 505337"/>
                <a:gd name="connsiteY94" fmla="*/ 131114 h 504642"/>
                <a:gd name="connsiteX95" fmla="*/ 314635 w 505337"/>
                <a:gd name="connsiteY95" fmla="*/ 128783 h 504642"/>
                <a:gd name="connsiteX96" fmla="*/ 316966 w 505337"/>
                <a:gd name="connsiteY96" fmla="*/ 128783 h 504642"/>
                <a:gd name="connsiteX97" fmla="*/ 331533 w 505337"/>
                <a:gd name="connsiteY97" fmla="*/ 137524 h 504642"/>
                <a:gd name="connsiteX98" fmla="*/ 397956 w 505337"/>
                <a:gd name="connsiteY98" fmla="*/ 216775 h 504642"/>
                <a:gd name="connsiteX99" fmla="*/ 405530 w 505337"/>
                <a:gd name="connsiteY99" fmla="*/ 234257 h 504642"/>
                <a:gd name="connsiteX100" fmla="*/ 400869 w 505337"/>
                <a:gd name="connsiteY100" fmla="*/ 241832 h 504642"/>
                <a:gd name="connsiteX101" fmla="*/ 245882 w 505337"/>
                <a:gd name="connsiteY101" fmla="*/ 371781 h 504642"/>
                <a:gd name="connsiteX102" fmla="*/ 415435 w 505337"/>
                <a:gd name="connsiteY102" fmla="*/ 298357 h 504642"/>
                <a:gd name="connsiteX103" fmla="*/ 443986 w 505337"/>
                <a:gd name="connsiteY103" fmla="*/ 332155 h 504642"/>
                <a:gd name="connsiteX104" fmla="*/ 393294 w 505337"/>
                <a:gd name="connsiteY104" fmla="*/ 374694 h 504642"/>
                <a:gd name="connsiteX105" fmla="*/ 364744 w 505337"/>
                <a:gd name="connsiteY105" fmla="*/ 340896 h 504642"/>
                <a:gd name="connsiteX106" fmla="*/ 415435 w 505337"/>
                <a:gd name="connsiteY106" fmla="*/ 298357 h 504642"/>
                <a:gd name="connsiteX107" fmla="*/ 349012 w 505337"/>
                <a:gd name="connsiteY107" fmla="*/ 353133 h 504642"/>
                <a:gd name="connsiteX108" fmla="*/ 377563 w 505337"/>
                <a:gd name="connsiteY108" fmla="*/ 386931 h 504642"/>
                <a:gd name="connsiteX109" fmla="*/ 326289 w 505337"/>
                <a:gd name="connsiteY109" fmla="*/ 430053 h 504642"/>
                <a:gd name="connsiteX110" fmla="*/ 297738 w 505337"/>
                <a:gd name="connsiteY110" fmla="*/ 396255 h 504642"/>
                <a:gd name="connsiteX111" fmla="*/ 349012 w 505337"/>
                <a:gd name="connsiteY111" fmla="*/ 353133 h 504642"/>
                <a:gd name="connsiteX112" fmla="*/ 366492 w 505337"/>
                <a:gd name="connsiteY112" fmla="*/ 478420 h 504642"/>
                <a:gd name="connsiteX113" fmla="*/ 338524 w 505337"/>
                <a:gd name="connsiteY113" fmla="*/ 445204 h 504642"/>
                <a:gd name="connsiteX114" fmla="*/ 389798 w 505337"/>
                <a:gd name="connsiteY114" fmla="*/ 402082 h 504642"/>
                <a:gd name="connsiteX115" fmla="*/ 417766 w 505337"/>
                <a:gd name="connsiteY115" fmla="*/ 435298 h 504642"/>
                <a:gd name="connsiteX116" fmla="*/ 366492 w 505337"/>
                <a:gd name="connsiteY116" fmla="*/ 478420 h 504642"/>
                <a:gd name="connsiteX117" fmla="*/ 433498 w 505337"/>
                <a:gd name="connsiteY117" fmla="*/ 422478 h 504642"/>
                <a:gd name="connsiteX118" fmla="*/ 405530 w 505337"/>
                <a:gd name="connsiteY118" fmla="*/ 389262 h 504642"/>
                <a:gd name="connsiteX119" fmla="*/ 456221 w 505337"/>
                <a:gd name="connsiteY119" fmla="*/ 346723 h 504642"/>
                <a:gd name="connsiteX120" fmla="*/ 484189 w 505337"/>
                <a:gd name="connsiteY120" fmla="*/ 379939 h 504642"/>
                <a:gd name="connsiteX121" fmla="*/ 433498 w 505337"/>
                <a:gd name="connsiteY121" fmla="*/ 422478 h 50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505337" h="504642">
                  <a:moveTo>
                    <a:pt x="502251" y="371198"/>
                  </a:moveTo>
                  <a:lnTo>
                    <a:pt x="427671" y="282040"/>
                  </a:lnTo>
                  <a:cubicBezTo>
                    <a:pt x="425341" y="279709"/>
                    <a:pt x="421845" y="277379"/>
                    <a:pt x="418349" y="276796"/>
                  </a:cubicBezTo>
                  <a:lnTo>
                    <a:pt x="418349" y="276796"/>
                  </a:lnTo>
                  <a:cubicBezTo>
                    <a:pt x="413687" y="276213"/>
                    <a:pt x="409026" y="277961"/>
                    <a:pt x="404365" y="281458"/>
                  </a:cubicBezTo>
                  <a:lnTo>
                    <a:pt x="351926" y="325162"/>
                  </a:lnTo>
                  <a:lnTo>
                    <a:pt x="344351" y="315839"/>
                  </a:lnTo>
                  <a:lnTo>
                    <a:pt x="413105" y="258731"/>
                  </a:lnTo>
                  <a:cubicBezTo>
                    <a:pt x="420097" y="252904"/>
                    <a:pt x="424175" y="245911"/>
                    <a:pt x="424758" y="237753"/>
                  </a:cubicBezTo>
                  <a:cubicBezTo>
                    <a:pt x="425923" y="227264"/>
                    <a:pt x="421845" y="215609"/>
                    <a:pt x="412522" y="205703"/>
                  </a:cubicBezTo>
                  <a:lnTo>
                    <a:pt x="346099" y="126452"/>
                  </a:lnTo>
                  <a:cubicBezTo>
                    <a:pt x="339107" y="118294"/>
                    <a:pt x="330367" y="112467"/>
                    <a:pt x="321045" y="110718"/>
                  </a:cubicBezTo>
                  <a:cubicBezTo>
                    <a:pt x="310557" y="108387"/>
                    <a:pt x="301234" y="110718"/>
                    <a:pt x="293660" y="116546"/>
                  </a:cubicBezTo>
                  <a:lnTo>
                    <a:pt x="225489" y="172487"/>
                  </a:lnTo>
                  <a:lnTo>
                    <a:pt x="216749" y="161416"/>
                  </a:lnTo>
                  <a:lnTo>
                    <a:pt x="269771" y="117128"/>
                  </a:lnTo>
                  <a:cubicBezTo>
                    <a:pt x="277345" y="110718"/>
                    <a:pt x="279093" y="100229"/>
                    <a:pt x="273849" y="93819"/>
                  </a:cubicBezTo>
                  <a:lnTo>
                    <a:pt x="198686" y="5245"/>
                  </a:lnTo>
                  <a:cubicBezTo>
                    <a:pt x="195773" y="2914"/>
                    <a:pt x="192860" y="583"/>
                    <a:pt x="189364" y="0"/>
                  </a:cubicBezTo>
                  <a:cubicBezTo>
                    <a:pt x="184703" y="0"/>
                    <a:pt x="180041" y="1748"/>
                    <a:pt x="175380" y="5245"/>
                  </a:cubicBezTo>
                  <a:lnTo>
                    <a:pt x="55935" y="106057"/>
                  </a:lnTo>
                  <a:cubicBezTo>
                    <a:pt x="48361" y="112467"/>
                    <a:pt x="46613" y="122956"/>
                    <a:pt x="51857" y="129366"/>
                  </a:cubicBezTo>
                  <a:lnTo>
                    <a:pt x="126437" y="217940"/>
                  </a:lnTo>
                  <a:cubicBezTo>
                    <a:pt x="128767" y="220271"/>
                    <a:pt x="132263" y="222602"/>
                    <a:pt x="135759" y="223185"/>
                  </a:cubicBezTo>
                  <a:lnTo>
                    <a:pt x="135759" y="223185"/>
                  </a:lnTo>
                  <a:cubicBezTo>
                    <a:pt x="140421" y="223768"/>
                    <a:pt x="145082" y="222019"/>
                    <a:pt x="149743" y="218523"/>
                  </a:cubicBezTo>
                  <a:lnTo>
                    <a:pt x="202182" y="174818"/>
                  </a:lnTo>
                  <a:lnTo>
                    <a:pt x="210922" y="185890"/>
                  </a:lnTo>
                  <a:lnTo>
                    <a:pt x="134011" y="250573"/>
                  </a:lnTo>
                  <a:cubicBezTo>
                    <a:pt x="120028" y="262810"/>
                    <a:pt x="120028" y="286702"/>
                    <a:pt x="134594" y="304184"/>
                  </a:cubicBezTo>
                  <a:lnTo>
                    <a:pt x="143917" y="315839"/>
                  </a:lnTo>
                  <a:lnTo>
                    <a:pt x="120610" y="335651"/>
                  </a:lnTo>
                  <a:cubicBezTo>
                    <a:pt x="87981" y="316421"/>
                    <a:pt x="44282" y="314090"/>
                    <a:pt x="12818" y="323414"/>
                  </a:cubicBezTo>
                  <a:lnTo>
                    <a:pt x="0" y="327493"/>
                  </a:lnTo>
                  <a:lnTo>
                    <a:pt x="66423" y="406744"/>
                  </a:lnTo>
                  <a:lnTo>
                    <a:pt x="50109" y="419564"/>
                  </a:lnTo>
                  <a:cubicBezTo>
                    <a:pt x="44282" y="424226"/>
                    <a:pt x="43699" y="432967"/>
                    <a:pt x="48943" y="438794"/>
                  </a:cubicBezTo>
                  <a:cubicBezTo>
                    <a:pt x="53605" y="444622"/>
                    <a:pt x="62344" y="445787"/>
                    <a:pt x="68754" y="440542"/>
                  </a:cubicBezTo>
                  <a:lnTo>
                    <a:pt x="84485" y="427140"/>
                  </a:lnTo>
                  <a:lnTo>
                    <a:pt x="149743" y="504642"/>
                  </a:lnTo>
                  <a:lnTo>
                    <a:pt x="155570" y="492988"/>
                  </a:lnTo>
                  <a:cubicBezTo>
                    <a:pt x="170136" y="465017"/>
                    <a:pt x="175380" y="425391"/>
                    <a:pt x="165475" y="391011"/>
                  </a:cubicBezTo>
                  <a:lnTo>
                    <a:pt x="191112" y="369450"/>
                  </a:lnTo>
                  <a:lnTo>
                    <a:pt x="202182" y="382852"/>
                  </a:lnTo>
                  <a:cubicBezTo>
                    <a:pt x="209757" y="391593"/>
                    <a:pt x="219080" y="396838"/>
                    <a:pt x="228985" y="398003"/>
                  </a:cubicBezTo>
                  <a:cubicBezTo>
                    <a:pt x="229567" y="398003"/>
                    <a:pt x="229567" y="398003"/>
                    <a:pt x="230150" y="398003"/>
                  </a:cubicBezTo>
                  <a:cubicBezTo>
                    <a:pt x="240638" y="399169"/>
                    <a:pt x="251708" y="395090"/>
                    <a:pt x="261031" y="387514"/>
                  </a:cubicBezTo>
                  <a:lnTo>
                    <a:pt x="330950" y="329241"/>
                  </a:lnTo>
                  <a:lnTo>
                    <a:pt x="338524" y="338565"/>
                  </a:lnTo>
                  <a:lnTo>
                    <a:pt x="285503" y="382852"/>
                  </a:lnTo>
                  <a:cubicBezTo>
                    <a:pt x="282589" y="385183"/>
                    <a:pt x="280259" y="388680"/>
                    <a:pt x="278511" y="392759"/>
                  </a:cubicBezTo>
                  <a:cubicBezTo>
                    <a:pt x="276763" y="398003"/>
                    <a:pt x="277928" y="402665"/>
                    <a:pt x="281424" y="406744"/>
                  </a:cubicBezTo>
                  <a:lnTo>
                    <a:pt x="356004" y="495902"/>
                  </a:lnTo>
                  <a:cubicBezTo>
                    <a:pt x="358335" y="498232"/>
                    <a:pt x="361831" y="500563"/>
                    <a:pt x="365327" y="501146"/>
                  </a:cubicBezTo>
                  <a:lnTo>
                    <a:pt x="365327" y="501146"/>
                  </a:lnTo>
                  <a:cubicBezTo>
                    <a:pt x="369988" y="501729"/>
                    <a:pt x="374649" y="499981"/>
                    <a:pt x="379311" y="496484"/>
                  </a:cubicBezTo>
                  <a:lnTo>
                    <a:pt x="499338" y="396255"/>
                  </a:lnTo>
                  <a:cubicBezTo>
                    <a:pt x="505747" y="388097"/>
                    <a:pt x="507495" y="377608"/>
                    <a:pt x="502251" y="371198"/>
                  </a:cubicBezTo>
                  <a:close/>
                  <a:moveTo>
                    <a:pt x="204513" y="146265"/>
                  </a:moveTo>
                  <a:lnTo>
                    <a:pt x="176545" y="113049"/>
                  </a:lnTo>
                  <a:lnTo>
                    <a:pt x="227819" y="69927"/>
                  </a:lnTo>
                  <a:lnTo>
                    <a:pt x="255787" y="103143"/>
                  </a:lnTo>
                  <a:lnTo>
                    <a:pt x="204513" y="146265"/>
                  </a:lnTo>
                  <a:close/>
                  <a:moveTo>
                    <a:pt x="187616" y="21561"/>
                  </a:moveTo>
                  <a:lnTo>
                    <a:pt x="216166" y="55359"/>
                  </a:lnTo>
                  <a:lnTo>
                    <a:pt x="164892" y="98481"/>
                  </a:lnTo>
                  <a:lnTo>
                    <a:pt x="136342" y="64683"/>
                  </a:lnTo>
                  <a:lnTo>
                    <a:pt x="187616" y="21561"/>
                  </a:lnTo>
                  <a:close/>
                  <a:moveTo>
                    <a:pt x="120610" y="76920"/>
                  </a:moveTo>
                  <a:lnTo>
                    <a:pt x="149161" y="110718"/>
                  </a:lnTo>
                  <a:lnTo>
                    <a:pt x="98469" y="153257"/>
                  </a:lnTo>
                  <a:lnTo>
                    <a:pt x="69919" y="119459"/>
                  </a:lnTo>
                  <a:lnTo>
                    <a:pt x="120610" y="76920"/>
                  </a:lnTo>
                  <a:close/>
                  <a:moveTo>
                    <a:pt x="138673" y="201624"/>
                  </a:moveTo>
                  <a:lnTo>
                    <a:pt x="110705" y="168408"/>
                  </a:lnTo>
                  <a:lnTo>
                    <a:pt x="161396" y="125869"/>
                  </a:lnTo>
                  <a:lnTo>
                    <a:pt x="189364" y="159085"/>
                  </a:lnTo>
                  <a:lnTo>
                    <a:pt x="138673" y="201624"/>
                  </a:lnTo>
                  <a:close/>
                  <a:moveTo>
                    <a:pt x="143917" y="471427"/>
                  </a:moveTo>
                  <a:lnTo>
                    <a:pt x="30881" y="335069"/>
                  </a:lnTo>
                  <a:cubicBezTo>
                    <a:pt x="62344" y="329824"/>
                    <a:pt x="107792" y="336234"/>
                    <a:pt x="132846" y="365370"/>
                  </a:cubicBezTo>
                  <a:cubicBezTo>
                    <a:pt x="156735" y="396255"/>
                    <a:pt x="154404" y="441708"/>
                    <a:pt x="143917" y="471427"/>
                  </a:cubicBezTo>
                  <a:close/>
                  <a:moveTo>
                    <a:pt x="153822" y="367701"/>
                  </a:moveTo>
                  <a:cubicBezTo>
                    <a:pt x="151491" y="363622"/>
                    <a:pt x="147995" y="358960"/>
                    <a:pt x="145082" y="354299"/>
                  </a:cubicBezTo>
                  <a:cubicBezTo>
                    <a:pt x="142751" y="351968"/>
                    <a:pt x="141003" y="349054"/>
                    <a:pt x="138090" y="347306"/>
                  </a:cubicBezTo>
                  <a:lnTo>
                    <a:pt x="157900" y="330990"/>
                  </a:lnTo>
                  <a:lnTo>
                    <a:pt x="174215" y="350802"/>
                  </a:lnTo>
                  <a:lnTo>
                    <a:pt x="153822" y="367701"/>
                  </a:lnTo>
                  <a:close/>
                  <a:moveTo>
                    <a:pt x="245882" y="371781"/>
                  </a:moveTo>
                  <a:cubicBezTo>
                    <a:pt x="240055" y="376442"/>
                    <a:pt x="234811" y="378191"/>
                    <a:pt x="229567" y="377608"/>
                  </a:cubicBezTo>
                  <a:cubicBezTo>
                    <a:pt x="224323" y="377025"/>
                    <a:pt x="219662" y="374111"/>
                    <a:pt x="215584" y="369450"/>
                  </a:cubicBezTo>
                  <a:lnTo>
                    <a:pt x="149161" y="290199"/>
                  </a:lnTo>
                  <a:cubicBezTo>
                    <a:pt x="141586" y="281458"/>
                    <a:pt x="140421" y="269220"/>
                    <a:pt x="146247" y="264559"/>
                  </a:cubicBezTo>
                  <a:lnTo>
                    <a:pt x="307061" y="131114"/>
                  </a:lnTo>
                  <a:lnTo>
                    <a:pt x="307061" y="131114"/>
                  </a:lnTo>
                  <a:cubicBezTo>
                    <a:pt x="309392" y="128783"/>
                    <a:pt x="312305" y="128783"/>
                    <a:pt x="314635" y="128783"/>
                  </a:cubicBezTo>
                  <a:cubicBezTo>
                    <a:pt x="315218" y="128783"/>
                    <a:pt x="316383" y="128783"/>
                    <a:pt x="316966" y="128783"/>
                  </a:cubicBezTo>
                  <a:cubicBezTo>
                    <a:pt x="322210" y="129948"/>
                    <a:pt x="326871" y="133445"/>
                    <a:pt x="331533" y="137524"/>
                  </a:cubicBezTo>
                  <a:lnTo>
                    <a:pt x="397956" y="216775"/>
                  </a:lnTo>
                  <a:cubicBezTo>
                    <a:pt x="403200" y="223185"/>
                    <a:pt x="406113" y="229012"/>
                    <a:pt x="405530" y="234257"/>
                  </a:cubicBezTo>
                  <a:cubicBezTo>
                    <a:pt x="405530" y="237170"/>
                    <a:pt x="403782" y="240084"/>
                    <a:pt x="400869" y="241832"/>
                  </a:cubicBezTo>
                  <a:lnTo>
                    <a:pt x="245882" y="371781"/>
                  </a:lnTo>
                  <a:close/>
                  <a:moveTo>
                    <a:pt x="415435" y="298357"/>
                  </a:moveTo>
                  <a:lnTo>
                    <a:pt x="443986" y="332155"/>
                  </a:lnTo>
                  <a:lnTo>
                    <a:pt x="393294" y="374694"/>
                  </a:lnTo>
                  <a:lnTo>
                    <a:pt x="364744" y="340896"/>
                  </a:lnTo>
                  <a:lnTo>
                    <a:pt x="415435" y="298357"/>
                  </a:lnTo>
                  <a:close/>
                  <a:moveTo>
                    <a:pt x="349012" y="353133"/>
                  </a:moveTo>
                  <a:lnTo>
                    <a:pt x="377563" y="386931"/>
                  </a:lnTo>
                  <a:lnTo>
                    <a:pt x="326289" y="430053"/>
                  </a:lnTo>
                  <a:lnTo>
                    <a:pt x="297738" y="396255"/>
                  </a:lnTo>
                  <a:lnTo>
                    <a:pt x="349012" y="353133"/>
                  </a:lnTo>
                  <a:close/>
                  <a:moveTo>
                    <a:pt x="366492" y="478420"/>
                  </a:moveTo>
                  <a:lnTo>
                    <a:pt x="338524" y="445204"/>
                  </a:lnTo>
                  <a:lnTo>
                    <a:pt x="389798" y="402082"/>
                  </a:lnTo>
                  <a:lnTo>
                    <a:pt x="417766" y="435298"/>
                  </a:lnTo>
                  <a:lnTo>
                    <a:pt x="366492" y="478420"/>
                  </a:lnTo>
                  <a:close/>
                  <a:moveTo>
                    <a:pt x="433498" y="422478"/>
                  </a:moveTo>
                  <a:lnTo>
                    <a:pt x="405530" y="389262"/>
                  </a:lnTo>
                  <a:lnTo>
                    <a:pt x="456221" y="346723"/>
                  </a:lnTo>
                  <a:lnTo>
                    <a:pt x="484189" y="379939"/>
                  </a:lnTo>
                  <a:lnTo>
                    <a:pt x="433498" y="422478"/>
                  </a:ln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73" name="手繪多邊形 151">
              <a:extLst>
                <a:ext uri="{FF2B5EF4-FFF2-40B4-BE49-F238E27FC236}">
                  <a16:creationId xmlns:a16="http://schemas.microsoft.com/office/drawing/2014/main" id="{27988DB2-E38B-4202-9940-BE65F18F8303}"/>
                </a:ext>
              </a:extLst>
            </p:cNvPr>
            <p:cNvSpPr/>
            <p:nvPr/>
          </p:nvSpPr>
          <p:spPr>
            <a:xfrm>
              <a:off x="9173984" y="6121043"/>
              <a:ext cx="65409" cy="74559"/>
            </a:xfrm>
            <a:custGeom>
              <a:avLst/>
              <a:gdLst>
                <a:gd name="connsiteX0" fmla="*/ 57683 w 65409"/>
                <a:gd name="connsiteY0" fmla="*/ 38431 h 74559"/>
                <a:gd name="connsiteX1" fmla="*/ 34959 w 65409"/>
                <a:gd name="connsiteY1" fmla="*/ 11042 h 74559"/>
                <a:gd name="connsiteX2" fmla="*/ 0 w 65409"/>
                <a:gd name="connsiteY2" fmla="*/ 4632 h 74559"/>
                <a:gd name="connsiteX3" fmla="*/ 58266 w 65409"/>
                <a:gd name="connsiteY3" fmla="*/ 74560 h 74559"/>
                <a:gd name="connsiteX4" fmla="*/ 57683 w 65409"/>
                <a:gd name="connsiteY4" fmla="*/ 38431 h 74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409" h="74559">
                  <a:moveTo>
                    <a:pt x="57683" y="38431"/>
                  </a:moveTo>
                  <a:lnTo>
                    <a:pt x="34959" y="11042"/>
                  </a:lnTo>
                  <a:cubicBezTo>
                    <a:pt x="25054" y="-612"/>
                    <a:pt x="9323" y="-3526"/>
                    <a:pt x="0" y="4632"/>
                  </a:cubicBezTo>
                  <a:lnTo>
                    <a:pt x="58266" y="74560"/>
                  </a:lnTo>
                  <a:cubicBezTo>
                    <a:pt x="68171" y="66402"/>
                    <a:pt x="67588" y="50085"/>
                    <a:pt x="57683" y="38431"/>
                  </a:cubicBez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74" name="手繪多邊形 152">
              <a:extLst>
                <a:ext uri="{FF2B5EF4-FFF2-40B4-BE49-F238E27FC236}">
                  <a16:creationId xmlns:a16="http://schemas.microsoft.com/office/drawing/2014/main" id="{3CCA2F78-2576-4C1A-8CA2-BD2F2DD817C9}"/>
                </a:ext>
              </a:extLst>
            </p:cNvPr>
            <p:cNvSpPr/>
            <p:nvPr/>
          </p:nvSpPr>
          <p:spPr>
            <a:xfrm>
              <a:off x="8991611" y="6258378"/>
              <a:ext cx="82978" cy="82323"/>
            </a:xfrm>
            <a:custGeom>
              <a:avLst/>
              <a:gdLst>
                <a:gd name="connsiteX0" fmla="*/ 78076 w 82978"/>
                <a:gd name="connsiteY0" fmla="*/ 29878 h 82323"/>
                <a:gd name="connsiteX1" fmla="*/ 68754 w 82978"/>
                <a:gd name="connsiteY1" fmla="*/ 23468 h 82323"/>
                <a:gd name="connsiteX2" fmla="*/ 57101 w 82978"/>
                <a:gd name="connsiteY2" fmla="*/ 24633 h 82323"/>
                <a:gd name="connsiteX3" fmla="*/ 58848 w 82978"/>
                <a:gd name="connsiteY3" fmla="*/ 15310 h 82323"/>
                <a:gd name="connsiteX4" fmla="*/ 54770 w 82978"/>
                <a:gd name="connsiteY4" fmla="*/ 6569 h 82323"/>
                <a:gd name="connsiteX5" fmla="*/ 47778 w 82978"/>
                <a:gd name="connsiteY5" fmla="*/ 1324 h 82323"/>
                <a:gd name="connsiteX6" fmla="*/ 39621 w 82978"/>
                <a:gd name="connsiteY6" fmla="*/ 159 h 82323"/>
                <a:gd name="connsiteX7" fmla="*/ 32046 w 82978"/>
                <a:gd name="connsiteY7" fmla="*/ 2490 h 82323"/>
                <a:gd name="connsiteX8" fmla="*/ 22141 w 82978"/>
                <a:gd name="connsiteY8" fmla="*/ 9482 h 82323"/>
                <a:gd name="connsiteX9" fmla="*/ 0 w 82978"/>
                <a:gd name="connsiteY9" fmla="*/ 26964 h 82323"/>
                <a:gd name="connsiteX10" fmla="*/ 44282 w 82978"/>
                <a:gd name="connsiteY10" fmla="*/ 82323 h 82323"/>
                <a:gd name="connsiteX11" fmla="*/ 63510 w 82978"/>
                <a:gd name="connsiteY11" fmla="*/ 67173 h 82323"/>
                <a:gd name="connsiteX12" fmla="*/ 76911 w 82978"/>
                <a:gd name="connsiteY12" fmla="*/ 56101 h 82323"/>
                <a:gd name="connsiteX13" fmla="*/ 82155 w 82978"/>
                <a:gd name="connsiteY13" fmla="*/ 47360 h 82323"/>
                <a:gd name="connsiteX14" fmla="*/ 82737 w 82978"/>
                <a:gd name="connsiteY14" fmla="*/ 38036 h 82323"/>
                <a:gd name="connsiteX15" fmla="*/ 78076 w 82978"/>
                <a:gd name="connsiteY15" fmla="*/ 29878 h 82323"/>
                <a:gd name="connsiteX16" fmla="*/ 28550 w 82978"/>
                <a:gd name="connsiteY16" fmla="*/ 40950 h 82323"/>
                <a:gd name="connsiteX17" fmla="*/ 18062 w 82978"/>
                <a:gd name="connsiteY17" fmla="*/ 28130 h 82323"/>
                <a:gd name="connsiteX18" fmla="*/ 24472 w 82978"/>
                <a:gd name="connsiteY18" fmla="*/ 22885 h 82323"/>
                <a:gd name="connsiteX19" fmla="*/ 33794 w 82978"/>
                <a:gd name="connsiteY19" fmla="*/ 15892 h 82323"/>
                <a:gd name="connsiteX20" fmla="*/ 39621 w 82978"/>
                <a:gd name="connsiteY20" fmla="*/ 14727 h 82323"/>
                <a:gd name="connsiteX21" fmla="*/ 44865 w 82978"/>
                <a:gd name="connsiteY21" fmla="*/ 17641 h 82323"/>
                <a:gd name="connsiteX22" fmla="*/ 46613 w 82978"/>
                <a:gd name="connsiteY22" fmla="*/ 22885 h 82323"/>
                <a:gd name="connsiteX23" fmla="*/ 43699 w 82978"/>
                <a:gd name="connsiteY23" fmla="*/ 28712 h 82323"/>
                <a:gd name="connsiteX24" fmla="*/ 36125 w 82978"/>
                <a:gd name="connsiteY24" fmla="*/ 35122 h 82323"/>
                <a:gd name="connsiteX25" fmla="*/ 28550 w 82978"/>
                <a:gd name="connsiteY25" fmla="*/ 40950 h 82323"/>
                <a:gd name="connsiteX26" fmla="*/ 65840 w 82978"/>
                <a:gd name="connsiteY26" fmla="*/ 49691 h 82323"/>
                <a:gd name="connsiteX27" fmla="*/ 58266 w 82978"/>
                <a:gd name="connsiteY27" fmla="*/ 56101 h 82323"/>
                <a:gd name="connsiteX28" fmla="*/ 48361 w 82978"/>
                <a:gd name="connsiteY28" fmla="*/ 64259 h 82323"/>
                <a:gd name="connsiteX29" fmla="*/ 36125 w 82978"/>
                <a:gd name="connsiteY29" fmla="*/ 49691 h 82323"/>
                <a:gd name="connsiteX30" fmla="*/ 44865 w 82978"/>
                <a:gd name="connsiteY30" fmla="*/ 42115 h 82323"/>
                <a:gd name="connsiteX31" fmla="*/ 55353 w 82978"/>
                <a:gd name="connsiteY31" fmla="*/ 35122 h 82323"/>
                <a:gd name="connsiteX32" fmla="*/ 60596 w 82978"/>
                <a:gd name="connsiteY32" fmla="*/ 35122 h 82323"/>
                <a:gd name="connsiteX33" fmla="*/ 64675 w 82978"/>
                <a:gd name="connsiteY33" fmla="*/ 38619 h 82323"/>
                <a:gd name="connsiteX34" fmla="*/ 67006 w 82978"/>
                <a:gd name="connsiteY34" fmla="*/ 44446 h 82323"/>
                <a:gd name="connsiteX35" fmla="*/ 65840 w 82978"/>
                <a:gd name="connsiteY35" fmla="*/ 49691 h 8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2978" h="82323">
                  <a:moveTo>
                    <a:pt x="78076" y="29878"/>
                  </a:moveTo>
                  <a:cubicBezTo>
                    <a:pt x="75746" y="26964"/>
                    <a:pt x="72250" y="24633"/>
                    <a:pt x="68754" y="23468"/>
                  </a:cubicBezTo>
                  <a:cubicBezTo>
                    <a:pt x="65258" y="22302"/>
                    <a:pt x="61179" y="22885"/>
                    <a:pt x="57101" y="24633"/>
                  </a:cubicBezTo>
                  <a:cubicBezTo>
                    <a:pt x="58266" y="21720"/>
                    <a:pt x="59431" y="18223"/>
                    <a:pt x="58848" y="15310"/>
                  </a:cubicBezTo>
                  <a:cubicBezTo>
                    <a:pt x="58848" y="11813"/>
                    <a:pt x="57101" y="9482"/>
                    <a:pt x="54770" y="6569"/>
                  </a:cubicBezTo>
                  <a:cubicBezTo>
                    <a:pt x="52439" y="4238"/>
                    <a:pt x="50691" y="2490"/>
                    <a:pt x="47778" y="1324"/>
                  </a:cubicBezTo>
                  <a:cubicBezTo>
                    <a:pt x="44865" y="742"/>
                    <a:pt x="42534" y="-424"/>
                    <a:pt x="39621" y="159"/>
                  </a:cubicBezTo>
                  <a:cubicBezTo>
                    <a:pt x="37290" y="742"/>
                    <a:pt x="34377" y="1324"/>
                    <a:pt x="32046" y="2490"/>
                  </a:cubicBezTo>
                  <a:cubicBezTo>
                    <a:pt x="29716" y="4238"/>
                    <a:pt x="26220" y="5986"/>
                    <a:pt x="22141" y="9482"/>
                  </a:cubicBezTo>
                  <a:lnTo>
                    <a:pt x="0" y="26964"/>
                  </a:lnTo>
                  <a:lnTo>
                    <a:pt x="44282" y="82323"/>
                  </a:lnTo>
                  <a:lnTo>
                    <a:pt x="63510" y="67173"/>
                  </a:lnTo>
                  <a:cubicBezTo>
                    <a:pt x="70502" y="61345"/>
                    <a:pt x="75163" y="57849"/>
                    <a:pt x="76911" y="56101"/>
                  </a:cubicBezTo>
                  <a:cubicBezTo>
                    <a:pt x="79242" y="53187"/>
                    <a:pt x="81572" y="50856"/>
                    <a:pt x="82155" y="47360"/>
                  </a:cubicBezTo>
                  <a:cubicBezTo>
                    <a:pt x="82737" y="44446"/>
                    <a:pt x="83320" y="40950"/>
                    <a:pt x="82737" y="38036"/>
                  </a:cubicBezTo>
                  <a:cubicBezTo>
                    <a:pt x="81572" y="35122"/>
                    <a:pt x="79824" y="32209"/>
                    <a:pt x="78076" y="29878"/>
                  </a:cubicBezTo>
                  <a:close/>
                  <a:moveTo>
                    <a:pt x="28550" y="40950"/>
                  </a:moveTo>
                  <a:lnTo>
                    <a:pt x="18062" y="28130"/>
                  </a:lnTo>
                  <a:lnTo>
                    <a:pt x="24472" y="22885"/>
                  </a:lnTo>
                  <a:cubicBezTo>
                    <a:pt x="29716" y="18806"/>
                    <a:pt x="32629" y="15892"/>
                    <a:pt x="33794" y="15892"/>
                  </a:cubicBezTo>
                  <a:cubicBezTo>
                    <a:pt x="35542" y="14144"/>
                    <a:pt x="37290" y="14144"/>
                    <a:pt x="39621" y="14727"/>
                  </a:cubicBezTo>
                  <a:cubicBezTo>
                    <a:pt x="41951" y="15310"/>
                    <a:pt x="43117" y="16475"/>
                    <a:pt x="44865" y="17641"/>
                  </a:cubicBezTo>
                  <a:cubicBezTo>
                    <a:pt x="46613" y="19389"/>
                    <a:pt x="46613" y="21137"/>
                    <a:pt x="46613" y="22885"/>
                  </a:cubicBezTo>
                  <a:cubicBezTo>
                    <a:pt x="46613" y="24633"/>
                    <a:pt x="45447" y="26964"/>
                    <a:pt x="43699" y="28712"/>
                  </a:cubicBezTo>
                  <a:cubicBezTo>
                    <a:pt x="43117" y="29295"/>
                    <a:pt x="40203" y="31626"/>
                    <a:pt x="36125" y="35122"/>
                  </a:cubicBezTo>
                  <a:lnTo>
                    <a:pt x="28550" y="40950"/>
                  </a:lnTo>
                  <a:close/>
                  <a:moveTo>
                    <a:pt x="65840" y="49691"/>
                  </a:moveTo>
                  <a:cubicBezTo>
                    <a:pt x="65258" y="50856"/>
                    <a:pt x="62344" y="52604"/>
                    <a:pt x="58266" y="56101"/>
                  </a:cubicBezTo>
                  <a:lnTo>
                    <a:pt x="48361" y="64259"/>
                  </a:lnTo>
                  <a:lnTo>
                    <a:pt x="36125" y="49691"/>
                  </a:lnTo>
                  <a:lnTo>
                    <a:pt x="44865" y="42115"/>
                  </a:lnTo>
                  <a:cubicBezTo>
                    <a:pt x="50109" y="38036"/>
                    <a:pt x="53605" y="35122"/>
                    <a:pt x="55353" y="35122"/>
                  </a:cubicBezTo>
                  <a:cubicBezTo>
                    <a:pt x="57101" y="33957"/>
                    <a:pt x="58848" y="34540"/>
                    <a:pt x="60596" y="35122"/>
                  </a:cubicBezTo>
                  <a:cubicBezTo>
                    <a:pt x="62344" y="35705"/>
                    <a:pt x="64092" y="36871"/>
                    <a:pt x="64675" y="38619"/>
                  </a:cubicBezTo>
                  <a:cubicBezTo>
                    <a:pt x="66423" y="40367"/>
                    <a:pt x="67006" y="42115"/>
                    <a:pt x="67006" y="44446"/>
                  </a:cubicBezTo>
                  <a:cubicBezTo>
                    <a:pt x="68171" y="46777"/>
                    <a:pt x="67588" y="48525"/>
                    <a:pt x="65840" y="49691"/>
                  </a:cubicBez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75" name="手繪多邊形 153">
              <a:extLst>
                <a:ext uri="{FF2B5EF4-FFF2-40B4-BE49-F238E27FC236}">
                  <a16:creationId xmlns:a16="http://schemas.microsoft.com/office/drawing/2014/main" id="{ABF03C7E-1E9C-443A-B27F-96425D389FBA}"/>
                </a:ext>
              </a:extLst>
            </p:cNvPr>
            <p:cNvSpPr/>
            <p:nvPr/>
          </p:nvSpPr>
          <p:spPr>
            <a:xfrm>
              <a:off x="9048129" y="6218912"/>
              <a:ext cx="64202" cy="74677"/>
            </a:xfrm>
            <a:custGeom>
              <a:avLst/>
              <a:gdLst>
                <a:gd name="connsiteX0" fmla="*/ 59431 w 64202"/>
                <a:gd name="connsiteY0" fmla="*/ 34381 h 74677"/>
                <a:gd name="connsiteX1" fmla="*/ 43699 w 64202"/>
                <a:gd name="connsiteY1" fmla="*/ 25057 h 74677"/>
                <a:gd name="connsiteX2" fmla="*/ 27385 w 64202"/>
                <a:gd name="connsiteY2" fmla="*/ 29136 h 74677"/>
                <a:gd name="connsiteX3" fmla="*/ 21558 w 64202"/>
                <a:gd name="connsiteY3" fmla="*/ 36712 h 74677"/>
                <a:gd name="connsiteX4" fmla="*/ 15732 w 64202"/>
                <a:gd name="connsiteY4" fmla="*/ 26223 h 74677"/>
                <a:gd name="connsiteX5" fmla="*/ 35542 w 64202"/>
                <a:gd name="connsiteY5" fmla="*/ 9906 h 74677"/>
                <a:gd name="connsiteX6" fmla="*/ 27968 w 64202"/>
                <a:gd name="connsiteY6" fmla="*/ 0 h 74677"/>
                <a:gd name="connsiteX7" fmla="*/ 0 w 64202"/>
                <a:gd name="connsiteY7" fmla="*/ 22726 h 74677"/>
                <a:gd name="connsiteX8" fmla="*/ 18062 w 64202"/>
                <a:gd name="connsiteY8" fmla="*/ 55942 h 74677"/>
                <a:gd name="connsiteX9" fmla="*/ 27385 w 64202"/>
                <a:gd name="connsiteY9" fmla="*/ 50115 h 74677"/>
                <a:gd name="connsiteX10" fmla="*/ 32629 w 64202"/>
                <a:gd name="connsiteY10" fmla="*/ 39626 h 74677"/>
                <a:gd name="connsiteX11" fmla="*/ 40203 w 64202"/>
                <a:gd name="connsiteY11" fmla="*/ 37295 h 74677"/>
                <a:gd name="connsiteX12" fmla="*/ 48361 w 64202"/>
                <a:gd name="connsiteY12" fmla="*/ 42539 h 74677"/>
                <a:gd name="connsiteX13" fmla="*/ 52439 w 64202"/>
                <a:gd name="connsiteY13" fmla="*/ 52446 h 74677"/>
                <a:gd name="connsiteX14" fmla="*/ 48943 w 64202"/>
                <a:gd name="connsiteY14" fmla="*/ 59438 h 74677"/>
                <a:gd name="connsiteX15" fmla="*/ 42534 w 64202"/>
                <a:gd name="connsiteY15" fmla="*/ 61769 h 74677"/>
                <a:gd name="connsiteX16" fmla="*/ 35542 w 64202"/>
                <a:gd name="connsiteY16" fmla="*/ 58273 h 74677"/>
                <a:gd name="connsiteX17" fmla="*/ 25054 w 64202"/>
                <a:gd name="connsiteY17" fmla="*/ 68762 h 74677"/>
                <a:gd name="connsiteX18" fmla="*/ 39621 w 64202"/>
                <a:gd name="connsiteY18" fmla="*/ 74589 h 74677"/>
                <a:gd name="connsiteX19" fmla="*/ 55353 w 64202"/>
                <a:gd name="connsiteY19" fmla="*/ 68762 h 74677"/>
                <a:gd name="connsiteX20" fmla="*/ 64092 w 64202"/>
                <a:gd name="connsiteY20" fmla="*/ 48949 h 74677"/>
                <a:gd name="connsiteX21" fmla="*/ 59431 w 64202"/>
                <a:gd name="connsiteY21" fmla="*/ 34381 h 74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4202" h="74677">
                  <a:moveTo>
                    <a:pt x="59431" y="34381"/>
                  </a:moveTo>
                  <a:cubicBezTo>
                    <a:pt x="55353" y="28554"/>
                    <a:pt x="49526" y="25640"/>
                    <a:pt x="43699" y="25057"/>
                  </a:cubicBezTo>
                  <a:cubicBezTo>
                    <a:pt x="37873" y="24475"/>
                    <a:pt x="32629" y="25640"/>
                    <a:pt x="27385" y="29136"/>
                  </a:cubicBezTo>
                  <a:cubicBezTo>
                    <a:pt x="25054" y="31467"/>
                    <a:pt x="22724" y="33216"/>
                    <a:pt x="21558" y="36712"/>
                  </a:cubicBezTo>
                  <a:lnTo>
                    <a:pt x="15732" y="26223"/>
                  </a:lnTo>
                  <a:lnTo>
                    <a:pt x="35542" y="9906"/>
                  </a:lnTo>
                  <a:lnTo>
                    <a:pt x="27968" y="0"/>
                  </a:lnTo>
                  <a:lnTo>
                    <a:pt x="0" y="22726"/>
                  </a:lnTo>
                  <a:lnTo>
                    <a:pt x="18062" y="55942"/>
                  </a:lnTo>
                  <a:lnTo>
                    <a:pt x="27385" y="50115"/>
                  </a:lnTo>
                  <a:cubicBezTo>
                    <a:pt x="27968" y="45453"/>
                    <a:pt x="29133" y="41956"/>
                    <a:pt x="32629" y="39626"/>
                  </a:cubicBezTo>
                  <a:cubicBezTo>
                    <a:pt x="34959" y="37295"/>
                    <a:pt x="37290" y="37295"/>
                    <a:pt x="40203" y="37295"/>
                  </a:cubicBezTo>
                  <a:cubicBezTo>
                    <a:pt x="43117" y="37295"/>
                    <a:pt x="46030" y="39626"/>
                    <a:pt x="48361" y="42539"/>
                  </a:cubicBezTo>
                  <a:cubicBezTo>
                    <a:pt x="51274" y="46618"/>
                    <a:pt x="53022" y="49532"/>
                    <a:pt x="52439" y="52446"/>
                  </a:cubicBezTo>
                  <a:cubicBezTo>
                    <a:pt x="51857" y="55359"/>
                    <a:pt x="51274" y="57690"/>
                    <a:pt x="48943" y="59438"/>
                  </a:cubicBezTo>
                  <a:cubicBezTo>
                    <a:pt x="47195" y="61186"/>
                    <a:pt x="44865" y="61769"/>
                    <a:pt x="42534" y="61769"/>
                  </a:cubicBezTo>
                  <a:cubicBezTo>
                    <a:pt x="40203" y="61769"/>
                    <a:pt x="37290" y="60021"/>
                    <a:pt x="35542" y="58273"/>
                  </a:cubicBezTo>
                  <a:lnTo>
                    <a:pt x="25054" y="68762"/>
                  </a:lnTo>
                  <a:cubicBezTo>
                    <a:pt x="29133" y="72841"/>
                    <a:pt x="34377" y="75172"/>
                    <a:pt x="39621" y="74589"/>
                  </a:cubicBezTo>
                  <a:cubicBezTo>
                    <a:pt x="44865" y="74589"/>
                    <a:pt x="50109" y="72841"/>
                    <a:pt x="55353" y="68762"/>
                  </a:cubicBezTo>
                  <a:cubicBezTo>
                    <a:pt x="61762" y="63517"/>
                    <a:pt x="64675" y="57107"/>
                    <a:pt x="64092" y="48949"/>
                  </a:cubicBezTo>
                  <a:cubicBezTo>
                    <a:pt x="64675" y="44287"/>
                    <a:pt x="62927" y="39043"/>
                    <a:pt x="59431" y="34381"/>
                  </a:cubicBez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76" name="手繪多邊形 154">
              <a:extLst>
                <a:ext uri="{FF2B5EF4-FFF2-40B4-BE49-F238E27FC236}">
                  <a16:creationId xmlns:a16="http://schemas.microsoft.com/office/drawing/2014/main" id="{685B0B02-7D6B-407D-9043-ED0692797257}"/>
                </a:ext>
              </a:extLst>
            </p:cNvPr>
            <p:cNvSpPr/>
            <p:nvPr/>
          </p:nvSpPr>
          <p:spPr>
            <a:xfrm>
              <a:off x="9091849" y="6184442"/>
              <a:ext cx="76890" cy="75240"/>
            </a:xfrm>
            <a:custGeom>
              <a:avLst/>
              <a:gdLst>
                <a:gd name="connsiteX0" fmla="*/ 35522 w 76890"/>
                <a:gd name="connsiteY0" fmla="*/ 34470 h 75240"/>
                <a:gd name="connsiteX1" fmla="*/ 42514 w 76890"/>
                <a:gd name="connsiteY1" fmla="*/ 43793 h 75240"/>
                <a:gd name="connsiteX2" fmla="*/ 55333 w 76890"/>
                <a:gd name="connsiteY2" fmla="*/ 33304 h 75240"/>
                <a:gd name="connsiteX3" fmla="*/ 61159 w 76890"/>
                <a:gd name="connsiteY3" fmla="*/ 40297 h 75240"/>
                <a:gd name="connsiteX4" fmla="*/ 58246 w 76890"/>
                <a:gd name="connsiteY4" fmla="*/ 49038 h 75240"/>
                <a:gd name="connsiteX5" fmla="*/ 52419 w 76890"/>
                <a:gd name="connsiteY5" fmla="*/ 56031 h 75240"/>
                <a:gd name="connsiteX6" fmla="*/ 36688 w 76890"/>
                <a:gd name="connsiteY6" fmla="*/ 60110 h 75240"/>
                <a:gd name="connsiteX7" fmla="*/ 20373 w 76890"/>
                <a:gd name="connsiteY7" fmla="*/ 49038 h 75240"/>
                <a:gd name="connsiteX8" fmla="*/ 13964 w 76890"/>
                <a:gd name="connsiteY8" fmla="*/ 32139 h 75240"/>
                <a:gd name="connsiteX9" fmla="*/ 21538 w 76890"/>
                <a:gd name="connsiteY9" fmla="*/ 18153 h 75240"/>
                <a:gd name="connsiteX10" fmla="*/ 31444 w 76890"/>
                <a:gd name="connsiteY10" fmla="*/ 14074 h 75240"/>
                <a:gd name="connsiteX11" fmla="*/ 41349 w 76890"/>
                <a:gd name="connsiteY11" fmla="*/ 16988 h 75240"/>
                <a:gd name="connsiteX12" fmla="*/ 50671 w 76890"/>
                <a:gd name="connsiteY12" fmla="*/ 5916 h 75240"/>
                <a:gd name="connsiteX13" fmla="*/ 33774 w 76890"/>
                <a:gd name="connsiteY13" fmla="*/ 89 h 75240"/>
                <a:gd name="connsiteX14" fmla="*/ 13964 w 76890"/>
                <a:gd name="connsiteY14" fmla="*/ 8830 h 75240"/>
                <a:gd name="connsiteX15" fmla="*/ 2893 w 76890"/>
                <a:gd name="connsiteY15" fmla="*/ 22232 h 75240"/>
                <a:gd name="connsiteX16" fmla="*/ 563 w 76890"/>
                <a:gd name="connsiteY16" fmla="*/ 41462 h 75240"/>
                <a:gd name="connsiteX17" fmla="*/ 9303 w 76890"/>
                <a:gd name="connsiteY17" fmla="*/ 60110 h 75240"/>
                <a:gd name="connsiteX18" fmla="*/ 24452 w 76890"/>
                <a:gd name="connsiteY18" fmla="*/ 72347 h 75240"/>
                <a:gd name="connsiteX19" fmla="*/ 42514 w 76890"/>
                <a:gd name="connsiteY19" fmla="*/ 74678 h 75240"/>
                <a:gd name="connsiteX20" fmla="*/ 60576 w 76890"/>
                <a:gd name="connsiteY20" fmla="*/ 65937 h 75240"/>
                <a:gd name="connsiteX21" fmla="*/ 71647 w 76890"/>
                <a:gd name="connsiteY21" fmla="*/ 52534 h 75240"/>
                <a:gd name="connsiteX22" fmla="*/ 76891 w 76890"/>
                <a:gd name="connsiteY22" fmla="*/ 38549 h 75240"/>
                <a:gd name="connsiteX23" fmla="*/ 59411 w 76890"/>
                <a:gd name="connsiteY23" fmla="*/ 16405 h 75240"/>
                <a:gd name="connsiteX24" fmla="*/ 35522 w 76890"/>
                <a:gd name="connsiteY24" fmla="*/ 34470 h 75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6890" h="75240">
                  <a:moveTo>
                    <a:pt x="35522" y="34470"/>
                  </a:moveTo>
                  <a:lnTo>
                    <a:pt x="42514" y="43793"/>
                  </a:lnTo>
                  <a:lnTo>
                    <a:pt x="55333" y="33304"/>
                  </a:lnTo>
                  <a:lnTo>
                    <a:pt x="61159" y="40297"/>
                  </a:lnTo>
                  <a:cubicBezTo>
                    <a:pt x="60576" y="43210"/>
                    <a:pt x="59411" y="46124"/>
                    <a:pt x="58246" y="49038"/>
                  </a:cubicBezTo>
                  <a:cubicBezTo>
                    <a:pt x="57081" y="51951"/>
                    <a:pt x="54750" y="53700"/>
                    <a:pt x="52419" y="56031"/>
                  </a:cubicBezTo>
                  <a:cubicBezTo>
                    <a:pt x="47758" y="59527"/>
                    <a:pt x="42514" y="61275"/>
                    <a:pt x="36688" y="60110"/>
                  </a:cubicBezTo>
                  <a:cubicBezTo>
                    <a:pt x="30861" y="58944"/>
                    <a:pt x="25617" y="55448"/>
                    <a:pt x="20373" y="49038"/>
                  </a:cubicBezTo>
                  <a:cubicBezTo>
                    <a:pt x="15712" y="42628"/>
                    <a:pt x="13381" y="37383"/>
                    <a:pt x="13964" y="32139"/>
                  </a:cubicBezTo>
                  <a:cubicBezTo>
                    <a:pt x="14546" y="26894"/>
                    <a:pt x="16877" y="21650"/>
                    <a:pt x="21538" y="18153"/>
                  </a:cubicBezTo>
                  <a:cubicBezTo>
                    <a:pt x="24452" y="15822"/>
                    <a:pt x="27948" y="14074"/>
                    <a:pt x="31444" y="14074"/>
                  </a:cubicBezTo>
                  <a:cubicBezTo>
                    <a:pt x="34940" y="14074"/>
                    <a:pt x="37853" y="14657"/>
                    <a:pt x="41349" y="16988"/>
                  </a:cubicBezTo>
                  <a:lnTo>
                    <a:pt x="50671" y="5916"/>
                  </a:lnTo>
                  <a:cubicBezTo>
                    <a:pt x="45427" y="1837"/>
                    <a:pt x="39601" y="-494"/>
                    <a:pt x="33774" y="89"/>
                  </a:cubicBezTo>
                  <a:cubicBezTo>
                    <a:pt x="27365" y="89"/>
                    <a:pt x="20956" y="3002"/>
                    <a:pt x="13964" y="8830"/>
                  </a:cubicBezTo>
                  <a:cubicBezTo>
                    <a:pt x="8720" y="12909"/>
                    <a:pt x="5224" y="17570"/>
                    <a:pt x="2893" y="22232"/>
                  </a:cubicBezTo>
                  <a:cubicBezTo>
                    <a:pt x="-20" y="28642"/>
                    <a:pt x="-603" y="35052"/>
                    <a:pt x="563" y="41462"/>
                  </a:cubicBezTo>
                  <a:cubicBezTo>
                    <a:pt x="1728" y="47872"/>
                    <a:pt x="4641" y="54282"/>
                    <a:pt x="9303" y="60110"/>
                  </a:cubicBezTo>
                  <a:cubicBezTo>
                    <a:pt x="13381" y="65354"/>
                    <a:pt x="18625" y="69433"/>
                    <a:pt x="24452" y="72347"/>
                  </a:cubicBezTo>
                  <a:cubicBezTo>
                    <a:pt x="30278" y="75261"/>
                    <a:pt x="36688" y="75843"/>
                    <a:pt x="42514" y="74678"/>
                  </a:cubicBezTo>
                  <a:cubicBezTo>
                    <a:pt x="48341" y="73512"/>
                    <a:pt x="54750" y="70599"/>
                    <a:pt x="60576" y="65937"/>
                  </a:cubicBezTo>
                  <a:cubicBezTo>
                    <a:pt x="65238" y="62441"/>
                    <a:pt x="68734" y="57779"/>
                    <a:pt x="71647" y="52534"/>
                  </a:cubicBezTo>
                  <a:cubicBezTo>
                    <a:pt x="74560" y="46707"/>
                    <a:pt x="76891" y="42628"/>
                    <a:pt x="76891" y="38549"/>
                  </a:cubicBezTo>
                  <a:lnTo>
                    <a:pt x="59411" y="16405"/>
                  </a:lnTo>
                  <a:lnTo>
                    <a:pt x="35522" y="34470"/>
                  </a:ln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77" name="圖形 24">
            <a:extLst>
              <a:ext uri="{FF2B5EF4-FFF2-40B4-BE49-F238E27FC236}">
                <a16:creationId xmlns:a16="http://schemas.microsoft.com/office/drawing/2014/main" id="{B09423B3-20A8-4DEB-9699-C5EE47BA2750}"/>
              </a:ext>
            </a:extLst>
          </p:cNvPr>
          <p:cNvGrpSpPr/>
          <p:nvPr userDrawn="1"/>
        </p:nvGrpSpPr>
        <p:grpSpPr>
          <a:xfrm>
            <a:off x="5364117" y="5608722"/>
            <a:ext cx="347657" cy="414333"/>
            <a:chOff x="6257100" y="5991336"/>
            <a:chExt cx="428381" cy="510539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sp>
          <p:nvSpPr>
            <p:cNvPr id="78" name="手繪多邊形 140">
              <a:extLst>
                <a:ext uri="{FF2B5EF4-FFF2-40B4-BE49-F238E27FC236}">
                  <a16:creationId xmlns:a16="http://schemas.microsoft.com/office/drawing/2014/main" id="{2D2BF7A7-8816-4DD5-A392-0409F5093B03}"/>
                </a:ext>
              </a:extLst>
            </p:cNvPr>
            <p:cNvSpPr/>
            <p:nvPr/>
          </p:nvSpPr>
          <p:spPr>
            <a:xfrm>
              <a:off x="6357424" y="6358475"/>
              <a:ext cx="51232" cy="81634"/>
            </a:xfrm>
            <a:custGeom>
              <a:avLst/>
              <a:gdLst>
                <a:gd name="connsiteX0" fmla="*/ 13346 w 51232"/>
                <a:gd name="connsiteY0" fmla="*/ 51831 h 81634"/>
                <a:gd name="connsiteX1" fmla="*/ 24109 w 51232"/>
                <a:gd name="connsiteY1" fmla="*/ 51831 h 81634"/>
                <a:gd name="connsiteX2" fmla="*/ 36594 w 51232"/>
                <a:gd name="connsiteY2" fmla="*/ 81635 h 81634"/>
                <a:gd name="connsiteX3" fmla="*/ 51232 w 51232"/>
                <a:gd name="connsiteY3" fmla="*/ 81635 h 81634"/>
                <a:gd name="connsiteX4" fmla="*/ 51232 w 51232"/>
                <a:gd name="connsiteY4" fmla="*/ 80771 h 81634"/>
                <a:gd name="connsiteX5" fmla="*/ 37025 w 51232"/>
                <a:gd name="connsiteY5" fmla="*/ 47512 h 81634"/>
                <a:gd name="connsiteX6" fmla="*/ 46066 w 51232"/>
                <a:gd name="connsiteY6" fmla="*/ 38442 h 81634"/>
                <a:gd name="connsiteX7" fmla="*/ 49079 w 51232"/>
                <a:gd name="connsiteY7" fmla="*/ 24620 h 81634"/>
                <a:gd name="connsiteX8" fmla="*/ 42622 w 51232"/>
                <a:gd name="connsiteY8" fmla="*/ 6479 h 81634"/>
                <a:gd name="connsiteX9" fmla="*/ 24540 w 51232"/>
                <a:gd name="connsiteY9" fmla="*/ 0 h 81634"/>
                <a:gd name="connsiteX10" fmla="*/ 0 w 51232"/>
                <a:gd name="connsiteY10" fmla="*/ 0 h 81634"/>
                <a:gd name="connsiteX11" fmla="*/ 0 w 51232"/>
                <a:gd name="connsiteY11" fmla="*/ 81635 h 81634"/>
                <a:gd name="connsiteX12" fmla="*/ 13777 w 51232"/>
                <a:gd name="connsiteY12" fmla="*/ 81635 h 81634"/>
                <a:gd name="connsiteX13" fmla="*/ 13777 w 51232"/>
                <a:gd name="connsiteY13" fmla="*/ 51831 h 81634"/>
                <a:gd name="connsiteX14" fmla="*/ 13346 w 51232"/>
                <a:gd name="connsiteY14" fmla="*/ 13390 h 81634"/>
                <a:gd name="connsiteX15" fmla="*/ 24109 w 51232"/>
                <a:gd name="connsiteY15" fmla="*/ 13390 h 81634"/>
                <a:gd name="connsiteX16" fmla="*/ 32289 w 51232"/>
                <a:gd name="connsiteY16" fmla="*/ 16845 h 81634"/>
                <a:gd name="connsiteX17" fmla="*/ 34872 w 51232"/>
                <a:gd name="connsiteY17" fmla="*/ 25916 h 81634"/>
                <a:gd name="connsiteX18" fmla="*/ 31859 w 51232"/>
                <a:gd name="connsiteY18" fmla="*/ 34986 h 81634"/>
                <a:gd name="connsiteX19" fmla="*/ 24109 w 51232"/>
                <a:gd name="connsiteY19" fmla="*/ 38010 h 81634"/>
                <a:gd name="connsiteX20" fmla="*/ 13346 w 51232"/>
                <a:gd name="connsiteY20" fmla="*/ 38010 h 81634"/>
                <a:gd name="connsiteX21" fmla="*/ 13346 w 51232"/>
                <a:gd name="connsiteY21" fmla="*/ 13390 h 8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1232" h="81634">
                  <a:moveTo>
                    <a:pt x="13346" y="51831"/>
                  </a:moveTo>
                  <a:lnTo>
                    <a:pt x="24109" y="51831"/>
                  </a:lnTo>
                  <a:lnTo>
                    <a:pt x="36594" y="81635"/>
                  </a:lnTo>
                  <a:lnTo>
                    <a:pt x="51232" y="81635"/>
                  </a:lnTo>
                  <a:lnTo>
                    <a:pt x="51232" y="80771"/>
                  </a:lnTo>
                  <a:lnTo>
                    <a:pt x="37025" y="47512"/>
                  </a:lnTo>
                  <a:cubicBezTo>
                    <a:pt x="40900" y="45353"/>
                    <a:pt x="43913" y="42329"/>
                    <a:pt x="46066" y="38442"/>
                  </a:cubicBezTo>
                  <a:cubicBezTo>
                    <a:pt x="48218" y="34554"/>
                    <a:pt x="49079" y="30235"/>
                    <a:pt x="49079" y="24620"/>
                  </a:cubicBezTo>
                  <a:cubicBezTo>
                    <a:pt x="49079" y="16845"/>
                    <a:pt x="46927" y="10798"/>
                    <a:pt x="42622" y="6479"/>
                  </a:cubicBezTo>
                  <a:cubicBezTo>
                    <a:pt x="38316" y="2160"/>
                    <a:pt x="32289" y="0"/>
                    <a:pt x="24540" y="0"/>
                  </a:cubicBezTo>
                  <a:lnTo>
                    <a:pt x="0" y="0"/>
                  </a:lnTo>
                  <a:lnTo>
                    <a:pt x="0" y="81635"/>
                  </a:lnTo>
                  <a:lnTo>
                    <a:pt x="13777" y="81635"/>
                  </a:lnTo>
                  <a:lnTo>
                    <a:pt x="13777" y="51831"/>
                  </a:lnTo>
                  <a:close/>
                  <a:moveTo>
                    <a:pt x="13346" y="13390"/>
                  </a:moveTo>
                  <a:lnTo>
                    <a:pt x="24109" y="13390"/>
                  </a:lnTo>
                  <a:cubicBezTo>
                    <a:pt x="27553" y="13390"/>
                    <a:pt x="30567" y="14686"/>
                    <a:pt x="32289" y="16845"/>
                  </a:cubicBezTo>
                  <a:cubicBezTo>
                    <a:pt x="34011" y="19005"/>
                    <a:pt x="34872" y="22028"/>
                    <a:pt x="34872" y="25916"/>
                  </a:cubicBezTo>
                  <a:cubicBezTo>
                    <a:pt x="34872" y="29803"/>
                    <a:pt x="34011" y="32827"/>
                    <a:pt x="31859" y="34986"/>
                  </a:cubicBezTo>
                  <a:cubicBezTo>
                    <a:pt x="30136" y="37146"/>
                    <a:pt x="27553" y="38010"/>
                    <a:pt x="24109" y="38010"/>
                  </a:cubicBezTo>
                  <a:lnTo>
                    <a:pt x="13346" y="38010"/>
                  </a:lnTo>
                  <a:lnTo>
                    <a:pt x="13346" y="13390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79" name="手繪多邊形 141">
              <a:extLst>
                <a:ext uri="{FF2B5EF4-FFF2-40B4-BE49-F238E27FC236}">
                  <a16:creationId xmlns:a16="http://schemas.microsoft.com/office/drawing/2014/main" id="{834E4003-3813-4497-88F2-6C01359C3E48}"/>
                </a:ext>
              </a:extLst>
            </p:cNvPr>
            <p:cNvSpPr/>
            <p:nvPr/>
          </p:nvSpPr>
          <p:spPr>
            <a:xfrm>
              <a:off x="6413391" y="6377912"/>
              <a:ext cx="46496" cy="63061"/>
            </a:xfrm>
            <a:custGeom>
              <a:avLst/>
              <a:gdLst>
                <a:gd name="connsiteX0" fmla="*/ 23248 w 46496"/>
                <a:gd name="connsiteY0" fmla="*/ 63062 h 63061"/>
                <a:gd name="connsiteX1" fmla="*/ 40038 w 46496"/>
                <a:gd name="connsiteY1" fmla="*/ 54423 h 63061"/>
                <a:gd name="connsiteX2" fmla="*/ 46496 w 46496"/>
                <a:gd name="connsiteY2" fmla="*/ 31963 h 63061"/>
                <a:gd name="connsiteX3" fmla="*/ 46496 w 46496"/>
                <a:gd name="connsiteY3" fmla="*/ 27643 h 63061"/>
                <a:gd name="connsiteX4" fmla="*/ 39608 w 46496"/>
                <a:gd name="connsiteY4" fmla="*/ 7343 h 63061"/>
                <a:gd name="connsiteX5" fmla="*/ 23248 w 46496"/>
                <a:gd name="connsiteY5" fmla="*/ 0 h 63061"/>
                <a:gd name="connsiteX6" fmla="*/ 11194 w 46496"/>
                <a:gd name="connsiteY6" fmla="*/ 3887 h 63061"/>
                <a:gd name="connsiteX7" fmla="*/ 3014 w 46496"/>
                <a:gd name="connsiteY7" fmla="*/ 14686 h 63061"/>
                <a:gd name="connsiteX8" fmla="*/ 0 w 46496"/>
                <a:gd name="connsiteY8" fmla="*/ 30667 h 63061"/>
                <a:gd name="connsiteX9" fmla="*/ 0 w 46496"/>
                <a:gd name="connsiteY9" fmla="*/ 31531 h 63061"/>
                <a:gd name="connsiteX10" fmla="*/ 6458 w 46496"/>
                <a:gd name="connsiteY10" fmla="*/ 54423 h 63061"/>
                <a:gd name="connsiteX11" fmla="*/ 23248 w 46496"/>
                <a:gd name="connsiteY11" fmla="*/ 63062 h 63061"/>
                <a:gd name="connsiteX12" fmla="*/ 15929 w 46496"/>
                <a:gd name="connsiteY12" fmla="*/ 18141 h 63061"/>
                <a:gd name="connsiteX13" fmla="*/ 23248 w 46496"/>
                <a:gd name="connsiteY13" fmla="*/ 13390 h 63061"/>
                <a:gd name="connsiteX14" fmla="*/ 30567 w 46496"/>
                <a:gd name="connsiteY14" fmla="*/ 18141 h 63061"/>
                <a:gd name="connsiteX15" fmla="*/ 33150 w 46496"/>
                <a:gd name="connsiteY15" fmla="*/ 31099 h 63061"/>
                <a:gd name="connsiteX16" fmla="*/ 30567 w 46496"/>
                <a:gd name="connsiteY16" fmla="*/ 45353 h 63061"/>
                <a:gd name="connsiteX17" fmla="*/ 23248 w 46496"/>
                <a:gd name="connsiteY17" fmla="*/ 49672 h 63061"/>
                <a:gd name="connsiteX18" fmla="*/ 15929 w 46496"/>
                <a:gd name="connsiteY18" fmla="*/ 44921 h 63061"/>
                <a:gd name="connsiteX19" fmla="*/ 13346 w 46496"/>
                <a:gd name="connsiteY19" fmla="*/ 31531 h 63061"/>
                <a:gd name="connsiteX20" fmla="*/ 15929 w 46496"/>
                <a:gd name="connsiteY20" fmla="*/ 18141 h 6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496" h="63061">
                  <a:moveTo>
                    <a:pt x="23248" y="63062"/>
                  </a:moveTo>
                  <a:cubicBezTo>
                    <a:pt x="30136" y="63062"/>
                    <a:pt x="35733" y="60038"/>
                    <a:pt x="40038" y="54423"/>
                  </a:cubicBezTo>
                  <a:cubicBezTo>
                    <a:pt x="44344" y="48808"/>
                    <a:pt x="46496" y="41465"/>
                    <a:pt x="46496" y="31963"/>
                  </a:cubicBezTo>
                  <a:lnTo>
                    <a:pt x="46496" y="27643"/>
                  </a:lnTo>
                  <a:cubicBezTo>
                    <a:pt x="46066" y="19005"/>
                    <a:pt x="43483" y="12094"/>
                    <a:pt x="39608" y="7343"/>
                  </a:cubicBezTo>
                  <a:cubicBezTo>
                    <a:pt x="35303" y="2160"/>
                    <a:pt x="30136" y="0"/>
                    <a:pt x="23248" y="0"/>
                  </a:cubicBezTo>
                  <a:cubicBezTo>
                    <a:pt x="18512" y="0"/>
                    <a:pt x="14638" y="1296"/>
                    <a:pt x="11194" y="3887"/>
                  </a:cubicBezTo>
                  <a:cubicBezTo>
                    <a:pt x="7749" y="6479"/>
                    <a:pt x="5166" y="9934"/>
                    <a:pt x="3014" y="14686"/>
                  </a:cubicBezTo>
                  <a:cubicBezTo>
                    <a:pt x="1292" y="19437"/>
                    <a:pt x="0" y="24620"/>
                    <a:pt x="0" y="30667"/>
                  </a:cubicBezTo>
                  <a:lnTo>
                    <a:pt x="0" y="31531"/>
                  </a:lnTo>
                  <a:cubicBezTo>
                    <a:pt x="0" y="41033"/>
                    <a:pt x="2153" y="48808"/>
                    <a:pt x="6458" y="54423"/>
                  </a:cubicBezTo>
                  <a:cubicBezTo>
                    <a:pt x="10763" y="60470"/>
                    <a:pt x="16360" y="63062"/>
                    <a:pt x="23248" y="63062"/>
                  </a:cubicBezTo>
                  <a:close/>
                  <a:moveTo>
                    <a:pt x="15929" y="18141"/>
                  </a:moveTo>
                  <a:cubicBezTo>
                    <a:pt x="17651" y="15118"/>
                    <a:pt x="20234" y="13390"/>
                    <a:pt x="23248" y="13390"/>
                  </a:cubicBezTo>
                  <a:cubicBezTo>
                    <a:pt x="26692" y="13390"/>
                    <a:pt x="28845" y="15118"/>
                    <a:pt x="30567" y="18141"/>
                  </a:cubicBezTo>
                  <a:cubicBezTo>
                    <a:pt x="32289" y="21165"/>
                    <a:pt x="33150" y="25484"/>
                    <a:pt x="33150" y="31099"/>
                  </a:cubicBezTo>
                  <a:cubicBezTo>
                    <a:pt x="33150" y="37578"/>
                    <a:pt x="32289" y="42329"/>
                    <a:pt x="30567" y="45353"/>
                  </a:cubicBezTo>
                  <a:cubicBezTo>
                    <a:pt x="28845" y="48376"/>
                    <a:pt x="26262" y="49672"/>
                    <a:pt x="23248" y="49672"/>
                  </a:cubicBezTo>
                  <a:cubicBezTo>
                    <a:pt x="19804" y="49672"/>
                    <a:pt x="17651" y="47944"/>
                    <a:pt x="15929" y="44921"/>
                  </a:cubicBezTo>
                  <a:cubicBezTo>
                    <a:pt x="14207" y="41897"/>
                    <a:pt x="13346" y="37578"/>
                    <a:pt x="13346" y="31531"/>
                  </a:cubicBezTo>
                  <a:cubicBezTo>
                    <a:pt x="13346" y="25916"/>
                    <a:pt x="14207" y="21165"/>
                    <a:pt x="15929" y="18141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0" name="手繪多邊形 142">
              <a:extLst>
                <a:ext uri="{FF2B5EF4-FFF2-40B4-BE49-F238E27FC236}">
                  <a16:creationId xmlns:a16="http://schemas.microsoft.com/office/drawing/2014/main" id="{ED43D47C-2407-46EF-AFE5-AF199FDF7265}"/>
                </a:ext>
              </a:extLst>
            </p:cNvPr>
            <p:cNvSpPr/>
            <p:nvPr/>
          </p:nvSpPr>
          <p:spPr>
            <a:xfrm>
              <a:off x="6468068" y="6354156"/>
              <a:ext cx="44343" cy="87249"/>
            </a:xfrm>
            <a:custGeom>
              <a:avLst/>
              <a:gdLst>
                <a:gd name="connsiteX0" fmla="*/ 12055 w 44343"/>
                <a:gd name="connsiteY0" fmla="*/ 79475 h 87249"/>
                <a:gd name="connsiteX1" fmla="*/ 24970 w 44343"/>
                <a:gd name="connsiteY1" fmla="*/ 87250 h 87249"/>
                <a:gd name="connsiteX2" fmla="*/ 39177 w 44343"/>
                <a:gd name="connsiteY2" fmla="*/ 79043 h 87249"/>
                <a:gd name="connsiteX3" fmla="*/ 44344 w 44343"/>
                <a:gd name="connsiteY3" fmla="*/ 56151 h 87249"/>
                <a:gd name="connsiteX4" fmla="*/ 44344 w 44343"/>
                <a:gd name="connsiteY4" fmla="*/ 55287 h 87249"/>
                <a:gd name="connsiteX5" fmla="*/ 39177 w 44343"/>
                <a:gd name="connsiteY5" fmla="*/ 32395 h 87249"/>
                <a:gd name="connsiteX6" fmla="*/ 24970 w 44343"/>
                <a:gd name="connsiteY6" fmla="*/ 24188 h 87249"/>
                <a:gd name="connsiteX7" fmla="*/ 12916 w 44343"/>
                <a:gd name="connsiteY7" fmla="*/ 30667 h 87249"/>
                <a:gd name="connsiteX8" fmla="*/ 12916 w 44343"/>
                <a:gd name="connsiteY8" fmla="*/ 0 h 87249"/>
                <a:gd name="connsiteX9" fmla="*/ 0 w 44343"/>
                <a:gd name="connsiteY9" fmla="*/ 0 h 87249"/>
                <a:gd name="connsiteX10" fmla="*/ 0 w 44343"/>
                <a:gd name="connsiteY10" fmla="*/ 85954 h 87249"/>
                <a:gd name="connsiteX11" fmla="*/ 11624 w 44343"/>
                <a:gd name="connsiteY11" fmla="*/ 85954 h 87249"/>
                <a:gd name="connsiteX12" fmla="*/ 12055 w 44343"/>
                <a:gd name="connsiteY12" fmla="*/ 79475 h 87249"/>
                <a:gd name="connsiteX13" fmla="*/ 12916 w 44343"/>
                <a:gd name="connsiteY13" fmla="*/ 43625 h 87249"/>
                <a:gd name="connsiteX14" fmla="*/ 21526 w 44343"/>
                <a:gd name="connsiteY14" fmla="*/ 37146 h 87249"/>
                <a:gd name="connsiteX15" fmla="*/ 28414 w 44343"/>
                <a:gd name="connsiteY15" fmla="*/ 41465 h 87249"/>
                <a:gd name="connsiteX16" fmla="*/ 30567 w 44343"/>
                <a:gd name="connsiteY16" fmla="*/ 54855 h 87249"/>
                <a:gd name="connsiteX17" fmla="*/ 29706 w 44343"/>
                <a:gd name="connsiteY17" fmla="*/ 66085 h 87249"/>
                <a:gd name="connsiteX18" fmla="*/ 21526 w 44343"/>
                <a:gd name="connsiteY18" fmla="*/ 73860 h 87249"/>
                <a:gd name="connsiteX19" fmla="*/ 12916 w 44343"/>
                <a:gd name="connsiteY19" fmla="*/ 67381 h 87249"/>
                <a:gd name="connsiteX20" fmla="*/ 12916 w 44343"/>
                <a:gd name="connsiteY20" fmla="*/ 43625 h 87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4343" h="87249">
                  <a:moveTo>
                    <a:pt x="12055" y="79475"/>
                  </a:moveTo>
                  <a:cubicBezTo>
                    <a:pt x="15068" y="84658"/>
                    <a:pt x="19373" y="87250"/>
                    <a:pt x="24970" y="87250"/>
                  </a:cubicBezTo>
                  <a:cubicBezTo>
                    <a:pt x="30998" y="87250"/>
                    <a:pt x="35733" y="84658"/>
                    <a:pt x="39177" y="79043"/>
                  </a:cubicBezTo>
                  <a:cubicBezTo>
                    <a:pt x="42622" y="73428"/>
                    <a:pt x="44344" y="66085"/>
                    <a:pt x="44344" y="56151"/>
                  </a:cubicBezTo>
                  <a:lnTo>
                    <a:pt x="44344" y="55287"/>
                  </a:lnTo>
                  <a:cubicBezTo>
                    <a:pt x="44344" y="45353"/>
                    <a:pt x="42622" y="37578"/>
                    <a:pt x="39177" y="32395"/>
                  </a:cubicBezTo>
                  <a:cubicBezTo>
                    <a:pt x="35733" y="26780"/>
                    <a:pt x="30998" y="24188"/>
                    <a:pt x="24970" y="24188"/>
                  </a:cubicBezTo>
                  <a:cubicBezTo>
                    <a:pt x="20235" y="24188"/>
                    <a:pt x="15929" y="26348"/>
                    <a:pt x="12916" y="30667"/>
                  </a:cubicBezTo>
                  <a:lnTo>
                    <a:pt x="12916" y="0"/>
                  </a:lnTo>
                  <a:lnTo>
                    <a:pt x="0" y="0"/>
                  </a:lnTo>
                  <a:lnTo>
                    <a:pt x="0" y="85954"/>
                  </a:lnTo>
                  <a:lnTo>
                    <a:pt x="11624" y="85954"/>
                  </a:lnTo>
                  <a:lnTo>
                    <a:pt x="12055" y="79475"/>
                  </a:lnTo>
                  <a:close/>
                  <a:moveTo>
                    <a:pt x="12916" y="43625"/>
                  </a:moveTo>
                  <a:cubicBezTo>
                    <a:pt x="14638" y="39306"/>
                    <a:pt x="17221" y="37146"/>
                    <a:pt x="21526" y="37146"/>
                  </a:cubicBezTo>
                  <a:cubicBezTo>
                    <a:pt x="24540" y="37146"/>
                    <a:pt x="27123" y="38442"/>
                    <a:pt x="28414" y="41465"/>
                  </a:cubicBezTo>
                  <a:cubicBezTo>
                    <a:pt x="30136" y="44489"/>
                    <a:pt x="30567" y="48808"/>
                    <a:pt x="30567" y="54855"/>
                  </a:cubicBezTo>
                  <a:cubicBezTo>
                    <a:pt x="30567" y="60038"/>
                    <a:pt x="30136" y="63494"/>
                    <a:pt x="29706" y="66085"/>
                  </a:cubicBezTo>
                  <a:cubicBezTo>
                    <a:pt x="28414" y="71268"/>
                    <a:pt x="25401" y="73860"/>
                    <a:pt x="21526" y="73860"/>
                  </a:cubicBezTo>
                  <a:cubicBezTo>
                    <a:pt x="17221" y="73860"/>
                    <a:pt x="14638" y="71700"/>
                    <a:pt x="12916" y="67381"/>
                  </a:cubicBezTo>
                  <a:lnTo>
                    <a:pt x="12916" y="43625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1" name="手繪多邊形 143">
              <a:extLst>
                <a:ext uri="{FF2B5EF4-FFF2-40B4-BE49-F238E27FC236}">
                  <a16:creationId xmlns:a16="http://schemas.microsoft.com/office/drawing/2014/main" id="{F3BD0822-1679-4084-900F-FFF8EA9AFBD6}"/>
                </a:ext>
              </a:extLst>
            </p:cNvPr>
            <p:cNvSpPr/>
            <p:nvPr/>
          </p:nvSpPr>
          <p:spPr>
            <a:xfrm>
              <a:off x="6518008" y="6377912"/>
              <a:ext cx="46496" cy="63061"/>
            </a:xfrm>
            <a:custGeom>
              <a:avLst/>
              <a:gdLst>
                <a:gd name="connsiteX0" fmla="*/ 23248 w 46496"/>
                <a:gd name="connsiteY0" fmla="*/ 63062 h 63061"/>
                <a:gd name="connsiteX1" fmla="*/ 40038 w 46496"/>
                <a:gd name="connsiteY1" fmla="*/ 54423 h 63061"/>
                <a:gd name="connsiteX2" fmla="*/ 46496 w 46496"/>
                <a:gd name="connsiteY2" fmla="*/ 31963 h 63061"/>
                <a:gd name="connsiteX3" fmla="*/ 46496 w 46496"/>
                <a:gd name="connsiteY3" fmla="*/ 27643 h 63061"/>
                <a:gd name="connsiteX4" fmla="*/ 39608 w 46496"/>
                <a:gd name="connsiteY4" fmla="*/ 7343 h 63061"/>
                <a:gd name="connsiteX5" fmla="*/ 23248 w 46496"/>
                <a:gd name="connsiteY5" fmla="*/ 0 h 63061"/>
                <a:gd name="connsiteX6" fmla="*/ 11194 w 46496"/>
                <a:gd name="connsiteY6" fmla="*/ 3887 h 63061"/>
                <a:gd name="connsiteX7" fmla="*/ 3014 w 46496"/>
                <a:gd name="connsiteY7" fmla="*/ 14686 h 63061"/>
                <a:gd name="connsiteX8" fmla="*/ 0 w 46496"/>
                <a:gd name="connsiteY8" fmla="*/ 30667 h 63061"/>
                <a:gd name="connsiteX9" fmla="*/ 0 w 46496"/>
                <a:gd name="connsiteY9" fmla="*/ 31531 h 63061"/>
                <a:gd name="connsiteX10" fmla="*/ 6458 w 46496"/>
                <a:gd name="connsiteY10" fmla="*/ 54423 h 63061"/>
                <a:gd name="connsiteX11" fmla="*/ 23248 w 46496"/>
                <a:gd name="connsiteY11" fmla="*/ 63062 h 63061"/>
                <a:gd name="connsiteX12" fmla="*/ 15929 w 46496"/>
                <a:gd name="connsiteY12" fmla="*/ 18141 h 63061"/>
                <a:gd name="connsiteX13" fmla="*/ 23248 w 46496"/>
                <a:gd name="connsiteY13" fmla="*/ 13390 h 63061"/>
                <a:gd name="connsiteX14" fmla="*/ 30567 w 46496"/>
                <a:gd name="connsiteY14" fmla="*/ 18141 h 63061"/>
                <a:gd name="connsiteX15" fmla="*/ 33150 w 46496"/>
                <a:gd name="connsiteY15" fmla="*/ 31099 h 63061"/>
                <a:gd name="connsiteX16" fmla="*/ 30567 w 46496"/>
                <a:gd name="connsiteY16" fmla="*/ 45353 h 63061"/>
                <a:gd name="connsiteX17" fmla="*/ 23248 w 46496"/>
                <a:gd name="connsiteY17" fmla="*/ 49672 h 63061"/>
                <a:gd name="connsiteX18" fmla="*/ 15929 w 46496"/>
                <a:gd name="connsiteY18" fmla="*/ 44921 h 63061"/>
                <a:gd name="connsiteX19" fmla="*/ 13346 w 46496"/>
                <a:gd name="connsiteY19" fmla="*/ 31531 h 63061"/>
                <a:gd name="connsiteX20" fmla="*/ 15929 w 46496"/>
                <a:gd name="connsiteY20" fmla="*/ 18141 h 6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496" h="63061">
                  <a:moveTo>
                    <a:pt x="23248" y="63062"/>
                  </a:moveTo>
                  <a:cubicBezTo>
                    <a:pt x="30136" y="63062"/>
                    <a:pt x="35733" y="60038"/>
                    <a:pt x="40038" y="54423"/>
                  </a:cubicBezTo>
                  <a:cubicBezTo>
                    <a:pt x="44344" y="48808"/>
                    <a:pt x="46496" y="41465"/>
                    <a:pt x="46496" y="31963"/>
                  </a:cubicBezTo>
                  <a:lnTo>
                    <a:pt x="46496" y="27643"/>
                  </a:lnTo>
                  <a:cubicBezTo>
                    <a:pt x="46066" y="19005"/>
                    <a:pt x="43483" y="12094"/>
                    <a:pt x="39608" y="7343"/>
                  </a:cubicBezTo>
                  <a:cubicBezTo>
                    <a:pt x="35303" y="2160"/>
                    <a:pt x="30136" y="0"/>
                    <a:pt x="23248" y="0"/>
                  </a:cubicBezTo>
                  <a:cubicBezTo>
                    <a:pt x="18512" y="0"/>
                    <a:pt x="14638" y="1296"/>
                    <a:pt x="11194" y="3887"/>
                  </a:cubicBezTo>
                  <a:cubicBezTo>
                    <a:pt x="7749" y="6479"/>
                    <a:pt x="5166" y="9934"/>
                    <a:pt x="3014" y="14686"/>
                  </a:cubicBezTo>
                  <a:cubicBezTo>
                    <a:pt x="1292" y="19437"/>
                    <a:pt x="0" y="24620"/>
                    <a:pt x="0" y="30667"/>
                  </a:cubicBezTo>
                  <a:lnTo>
                    <a:pt x="0" y="31531"/>
                  </a:lnTo>
                  <a:cubicBezTo>
                    <a:pt x="0" y="41033"/>
                    <a:pt x="2153" y="48808"/>
                    <a:pt x="6458" y="54423"/>
                  </a:cubicBezTo>
                  <a:cubicBezTo>
                    <a:pt x="10763" y="60470"/>
                    <a:pt x="16360" y="63062"/>
                    <a:pt x="23248" y="63062"/>
                  </a:cubicBezTo>
                  <a:close/>
                  <a:moveTo>
                    <a:pt x="15929" y="18141"/>
                  </a:moveTo>
                  <a:cubicBezTo>
                    <a:pt x="17651" y="15118"/>
                    <a:pt x="20235" y="13390"/>
                    <a:pt x="23248" y="13390"/>
                  </a:cubicBezTo>
                  <a:cubicBezTo>
                    <a:pt x="26692" y="13390"/>
                    <a:pt x="28845" y="15118"/>
                    <a:pt x="30567" y="18141"/>
                  </a:cubicBezTo>
                  <a:cubicBezTo>
                    <a:pt x="32289" y="21165"/>
                    <a:pt x="33150" y="25484"/>
                    <a:pt x="33150" y="31099"/>
                  </a:cubicBezTo>
                  <a:cubicBezTo>
                    <a:pt x="33150" y="37578"/>
                    <a:pt x="32289" y="42329"/>
                    <a:pt x="30567" y="45353"/>
                  </a:cubicBezTo>
                  <a:cubicBezTo>
                    <a:pt x="28845" y="48376"/>
                    <a:pt x="26262" y="49672"/>
                    <a:pt x="23248" y="49672"/>
                  </a:cubicBezTo>
                  <a:cubicBezTo>
                    <a:pt x="19804" y="49672"/>
                    <a:pt x="17651" y="47944"/>
                    <a:pt x="15929" y="44921"/>
                  </a:cubicBezTo>
                  <a:cubicBezTo>
                    <a:pt x="14207" y="41897"/>
                    <a:pt x="13346" y="37578"/>
                    <a:pt x="13346" y="31531"/>
                  </a:cubicBezTo>
                  <a:cubicBezTo>
                    <a:pt x="13346" y="25916"/>
                    <a:pt x="14207" y="21165"/>
                    <a:pt x="15929" y="18141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2" name="手繪多邊形 144">
              <a:extLst>
                <a:ext uri="{FF2B5EF4-FFF2-40B4-BE49-F238E27FC236}">
                  <a16:creationId xmlns:a16="http://schemas.microsoft.com/office/drawing/2014/main" id="{B0E3F58A-D2B5-4F31-B325-7EFB1E0E4295}"/>
                </a:ext>
              </a:extLst>
            </p:cNvPr>
            <p:cNvSpPr/>
            <p:nvPr/>
          </p:nvSpPr>
          <p:spPr>
            <a:xfrm>
              <a:off x="6567948" y="6364523"/>
              <a:ext cx="29275" cy="76451"/>
            </a:xfrm>
            <a:custGeom>
              <a:avLst/>
              <a:gdLst>
                <a:gd name="connsiteX0" fmla="*/ 7319 w 29275"/>
                <a:gd name="connsiteY0" fmla="*/ 59174 h 76451"/>
                <a:gd name="connsiteX1" fmla="*/ 21526 w 29275"/>
                <a:gd name="connsiteY1" fmla="*/ 76451 h 76451"/>
                <a:gd name="connsiteX2" fmla="*/ 29275 w 29275"/>
                <a:gd name="connsiteY2" fmla="*/ 75156 h 76451"/>
                <a:gd name="connsiteX3" fmla="*/ 29275 w 29275"/>
                <a:gd name="connsiteY3" fmla="*/ 63062 h 76451"/>
                <a:gd name="connsiteX4" fmla="*/ 25401 w 29275"/>
                <a:gd name="connsiteY4" fmla="*/ 63494 h 76451"/>
                <a:gd name="connsiteX5" fmla="*/ 21526 w 29275"/>
                <a:gd name="connsiteY5" fmla="*/ 62198 h 76451"/>
                <a:gd name="connsiteX6" fmla="*/ 20234 w 29275"/>
                <a:gd name="connsiteY6" fmla="*/ 57015 h 76451"/>
                <a:gd name="connsiteX7" fmla="*/ 20234 w 29275"/>
                <a:gd name="connsiteY7" fmla="*/ 26780 h 76451"/>
                <a:gd name="connsiteX8" fmla="*/ 28845 w 29275"/>
                <a:gd name="connsiteY8" fmla="*/ 26780 h 76451"/>
                <a:gd name="connsiteX9" fmla="*/ 28845 w 29275"/>
                <a:gd name="connsiteY9" fmla="*/ 15118 h 76451"/>
                <a:gd name="connsiteX10" fmla="*/ 20234 w 29275"/>
                <a:gd name="connsiteY10" fmla="*/ 15118 h 76451"/>
                <a:gd name="connsiteX11" fmla="*/ 20234 w 29275"/>
                <a:gd name="connsiteY11" fmla="*/ 0 h 76451"/>
                <a:gd name="connsiteX12" fmla="*/ 7319 w 29275"/>
                <a:gd name="connsiteY12" fmla="*/ 0 h 76451"/>
                <a:gd name="connsiteX13" fmla="*/ 7319 w 29275"/>
                <a:gd name="connsiteY13" fmla="*/ 15118 h 76451"/>
                <a:gd name="connsiteX14" fmla="*/ 0 w 29275"/>
                <a:gd name="connsiteY14" fmla="*/ 15118 h 76451"/>
                <a:gd name="connsiteX15" fmla="*/ 0 w 29275"/>
                <a:gd name="connsiteY15" fmla="*/ 26780 h 76451"/>
                <a:gd name="connsiteX16" fmla="*/ 7319 w 29275"/>
                <a:gd name="connsiteY16" fmla="*/ 26780 h 76451"/>
                <a:gd name="connsiteX17" fmla="*/ 7319 w 29275"/>
                <a:gd name="connsiteY17" fmla="*/ 59174 h 76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9275" h="76451">
                  <a:moveTo>
                    <a:pt x="7319" y="59174"/>
                  </a:moveTo>
                  <a:cubicBezTo>
                    <a:pt x="7319" y="70836"/>
                    <a:pt x="12055" y="76451"/>
                    <a:pt x="21526" y="76451"/>
                  </a:cubicBezTo>
                  <a:cubicBezTo>
                    <a:pt x="24109" y="76451"/>
                    <a:pt x="26692" y="76019"/>
                    <a:pt x="29275" y="75156"/>
                  </a:cubicBezTo>
                  <a:lnTo>
                    <a:pt x="29275" y="63062"/>
                  </a:lnTo>
                  <a:cubicBezTo>
                    <a:pt x="27984" y="63494"/>
                    <a:pt x="26692" y="63494"/>
                    <a:pt x="25401" y="63494"/>
                  </a:cubicBezTo>
                  <a:cubicBezTo>
                    <a:pt x="23248" y="63494"/>
                    <a:pt x="21957" y="63062"/>
                    <a:pt x="21526" y="62198"/>
                  </a:cubicBezTo>
                  <a:cubicBezTo>
                    <a:pt x="21096" y="61334"/>
                    <a:pt x="20234" y="59174"/>
                    <a:pt x="20234" y="57015"/>
                  </a:cubicBezTo>
                  <a:lnTo>
                    <a:pt x="20234" y="26780"/>
                  </a:lnTo>
                  <a:lnTo>
                    <a:pt x="28845" y="26780"/>
                  </a:lnTo>
                  <a:lnTo>
                    <a:pt x="28845" y="15118"/>
                  </a:lnTo>
                  <a:lnTo>
                    <a:pt x="20234" y="15118"/>
                  </a:lnTo>
                  <a:lnTo>
                    <a:pt x="20234" y="0"/>
                  </a:lnTo>
                  <a:lnTo>
                    <a:pt x="7319" y="0"/>
                  </a:lnTo>
                  <a:lnTo>
                    <a:pt x="7319" y="15118"/>
                  </a:lnTo>
                  <a:lnTo>
                    <a:pt x="0" y="15118"/>
                  </a:lnTo>
                  <a:lnTo>
                    <a:pt x="0" y="26780"/>
                  </a:lnTo>
                  <a:lnTo>
                    <a:pt x="7319" y="26780"/>
                  </a:lnTo>
                  <a:lnTo>
                    <a:pt x="7319" y="59174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3" name="手繪多邊形 145">
              <a:extLst>
                <a:ext uri="{FF2B5EF4-FFF2-40B4-BE49-F238E27FC236}">
                  <a16:creationId xmlns:a16="http://schemas.microsoft.com/office/drawing/2014/main" id="{F568DEAD-F668-487C-93B1-A98627AF7096}"/>
                </a:ext>
              </a:extLst>
            </p:cNvPr>
            <p:cNvSpPr/>
            <p:nvPr/>
          </p:nvSpPr>
          <p:spPr>
            <a:xfrm>
              <a:off x="6299734" y="5991336"/>
              <a:ext cx="343125" cy="510539"/>
            </a:xfrm>
            <a:custGeom>
              <a:avLst/>
              <a:gdLst>
                <a:gd name="connsiteX0" fmla="*/ 334946 w 343125"/>
                <a:gd name="connsiteY0" fmla="*/ 54855 h 510539"/>
                <a:gd name="connsiteX1" fmla="*/ 315142 w 343125"/>
                <a:gd name="connsiteY1" fmla="*/ 46648 h 510539"/>
                <a:gd name="connsiteX2" fmla="*/ 210955 w 343125"/>
                <a:gd name="connsiteY2" fmla="*/ 46648 h 510539"/>
                <a:gd name="connsiteX3" fmla="*/ 210955 w 343125"/>
                <a:gd name="connsiteY3" fmla="*/ 44489 h 510539"/>
                <a:gd name="connsiteX4" fmla="*/ 210955 w 343125"/>
                <a:gd name="connsiteY4" fmla="*/ 18573 h 510539"/>
                <a:gd name="connsiteX5" fmla="*/ 205359 w 343125"/>
                <a:gd name="connsiteY5" fmla="*/ 5615 h 510539"/>
                <a:gd name="connsiteX6" fmla="*/ 192443 w 343125"/>
                <a:gd name="connsiteY6" fmla="*/ 0 h 510539"/>
                <a:gd name="connsiteX7" fmla="*/ 150682 w 343125"/>
                <a:gd name="connsiteY7" fmla="*/ 0 h 510539"/>
                <a:gd name="connsiteX8" fmla="*/ 137767 w 343125"/>
                <a:gd name="connsiteY8" fmla="*/ 5615 h 510539"/>
                <a:gd name="connsiteX9" fmla="*/ 137767 w 343125"/>
                <a:gd name="connsiteY9" fmla="*/ 5615 h 510539"/>
                <a:gd name="connsiteX10" fmla="*/ 132170 w 343125"/>
                <a:gd name="connsiteY10" fmla="*/ 18573 h 510539"/>
                <a:gd name="connsiteX11" fmla="*/ 132170 w 343125"/>
                <a:gd name="connsiteY11" fmla="*/ 44489 h 510539"/>
                <a:gd name="connsiteX12" fmla="*/ 132170 w 343125"/>
                <a:gd name="connsiteY12" fmla="*/ 46648 h 510539"/>
                <a:gd name="connsiteX13" fmla="*/ 27984 w 343125"/>
                <a:gd name="connsiteY13" fmla="*/ 46648 h 510539"/>
                <a:gd name="connsiteX14" fmla="*/ 8180 w 343125"/>
                <a:gd name="connsiteY14" fmla="*/ 54855 h 510539"/>
                <a:gd name="connsiteX15" fmla="*/ 8180 w 343125"/>
                <a:gd name="connsiteY15" fmla="*/ 54855 h 510539"/>
                <a:gd name="connsiteX16" fmla="*/ 0 w 343125"/>
                <a:gd name="connsiteY16" fmla="*/ 74724 h 510539"/>
                <a:gd name="connsiteX17" fmla="*/ 0 w 343125"/>
                <a:gd name="connsiteY17" fmla="*/ 255702 h 510539"/>
                <a:gd name="connsiteX18" fmla="*/ 8180 w 343125"/>
                <a:gd name="connsiteY18" fmla="*/ 275571 h 510539"/>
                <a:gd name="connsiteX19" fmla="*/ 8180 w 343125"/>
                <a:gd name="connsiteY19" fmla="*/ 275571 h 510539"/>
                <a:gd name="connsiteX20" fmla="*/ 27984 w 343125"/>
                <a:gd name="connsiteY20" fmla="*/ 283777 h 510539"/>
                <a:gd name="connsiteX21" fmla="*/ 132170 w 343125"/>
                <a:gd name="connsiteY21" fmla="*/ 283777 h 510539"/>
                <a:gd name="connsiteX22" fmla="*/ 132170 w 343125"/>
                <a:gd name="connsiteY22" fmla="*/ 315740 h 510539"/>
                <a:gd name="connsiteX23" fmla="*/ 27984 w 343125"/>
                <a:gd name="connsiteY23" fmla="*/ 315740 h 510539"/>
                <a:gd name="connsiteX24" fmla="*/ 8180 w 343125"/>
                <a:gd name="connsiteY24" fmla="*/ 323947 h 510539"/>
                <a:gd name="connsiteX25" fmla="*/ 8180 w 343125"/>
                <a:gd name="connsiteY25" fmla="*/ 323947 h 510539"/>
                <a:gd name="connsiteX26" fmla="*/ 0 w 343125"/>
                <a:gd name="connsiteY26" fmla="*/ 343815 h 510539"/>
                <a:gd name="connsiteX27" fmla="*/ 0 w 343125"/>
                <a:gd name="connsiteY27" fmla="*/ 482464 h 510539"/>
                <a:gd name="connsiteX28" fmla="*/ 8180 w 343125"/>
                <a:gd name="connsiteY28" fmla="*/ 502333 h 510539"/>
                <a:gd name="connsiteX29" fmla="*/ 8180 w 343125"/>
                <a:gd name="connsiteY29" fmla="*/ 502333 h 510539"/>
                <a:gd name="connsiteX30" fmla="*/ 27984 w 343125"/>
                <a:gd name="connsiteY30" fmla="*/ 510540 h 510539"/>
                <a:gd name="connsiteX31" fmla="*/ 315142 w 343125"/>
                <a:gd name="connsiteY31" fmla="*/ 510540 h 510539"/>
                <a:gd name="connsiteX32" fmla="*/ 334946 w 343125"/>
                <a:gd name="connsiteY32" fmla="*/ 502333 h 510539"/>
                <a:gd name="connsiteX33" fmla="*/ 334946 w 343125"/>
                <a:gd name="connsiteY33" fmla="*/ 502333 h 510539"/>
                <a:gd name="connsiteX34" fmla="*/ 343125 w 343125"/>
                <a:gd name="connsiteY34" fmla="*/ 482464 h 510539"/>
                <a:gd name="connsiteX35" fmla="*/ 343125 w 343125"/>
                <a:gd name="connsiteY35" fmla="*/ 343815 h 510539"/>
                <a:gd name="connsiteX36" fmla="*/ 334946 w 343125"/>
                <a:gd name="connsiteY36" fmla="*/ 323947 h 510539"/>
                <a:gd name="connsiteX37" fmla="*/ 334946 w 343125"/>
                <a:gd name="connsiteY37" fmla="*/ 323947 h 510539"/>
                <a:gd name="connsiteX38" fmla="*/ 315142 w 343125"/>
                <a:gd name="connsiteY38" fmla="*/ 315740 h 510539"/>
                <a:gd name="connsiteX39" fmla="*/ 210955 w 343125"/>
                <a:gd name="connsiteY39" fmla="*/ 315740 h 510539"/>
                <a:gd name="connsiteX40" fmla="*/ 210955 w 343125"/>
                <a:gd name="connsiteY40" fmla="*/ 283777 h 510539"/>
                <a:gd name="connsiteX41" fmla="*/ 314711 w 343125"/>
                <a:gd name="connsiteY41" fmla="*/ 283777 h 510539"/>
                <a:gd name="connsiteX42" fmla="*/ 334515 w 343125"/>
                <a:gd name="connsiteY42" fmla="*/ 275571 h 510539"/>
                <a:gd name="connsiteX43" fmla="*/ 334515 w 343125"/>
                <a:gd name="connsiteY43" fmla="*/ 275571 h 510539"/>
                <a:gd name="connsiteX44" fmla="*/ 342695 w 343125"/>
                <a:gd name="connsiteY44" fmla="*/ 255702 h 510539"/>
                <a:gd name="connsiteX45" fmla="*/ 342695 w 343125"/>
                <a:gd name="connsiteY45" fmla="*/ 74724 h 510539"/>
                <a:gd name="connsiteX46" fmla="*/ 334946 w 343125"/>
                <a:gd name="connsiteY46" fmla="*/ 54855 h 510539"/>
                <a:gd name="connsiteX47" fmla="*/ 334946 w 343125"/>
                <a:gd name="connsiteY47" fmla="*/ 54855 h 510539"/>
                <a:gd name="connsiteX48" fmla="*/ 148530 w 343125"/>
                <a:gd name="connsiteY48" fmla="*/ 18141 h 510539"/>
                <a:gd name="connsiteX49" fmla="*/ 149391 w 343125"/>
                <a:gd name="connsiteY49" fmla="*/ 16413 h 510539"/>
                <a:gd name="connsiteX50" fmla="*/ 149391 w 343125"/>
                <a:gd name="connsiteY50" fmla="*/ 16413 h 510539"/>
                <a:gd name="connsiteX51" fmla="*/ 151113 w 343125"/>
                <a:gd name="connsiteY51" fmla="*/ 15549 h 510539"/>
                <a:gd name="connsiteX52" fmla="*/ 192874 w 343125"/>
                <a:gd name="connsiteY52" fmla="*/ 15549 h 510539"/>
                <a:gd name="connsiteX53" fmla="*/ 194596 w 343125"/>
                <a:gd name="connsiteY53" fmla="*/ 16413 h 510539"/>
                <a:gd name="connsiteX54" fmla="*/ 195457 w 343125"/>
                <a:gd name="connsiteY54" fmla="*/ 18141 h 510539"/>
                <a:gd name="connsiteX55" fmla="*/ 195457 w 343125"/>
                <a:gd name="connsiteY55" fmla="*/ 44057 h 510539"/>
                <a:gd name="connsiteX56" fmla="*/ 194596 w 343125"/>
                <a:gd name="connsiteY56" fmla="*/ 45784 h 510539"/>
                <a:gd name="connsiteX57" fmla="*/ 192874 w 343125"/>
                <a:gd name="connsiteY57" fmla="*/ 46648 h 510539"/>
                <a:gd name="connsiteX58" fmla="*/ 150682 w 343125"/>
                <a:gd name="connsiteY58" fmla="*/ 46648 h 510539"/>
                <a:gd name="connsiteX59" fmla="*/ 148960 w 343125"/>
                <a:gd name="connsiteY59" fmla="*/ 45784 h 510539"/>
                <a:gd name="connsiteX60" fmla="*/ 148960 w 343125"/>
                <a:gd name="connsiteY60" fmla="*/ 45784 h 510539"/>
                <a:gd name="connsiteX61" fmla="*/ 148099 w 343125"/>
                <a:gd name="connsiteY61" fmla="*/ 44057 h 510539"/>
                <a:gd name="connsiteX62" fmla="*/ 148099 w 343125"/>
                <a:gd name="connsiteY62" fmla="*/ 18141 h 510539"/>
                <a:gd name="connsiteX63" fmla="*/ 314711 w 343125"/>
                <a:gd name="connsiteY63" fmla="*/ 331721 h 510539"/>
                <a:gd name="connsiteX64" fmla="*/ 322891 w 343125"/>
                <a:gd name="connsiteY64" fmla="*/ 335177 h 510539"/>
                <a:gd name="connsiteX65" fmla="*/ 322891 w 343125"/>
                <a:gd name="connsiteY65" fmla="*/ 335177 h 510539"/>
                <a:gd name="connsiteX66" fmla="*/ 326335 w 343125"/>
                <a:gd name="connsiteY66" fmla="*/ 343815 h 510539"/>
                <a:gd name="connsiteX67" fmla="*/ 326335 w 343125"/>
                <a:gd name="connsiteY67" fmla="*/ 482464 h 510539"/>
                <a:gd name="connsiteX68" fmla="*/ 322891 w 343125"/>
                <a:gd name="connsiteY68" fmla="*/ 491103 h 510539"/>
                <a:gd name="connsiteX69" fmla="*/ 322891 w 343125"/>
                <a:gd name="connsiteY69" fmla="*/ 491103 h 510539"/>
                <a:gd name="connsiteX70" fmla="*/ 314711 w 343125"/>
                <a:gd name="connsiteY70" fmla="*/ 494558 h 510539"/>
                <a:gd name="connsiteX71" fmla="*/ 27984 w 343125"/>
                <a:gd name="connsiteY71" fmla="*/ 494558 h 510539"/>
                <a:gd name="connsiteX72" fmla="*/ 19373 w 343125"/>
                <a:gd name="connsiteY72" fmla="*/ 491103 h 510539"/>
                <a:gd name="connsiteX73" fmla="*/ 15929 w 343125"/>
                <a:gd name="connsiteY73" fmla="*/ 482464 h 510539"/>
                <a:gd name="connsiteX74" fmla="*/ 15929 w 343125"/>
                <a:gd name="connsiteY74" fmla="*/ 343815 h 510539"/>
                <a:gd name="connsiteX75" fmla="*/ 19373 w 343125"/>
                <a:gd name="connsiteY75" fmla="*/ 335177 h 510539"/>
                <a:gd name="connsiteX76" fmla="*/ 27984 w 343125"/>
                <a:gd name="connsiteY76" fmla="*/ 331721 h 510539"/>
                <a:gd name="connsiteX77" fmla="*/ 314711 w 343125"/>
                <a:gd name="connsiteY77" fmla="*/ 331721 h 510539"/>
                <a:gd name="connsiteX78" fmla="*/ 148530 w 343125"/>
                <a:gd name="connsiteY78" fmla="*/ 315740 h 510539"/>
                <a:gd name="connsiteX79" fmla="*/ 148530 w 343125"/>
                <a:gd name="connsiteY79" fmla="*/ 283777 h 510539"/>
                <a:gd name="connsiteX80" fmla="*/ 195026 w 343125"/>
                <a:gd name="connsiteY80" fmla="*/ 283777 h 510539"/>
                <a:gd name="connsiteX81" fmla="*/ 195026 w 343125"/>
                <a:gd name="connsiteY81" fmla="*/ 315740 h 510539"/>
                <a:gd name="connsiteX82" fmla="*/ 148530 w 343125"/>
                <a:gd name="connsiteY82" fmla="*/ 315740 h 510539"/>
                <a:gd name="connsiteX83" fmla="*/ 326766 w 343125"/>
                <a:gd name="connsiteY83" fmla="*/ 255702 h 510539"/>
                <a:gd name="connsiteX84" fmla="*/ 323321 w 343125"/>
                <a:gd name="connsiteY84" fmla="*/ 263909 h 510539"/>
                <a:gd name="connsiteX85" fmla="*/ 323321 w 343125"/>
                <a:gd name="connsiteY85" fmla="*/ 263909 h 510539"/>
                <a:gd name="connsiteX86" fmla="*/ 315142 w 343125"/>
                <a:gd name="connsiteY86" fmla="*/ 267364 h 510539"/>
                <a:gd name="connsiteX87" fmla="*/ 27984 w 343125"/>
                <a:gd name="connsiteY87" fmla="*/ 267364 h 510539"/>
                <a:gd name="connsiteX88" fmla="*/ 19373 w 343125"/>
                <a:gd name="connsiteY88" fmla="*/ 263909 h 510539"/>
                <a:gd name="connsiteX89" fmla="*/ 19373 w 343125"/>
                <a:gd name="connsiteY89" fmla="*/ 263909 h 510539"/>
                <a:gd name="connsiteX90" fmla="*/ 15929 w 343125"/>
                <a:gd name="connsiteY90" fmla="*/ 255702 h 510539"/>
                <a:gd name="connsiteX91" fmla="*/ 15929 w 343125"/>
                <a:gd name="connsiteY91" fmla="*/ 74724 h 510539"/>
                <a:gd name="connsiteX92" fmla="*/ 19373 w 343125"/>
                <a:gd name="connsiteY92" fmla="*/ 66085 h 510539"/>
                <a:gd name="connsiteX93" fmla="*/ 27984 w 343125"/>
                <a:gd name="connsiteY93" fmla="*/ 62630 h 510539"/>
                <a:gd name="connsiteX94" fmla="*/ 150682 w 343125"/>
                <a:gd name="connsiteY94" fmla="*/ 62630 h 510539"/>
                <a:gd name="connsiteX95" fmla="*/ 150682 w 343125"/>
                <a:gd name="connsiteY95" fmla="*/ 62630 h 510539"/>
                <a:gd name="connsiteX96" fmla="*/ 192443 w 343125"/>
                <a:gd name="connsiteY96" fmla="*/ 62630 h 510539"/>
                <a:gd name="connsiteX97" fmla="*/ 192443 w 343125"/>
                <a:gd name="connsiteY97" fmla="*/ 62630 h 510539"/>
                <a:gd name="connsiteX98" fmla="*/ 314711 w 343125"/>
                <a:gd name="connsiteY98" fmla="*/ 62630 h 510539"/>
                <a:gd name="connsiteX99" fmla="*/ 322891 w 343125"/>
                <a:gd name="connsiteY99" fmla="*/ 66085 h 510539"/>
                <a:gd name="connsiteX100" fmla="*/ 322891 w 343125"/>
                <a:gd name="connsiteY100" fmla="*/ 66085 h 510539"/>
                <a:gd name="connsiteX101" fmla="*/ 326335 w 343125"/>
                <a:gd name="connsiteY101" fmla="*/ 74724 h 510539"/>
                <a:gd name="connsiteX102" fmla="*/ 326335 w 343125"/>
                <a:gd name="connsiteY102" fmla="*/ 255702 h 51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343125" h="510539">
                  <a:moveTo>
                    <a:pt x="334946" y="54855"/>
                  </a:moveTo>
                  <a:cubicBezTo>
                    <a:pt x="329779" y="49672"/>
                    <a:pt x="322891" y="46648"/>
                    <a:pt x="315142" y="46648"/>
                  </a:cubicBezTo>
                  <a:lnTo>
                    <a:pt x="210955" y="46648"/>
                  </a:lnTo>
                  <a:cubicBezTo>
                    <a:pt x="210955" y="45784"/>
                    <a:pt x="210955" y="44921"/>
                    <a:pt x="210955" y="44489"/>
                  </a:cubicBezTo>
                  <a:lnTo>
                    <a:pt x="210955" y="18573"/>
                  </a:lnTo>
                  <a:cubicBezTo>
                    <a:pt x="210955" y="13390"/>
                    <a:pt x="208803" y="8639"/>
                    <a:pt x="205359" y="5615"/>
                  </a:cubicBezTo>
                  <a:cubicBezTo>
                    <a:pt x="201914" y="2160"/>
                    <a:pt x="197179" y="0"/>
                    <a:pt x="192443" y="0"/>
                  </a:cubicBezTo>
                  <a:lnTo>
                    <a:pt x="150682" y="0"/>
                  </a:lnTo>
                  <a:cubicBezTo>
                    <a:pt x="145516" y="0"/>
                    <a:pt x="140780" y="2160"/>
                    <a:pt x="137767" y="5615"/>
                  </a:cubicBezTo>
                  <a:lnTo>
                    <a:pt x="137767" y="5615"/>
                  </a:lnTo>
                  <a:cubicBezTo>
                    <a:pt x="134323" y="9071"/>
                    <a:pt x="132170" y="13822"/>
                    <a:pt x="132170" y="18573"/>
                  </a:cubicBezTo>
                  <a:lnTo>
                    <a:pt x="132170" y="44489"/>
                  </a:lnTo>
                  <a:cubicBezTo>
                    <a:pt x="132170" y="45353"/>
                    <a:pt x="132170" y="46216"/>
                    <a:pt x="132170" y="46648"/>
                  </a:cubicBezTo>
                  <a:lnTo>
                    <a:pt x="27984" y="46648"/>
                  </a:lnTo>
                  <a:cubicBezTo>
                    <a:pt x="20235" y="46648"/>
                    <a:pt x="13346" y="49672"/>
                    <a:pt x="8180" y="54855"/>
                  </a:cubicBezTo>
                  <a:lnTo>
                    <a:pt x="8180" y="54855"/>
                  </a:lnTo>
                  <a:cubicBezTo>
                    <a:pt x="3014" y="60038"/>
                    <a:pt x="0" y="66949"/>
                    <a:pt x="0" y="74724"/>
                  </a:cubicBezTo>
                  <a:lnTo>
                    <a:pt x="0" y="255702"/>
                  </a:lnTo>
                  <a:cubicBezTo>
                    <a:pt x="0" y="263477"/>
                    <a:pt x="3014" y="270387"/>
                    <a:pt x="8180" y="275571"/>
                  </a:cubicBezTo>
                  <a:lnTo>
                    <a:pt x="8180" y="275571"/>
                  </a:lnTo>
                  <a:cubicBezTo>
                    <a:pt x="13346" y="280754"/>
                    <a:pt x="20235" y="283777"/>
                    <a:pt x="27984" y="283777"/>
                  </a:cubicBezTo>
                  <a:lnTo>
                    <a:pt x="132170" y="283777"/>
                  </a:lnTo>
                  <a:lnTo>
                    <a:pt x="132170" y="315740"/>
                  </a:lnTo>
                  <a:lnTo>
                    <a:pt x="27984" y="315740"/>
                  </a:lnTo>
                  <a:cubicBezTo>
                    <a:pt x="20235" y="315740"/>
                    <a:pt x="13346" y="318763"/>
                    <a:pt x="8180" y="323947"/>
                  </a:cubicBezTo>
                  <a:lnTo>
                    <a:pt x="8180" y="323947"/>
                  </a:lnTo>
                  <a:cubicBezTo>
                    <a:pt x="3014" y="329130"/>
                    <a:pt x="0" y="336041"/>
                    <a:pt x="0" y="343815"/>
                  </a:cubicBezTo>
                  <a:lnTo>
                    <a:pt x="0" y="482464"/>
                  </a:lnTo>
                  <a:cubicBezTo>
                    <a:pt x="0" y="490239"/>
                    <a:pt x="3014" y="497150"/>
                    <a:pt x="8180" y="502333"/>
                  </a:cubicBezTo>
                  <a:lnTo>
                    <a:pt x="8180" y="502333"/>
                  </a:lnTo>
                  <a:cubicBezTo>
                    <a:pt x="13346" y="507516"/>
                    <a:pt x="20235" y="510540"/>
                    <a:pt x="27984" y="510540"/>
                  </a:cubicBezTo>
                  <a:lnTo>
                    <a:pt x="315142" y="510540"/>
                  </a:lnTo>
                  <a:cubicBezTo>
                    <a:pt x="322891" y="510540"/>
                    <a:pt x="329779" y="507516"/>
                    <a:pt x="334946" y="502333"/>
                  </a:cubicBezTo>
                  <a:lnTo>
                    <a:pt x="334946" y="502333"/>
                  </a:lnTo>
                  <a:cubicBezTo>
                    <a:pt x="340112" y="497150"/>
                    <a:pt x="343125" y="490239"/>
                    <a:pt x="343125" y="482464"/>
                  </a:cubicBezTo>
                  <a:lnTo>
                    <a:pt x="343125" y="343815"/>
                  </a:lnTo>
                  <a:cubicBezTo>
                    <a:pt x="343125" y="336041"/>
                    <a:pt x="340112" y="329130"/>
                    <a:pt x="334946" y="323947"/>
                  </a:cubicBezTo>
                  <a:lnTo>
                    <a:pt x="334946" y="323947"/>
                  </a:lnTo>
                  <a:cubicBezTo>
                    <a:pt x="329779" y="318763"/>
                    <a:pt x="322891" y="315740"/>
                    <a:pt x="315142" y="315740"/>
                  </a:cubicBezTo>
                  <a:lnTo>
                    <a:pt x="210955" y="315740"/>
                  </a:lnTo>
                  <a:lnTo>
                    <a:pt x="210955" y="283777"/>
                  </a:lnTo>
                  <a:lnTo>
                    <a:pt x="314711" y="283777"/>
                  </a:lnTo>
                  <a:cubicBezTo>
                    <a:pt x="322460" y="283777"/>
                    <a:pt x="329349" y="280754"/>
                    <a:pt x="334515" y="275571"/>
                  </a:cubicBezTo>
                  <a:lnTo>
                    <a:pt x="334515" y="275571"/>
                  </a:lnTo>
                  <a:cubicBezTo>
                    <a:pt x="339681" y="270387"/>
                    <a:pt x="342695" y="263477"/>
                    <a:pt x="342695" y="255702"/>
                  </a:cubicBezTo>
                  <a:lnTo>
                    <a:pt x="342695" y="74724"/>
                  </a:lnTo>
                  <a:cubicBezTo>
                    <a:pt x="343125" y="66949"/>
                    <a:pt x="339681" y="60038"/>
                    <a:pt x="334946" y="54855"/>
                  </a:cubicBezTo>
                  <a:lnTo>
                    <a:pt x="334946" y="54855"/>
                  </a:lnTo>
                  <a:close/>
                  <a:moveTo>
                    <a:pt x="148530" y="18141"/>
                  </a:moveTo>
                  <a:cubicBezTo>
                    <a:pt x="148530" y="17709"/>
                    <a:pt x="148960" y="16845"/>
                    <a:pt x="149391" y="16413"/>
                  </a:cubicBezTo>
                  <a:lnTo>
                    <a:pt x="149391" y="16413"/>
                  </a:lnTo>
                  <a:cubicBezTo>
                    <a:pt x="149821" y="15981"/>
                    <a:pt x="150252" y="15549"/>
                    <a:pt x="151113" y="15549"/>
                  </a:cubicBezTo>
                  <a:lnTo>
                    <a:pt x="192874" y="15549"/>
                  </a:lnTo>
                  <a:cubicBezTo>
                    <a:pt x="193304" y="15549"/>
                    <a:pt x="194165" y="15981"/>
                    <a:pt x="194596" y="16413"/>
                  </a:cubicBezTo>
                  <a:cubicBezTo>
                    <a:pt x="195026" y="16845"/>
                    <a:pt x="195457" y="17277"/>
                    <a:pt x="195457" y="18141"/>
                  </a:cubicBezTo>
                  <a:lnTo>
                    <a:pt x="195457" y="44057"/>
                  </a:lnTo>
                  <a:cubicBezTo>
                    <a:pt x="195457" y="44489"/>
                    <a:pt x="195026" y="45353"/>
                    <a:pt x="194596" y="45784"/>
                  </a:cubicBezTo>
                  <a:cubicBezTo>
                    <a:pt x="194165" y="46216"/>
                    <a:pt x="193735" y="46648"/>
                    <a:pt x="192874" y="46648"/>
                  </a:cubicBezTo>
                  <a:lnTo>
                    <a:pt x="150682" y="46648"/>
                  </a:lnTo>
                  <a:cubicBezTo>
                    <a:pt x="150252" y="46648"/>
                    <a:pt x="149391" y="46216"/>
                    <a:pt x="148960" y="45784"/>
                  </a:cubicBezTo>
                  <a:lnTo>
                    <a:pt x="148960" y="45784"/>
                  </a:lnTo>
                  <a:cubicBezTo>
                    <a:pt x="148530" y="45353"/>
                    <a:pt x="148099" y="44921"/>
                    <a:pt x="148099" y="44057"/>
                  </a:cubicBezTo>
                  <a:lnTo>
                    <a:pt x="148099" y="18141"/>
                  </a:lnTo>
                  <a:close/>
                  <a:moveTo>
                    <a:pt x="314711" y="331721"/>
                  </a:moveTo>
                  <a:cubicBezTo>
                    <a:pt x="318155" y="331721"/>
                    <a:pt x="320738" y="333017"/>
                    <a:pt x="322891" y="335177"/>
                  </a:cubicBezTo>
                  <a:lnTo>
                    <a:pt x="322891" y="335177"/>
                  </a:lnTo>
                  <a:cubicBezTo>
                    <a:pt x="325044" y="337336"/>
                    <a:pt x="326335" y="340360"/>
                    <a:pt x="326335" y="343815"/>
                  </a:cubicBezTo>
                  <a:lnTo>
                    <a:pt x="326335" y="482464"/>
                  </a:lnTo>
                  <a:cubicBezTo>
                    <a:pt x="326335" y="485920"/>
                    <a:pt x="325044" y="488943"/>
                    <a:pt x="322891" y="491103"/>
                  </a:cubicBezTo>
                  <a:lnTo>
                    <a:pt x="322891" y="491103"/>
                  </a:lnTo>
                  <a:cubicBezTo>
                    <a:pt x="320738" y="493263"/>
                    <a:pt x="317725" y="494558"/>
                    <a:pt x="314711" y="494558"/>
                  </a:cubicBezTo>
                  <a:lnTo>
                    <a:pt x="27984" y="494558"/>
                  </a:lnTo>
                  <a:cubicBezTo>
                    <a:pt x="24540" y="494558"/>
                    <a:pt x="21957" y="493263"/>
                    <a:pt x="19373" y="491103"/>
                  </a:cubicBezTo>
                  <a:cubicBezTo>
                    <a:pt x="17221" y="488943"/>
                    <a:pt x="15929" y="485920"/>
                    <a:pt x="15929" y="482464"/>
                  </a:cubicBezTo>
                  <a:lnTo>
                    <a:pt x="15929" y="343815"/>
                  </a:lnTo>
                  <a:cubicBezTo>
                    <a:pt x="15929" y="340360"/>
                    <a:pt x="17221" y="337336"/>
                    <a:pt x="19373" y="335177"/>
                  </a:cubicBezTo>
                  <a:cubicBezTo>
                    <a:pt x="21526" y="333017"/>
                    <a:pt x="24540" y="331721"/>
                    <a:pt x="27984" y="331721"/>
                  </a:cubicBezTo>
                  <a:lnTo>
                    <a:pt x="314711" y="331721"/>
                  </a:lnTo>
                  <a:close/>
                  <a:moveTo>
                    <a:pt x="148530" y="315740"/>
                  </a:moveTo>
                  <a:lnTo>
                    <a:pt x="148530" y="283777"/>
                  </a:lnTo>
                  <a:lnTo>
                    <a:pt x="195026" y="283777"/>
                  </a:lnTo>
                  <a:lnTo>
                    <a:pt x="195026" y="315740"/>
                  </a:lnTo>
                  <a:lnTo>
                    <a:pt x="148530" y="315740"/>
                  </a:lnTo>
                  <a:close/>
                  <a:moveTo>
                    <a:pt x="326766" y="255702"/>
                  </a:moveTo>
                  <a:cubicBezTo>
                    <a:pt x="326766" y="259157"/>
                    <a:pt x="325474" y="262181"/>
                    <a:pt x="323321" y="263909"/>
                  </a:cubicBezTo>
                  <a:lnTo>
                    <a:pt x="323321" y="263909"/>
                  </a:lnTo>
                  <a:cubicBezTo>
                    <a:pt x="321169" y="266068"/>
                    <a:pt x="318155" y="267364"/>
                    <a:pt x="315142" y="267364"/>
                  </a:cubicBezTo>
                  <a:lnTo>
                    <a:pt x="27984" y="267364"/>
                  </a:lnTo>
                  <a:cubicBezTo>
                    <a:pt x="24540" y="267364"/>
                    <a:pt x="21957" y="266068"/>
                    <a:pt x="19373" y="263909"/>
                  </a:cubicBezTo>
                  <a:lnTo>
                    <a:pt x="19373" y="263909"/>
                  </a:lnTo>
                  <a:cubicBezTo>
                    <a:pt x="17221" y="261749"/>
                    <a:pt x="15929" y="258725"/>
                    <a:pt x="15929" y="255702"/>
                  </a:cubicBezTo>
                  <a:lnTo>
                    <a:pt x="15929" y="74724"/>
                  </a:lnTo>
                  <a:cubicBezTo>
                    <a:pt x="15929" y="71268"/>
                    <a:pt x="17221" y="68677"/>
                    <a:pt x="19373" y="66085"/>
                  </a:cubicBezTo>
                  <a:cubicBezTo>
                    <a:pt x="21526" y="63925"/>
                    <a:pt x="24540" y="62630"/>
                    <a:pt x="27984" y="62630"/>
                  </a:cubicBezTo>
                  <a:lnTo>
                    <a:pt x="150682" y="62630"/>
                  </a:lnTo>
                  <a:lnTo>
                    <a:pt x="150682" y="62630"/>
                  </a:lnTo>
                  <a:lnTo>
                    <a:pt x="192443" y="62630"/>
                  </a:lnTo>
                  <a:lnTo>
                    <a:pt x="192443" y="62630"/>
                  </a:lnTo>
                  <a:lnTo>
                    <a:pt x="314711" y="62630"/>
                  </a:lnTo>
                  <a:cubicBezTo>
                    <a:pt x="318155" y="62630"/>
                    <a:pt x="320738" y="63925"/>
                    <a:pt x="322891" y="66085"/>
                  </a:cubicBezTo>
                  <a:lnTo>
                    <a:pt x="322891" y="66085"/>
                  </a:lnTo>
                  <a:cubicBezTo>
                    <a:pt x="325044" y="68245"/>
                    <a:pt x="326335" y="71268"/>
                    <a:pt x="326335" y="74724"/>
                  </a:cubicBezTo>
                  <a:lnTo>
                    <a:pt x="326335" y="255702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4" name="手繪多邊形 146">
              <a:extLst>
                <a:ext uri="{FF2B5EF4-FFF2-40B4-BE49-F238E27FC236}">
                  <a16:creationId xmlns:a16="http://schemas.microsoft.com/office/drawing/2014/main" id="{60D8A142-F2D9-463A-A7A2-8FFBA8CAF292}"/>
                </a:ext>
              </a:extLst>
            </p:cNvPr>
            <p:cNvSpPr/>
            <p:nvPr/>
          </p:nvSpPr>
          <p:spPr>
            <a:xfrm>
              <a:off x="6511120" y="6124802"/>
              <a:ext cx="68883" cy="69108"/>
            </a:xfrm>
            <a:custGeom>
              <a:avLst/>
              <a:gdLst>
                <a:gd name="connsiteX0" fmla="*/ 34442 w 68883"/>
                <a:gd name="connsiteY0" fmla="*/ 0 h 69108"/>
                <a:gd name="connsiteX1" fmla="*/ 0 w 68883"/>
                <a:gd name="connsiteY1" fmla="*/ 34554 h 69108"/>
                <a:gd name="connsiteX2" fmla="*/ 34442 w 68883"/>
                <a:gd name="connsiteY2" fmla="*/ 69109 h 69108"/>
                <a:gd name="connsiteX3" fmla="*/ 68883 w 68883"/>
                <a:gd name="connsiteY3" fmla="*/ 34554 h 69108"/>
                <a:gd name="connsiteX4" fmla="*/ 34442 w 68883"/>
                <a:gd name="connsiteY4" fmla="*/ 0 h 6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3" h="69108">
                  <a:moveTo>
                    <a:pt x="34442" y="0"/>
                  </a:moveTo>
                  <a:cubicBezTo>
                    <a:pt x="15499" y="0"/>
                    <a:pt x="0" y="15549"/>
                    <a:pt x="0" y="34554"/>
                  </a:cubicBezTo>
                  <a:cubicBezTo>
                    <a:pt x="0" y="53559"/>
                    <a:pt x="15499" y="69109"/>
                    <a:pt x="34442" y="69109"/>
                  </a:cubicBezTo>
                  <a:cubicBezTo>
                    <a:pt x="53385" y="69109"/>
                    <a:pt x="68883" y="53559"/>
                    <a:pt x="68883" y="34554"/>
                  </a:cubicBezTo>
                  <a:cubicBezTo>
                    <a:pt x="68883" y="15549"/>
                    <a:pt x="53385" y="0"/>
                    <a:pt x="34442" y="0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5" name="手繪多邊形 147">
              <a:extLst>
                <a:ext uri="{FF2B5EF4-FFF2-40B4-BE49-F238E27FC236}">
                  <a16:creationId xmlns:a16="http://schemas.microsoft.com/office/drawing/2014/main" id="{5DD09A9C-ADA5-460C-9208-84540C0855BD}"/>
                </a:ext>
              </a:extLst>
            </p:cNvPr>
            <p:cNvSpPr/>
            <p:nvPr/>
          </p:nvSpPr>
          <p:spPr>
            <a:xfrm>
              <a:off x="6364312" y="6124802"/>
              <a:ext cx="68883" cy="69108"/>
            </a:xfrm>
            <a:custGeom>
              <a:avLst/>
              <a:gdLst>
                <a:gd name="connsiteX0" fmla="*/ 34442 w 68883"/>
                <a:gd name="connsiteY0" fmla="*/ 0 h 69108"/>
                <a:gd name="connsiteX1" fmla="*/ 0 w 68883"/>
                <a:gd name="connsiteY1" fmla="*/ 34554 h 69108"/>
                <a:gd name="connsiteX2" fmla="*/ 34442 w 68883"/>
                <a:gd name="connsiteY2" fmla="*/ 69109 h 69108"/>
                <a:gd name="connsiteX3" fmla="*/ 68883 w 68883"/>
                <a:gd name="connsiteY3" fmla="*/ 34554 h 69108"/>
                <a:gd name="connsiteX4" fmla="*/ 34442 w 68883"/>
                <a:gd name="connsiteY4" fmla="*/ 0 h 6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3" h="69108">
                  <a:moveTo>
                    <a:pt x="34442" y="0"/>
                  </a:moveTo>
                  <a:cubicBezTo>
                    <a:pt x="15499" y="0"/>
                    <a:pt x="0" y="15549"/>
                    <a:pt x="0" y="34554"/>
                  </a:cubicBezTo>
                  <a:cubicBezTo>
                    <a:pt x="0" y="53559"/>
                    <a:pt x="15499" y="69109"/>
                    <a:pt x="34442" y="69109"/>
                  </a:cubicBezTo>
                  <a:cubicBezTo>
                    <a:pt x="53385" y="69109"/>
                    <a:pt x="68883" y="53559"/>
                    <a:pt x="68883" y="34554"/>
                  </a:cubicBezTo>
                  <a:cubicBezTo>
                    <a:pt x="68883" y="15549"/>
                    <a:pt x="53385" y="0"/>
                    <a:pt x="34442" y="0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6" name="手繪多邊形 148">
              <a:extLst>
                <a:ext uri="{FF2B5EF4-FFF2-40B4-BE49-F238E27FC236}">
                  <a16:creationId xmlns:a16="http://schemas.microsoft.com/office/drawing/2014/main" id="{67B1E0A5-07FA-4F14-81B8-BFE42B92FB5F}"/>
                </a:ext>
              </a:extLst>
            </p:cNvPr>
            <p:cNvSpPr/>
            <p:nvPr/>
          </p:nvSpPr>
          <p:spPr>
            <a:xfrm>
              <a:off x="6661372" y="6105355"/>
              <a:ext cx="24109" cy="94602"/>
            </a:xfrm>
            <a:custGeom>
              <a:avLst/>
              <a:gdLst>
                <a:gd name="connsiteX0" fmla="*/ 24109 w 24109"/>
                <a:gd name="connsiteY0" fmla="*/ 28518 h 94602"/>
                <a:gd name="connsiteX1" fmla="*/ 0 w 24109"/>
                <a:gd name="connsiteY1" fmla="*/ 10 h 94602"/>
                <a:gd name="connsiteX2" fmla="*/ 431 w 24109"/>
                <a:gd name="connsiteY2" fmla="*/ 94603 h 94602"/>
                <a:gd name="connsiteX3" fmla="*/ 24109 w 24109"/>
                <a:gd name="connsiteY3" fmla="*/ 65664 h 94602"/>
                <a:gd name="connsiteX4" fmla="*/ 24109 w 24109"/>
                <a:gd name="connsiteY4" fmla="*/ 28518 h 94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09" h="94602">
                  <a:moveTo>
                    <a:pt x="24109" y="28518"/>
                  </a:moveTo>
                  <a:cubicBezTo>
                    <a:pt x="24109" y="12536"/>
                    <a:pt x="13346" y="-421"/>
                    <a:pt x="0" y="10"/>
                  </a:cubicBezTo>
                  <a:lnTo>
                    <a:pt x="431" y="94603"/>
                  </a:lnTo>
                  <a:cubicBezTo>
                    <a:pt x="13777" y="94603"/>
                    <a:pt x="24109" y="81645"/>
                    <a:pt x="24109" y="65664"/>
                  </a:cubicBezTo>
                  <a:lnTo>
                    <a:pt x="24109" y="28518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7" name="手繪多邊形 149">
              <a:extLst>
                <a:ext uri="{FF2B5EF4-FFF2-40B4-BE49-F238E27FC236}">
                  <a16:creationId xmlns:a16="http://schemas.microsoft.com/office/drawing/2014/main" id="{037653B0-4A22-4C01-8F56-98ED9449BF33}"/>
                </a:ext>
              </a:extLst>
            </p:cNvPr>
            <p:cNvSpPr/>
            <p:nvPr/>
          </p:nvSpPr>
          <p:spPr>
            <a:xfrm>
              <a:off x="6257100" y="6104933"/>
              <a:ext cx="24552" cy="94602"/>
            </a:xfrm>
            <a:custGeom>
              <a:avLst/>
              <a:gdLst>
                <a:gd name="connsiteX0" fmla="*/ 12 w 24552"/>
                <a:gd name="connsiteY0" fmla="*/ 28939 h 94602"/>
                <a:gd name="connsiteX1" fmla="*/ 443 w 24552"/>
                <a:gd name="connsiteY1" fmla="*/ 66085 h 94602"/>
                <a:gd name="connsiteX2" fmla="*/ 24552 w 24552"/>
                <a:gd name="connsiteY2" fmla="*/ 94592 h 94602"/>
                <a:gd name="connsiteX3" fmla="*/ 24122 w 24552"/>
                <a:gd name="connsiteY3" fmla="*/ 0 h 94602"/>
                <a:gd name="connsiteX4" fmla="*/ 12 w 24552"/>
                <a:gd name="connsiteY4" fmla="*/ 28939 h 94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52" h="94602">
                  <a:moveTo>
                    <a:pt x="12" y="28939"/>
                  </a:moveTo>
                  <a:lnTo>
                    <a:pt x="443" y="66085"/>
                  </a:lnTo>
                  <a:cubicBezTo>
                    <a:pt x="443" y="82066"/>
                    <a:pt x="11206" y="95024"/>
                    <a:pt x="24552" y="94592"/>
                  </a:cubicBezTo>
                  <a:lnTo>
                    <a:pt x="24122" y="0"/>
                  </a:lnTo>
                  <a:cubicBezTo>
                    <a:pt x="10345" y="432"/>
                    <a:pt x="-418" y="13390"/>
                    <a:pt x="12" y="28939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88" name="群組 87">
            <a:extLst>
              <a:ext uri="{FF2B5EF4-FFF2-40B4-BE49-F238E27FC236}">
                <a16:creationId xmlns:a16="http://schemas.microsoft.com/office/drawing/2014/main" id="{1BBE14BC-0B4D-4AA1-A7CE-1DEA258D567D}"/>
              </a:ext>
            </a:extLst>
          </p:cNvPr>
          <p:cNvGrpSpPr/>
          <p:nvPr userDrawn="1"/>
        </p:nvGrpSpPr>
        <p:grpSpPr>
          <a:xfrm>
            <a:off x="4293299" y="5700913"/>
            <a:ext cx="579200" cy="252302"/>
            <a:chOff x="4281245" y="6063858"/>
            <a:chExt cx="713687" cy="310886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grpSp>
          <p:nvGrpSpPr>
            <p:cNvPr id="89" name="圖形 26">
              <a:extLst>
                <a:ext uri="{FF2B5EF4-FFF2-40B4-BE49-F238E27FC236}">
                  <a16:creationId xmlns:a16="http://schemas.microsoft.com/office/drawing/2014/main" id="{66DA148F-A225-4A33-BFC8-88E76F20F327}"/>
                </a:ext>
              </a:extLst>
            </p:cNvPr>
            <p:cNvGrpSpPr/>
            <p:nvPr/>
          </p:nvGrpSpPr>
          <p:grpSpPr>
            <a:xfrm>
              <a:off x="4281245" y="6063858"/>
              <a:ext cx="713687" cy="284341"/>
              <a:chOff x="4281245" y="6063858"/>
              <a:chExt cx="713687" cy="284341"/>
            </a:xfrm>
            <a:grpFill/>
          </p:grpSpPr>
          <p:sp>
            <p:nvSpPr>
              <p:cNvPr id="96" name="手繪多邊形 138">
                <a:extLst>
                  <a:ext uri="{FF2B5EF4-FFF2-40B4-BE49-F238E27FC236}">
                    <a16:creationId xmlns:a16="http://schemas.microsoft.com/office/drawing/2014/main" id="{EDB2E718-49DD-4559-9F47-5750CB34748C}"/>
                  </a:ext>
                </a:extLst>
              </p:cNvPr>
              <p:cNvSpPr/>
              <p:nvPr/>
            </p:nvSpPr>
            <p:spPr>
              <a:xfrm>
                <a:off x="4541274" y="6322051"/>
                <a:ext cx="242314" cy="26148"/>
              </a:xfrm>
              <a:custGeom>
                <a:avLst/>
                <a:gdLst>
                  <a:gd name="connsiteX0" fmla="*/ 234040 w 242314"/>
                  <a:gd name="connsiteY0" fmla="*/ 5151 h 26148"/>
                  <a:gd name="connsiteX1" fmla="*/ 108746 w 242314"/>
                  <a:gd name="connsiteY1" fmla="*/ 792 h 26148"/>
                  <a:gd name="connsiteX2" fmla="*/ 6698 w 242314"/>
                  <a:gd name="connsiteY2" fmla="*/ 0 h 26148"/>
                  <a:gd name="connsiteX3" fmla="*/ 0 w 242314"/>
                  <a:gd name="connsiteY3" fmla="*/ 20602 h 26148"/>
                  <a:gd name="connsiteX4" fmla="*/ 108352 w 242314"/>
                  <a:gd name="connsiteY4" fmla="*/ 21395 h 26148"/>
                  <a:gd name="connsiteX5" fmla="*/ 242314 w 242314"/>
                  <a:gd name="connsiteY5" fmla="*/ 26149 h 26148"/>
                  <a:gd name="connsiteX6" fmla="*/ 234040 w 242314"/>
                  <a:gd name="connsiteY6" fmla="*/ 5151 h 2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2314" h="26148">
                    <a:moveTo>
                      <a:pt x="234040" y="5151"/>
                    </a:moveTo>
                    <a:lnTo>
                      <a:pt x="108746" y="792"/>
                    </a:lnTo>
                    <a:cubicBezTo>
                      <a:pt x="77619" y="792"/>
                      <a:pt x="42159" y="396"/>
                      <a:pt x="6698" y="0"/>
                    </a:cubicBezTo>
                    <a:cubicBezTo>
                      <a:pt x="5516" y="7132"/>
                      <a:pt x="3152" y="14263"/>
                      <a:pt x="0" y="20602"/>
                    </a:cubicBezTo>
                    <a:cubicBezTo>
                      <a:pt x="35855" y="20998"/>
                      <a:pt x="72891" y="20998"/>
                      <a:pt x="108352" y="21395"/>
                    </a:cubicBezTo>
                    <a:lnTo>
                      <a:pt x="242314" y="26149"/>
                    </a:lnTo>
                    <a:cubicBezTo>
                      <a:pt x="238768" y="19414"/>
                      <a:pt x="236010" y="12282"/>
                      <a:pt x="234040" y="5151"/>
                    </a:cubicBezTo>
                    <a:close/>
                  </a:path>
                </a:pathLst>
              </a:custGeom>
              <a:grpFill/>
              <a:ln w="3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7" name="手繪多邊形 139">
                <a:extLst>
                  <a:ext uri="{FF2B5EF4-FFF2-40B4-BE49-F238E27FC236}">
                    <a16:creationId xmlns:a16="http://schemas.microsoft.com/office/drawing/2014/main" id="{12CDF9A9-BCF1-48A3-BEC9-F2B8376B4703}"/>
                  </a:ext>
                </a:extLst>
              </p:cNvPr>
              <p:cNvSpPr/>
              <p:nvPr/>
            </p:nvSpPr>
            <p:spPr>
              <a:xfrm>
                <a:off x="4281245" y="6063858"/>
                <a:ext cx="713687" cy="276813"/>
              </a:xfrm>
              <a:custGeom>
                <a:avLst/>
                <a:gdLst>
                  <a:gd name="connsiteX0" fmla="*/ 712350 w 713687"/>
                  <a:gd name="connsiteY0" fmla="*/ 190443 h 276813"/>
                  <a:gd name="connsiteX1" fmla="*/ 710774 w 713687"/>
                  <a:gd name="connsiteY1" fmla="*/ 180538 h 276813"/>
                  <a:gd name="connsiteX2" fmla="*/ 708410 w 713687"/>
                  <a:gd name="connsiteY2" fmla="*/ 145673 h 276813"/>
                  <a:gd name="connsiteX3" fmla="*/ 705651 w 713687"/>
                  <a:gd name="connsiteY3" fmla="*/ 113977 h 276813"/>
                  <a:gd name="connsiteX4" fmla="*/ 703287 w 713687"/>
                  <a:gd name="connsiteY4" fmla="*/ 105261 h 276813"/>
                  <a:gd name="connsiteX5" fmla="*/ 693831 w 713687"/>
                  <a:gd name="connsiteY5" fmla="*/ 93771 h 276813"/>
                  <a:gd name="connsiteX6" fmla="*/ 648914 w 713687"/>
                  <a:gd name="connsiteY6" fmla="*/ 69603 h 276813"/>
                  <a:gd name="connsiteX7" fmla="*/ 566173 w 713687"/>
                  <a:gd name="connsiteY7" fmla="*/ 27606 h 276813"/>
                  <a:gd name="connsiteX8" fmla="*/ 398326 w 713687"/>
                  <a:gd name="connsiteY8" fmla="*/ 1061 h 276813"/>
                  <a:gd name="connsiteX9" fmla="*/ 263575 w 713687"/>
                  <a:gd name="connsiteY9" fmla="*/ 44642 h 276813"/>
                  <a:gd name="connsiteX10" fmla="*/ 243875 w 713687"/>
                  <a:gd name="connsiteY10" fmla="*/ 55736 h 276813"/>
                  <a:gd name="connsiteX11" fmla="*/ 213537 w 713687"/>
                  <a:gd name="connsiteY11" fmla="*/ 73169 h 276813"/>
                  <a:gd name="connsiteX12" fmla="*/ 157193 w 713687"/>
                  <a:gd name="connsiteY12" fmla="*/ 88224 h 276813"/>
                  <a:gd name="connsiteX13" fmla="*/ 156011 w 713687"/>
                  <a:gd name="connsiteY13" fmla="*/ 88224 h 276813"/>
                  <a:gd name="connsiteX14" fmla="*/ 72876 w 713687"/>
                  <a:gd name="connsiteY14" fmla="*/ 103676 h 276813"/>
                  <a:gd name="connsiteX15" fmla="*/ 15351 w 713687"/>
                  <a:gd name="connsiteY15" fmla="*/ 143692 h 276813"/>
                  <a:gd name="connsiteX16" fmla="*/ 15351 w 713687"/>
                  <a:gd name="connsiteY16" fmla="*/ 143692 h 276813"/>
                  <a:gd name="connsiteX17" fmla="*/ 7865 w 713687"/>
                  <a:gd name="connsiteY17" fmla="*/ 236798 h 276813"/>
                  <a:gd name="connsiteX18" fmla="*/ 25201 w 713687"/>
                  <a:gd name="connsiteY18" fmla="*/ 256608 h 276813"/>
                  <a:gd name="connsiteX19" fmla="*/ 58692 w 713687"/>
                  <a:gd name="connsiteY19" fmla="*/ 274040 h 276813"/>
                  <a:gd name="connsiteX20" fmla="*/ 113065 w 713687"/>
                  <a:gd name="connsiteY20" fmla="*/ 276814 h 276813"/>
                  <a:gd name="connsiteX21" fmla="*/ 107155 w 713687"/>
                  <a:gd name="connsiteY21" fmla="*/ 256211 h 276813"/>
                  <a:gd name="connsiteX22" fmla="*/ 65390 w 713687"/>
                  <a:gd name="connsiteY22" fmla="*/ 254627 h 276813"/>
                  <a:gd name="connsiteX23" fmla="*/ 36627 w 713687"/>
                  <a:gd name="connsiteY23" fmla="*/ 239571 h 276813"/>
                  <a:gd name="connsiteX24" fmla="*/ 26383 w 713687"/>
                  <a:gd name="connsiteY24" fmla="*/ 227685 h 276813"/>
                  <a:gd name="connsiteX25" fmla="*/ 31899 w 713687"/>
                  <a:gd name="connsiteY25" fmla="*/ 155577 h 276813"/>
                  <a:gd name="connsiteX26" fmla="*/ 78392 w 713687"/>
                  <a:gd name="connsiteY26" fmla="*/ 123089 h 276813"/>
                  <a:gd name="connsiteX27" fmla="*/ 157587 w 713687"/>
                  <a:gd name="connsiteY27" fmla="*/ 108430 h 276813"/>
                  <a:gd name="connsiteX28" fmla="*/ 158770 w 713687"/>
                  <a:gd name="connsiteY28" fmla="*/ 108430 h 276813"/>
                  <a:gd name="connsiteX29" fmla="*/ 223781 w 713687"/>
                  <a:gd name="connsiteY29" fmla="*/ 90205 h 276813"/>
                  <a:gd name="connsiteX30" fmla="*/ 252937 w 713687"/>
                  <a:gd name="connsiteY30" fmla="*/ 73565 h 276813"/>
                  <a:gd name="connsiteX31" fmla="*/ 273032 w 713687"/>
                  <a:gd name="connsiteY31" fmla="*/ 62471 h 276813"/>
                  <a:gd name="connsiteX32" fmla="*/ 398326 w 713687"/>
                  <a:gd name="connsiteY32" fmla="*/ 20871 h 276813"/>
                  <a:gd name="connsiteX33" fmla="*/ 557111 w 713687"/>
                  <a:gd name="connsiteY33" fmla="*/ 46227 h 276813"/>
                  <a:gd name="connsiteX34" fmla="*/ 637488 w 713687"/>
                  <a:gd name="connsiteY34" fmla="*/ 87036 h 276813"/>
                  <a:gd name="connsiteX35" fmla="*/ 682405 w 713687"/>
                  <a:gd name="connsiteY35" fmla="*/ 111203 h 276813"/>
                  <a:gd name="connsiteX36" fmla="*/ 684375 w 713687"/>
                  <a:gd name="connsiteY36" fmla="*/ 119127 h 276813"/>
                  <a:gd name="connsiteX37" fmla="*/ 686739 w 713687"/>
                  <a:gd name="connsiteY37" fmla="*/ 140918 h 276813"/>
                  <a:gd name="connsiteX38" fmla="*/ 689103 w 713687"/>
                  <a:gd name="connsiteY38" fmla="*/ 183707 h 276813"/>
                  <a:gd name="connsiteX39" fmla="*/ 690679 w 713687"/>
                  <a:gd name="connsiteY39" fmla="*/ 193216 h 276813"/>
                  <a:gd name="connsiteX40" fmla="*/ 672555 w 713687"/>
                  <a:gd name="connsiteY40" fmla="*/ 245514 h 276813"/>
                  <a:gd name="connsiteX41" fmla="*/ 651673 w 713687"/>
                  <a:gd name="connsiteY41" fmla="*/ 249872 h 276813"/>
                  <a:gd name="connsiteX42" fmla="*/ 646944 w 713687"/>
                  <a:gd name="connsiteY42" fmla="*/ 271663 h 276813"/>
                  <a:gd name="connsiteX43" fmla="*/ 684769 w 713687"/>
                  <a:gd name="connsiteY43" fmla="*/ 262551 h 276813"/>
                  <a:gd name="connsiteX44" fmla="*/ 712350 w 713687"/>
                  <a:gd name="connsiteY44" fmla="*/ 190443 h 276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713687" h="276813">
                    <a:moveTo>
                      <a:pt x="712350" y="190443"/>
                    </a:moveTo>
                    <a:cubicBezTo>
                      <a:pt x="711956" y="187273"/>
                      <a:pt x="711168" y="183707"/>
                      <a:pt x="710774" y="180538"/>
                    </a:cubicBezTo>
                    <a:cubicBezTo>
                      <a:pt x="708410" y="168256"/>
                      <a:pt x="706440" y="156370"/>
                      <a:pt x="708410" y="145673"/>
                    </a:cubicBezTo>
                    <a:cubicBezTo>
                      <a:pt x="710774" y="132994"/>
                      <a:pt x="708016" y="123089"/>
                      <a:pt x="705651" y="113977"/>
                    </a:cubicBezTo>
                    <a:cubicBezTo>
                      <a:pt x="704863" y="111203"/>
                      <a:pt x="704075" y="108034"/>
                      <a:pt x="703287" y="105261"/>
                    </a:cubicBezTo>
                    <a:cubicBezTo>
                      <a:pt x="702105" y="100110"/>
                      <a:pt x="698559" y="95752"/>
                      <a:pt x="693831" y="93771"/>
                    </a:cubicBezTo>
                    <a:cubicBezTo>
                      <a:pt x="678859" y="86243"/>
                      <a:pt x="663493" y="77527"/>
                      <a:pt x="648914" y="69603"/>
                    </a:cubicBezTo>
                    <a:cubicBezTo>
                      <a:pt x="622122" y="54944"/>
                      <a:pt x="594541" y="39492"/>
                      <a:pt x="566173" y="27606"/>
                    </a:cubicBezTo>
                    <a:cubicBezTo>
                      <a:pt x="513376" y="5815"/>
                      <a:pt x="455457" y="-3297"/>
                      <a:pt x="398326" y="1061"/>
                    </a:cubicBezTo>
                    <a:cubicBezTo>
                      <a:pt x="352621" y="3834"/>
                      <a:pt x="308886" y="18097"/>
                      <a:pt x="263575" y="44642"/>
                    </a:cubicBezTo>
                    <a:cubicBezTo>
                      <a:pt x="257271" y="48604"/>
                      <a:pt x="250573" y="52170"/>
                      <a:pt x="243875" y="55736"/>
                    </a:cubicBezTo>
                    <a:cubicBezTo>
                      <a:pt x="234025" y="61283"/>
                      <a:pt x="223781" y="66829"/>
                      <a:pt x="213537" y="73169"/>
                    </a:cubicBezTo>
                    <a:cubicBezTo>
                      <a:pt x="196200" y="84262"/>
                      <a:pt x="177288" y="86243"/>
                      <a:pt x="157193" y="88224"/>
                    </a:cubicBezTo>
                    <a:lnTo>
                      <a:pt x="156011" y="88224"/>
                    </a:lnTo>
                    <a:cubicBezTo>
                      <a:pt x="127643" y="91394"/>
                      <a:pt x="100062" y="94959"/>
                      <a:pt x="72876" y="103676"/>
                    </a:cubicBezTo>
                    <a:cubicBezTo>
                      <a:pt x="50024" y="110015"/>
                      <a:pt x="29535" y="124278"/>
                      <a:pt x="15351" y="143692"/>
                    </a:cubicBezTo>
                    <a:cubicBezTo>
                      <a:pt x="15351" y="143692"/>
                      <a:pt x="15351" y="143692"/>
                      <a:pt x="15351" y="143692"/>
                    </a:cubicBezTo>
                    <a:cubicBezTo>
                      <a:pt x="-1591" y="167067"/>
                      <a:pt x="-5137" y="209856"/>
                      <a:pt x="7865" y="236798"/>
                    </a:cubicBezTo>
                    <a:cubicBezTo>
                      <a:pt x="11805" y="244722"/>
                      <a:pt x="17715" y="251853"/>
                      <a:pt x="25201" y="256608"/>
                    </a:cubicBezTo>
                    <a:cubicBezTo>
                      <a:pt x="35839" y="263739"/>
                      <a:pt x="46871" y="269682"/>
                      <a:pt x="58692" y="274040"/>
                    </a:cubicBezTo>
                    <a:cubicBezTo>
                      <a:pt x="61844" y="275229"/>
                      <a:pt x="82332" y="276021"/>
                      <a:pt x="113065" y="276814"/>
                    </a:cubicBezTo>
                    <a:cubicBezTo>
                      <a:pt x="110307" y="270474"/>
                      <a:pt x="108337" y="263343"/>
                      <a:pt x="107155" y="256211"/>
                    </a:cubicBezTo>
                    <a:cubicBezTo>
                      <a:pt x="84696" y="255815"/>
                      <a:pt x="69330" y="255023"/>
                      <a:pt x="65390" y="254627"/>
                    </a:cubicBezTo>
                    <a:cubicBezTo>
                      <a:pt x="55146" y="250665"/>
                      <a:pt x="45689" y="245910"/>
                      <a:pt x="36627" y="239571"/>
                    </a:cubicBezTo>
                    <a:cubicBezTo>
                      <a:pt x="32293" y="236798"/>
                      <a:pt x="28747" y="232440"/>
                      <a:pt x="26383" y="227685"/>
                    </a:cubicBezTo>
                    <a:cubicBezTo>
                      <a:pt x="16927" y="207875"/>
                      <a:pt x="19685" y="173010"/>
                      <a:pt x="31899" y="155577"/>
                    </a:cubicBezTo>
                    <a:cubicBezTo>
                      <a:pt x="43325" y="140126"/>
                      <a:pt x="59874" y="128636"/>
                      <a:pt x="78392" y="123089"/>
                    </a:cubicBezTo>
                    <a:cubicBezTo>
                      <a:pt x="104003" y="115165"/>
                      <a:pt x="130401" y="111600"/>
                      <a:pt x="157587" y="108430"/>
                    </a:cubicBezTo>
                    <a:lnTo>
                      <a:pt x="158770" y="108430"/>
                    </a:lnTo>
                    <a:cubicBezTo>
                      <a:pt x="180440" y="106053"/>
                      <a:pt x="202504" y="103676"/>
                      <a:pt x="223781" y="90205"/>
                    </a:cubicBezTo>
                    <a:cubicBezTo>
                      <a:pt x="233237" y="84262"/>
                      <a:pt x="243087" y="78715"/>
                      <a:pt x="252937" y="73565"/>
                    </a:cubicBezTo>
                    <a:cubicBezTo>
                      <a:pt x="259635" y="69999"/>
                      <a:pt x="266333" y="66037"/>
                      <a:pt x="273032" y="62471"/>
                    </a:cubicBezTo>
                    <a:cubicBezTo>
                      <a:pt x="315190" y="37511"/>
                      <a:pt x="356167" y="24040"/>
                      <a:pt x="398326" y="20871"/>
                    </a:cubicBezTo>
                    <a:cubicBezTo>
                      <a:pt x="452305" y="16909"/>
                      <a:pt x="507072" y="25625"/>
                      <a:pt x="557111" y="46227"/>
                    </a:cubicBezTo>
                    <a:cubicBezTo>
                      <a:pt x="584691" y="57321"/>
                      <a:pt x="611484" y="72376"/>
                      <a:pt x="637488" y="87036"/>
                    </a:cubicBezTo>
                    <a:cubicBezTo>
                      <a:pt x="652067" y="95356"/>
                      <a:pt x="667433" y="103676"/>
                      <a:pt x="682405" y="111203"/>
                    </a:cubicBezTo>
                    <a:cubicBezTo>
                      <a:pt x="683193" y="113977"/>
                      <a:pt x="683981" y="116750"/>
                      <a:pt x="684375" y="119127"/>
                    </a:cubicBezTo>
                    <a:cubicBezTo>
                      <a:pt x="686739" y="127051"/>
                      <a:pt x="688315" y="133390"/>
                      <a:pt x="686739" y="140918"/>
                    </a:cubicBezTo>
                    <a:cubicBezTo>
                      <a:pt x="683981" y="155577"/>
                      <a:pt x="686345" y="169841"/>
                      <a:pt x="689103" y="183707"/>
                    </a:cubicBezTo>
                    <a:cubicBezTo>
                      <a:pt x="689497" y="186877"/>
                      <a:pt x="690285" y="190047"/>
                      <a:pt x="690679" y="193216"/>
                    </a:cubicBezTo>
                    <a:cubicBezTo>
                      <a:pt x="694225" y="217384"/>
                      <a:pt x="689891" y="230855"/>
                      <a:pt x="672555" y="245514"/>
                    </a:cubicBezTo>
                    <a:cubicBezTo>
                      <a:pt x="669403" y="246703"/>
                      <a:pt x="661917" y="247891"/>
                      <a:pt x="651673" y="249872"/>
                    </a:cubicBezTo>
                    <a:cubicBezTo>
                      <a:pt x="651279" y="257400"/>
                      <a:pt x="649702" y="264532"/>
                      <a:pt x="646944" y="271663"/>
                    </a:cubicBezTo>
                    <a:cubicBezTo>
                      <a:pt x="679647" y="266513"/>
                      <a:pt x="682405" y="264135"/>
                      <a:pt x="684769" y="262551"/>
                    </a:cubicBezTo>
                    <a:cubicBezTo>
                      <a:pt x="709592" y="242741"/>
                      <a:pt x="717078" y="222138"/>
                      <a:pt x="712350" y="190443"/>
                    </a:cubicBezTo>
                    <a:close/>
                  </a:path>
                </a:pathLst>
              </a:custGeom>
              <a:grpFill/>
              <a:ln w="3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sp>
          <p:nvSpPr>
            <p:cNvPr id="90" name="手繪多邊形 132">
              <a:extLst>
                <a:ext uri="{FF2B5EF4-FFF2-40B4-BE49-F238E27FC236}">
                  <a16:creationId xmlns:a16="http://schemas.microsoft.com/office/drawing/2014/main" id="{EB79674E-8CC5-4B60-829F-08618C5DA85F}"/>
                </a:ext>
              </a:extLst>
            </p:cNvPr>
            <p:cNvSpPr/>
            <p:nvPr/>
          </p:nvSpPr>
          <p:spPr>
            <a:xfrm>
              <a:off x="4638439" y="6138612"/>
              <a:ext cx="110083" cy="171082"/>
            </a:xfrm>
            <a:custGeom>
              <a:avLst/>
              <a:gdLst>
                <a:gd name="connsiteX0" fmla="*/ 61620 w 110083"/>
                <a:gd name="connsiteY0" fmla="*/ 0 h 171082"/>
                <a:gd name="connsiteX1" fmla="*/ 106931 w 110083"/>
                <a:gd name="connsiteY1" fmla="*/ 0 h 171082"/>
                <a:gd name="connsiteX2" fmla="*/ 110083 w 110083"/>
                <a:gd name="connsiteY2" fmla="*/ 3170 h 171082"/>
                <a:gd name="connsiteX3" fmla="*/ 109295 w 110083"/>
                <a:gd name="connsiteY3" fmla="*/ 5151 h 171082"/>
                <a:gd name="connsiteX4" fmla="*/ 63984 w 110083"/>
                <a:gd name="connsiteY4" fmla="*/ 60618 h 171082"/>
                <a:gd name="connsiteX5" fmla="*/ 64378 w 110083"/>
                <a:gd name="connsiteY5" fmla="*/ 64976 h 171082"/>
                <a:gd name="connsiteX6" fmla="*/ 66348 w 110083"/>
                <a:gd name="connsiteY6" fmla="*/ 65769 h 171082"/>
                <a:gd name="connsiteX7" fmla="*/ 101415 w 110083"/>
                <a:gd name="connsiteY7" fmla="*/ 65769 h 171082"/>
                <a:gd name="connsiteX8" fmla="*/ 104567 w 110083"/>
                <a:gd name="connsiteY8" fmla="*/ 68938 h 171082"/>
                <a:gd name="connsiteX9" fmla="*/ 103779 w 110083"/>
                <a:gd name="connsiteY9" fmla="*/ 70919 h 171082"/>
                <a:gd name="connsiteX10" fmla="*/ 5277 w 110083"/>
                <a:gd name="connsiteY10" fmla="*/ 169968 h 171082"/>
                <a:gd name="connsiteX11" fmla="*/ 943 w 110083"/>
                <a:gd name="connsiteY11" fmla="*/ 170364 h 171082"/>
                <a:gd name="connsiteX12" fmla="*/ 549 w 110083"/>
                <a:gd name="connsiteY12" fmla="*/ 166403 h 171082"/>
                <a:gd name="connsiteX13" fmla="*/ 41132 w 110083"/>
                <a:gd name="connsiteY13" fmla="*/ 93106 h 171082"/>
                <a:gd name="connsiteX14" fmla="*/ 39950 w 110083"/>
                <a:gd name="connsiteY14" fmla="*/ 89144 h 171082"/>
                <a:gd name="connsiteX15" fmla="*/ 38374 w 110083"/>
                <a:gd name="connsiteY15" fmla="*/ 88748 h 171082"/>
                <a:gd name="connsiteX16" fmla="*/ 12369 w 110083"/>
                <a:gd name="connsiteY16" fmla="*/ 88748 h 171082"/>
                <a:gd name="connsiteX17" fmla="*/ 9217 w 110083"/>
                <a:gd name="connsiteY17" fmla="*/ 85578 h 171082"/>
                <a:gd name="connsiteX18" fmla="*/ 9611 w 110083"/>
                <a:gd name="connsiteY18" fmla="*/ 83994 h 171082"/>
                <a:gd name="connsiteX19" fmla="*/ 58862 w 110083"/>
                <a:gd name="connsiteY19" fmla="*/ 1585 h 171082"/>
                <a:gd name="connsiteX20" fmla="*/ 61620 w 110083"/>
                <a:gd name="connsiteY20" fmla="*/ 0 h 171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0083" h="171082">
                  <a:moveTo>
                    <a:pt x="61620" y="0"/>
                  </a:moveTo>
                  <a:lnTo>
                    <a:pt x="106931" y="0"/>
                  </a:lnTo>
                  <a:cubicBezTo>
                    <a:pt x="108507" y="0"/>
                    <a:pt x="110083" y="1189"/>
                    <a:pt x="110083" y="3170"/>
                  </a:cubicBezTo>
                  <a:cubicBezTo>
                    <a:pt x="110083" y="3962"/>
                    <a:pt x="109689" y="4358"/>
                    <a:pt x="109295" y="5151"/>
                  </a:cubicBezTo>
                  <a:lnTo>
                    <a:pt x="63984" y="60618"/>
                  </a:lnTo>
                  <a:cubicBezTo>
                    <a:pt x="62802" y="61807"/>
                    <a:pt x="63196" y="63788"/>
                    <a:pt x="64378" y="64976"/>
                  </a:cubicBezTo>
                  <a:cubicBezTo>
                    <a:pt x="64772" y="65372"/>
                    <a:pt x="65560" y="65769"/>
                    <a:pt x="66348" y="65769"/>
                  </a:cubicBezTo>
                  <a:lnTo>
                    <a:pt x="101415" y="65769"/>
                  </a:lnTo>
                  <a:cubicBezTo>
                    <a:pt x="102991" y="65769"/>
                    <a:pt x="104567" y="66957"/>
                    <a:pt x="104567" y="68938"/>
                  </a:cubicBezTo>
                  <a:cubicBezTo>
                    <a:pt x="104567" y="69731"/>
                    <a:pt x="104173" y="70523"/>
                    <a:pt x="103779" y="70919"/>
                  </a:cubicBezTo>
                  <a:lnTo>
                    <a:pt x="5277" y="169968"/>
                  </a:lnTo>
                  <a:cubicBezTo>
                    <a:pt x="4095" y="171157"/>
                    <a:pt x="2125" y="171553"/>
                    <a:pt x="943" y="170364"/>
                  </a:cubicBezTo>
                  <a:cubicBezTo>
                    <a:pt x="-239" y="169572"/>
                    <a:pt x="-239" y="167591"/>
                    <a:pt x="549" y="166403"/>
                  </a:cubicBezTo>
                  <a:lnTo>
                    <a:pt x="41132" y="93106"/>
                  </a:lnTo>
                  <a:cubicBezTo>
                    <a:pt x="41920" y="91521"/>
                    <a:pt x="41526" y="89937"/>
                    <a:pt x="39950" y="89144"/>
                  </a:cubicBezTo>
                  <a:cubicBezTo>
                    <a:pt x="39556" y="88748"/>
                    <a:pt x="39162" y="88748"/>
                    <a:pt x="38374" y="88748"/>
                  </a:cubicBezTo>
                  <a:lnTo>
                    <a:pt x="12369" y="88748"/>
                  </a:lnTo>
                  <a:cubicBezTo>
                    <a:pt x="10793" y="88748"/>
                    <a:pt x="9217" y="87559"/>
                    <a:pt x="9217" y="85578"/>
                  </a:cubicBezTo>
                  <a:cubicBezTo>
                    <a:pt x="9217" y="85182"/>
                    <a:pt x="9217" y="84390"/>
                    <a:pt x="9611" y="83994"/>
                  </a:cubicBezTo>
                  <a:lnTo>
                    <a:pt x="58862" y="1585"/>
                  </a:lnTo>
                  <a:cubicBezTo>
                    <a:pt x="59650" y="396"/>
                    <a:pt x="60438" y="0"/>
                    <a:pt x="61620" y="0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1" name="手繪多邊形 133">
              <a:extLst>
                <a:ext uri="{FF2B5EF4-FFF2-40B4-BE49-F238E27FC236}">
                  <a16:creationId xmlns:a16="http://schemas.microsoft.com/office/drawing/2014/main" id="{23993F8E-03EA-4C1C-9470-1BB78BC5EDF1}"/>
                </a:ext>
              </a:extLst>
            </p:cNvPr>
            <p:cNvSpPr/>
            <p:nvPr/>
          </p:nvSpPr>
          <p:spPr>
            <a:xfrm>
              <a:off x="4758372" y="6138612"/>
              <a:ext cx="55555" cy="77258"/>
            </a:xfrm>
            <a:custGeom>
              <a:avLst/>
              <a:gdLst>
                <a:gd name="connsiteX0" fmla="*/ 0 w 55555"/>
                <a:gd name="connsiteY0" fmla="*/ 75277 h 77258"/>
                <a:gd name="connsiteX1" fmla="*/ 0 w 55555"/>
                <a:gd name="connsiteY1" fmla="*/ 1981 h 77258"/>
                <a:gd name="connsiteX2" fmla="*/ 1970 w 55555"/>
                <a:gd name="connsiteY2" fmla="*/ 0 h 77258"/>
                <a:gd name="connsiteX3" fmla="*/ 55555 w 55555"/>
                <a:gd name="connsiteY3" fmla="*/ 0 h 77258"/>
                <a:gd name="connsiteX4" fmla="*/ 55555 w 55555"/>
                <a:gd name="connsiteY4" fmla="*/ 13471 h 77258"/>
                <a:gd name="connsiteX5" fmla="*/ 16942 w 55555"/>
                <a:gd name="connsiteY5" fmla="*/ 13471 h 77258"/>
                <a:gd name="connsiteX6" fmla="*/ 14972 w 55555"/>
                <a:gd name="connsiteY6" fmla="*/ 15452 h 77258"/>
                <a:gd name="connsiteX7" fmla="*/ 14972 w 55555"/>
                <a:gd name="connsiteY7" fmla="*/ 29715 h 77258"/>
                <a:gd name="connsiteX8" fmla="*/ 16942 w 55555"/>
                <a:gd name="connsiteY8" fmla="*/ 31696 h 77258"/>
                <a:gd name="connsiteX9" fmla="*/ 43341 w 55555"/>
                <a:gd name="connsiteY9" fmla="*/ 31696 h 77258"/>
                <a:gd name="connsiteX10" fmla="*/ 45311 w 55555"/>
                <a:gd name="connsiteY10" fmla="*/ 33677 h 77258"/>
                <a:gd name="connsiteX11" fmla="*/ 45311 w 55555"/>
                <a:gd name="connsiteY11" fmla="*/ 43185 h 77258"/>
                <a:gd name="connsiteX12" fmla="*/ 43341 w 55555"/>
                <a:gd name="connsiteY12" fmla="*/ 45166 h 77258"/>
                <a:gd name="connsiteX13" fmla="*/ 16942 w 55555"/>
                <a:gd name="connsiteY13" fmla="*/ 45166 h 77258"/>
                <a:gd name="connsiteX14" fmla="*/ 14972 w 55555"/>
                <a:gd name="connsiteY14" fmla="*/ 47147 h 77258"/>
                <a:gd name="connsiteX15" fmla="*/ 14972 w 55555"/>
                <a:gd name="connsiteY15" fmla="*/ 61807 h 77258"/>
                <a:gd name="connsiteX16" fmla="*/ 16942 w 55555"/>
                <a:gd name="connsiteY16" fmla="*/ 63788 h 77258"/>
                <a:gd name="connsiteX17" fmla="*/ 48463 w 55555"/>
                <a:gd name="connsiteY17" fmla="*/ 63788 h 77258"/>
                <a:gd name="connsiteX18" fmla="*/ 50433 w 55555"/>
                <a:gd name="connsiteY18" fmla="*/ 65769 h 77258"/>
                <a:gd name="connsiteX19" fmla="*/ 50433 w 55555"/>
                <a:gd name="connsiteY19" fmla="*/ 65769 h 77258"/>
                <a:gd name="connsiteX20" fmla="*/ 50433 w 55555"/>
                <a:gd name="connsiteY20" fmla="*/ 75277 h 77258"/>
                <a:gd name="connsiteX21" fmla="*/ 48463 w 55555"/>
                <a:gd name="connsiteY21" fmla="*/ 77258 h 77258"/>
                <a:gd name="connsiteX22" fmla="*/ 1576 w 55555"/>
                <a:gd name="connsiteY22" fmla="*/ 77258 h 77258"/>
                <a:gd name="connsiteX23" fmla="*/ 0 w 55555"/>
                <a:gd name="connsiteY23" fmla="*/ 75277 h 77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5555" h="77258">
                  <a:moveTo>
                    <a:pt x="0" y="75277"/>
                  </a:moveTo>
                  <a:lnTo>
                    <a:pt x="0" y="1981"/>
                  </a:lnTo>
                  <a:cubicBezTo>
                    <a:pt x="0" y="792"/>
                    <a:pt x="788" y="0"/>
                    <a:pt x="1970" y="0"/>
                  </a:cubicBezTo>
                  <a:lnTo>
                    <a:pt x="55555" y="0"/>
                  </a:lnTo>
                  <a:lnTo>
                    <a:pt x="55555" y="13471"/>
                  </a:lnTo>
                  <a:lnTo>
                    <a:pt x="16942" y="13471"/>
                  </a:lnTo>
                  <a:cubicBezTo>
                    <a:pt x="15760" y="13471"/>
                    <a:pt x="14972" y="14263"/>
                    <a:pt x="14972" y="15452"/>
                  </a:cubicBezTo>
                  <a:lnTo>
                    <a:pt x="14972" y="29715"/>
                  </a:lnTo>
                  <a:cubicBezTo>
                    <a:pt x="14972" y="30903"/>
                    <a:pt x="15760" y="31696"/>
                    <a:pt x="16942" y="31696"/>
                  </a:cubicBezTo>
                  <a:lnTo>
                    <a:pt x="43341" y="31696"/>
                  </a:lnTo>
                  <a:cubicBezTo>
                    <a:pt x="44523" y="31696"/>
                    <a:pt x="45311" y="32488"/>
                    <a:pt x="45311" y="33677"/>
                  </a:cubicBezTo>
                  <a:lnTo>
                    <a:pt x="45311" y="43185"/>
                  </a:lnTo>
                  <a:cubicBezTo>
                    <a:pt x="45311" y="44374"/>
                    <a:pt x="44523" y="45166"/>
                    <a:pt x="43341" y="45166"/>
                  </a:cubicBezTo>
                  <a:lnTo>
                    <a:pt x="16942" y="45166"/>
                  </a:lnTo>
                  <a:cubicBezTo>
                    <a:pt x="15760" y="45166"/>
                    <a:pt x="14972" y="45959"/>
                    <a:pt x="14972" y="47147"/>
                  </a:cubicBezTo>
                  <a:lnTo>
                    <a:pt x="14972" y="61807"/>
                  </a:lnTo>
                  <a:cubicBezTo>
                    <a:pt x="14972" y="62995"/>
                    <a:pt x="15760" y="63788"/>
                    <a:pt x="16942" y="63788"/>
                  </a:cubicBezTo>
                  <a:lnTo>
                    <a:pt x="48463" y="63788"/>
                  </a:lnTo>
                  <a:cubicBezTo>
                    <a:pt x="49645" y="63788"/>
                    <a:pt x="50433" y="64580"/>
                    <a:pt x="50433" y="65769"/>
                  </a:cubicBezTo>
                  <a:cubicBezTo>
                    <a:pt x="50433" y="65769"/>
                    <a:pt x="50433" y="65769"/>
                    <a:pt x="50433" y="65769"/>
                  </a:cubicBezTo>
                  <a:lnTo>
                    <a:pt x="50433" y="75277"/>
                  </a:lnTo>
                  <a:cubicBezTo>
                    <a:pt x="50433" y="76466"/>
                    <a:pt x="49645" y="77258"/>
                    <a:pt x="48463" y="77258"/>
                  </a:cubicBezTo>
                  <a:lnTo>
                    <a:pt x="1576" y="77258"/>
                  </a:lnTo>
                  <a:cubicBezTo>
                    <a:pt x="1182" y="77258"/>
                    <a:pt x="0" y="76466"/>
                    <a:pt x="0" y="75277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2" name="手繪多邊形 134">
              <a:extLst>
                <a:ext uri="{FF2B5EF4-FFF2-40B4-BE49-F238E27FC236}">
                  <a16:creationId xmlns:a16="http://schemas.microsoft.com/office/drawing/2014/main" id="{F8E38B31-5620-49AA-BBFE-E4F46923DD6A}"/>
                </a:ext>
              </a:extLst>
            </p:cNvPr>
            <p:cNvSpPr/>
            <p:nvPr/>
          </p:nvSpPr>
          <p:spPr>
            <a:xfrm>
              <a:off x="4805899" y="6138612"/>
              <a:ext cx="60430" cy="77258"/>
            </a:xfrm>
            <a:custGeom>
              <a:avLst/>
              <a:gdLst>
                <a:gd name="connsiteX0" fmla="*/ 34426 w 60430"/>
                <a:gd name="connsiteY0" fmla="*/ 77258 h 77258"/>
                <a:gd name="connsiteX1" fmla="*/ 25758 w 60430"/>
                <a:gd name="connsiteY1" fmla="*/ 77258 h 77258"/>
                <a:gd name="connsiteX2" fmla="*/ 23788 w 60430"/>
                <a:gd name="connsiteY2" fmla="*/ 75674 h 77258"/>
                <a:gd name="connsiteX3" fmla="*/ 148 w 60430"/>
                <a:gd name="connsiteY3" fmla="*/ 2377 h 77258"/>
                <a:gd name="connsiteX4" fmla="*/ 1330 w 60430"/>
                <a:gd name="connsiteY4" fmla="*/ 0 h 77258"/>
                <a:gd name="connsiteX5" fmla="*/ 2118 w 60430"/>
                <a:gd name="connsiteY5" fmla="*/ 0 h 77258"/>
                <a:gd name="connsiteX6" fmla="*/ 13544 w 60430"/>
                <a:gd name="connsiteY6" fmla="*/ 0 h 77258"/>
                <a:gd name="connsiteX7" fmla="*/ 15514 w 60430"/>
                <a:gd name="connsiteY7" fmla="*/ 1585 h 77258"/>
                <a:gd name="connsiteX8" fmla="*/ 28516 w 60430"/>
                <a:gd name="connsiteY8" fmla="*/ 44374 h 77258"/>
                <a:gd name="connsiteX9" fmla="*/ 30880 w 60430"/>
                <a:gd name="connsiteY9" fmla="*/ 45563 h 77258"/>
                <a:gd name="connsiteX10" fmla="*/ 32062 w 60430"/>
                <a:gd name="connsiteY10" fmla="*/ 44374 h 77258"/>
                <a:gd name="connsiteX11" fmla="*/ 45065 w 60430"/>
                <a:gd name="connsiteY11" fmla="*/ 1585 h 77258"/>
                <a:gd name="connsiteX12" fmla="*/ 47035 w 60430"/>
                <a:gd name="connsiteY12" fmla="*/ 0 h 77258"/>
                <a:gd name="connsiteX13" fmla="*/ 58461 w 60430"/>
                <a:gd name="connsiteY13" fmla="*/ 0 h 77258"/>
                <a:gd name="connsiteX14" fmla="*/ 60431 w 60430"/>
                <a:gd name="connsiteY14" fmla="*/ 1981 h 77258"/>
                <a:gd name="connsiteX15" fmla="*/ 60431 w 60430"/>
                <a:gd name="connsiteY15" fmla="*/ 2773 h 77258"/>
                <a:gd name="connsiteX16" fmla="*/ 36396 w 60430"/>
                <a:gd name="connsiteY16" fmla="*/ 76070 h 77258"/>
                <a:gd name="connsiteX17" fmla="*/ 34426 w 60430"/>
                <a:gd name="connsiteY17" fmla="*/ 77258 h 77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430" h="77258">
                  <a:moveTo>
                    <a:pt x="34426" y="77258"/>
                  </a:moveTo>
                  <a:lnTo>
                    <a:pt x="25758" y="77258"/>
                  </a:lnTo>
                  <a:cubicBezTo>
                    <a:pt x="24970" y="77258"/>
                    <a:pt x="24182" y="76862"/>
                    <a:pt x="23788" y="75674"/>
                  </a:cubicBezTo>
                  <a:lnTo>
                    <a:pt x="148" y="2377"/>
                  </a:lnTo>
                  <a:cubicBezTo>
                    <a:pt x="-246" y="1189"/>
                    <a:pt x="148" y="396"/>
                    <a:pt x="1330" y="0"/>
                  </a:cubicBezTo>
                  <a:cubicBezTo>
                    <a:pt x="1724" y="0"/>
                    <a:pt x="1724" y="0"/>
                    <a:pt x="2118" y="0"/>
                  </a:cubicBezTo>
                  <a:lnTo>
                    <a:pt x="13544" y="0"/>
                  </a:lnTo>
                  <a:cubicBezTo>
                    <a:pt x="14332" y="0"/>
                    <a:pt x="15120" y="396"/>
                    <a:pt x="15514" y="1585"/>
                  </a:cubicBezTo>
                  <a:lnTo>
                    <a:pt x="28516" y="44374"/>
                  </a:lnTo>
                  <a:cubicBezTo>
                    <a:pt x="28910" y="45563"/>
                    <a:pt x="30092" y="45959"/>
                    <a:pt x="30880" y="45563"/>
                  </a:cubicBezTo>
                  <a:cubicBezTo>
                    <a:pt x="31668" y="45563"/>
                    <a:pt x="32062" y="44770"/>
                    <a:pt x="32062" y="44374"/>
                  </a:cubicBezTo>
                  <a:lnTo>
                    <a:pt x="45065" y="1585"/>
                  </a:lnTo>
                  <a:cubicBezTo>
                    <a:pt x="45459" y="792"/>
                    <a:pt x="46247" y="0"/>
                    <a:pt x="47035" y="0"/>
                  </a:cubicBezTo>
                  <a:lnTo>
                    <a:pt x="58461" y="0"/>
                  </a:lnTo>
                  <a:cubicBezTo>
                    <a:pt x="59643" y="0"/>
                    <a:pt x="60431" y="792"/>
                    <a:pt x="60431" y="1981"/>
                  </a:cubicBezTo>
                  <a:cubicBezTo>
                    <a:pt x="60431" y="2377"/>
                    <a:pt x="60431" y="2377"/>
                    <a:pt x="60431" y="2773"/>
                  </a:cubicBezTo>
                  <a:lnTo>
                    <a:pt x="36396" y="76070"/>
                  </a:lnTo>
                  <a:cubicBezTo>
                    <a:pt x="36002" y="76862"/>
                    <a:pt x="35214" y="77258"/>
                    <a:pt x="34426" y="77258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3" name="手繪多邊形 135">
              <a:extLst>
                <a:ext uri="{FF2B5EF4-FFF2-40B4-BE49-F238E27FC236}">
                  <a16:creationId xmlns:a16="http://schemas.microsoft.com/office/drawing/2014/main" id="{5452E704-866C-4E0B-9796-7777ED207461}"/>
                </a:ext>
              </a:extLst>
            </p:cNvPr>
            <p:cNvSpPr/>
            <p:nvPr/>
          </p:nvSpPr>
          <p:spPr>
            <a:xfrm>
              <a:off x="4531995" y="6092497"/>
              <a:ext cx="300251" cy="78206"/>
            </a:xfrm>
            <a:custGeom>
              <a:avLst/>
              <a:gdLst>
                <a:gd name="connsiteX0" fmla="*/ 119207 w 300251"/>
                <a:gd name="connsiteY0" fmla="*/ 78206 h 78206"/>
                <a:gd name="connsiteX1" fmla="*/ 10461 w 300251"/>
                <a:gd name="connsiteY1" fmla="*/ 78206 h 78206"/>
                <a:gd name="connsiteX2" fmla="*/ 611 w 300251"/>
                <a:gd name="connsiteY2" fmla="*/ 71075 h 78206"/>
                <a:gd name="connsiteX3" fmla="*/ 4157 w 300251"/>
                <a:gd name="connsiteY3" fmla="*/ 59585 h 78206"/>
                <a:gd name="connsiteX4" fmla="*/ 75472 w 300251"/>
                <a:gd name="connsiteY4" fmla="*/ 18381 h 78206"/>
                <a:gd name="connsiteX5" fmla="*/ 292964 w 300251"/>
                <a:gd name="connsiteY5" fmla="*/ 19966 h 78206"/>
                <a:gd name="connsiteX6" fmla="*/ 299662 w 300251"/>
                <a:gd name="connsiteY6" fmla="*/ 32644 h 78206"/>
                <a:gd name="connsiteX7" fmla="*/ 287054 w 300251"/>
                <a:gd name="connsiteY7" fmla="*/ 39379 h 78206"/>
                <a:gd name="connsiteX8" fmla="*/ 83746 w 300251"/>
                <a:gd name="connsiteY8" fmla="*/ 37002 h 78206"/>
                <a:gd name="connsiteX9" fmla="*/ 43952 w 300251"/>
                <a:gd name="connsiteY9" fmla="*/ 57208 h 78206"/>
                <a:gd name="connsiteX10" fmla="*/ 119207 w 300251"/>
                <a:gd name="connsiteY10" fmla="*/ 57208 h 78206"/>
                <a:gd name="connsiteX11" fmla="*/ 129451 w 300251"/>
                <a:gd name="connsiteY11" fmla="*/ 67509 h 78206"/>
                <a:gd name="connsiteX12" fmla="*/ 119207 w 300251"/>
                <a:gd name="connsiteY12" fmla="*/ 78206 h 78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0251" h="78206">
                  <a:moveTo>
                    <a:pt x="119207" y="78206"/>
                  </a:moveTo>
                  <a:lnTo>
                    <a:pt x="10461" y="78206"/>
                  </a:lnTo>
                  <a:cubicBezTo>
                    <a:pt x="6127" y="78206"/>
                    <a:pt x="2187" y="75433"/>
                    <a:pt x="611" y="71075"/>
                  </a:cubicBezTo>
                  <a:cubicBezTo>
                    <a:pt x="-965" y="66717"/>
                    <a:pt x="611" y="62359"/>
                    <a:pt x="4157" y="59585"/>
                  </a:cubicBezTo>
                  <a:cubicBezTo>
                    <a:pt x="25827" y="42945"/>
                    <a:pt x="49862" y="28682"/>
                    <a:pt x="75472" y="18381"/>
                  </a:cubicBezTo>
                  <a:cubicBezTo>
                    <a:pt x="134179" y="-6580"/>
                    <a:pt x="207071" y="-6183"/>
                    <a:pt x="292964" y="19966"/>
                  </a:cubicBezTo>
                  <a:cubicBezTo>
                    <a:pt x="298480" y="21550"/>
                    <a:pt x="301632" y="27493"/>
                    <a:pt x="299662" y="32644"/>
                  </a:cubicBezTo>
                  <a:cubicBezTo>
                    <a:pt x="298086" y="38191"/>
                    <a:pt x="292176" y="41360"/>
                    <a:pt x="287054" y="39379"/>
                  </a:cubicBezTo>
                  <a:cubicBezTo>
                    <a:pt x="206283" y="14815"/>
                    <a:pt x="137725" y="14023"/>
                    <a:pt x="83746" y="37002"/>
                  </a:cubicBezTo>
                  <a:cubicBezTo>
                    <a:pt x="69956" y="42549"/>
                    <a:pt x="56954" y="49680"/>
                    <a:pt x="43952" y="57208"/>
                  </a:cubicBezTo>
                  <a:lnTo>
                    <a:pt x="119207" y="57208"/>
                  </a:lnTo>
                  <a:cubicBezTo>
                    <a:pt x="124723" y="57208"/>
                    <a:pt x="129451" y="61962"/>
                    <a:pt x="129451" y="67509"/>
                  </a:cubicBezTo>
                  <a:cubicBezTo>
                    <a:pt x="129451" y="73056"/>
                    <a:pt x="124723" y="78206"/>
                    <a:pt x="119207" y="78206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4" name="手繪多邊形 136">
              <a:extLst>
                <a:ext uri="{FF2B5EF4-FFF2-40B4-BE49-F238E27FC236}">
                  <a16:creationId xmlns:a16="http://schemas.microsoft.com/office/drawing/2014/main" id="{D92C4363-A745-449E-8637-645DB1D2E6CF}"/>
                </a:ext>
              </a:extLst>
            </p:cNvPr>
            <p:cNvSpPr/>
            <p:nvPr/>
          </p:nvSpPr>
          <p:spPr>
            <a:xfrm>
              <a:off x="4402584" y="6241227"/>
              <a:ext cx="132386" cy="133121"/>
            </a:xfrm>
            <a:custGeom>
              <a:avLst/>
              <a:gdLst>
                <a:gd name="connsiteX0" fmla="*/ 66193 w 132386"/>
                <a:gd name="connsiteY0" fmla="*/ 0 h 133121"/>
                <a:gd name="connsiteX1" fmla="*/ 0 w 132386"/>
                <a:gd name="connsiteY1" fmla="*/ 66561 h 133121"/>
                <a:gd name="connsiteX2" fmla="*/ 66193 w 132386"/>
                <a:gd name="connsiteY2" fmla="*/ 133122 h 133121"/>
                <a:gd name="connsiteX3" fmla="*/ 132386 w 132386"/>
                <a:gd name="connsiteY3" fmla="*/ 66561 h 133121"/>
                <a:gd name="connsiteX4" fmla="*/ 66193 w 132386"/>
                <a:gd name="connsiteY4" fmla="*/ 0 h 133121"/>
                <a:gd name="connsiteX5" fmla="*/ 66193 w 132386"/>
                <a:gd name="connsiteY5" fmla="*/ 91125 h 133121"/>
                <a:gd name="connsiteX6" fmla="*/ 41765 w 132386"/>
                <a:gd name="connsiteY6" fmla="*/ 66561 h 133121"/>
                <a:gd name="connsiteX7" fmla="*/ 66193 w 132386"/>
                <a:gd name="connsiteY7" fmla="*/ 41997 h 133121"/>
                <a:gd name="connsiteX8" fmla="*/ 90622 w 132386"/>
                <a:gd name="connsiteY8" fmla="*/ 66561 h 133121"/>
                <a:gd name="connsiteX9" fmla="*/ 66193 w 132386"/>
                <a:gd name="connsiteY9" fmla="*/ 91125 h 133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386" h="133121">
                  <a:moveTo>
                    <a:pt x="66193" y="0"/>
                  </a:moveTo>
                  <a:cubicBezTo>
                    <a:pt x="29551" y="0"/>
                    <a:pt x="0" y="29715"/>
                    <a:pt x="0" y="66561"/>
                  </a:cubicBezTo>
                  <a:cubicBezTo>
                    <a:pt x="0" y="103407"/>
                    <a:pt x="29551" y="133122"/>
                    <a:pt x="66193" y="133122"/>
                  </a:cubicBezTo>
                  <a:cubicBezTo>
                    <a:pt x="102836" y="133122"/>
                    <a:pt x="132386" y="103407"/>
                    <a:pt x="132386" y="66561"/>
                  </a:cubicBezTo>
                  <a:cubicBezTo>
                    <a:pt x="132386" y="29715"/>
                    <a:pt x="102836" y="0"/>
                    <a:pt x="66193" y="0"/>
                  </a:cubicBezTo>
                  <a:close/>
                  <a:moveTo>
                    <a:pt x="66193" y="91125"/>
                  </a:moveTo>
                  <a:cubicBezTo>
                    <a:pt x="52797" y="91125"/>
                    <a:pt x="41765" y="80032"/>
                    <a:pt x="41765" y="66561"/>
                  </a:cubicBezTo>
                  <a:cubicBezTo>
                    <a:pt x="41765" y="53090"/>
                    <a:pt x="52797" y="41997"/>
                    <a:pt x="66193" y="41997"/>
                  </a:cubicBezTo>
                  <a:cubicBezTo>
                    <a:pt x="79589" y="41997"/>
                    <a:pt x="90622" y="53090"/>
                    <a:pt x="90622" y="66561"/>
                  </a:cubicBezTo>
                  <a:cubicBezTo>
                    <a:pt x="90622" y="80032"/>
                    <a:pt x="79589" y="91125"/>
                    <a:pt x="66193" y="91125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5" name="手繪多邊形 137">
              <a:extLst>
                <a:ext uri="{FF2B5EF4-FFF2-40B4-BE49-F238E27FC236}">
                  <a16:creationId xmlns:a16="http://schemas.microsoft.com/office/drawing/2014/main" id="{927640F5-06E4-4EBB-9F08-EE00315A3648}"/>
                </a:ext>
              </a:extLst>
            </p:cNvPr>
            <p:cNvSpPr/>
            <p:nvPr/>
          </p:nvSpPr>
          <p:spPr>
            <a:xfrm>
              <a:off x="4787135" y="6240830"/>
              <a:ext cx="133174" cy="133914"/>
            </a:xfrm>
            <a:custGeom>
              <a:avLst/>
              <a:gdLst>
                <a:gd name="connsiteX0" fmla="*/ 66587 w 133174"/>
                <a:gd name="connsiteY0" fmla="*/ 0 h 133914"/>
                <a:gd name="connsiteX1" fmla="*/ 0 w 133174"/>
                <a:gd name="connsiteY1" fmla="*/ 66957 h 133914"/>
                <a:gd name="connsiteX2" fmla="*/ 66587 w 133174"/>
                <a:gd name="connsiteY2" fmla="*/ 133914 h 133914"/>
                <a:gd name="connsiteX3" fmla="*/ 133174 w 133174"/>
                <a:gd name="connsiteY3" fmla="*/ 66957 h 133914"/>
                <a:gd name="connsiteX4" fmla="*/ 66587 w 133174"/>
                <a:gd name="connsiteY4" fmla="*/ 0 h 133914"/>
                <a:gd name="connsiteX5" fmla="*/ 66587 w 133174"/>
                <a:gd name="connsiteY5" fmla="*/ 87163 h 133914"/>
                <a:gd name="connsiteX6" fmla="*/ 46493 w 133174"/>
                <a:gd name="connsiteY6" fmla="*/ 66957 h 133914"/>
                <a:gd name="connsiteX7" fmla="*/ 66587 w 133174"/>
                <a:gd name="connsiteY7" fmla="*/ 46751 h 133914"/>
                <a:gd name="connsiteX8" fmla="*/ 86682 w 133174"/>
                <a:gd name="connsiteY8" fmla="*/ 66957 h 133914"/>
                <a:gd name="connsiteX9" fmla="*/ 66587 w 133174"/>
                <a:gd name="connsiteY9" fmla="*/ 87163 h 133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3174" h="133914">
                  <a:moveTo>
                    <a:pt x="66587" y="0"/>
                  </a:moveTo>
                  <a:cubicBezTo>
                    <a:pt x="29945" y="0"/>
                    <a:pt x="0" y="30111"/>
                    <a:pt x="0" y="66957"/>
                  </a:cubicBezTo>
                  <a:cubicBezTo>
                    <a:pt x="0" y="103803"/>
                    <a:pt x="29945" y="133914"/>
                    <a:pt x="66587" y="133914"/>
                  </a:cubicBezTo>
                  <a:cubicBezTo>
                    <a:pt x="103230" y="133914"/>
                    <a:pt x="133174" y="103803"/>
                    <a:pt x="133174" y="66957"/>
                  </a:cubicBezTo>
                  <a:cubicBezTo>
                    <a:pt x="133174" y="30111"/>
                    <a:pt x="103624" y="0"/>
                    <a:pt x="66587" y="0"/>
                  </a:cubicBezTo>
                  <a:close/>
                  <a:moveTo>
                    <a:pt x="66587" y="87163"/>
                  </a:moveTo>
                  <a:cubicBezTo>
                    <a:pt x="55555" y="87163"/>
                    <a:pt x="46493" y="78051"/>
                    <a:pt x="46493" y="66957"/>
                  </a:cubicBezTo>
                  <a:cubicBezTo>
                    <a:pt x="46493" y="55864"/>
                    <a:pt x="55555" y="46751"/>
                    <a:pt x="66587" y="46751"/>
                  </a:cubicBezTo>
                  <a:cubicBezTo>
                    <a:pt x="77619" y="46751"/>
                    <a:pt x="86682" y="55864"/>
                    <a:pt x="86682" y="66957"/>
                  </a:cubicBezTo>
                  <a:cubicBezTo>
                    <a:pt x="86682" y="78051"/>
                    <a:pt x="77619" y="87163"/>
                    <a:pt x="66587" y="87163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98" name="圖形 28">
            <a:extLst>
              <a:ext uri="{FF2B5EF4-FFF2-40B4-BE49-F238E27FC236}">
                <a16:creationId xmlns:a16="http://schemas.microsoft.com/office/drawing/2014/main" id="{8A155D95-DB74-4311-8DB3-B542A0C7166A}"/>
              </a:ext>
            </a:extLst>
          </p:cNvPr>
          <p:cNvGrpSpPr/>
          <p:nvPr userDrawn="1"/>
        </p:nvGrpSpPr>
        <p:grpSpPr>
          <a:xfrm>
            <a:off x="6563803" y="5597001"/>
            <a:ext cx="341537" cy="505305"/>
            <a:chOff x="7116910" y="5963038"/>
            <a:chExt cx="420840" cy="622635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sp>
          <p:nvSpPr>
            <p:cNvPr id="99" name="手繪多邊形 65">
              <a:extLst>
                <a:ext uri="{FF2B5EF4-FFF2-40B4-BE49-F238E27FC236}">
                  <a16:creationId xmlns:a16="http://schemas.microsoft.com/office/drawing/2014/main" id="{D0657178-183A-4203-A894-21A79CBCF2EC}"/>
                </a:ext>
              </a:extLst>
            </p:cNvPr>
            <p:cNvSpPr/>
            <p:nvPr/>
          </p:nvSpPr>
          <p:spPr>
            <a:xfrm>
              <a:off x="7116910" y="5963038"/>
              <a:ext cx="420840" cy="622635"/>
            </a:xfrm>
            <a:custGeom>
              <a:avLst/>
              <a:gdLst>
                <a:gd name="connsiteX0" fmla="*/ 419320 w 420840"/>
                <a:gd name="connsiteY0" fmla="*/ 267791 h 622635"/>
                <a:gd name="connsiteX1" fmla="*/ 367133 w 420840"/>
                <a:gd name="connsiteY1" fmla="*/ 182756 h 622635"/>
                <a:gd name="connsiteX2" fmla="*/ 181778 w 420840"/>
                <a:gd name="connsiteY2" fmla="*/ 0 h 622635"/>
                <a:gd name="connsiteX3" fmla="*/ 0 w 420840"/>
                <a:gd name="connsiteY3" fmla="*/ 175589 h 622635"/>
                <a:gd name="connsiteX4" fmla="*/ 0 w 420840"/>
                <a:gd name="connsiteY4" fmla="*/ 177452 h 622635"/>
                <a:gd name="connsiteX5" fmla="*/ 85345 w 420840"/>
                <a:gd name="connsiteY5" fmla="*/ 319715 h 622635"/>
                <a:gd name="connsiteX6" fmla="*/ 95146 w 420840"/>
                <a:gd name="connsiteY6" fmla="*/ 324947 h 622635"/>
                <a:gd name="connsiteX7" fmla="*/ 95146 w 420840"/>
                <a:gd name="connsiteY7" fmla="*/ 441480 h 622635"/>
                <a:gd name="connsiteX8" fmla="*/ 104338 w 420840"/>
                <a:gd name="connsiteY8" fmla="*/ 450690 h 622635"/>
                <a:gd name="connsiteX9" fmla="*/ 113531 w 420840"/>
                <a:gd name="connsiteY9" fmla="*/ 441480 h 622635"/>
                <a:gd name="connsiteX10" fmla="*/ 113531 w 420840"/>
                <a:gd name="connsiteY10" fmla="*/ 319428 h 622635"/>
                <a:gd name="connsiteX11" fmla="*/ 108666 w 420840"/>
                <a:gd name="connsiteY11" fmla="*/ 311294 h 622635"/>
                <a:gd name="connsiteX12" fmla="*/ 93965 w 420840"/>
                <a:gd name="connsiteY12" fmla="*/ 303482 h 622635"/>
                <a:gd name="connsiteX13" fmla="*/ 18385 w 420840"/>
                <a:gd name="connsiteY13" fmla="*/ 177488 h 622635"/>
                <a:gd name="connsiteX14" fmla="*/ 18385 w 420840"/>
                <a:gd name="connsiteY14" fmla="*/ 175589 h 622635"/>
                <a:gd name="connsiteX15" fmla="*/ 54405 w 420840"/>
                <a:gd name="connsiteY15" fmla="*/ 72601 h 622635"/>
                <a:gd name="connsiteX16" fmla="*/ 66638 w 420840"/>
                <a:gd name="connsiteY16" fmla="*/ 82563 h 622635"/>
                <a:gd name="connsiteX17" fmla="*/ 66638 w 420840"/>
                <a:gd name="connsiteY17" fmla="*/ 164982 h 622635"/>
                <a:gd name="connsiteX18" fmla="*/ 71002 w 420840"/>
                <a:gd name="connsiteY18" fmla="*/ 172794 h 622635"/>
                <a:gd name="connsiteX19" fmla="*/ 94073 w 420840"/>
                <a:gd name="connsiteY19" fmla="*/ 187127 h 622635"/>
                <a:gd name="connsiteX20" fmla="*/ 94073 w 420840"/>
                <a:gd name="connsiteY20" fmla="*/ 248942 h 622635"/>
                <a:gd name="connsiteX21" fmla="*/ 112458 w 420840"/>
                <a:gd name="connsiteY21" fmla="*/ 267361 h 622635"/>
                <a:gd name="connsiteX22" fmla="*/ 133204 w 420840"/>
                <a:gd name="connsiteY22" fmla="*/ 267361 h 622635"/>
                <a:gd name="connsiteX23" fmla="*/ 133204 w 420840"/>
                <a:gd name="connsiteY23" fmla="*/ 498672 h 622635"/>
                <a:gd name="connsiteX24" fmla="*/ 116786 w 420840"/>
                <a:gd name="connsiteY24" fmla="*/ 531697 h 622635"/>
                <a:gd name="connsiteX25" fmla="*/ 149749 w 420840"/>
                <a:gd name="connsiteY25" fmla="*/ 548145 h 622635"/>
                <a:gd name="connsiteX26" fmla="*/ 166167 w 420840"/>
                <a:gd name="connsiteY26" fmla="*/ 515120 h 622635"/>
                <a:gd name="connsiteX27" fmla="*/ 151553 w 420840"/>
                <a:gd name="connsiteY27" fmla="*/ 499353 h 622635"/>
                <a:gd name="connsiteX28" fmla="*/ 151553 w 420840"/>
                <a:gd name="connsiteY28" fmla="*/ 267361 h 622635"/>
                <a:gd name="connsiteX29" fmla="*/ 178094 w 420840"/>
                <a:gd name="connsiteY29" fmla="*/ 267361 h 622635"/>
                <a:gd name="connsiteX30" fmla="*/ 178094 w 420840"/>
                <a:gd name="connsiteY30" fmla="*/ 572132 h 622635"/>
                <a:gd name="connsiteX31" fmla="*/ 162923 w 420840"/>
                <a:gd name="connsiteY31" fmla="*/ 605749 h 622635"/>
                <a:gd name="connsiteX32" fmla="*/ 196479 w 420840"/>
                <a:gd name="connsiteY32" fmla="*/ 620950 h 622635"/>
                <a:gd name="connsiteX33" fmla="*/ 211650 w 420840"/>
                <a:gd name="connsiteY33" fmla="*/ 587330 h 622635"/>
                <a:gd name="connsiteX34" fmla="*/ 196479 w 420840"/>
                <a:gd name="connsiteY34" fmla="*/ 572132 h 622635"/>
                <a:gd name="connsiteX35" fmla="*/ 196479 w 420840"/>
                <a:gd name="connsiteY35" fmla="*/ 267540 h 622635"/>
                <a:gd name="connsiteX36" fmla="*/ 220909 w 420840"/>
                <a:gd name="connsiteY36" fmla="*/ 267540 h 622635"/>
                <a:gd name="connsiteX37" fmla="*/ 220909 w 420840"/>
                <a:gd name="connsiteY37" fmla="*/ 459326 h 622635"/>
                <a:gd name="connsiteX38" fmla="*/ 205739 w 420840"/>
                <a:gd name="connsiteY38" fmla="*/ 492942 h 622635"/>
                <a:gd name="connsiteX39" fmla="*/ 239295 w 420840"/>
                <a:gd name="connsiteY39" fmla="*/ 508143 h 622635"/>
                <a:gd name="connsiteX40" fmla="*/ 254465 w 420840"/>
                <a:gd name="connsiteY40" fmla="*/ 474523 h 622635"/>
                <a:gd name="connsiteX41" fmla="*/ 239295 w 420840"/>
                <a:gd name="connsiteY41" fmla="*/ 459326 h 622635"/>
                <a:gd name="connsiteX42" fmla="*/ 239295 w 420840"/>
                <a:gd name="connsiteY42" fmla="*/ 267361 h 622635"/>
                <a:gd name="connsiteX43" fmla="*/ 262509 w 420840"/>
                <a:gd name="connsiteY43" fmla="*/ 267361 h 622635"/>
                <a:gd name="connsiteX44" fmla="*/ 280894 w 420840"/>
                <a:gd name="connsiteY44" fmla="*/ 248942 h 622635"/>
                <a:gd name="connsiteX45" fmla="*/ 280894 w 420840"/>
                <a:gd name="connsiteY45" fmla="*/ 231670 h 622635"/>
                <a:gd name="connsiteX46" fmla="*/ 309974 w 420840"/>
                <a:gd name="connsiteY46" fmla="*/ 220919 h 622635"/>
                <a:gd name="connsiteX47" fmla="*/ 316019 w 420840"/>
                <a:gd name="connsiteY47" fmla="*/ 212283 h 622635"/>
                <a:gd name="connsiteX48" fmla="*/ 316019 w 420840"/>
                <a:gd name="connsiteY48" fmla="*/ 129541 h 622635"/>
                <a:gd name="connsiteX49" fmla="*/ 332008 w 420840"/>
                <a:gd name="connsiteY49" fmla="*/ 114670 h 622635"/>
                <a:gd name="connsiteX50" fmla="*/ 348891 w 420840"/>
                <a:gd name="connsiteY50" fmla="*/ 186052 h 622635"/>
                <a:gd name="connsiteX51" fmla="*/ 350250 w 420840"/>
                <a:gd name="connsiteY51" fmla="*/ 190603 h 622635"/>
                <a:gd name="connsiteX52" fmla="*/ 395069 w 420840"/>
                <a:gd name="connsiteY52" fmla="*/ 263383 h 622635"/>
                <a:gd name="connsiteX53" fmla="*/ 363091 w 420840"/>
                <a:gd name="connsiteY53" fmla="*/ 263383 h 622635"/>
                <a:gd name="connsiteX54" fmla="*/ 353898 w 420840"/>
                <a:gd name="connsiteY54" fmla="*/ 272592 h 622635"/>
                <a:gd name="connsiteX55" fmla="*/ 353898 w 420840"/>
                <a:gd name="connsiteY55" fmla="*/ 298537 h 622635"/>
                <a:gd name="connsiteX56" fmla="*/ 315053 w 420840"/>
                <a:gd name="connsiteY56" fmla="*/ 298537 h 622635"/>
                <a:gd name="connsiteX57" fmla="*/ 290838 w 420840"/>
                <a:gd name="connsiteY57" fmla="*/ 322797 h 622635"/>
                <a:gd name="connsiteX58" fmla="*/ 315053 w 420840"/>
                <a:gd name="connsiteY58" fmla="*/ 347056 h 622635"/>
                <a:gd name="connsiteX59" fmla="*/ 353898 w 420840"/>
                <a:gd name="connsiteY59" fmla="*/ 347056 h 622635"/>
                <a:gd name="connsiteX60" fmla="*/ 353898 w 420840"/>
                <a:gd name="connsiteY60" fmla="*/ 364974 h 622635"/>
                <a:gd name="connsiteX61" fmla="*/ 330005 w 420840"/>
                <a:gd name="connsiteY61" fmla="*/ 388911 h 622635"/>
                <a:gd name="connsiteX62" fmla="*/ 274634 w 420840"/>
                <a:gd name="connsiteY62" fmla="*/ 388911 h 622635"/>
                <a:gd name="connsiteX63" fmla="*/ 265442 w 420840"/>
                <a:gd name="connsiteY63" fmla="*/ 398120 h 622635"/>
                <a:gd name="connsiteX64" fmla="*/ 265442 w 420840"/>
                <a:gd name="connsiteY64" fmla="*/ 441588 h 622635"/>
                <a:gd name="connsiteX65" fmla="*/ 274044 w 420840"/>
                <a:gd name="connsiteY65" fmla="*/ 451353 h 622635"/>
                <a:gd name="connsiteX66" fmla="*/ 283791 w 420840"/>
                <a:gd name="connsiteY66" fmla="*/ 442734 h 622635"/>
                <a:gd name="connsiteX67" fmla="*/ 283791 w 420840"/>
                <a:gd name="connsiteY67" fmla="*/ 441588 h 622635"/>
                <a:gd name="connsiteX68" fmla="*/ 283791 w 420840"/>
                <a:gd name="connsiteY68" fmla="*/ 407330 h 622635"/>
                <a:gd name="connsiteX69" fmla="*/ 330005 w 420840"/>
                <a:gd name="connsiteY69" fmla="*/ 407330 h 622635"/>
                <a:gd name="connsiteX70" fmla="*/ 372284 w 420840"/>
                <a:gd name="connsiteY70" fmla="*/ 364974 h 622635"/>
                <a:gd name="connsiteX71" fmla="*/ 372284 w 420840"/>
                <a:gd name="connsiteY71" fmla="*/ 281802 h 622635"/>
                <a:gd name="connsiteX72" fmla="*/ 411630 w 420840"/>
                <a:gd name="connsiteY72" fmla="*/ 281802 h 622635"/>
                <a:gd name="connsiteX73" fmla="*/ 420840 w 420840"/>
                <a:gd name="connsiteY73" fmla="*/ 272682 h 622635"/>
                <a:gd name="connsiteX74" fmla="*/ 419463 w 420840"/>
                <a:gd name="connsiteY74" fmla="*/ 267791 h 622635"/>
                <a:gd name="connsiteX75" fmla="*/ 141466 w 420840"/>
                <a:gd name="connsiteY75" fmla="*/ 531066 h 622635"/>
                <a:gd name="connsiteX76" fmla="*/ 133740 w 420840"/>
                <a:gd name="connsiteY76" fmla="*/ 523398 h 622635"/>
                <a:gd name="connsiteX77" fmla="*/ 141395 w 420840"/>
                <a:gd name="connsiteY77" fmla="*/ 515657 h 622635"/>
                <a:gd name="connsiteX78" fmla="*/ 149121 w 420840"/>
                <a:gd name="connsiteY78" fmla="*/ 523326 h 622635"/>
                <a:gd name="connsiteX79" fmla="*/ 149121 w 420840"/>
                <a:gd name="connsiteY79" fmla="*/ 523398 h 622635"/>
                <a:gd name="connsiteX80" fmla="*/ 141466 w 420840"/>
                <a:gd name="connsiteY80" fmla="*/ 531066 h 622635"/>
                <a:gd name="connsiteX81" fmla="*/ 187287 w 420840"/>
                <a:gd name="connsiteY81" fmla="*/ 604204 h 622635"/>
                <a:gd name="connsiteX82" fmla="*/ 179560 w 420840"/>
                <a:gd name="connsiteY82" fmla="*/ 596536 h 622635"/>
                <a:gd name="connsiteX83" fmla="*/ 187215 w 420840"/>
                <a:gd name="connsiteY83" fmla="*/ 588795 h 622635"/>
                <a:gd name="connsiteX84" fmla="*/ 194941 w 420840"/>
                <a:gd name="connsiteY84" fmla="*/ 596464 h 622635"/>
                <a:gd name="connsiteX85" fmla="*/ 194941 w 420840"/>
                <a:gd name="connsiteY85" fmla="*/ 596500 h 622635"/>
                <a:gd name="connsiteX86" fmla="*/ 187322 w 420840"/>
                <a:gd name="connsiteY86" fmla="*/ 604204 h 622635"/>
                <a:gd name="connsiteX87" fmla="*/ 187287 w 420840"/>
                <a:gd name="connsiteY87" fmla="*/ 604204 h 622635"/>
                <a:gd name="connsiteX88" fmla="*/ 230209 w 420840"/>
                <a:gd name="connsiteY88" fmla="*/ 491218 h 622635"/>
                <a:gd name="connsiteX89" fmla="*/ 222483 w 420840"/>
                <a:gd name="connsiteY89" fmla="*/ 483550 h 622635"/>
                <a:gd name="connsiteX90" fmla="*/ 230138 w 420840"/>
                <a:gd name="connsiteY90" fmla="*/ 475810 h 622635"/>
                <a:gd name="connsiteX91" fmla="*/ 237864 w 420840"/>
                <a:gd name="connsiteY91" fmla="*/ 483478 h 622635"/>
                <a:gd name="connsiteX92" fmla="*/ 237864 w 420840"/>
                <a:gd name="connsiteY92" fmla="*/ 483550 h 622635"/>
                <a:gd name="connsiteX93" fmla="*/ 230210 w 420840"/>
                <a:gd name="connsiteY93" fmla="*/ 491218 h 622635"/>
                <a:gd name="connsiteX94" fmla="*/ 230102 w 420840"/>
                <a:gd name="connsiteY94" fmla="*/ 491218 h 622635"/>
                <a:gd name="connsiteX95" fmla="*/ 85023 w 420840"/>
                <a:gd name="connsiteY95" fmla="*/ 159857 h 622635"/>
                <a:gd name="connsiteX96" fmla="*/ 85023 w 420840"/>
                <a:gd name="connsiteY96" fmla="*/ 78191 h 622635"/>
                <a:gd name="connsiteX97" fmla="*/ 81625 w 420840"/>
                <a:gd name="connsiteY97" fmla="*/ 71024 h 622635"/>
                <a:gd name="connsiteX98" fmla="*/ 67961 w 420840"/>
                <a:gd name="connsiteY98" fmla="*/ 59772 h 622635"/>
                <a:gd name="connsiteX99" fmla="*/ 142647 w 420840"/>
                <a:gd name="connsiteY99" fmla="*/ 23937 h 622635"/>
                <a:gd name="connsiteX100" fmla="*/ 142647 w 420840"/>
                <a:gd name="connsiteY100" fmla="*/ 50168 h 622635"/>
                <a:gd name="connsiteX101" fmla="*/ 151839 w 420840"/>
                <a:gd name="connsiteY101" fmla="*/ 59378 h 622635"/>
                <a:gd name="connsiteX102" fmla="*/ 193439 w 420840"/>
                <a:gd name="connsiteY102" fmla="*/ 59378 h 622635"/>
                <a:gd name="connsiteX103" fmla="*/ 193439 w 420840"/>
                <a:gd name="connsiteY103" fmla="*/ 80197 h 622635"/>
                <a:gd name="connsiteX104" fmla="*/ 112458 w 420840"/>
                <a:gd name="connsiteY104" fmla="*/ 80197 h 622635"/>
                <a:gd name="connsiteX105" fmla="*/ 94073 w 420840"/>
                <a:gd name="connsiteY105" fmla="*/ 98616 h 622635"/>
                <a:gd name="connsiteX106" fmla="*/ 94073 w 420840"/>
                <a:gd name="connsiteY106" fmla="*/ 165448 h 622635"/>
                <a:gd name="connsiteX107" fmla="*/ 262509 w 420840"/>
                <a:gd name="connsiteY107" fmla="*/ 248942 h 622635"/>
                <a:gd name="connsiteX108" fmla="*/ 112458 w 420840"/>
                <a:gd name="connsiteY108" fmla="*/ 248942 h 622635"/>
                <a:gd name="connsiteX109" fmla="*/ 112458 w 420840"/>
                <a:gd name="connsiteY109" fmla="*/ 98616 h 622635"/>
                <a:gd name="connsiteX110" fmla="*/ 262688 w 420840"/>
                <a:gd name="connsiteY110" fmla="*/ 98616 h 622635"/>
                <a:gd name="connsiteX111" fmla="*/ 262688 w 420840"/>
                <a:gd name="connsiteY111" fmla="*/ 249121 h 622635"/>
                <a:gd name="connsiteX112" fmla="*/ 300460 w 420840"/>
                <a:gd name="connsiteY112" fmla="*/ 118863 h 622635"/>
                <a:gd name="connsiteX113" fmla="*/ 297634 w 420840"/>
                <a:gd name="connsiteY113" fmla="*/ 125420 h 622635"/>
                <a:gd name="connsiteX114" fmla="*/ 297634 w 420840"/>
                <a:gd name="connsiteY114" fmla="*/ 205940 h 622635"/>
                <a:gd name="connsiteX115" fmla="*/ 280894 w 420840"/>
                <a:gd name="connsiteY115" fmla="*/ 212068 h 622635"/>
                <a:gd name="connsiteX116" fmla="*/ 280894 w 420840"/>
                <a:gd name="connsiteY116" fmla="*/ 98616 h 622635"/>
                <a:gd name="connsiteX117" fmla="*/ 262509 w 420840"/>
                <a:gd name="connsiteY117" fmla="*/ 80197 h 622635"/>
                <a:gd name="connsiteX118" fmla="*/ 211824 w 420840"/>
                <a:gd name="connsiteY118" fmla="*/ 80197 h 622635"/>
                <a:gd name="connsiteX119" fmla="*/ 211824 w 420840"/>
                <a:gd name="connsiteY119" fmla="*/ 50168 h 622635"/>
                <a:gd name="connsiteX120" fmla="*/ 202631 w 420840"/>
                <a:gd name="connsiteY120" fmla="*/ 40959 h 622635"/>
                <a:gd name="connsiteX121" fmla="*/ 160961 w 420840"/>
                <a:gd name="connsiteY121" fmla="*/ 40959 h 622635"/>
                <a:gd name="connsiteX122" fmla="*/ 160961 w 420840"/>
                <a:gd name="connsiteY122" fmla="*/ 20497 h 622635"/>
                <a:gd name="connsiteX123" fmla="*/ 182064 w 420840"/>
                <a:gd name="connsiteY123" fmla="*/ 18419 h 622635"/>
                <a:gd name="connsiteX124" fmla="*/ 323674 w 420840"/>
                <a:gd name="connsiteY124" fmla="*/ 97255 h 622635"/>
                <a:gd name="connsiteX125" fmla="*/ 314982 w 420840"/>
                <a:gd name="connsiteY125" fmla="*/ 328638 h 622635"/>
                <a:gd name="connsiteX126" fmla="*/ 309591 w 420840"/>
                <a:gd name="connsiteY126" fmla="*/ 322320 h 622635"/>
                <a:gd name="connsiteX127" fmla="*/ 314982 w 420840"/>
                <a:gd name="connsiteY127" fmla="*/ 316920 h 622635"/>
                <a:gd name="connsiteX128" fmla="*/ 353898 w 420840"/>
                <a:gd name="connsiteY128" fmla="*/ 316920 h 622635"/>
                <a:gd name="connsiteX129" fmla="*/ 353898 w 420840"/>
                <a:gd name="connsiteY129" fmla="*/ 328638 h 622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</a:cxnLst>
              <a:rect l="l" t="t" r="r" b="b"/>
              <a:pathLst>
                <a:path w="420840" h="622635">
                  <a:moveTo>
                    <a:pt x="419320" y="267791"/>
                  </a:moveTo>
                  <a:lnTo>
                    <a:pt x="367133" y="182756"/>
                  </a:lnTo>
                  <a:cubicBezTo>
                    <a:pt x="365523" y="160287"/>
                    <a:pt x="348319" y="0"/>
                    <a:pt x="181778" y="0"/>
                  </a:cubicBezTo>
                  <a:cubicBezTo>
                    <a:pt x="179954" y="0"/>
                    <a:pt x="0" y="5662"/>
                    <a:pt x="0" y="175589"/>
                  </a:cubicBezTo>
                  <a:lnTo>
                    <a:pt x="0" y="177452"/>
                  </a:lnTo>
                  <a:cubicBezTo>
                    <a:pt x="-78" y="237057"/>
                    <a:pt x="32770" y="291812"/>
                    <a:pt x="85345" y="319715"/>
                  </a:cubicBezTo>
                  <a:lnTo>
                    <a:pt x="95146" y="324947"/>
                  </a:lnTo>
                  <a:lnTo>
                    <a:pt x="95146" y="441480"/>
                  </a:lnTo>
                  <a:cubicBezTo>
                    <a:pt x="95146" y="446565"/>
                    <a:pt x="99261" y="450690"/>
                    <a:pt x="104338" y="450690"/>
                  </a:cubicBezTo>
                  <a:cubicBezTo>
                    <a:pt x="109415" y="450690"/>
                    <a:pt x="113531" y="446565"/>
                    <a:pt x="113531" y="441480"/>
                  </a:cubicBezTo>
                  <a:lnTo>
                    <a:pt x="113531" y="319428"/>
                  </a:lnTo>
                  <a:cubicBezTo>
                    <a:pt x="113534" y="316024"/>
                    <a:pt x="111664" y="312896"/>
                    <a:pt x="108666" y="311294"/>
                  </a:cubicBezTo>
                  <a:lnTo>
                    <a:pt x="93965" y="303482"/>
                  </a:lnTo>
                  <a:cubicBezTo>
                    <a:pt x="47411" y="278763"/>
                    <a:pt x="18323" y="230273"/>
                    <a:pt x="18385" y="177488"/>
                  </a:cubicBezTo>
                  <a:lnTo>
                    <a:pt x="18385" y="175589"/>
                  </a:lnTo>
                  <a:cubicBezTo>
                    <a:pt x="18385" y="128610"/>
                    <a:pt x="33444" y="95678"/>
                    <a:pt x="54405" y="72601"/>
                  </a:cubicBezTo>
                  <a:lnTo>
                    <a:pt x="66638" y="82563"/>
                  </a:lnTo>
                  <a:lnTo>
                    <a:pt x="66638" y="164982"/>
                  </a:lnTo>
                  <a:cubicBezTo>
                    <a:pt x="66632" y="168170"/>
                    <a:pt x="68286" y="171131"/>
                    <a:pt x="71002" y="172794"/>
                  </a:cubicBezTo>
                  <a:lnTo>
                    <a:pt x="94073" y="187127"/>
                  </a:lnTo>
                  <a:lnTo>
                    <a:pt x="94073" y="248942"/>
                  </a:lnTo>
                  <a:cubicBezTo>
                    <a:pt x="94073" y="259114"/>
                    <a:pt x="102304" y="267361"/>
                    <a:pt x="112458" y="267361"/>
                  </a:cubicBezTo>
                  <a:lnTo>
                    <a:pt x="133204" y="267361"/>
                  </a:lnTo>
                  <a:lnTo>
                    <a:pt x="133204" y="498672"/>
                  </a:lnTo>
                  <a:cubicBezTo>
                    <a:pt x="119568" y="503248"/>
                    <a:pt x="112217" y="518033"/>
                    <a:pt x="116786" y="531697"/>
                  </a:cubicBezTo>
                  <a:cubicBezTo>
                    <a:pt x="121355" y="545357"/>
                    <a:pt x="136113" y="552721"/>
                    <a:pt x="149749" y="548145"/>
                  </a:cubicBezTo>
                  <a:cubicBezTo>
                    <a:pt x="163386" y="543565"/>
                    <a:pt x="170736" y="528780"/>
                    <a:pt x="166167" y="515120"/>
                  </a:cubicBezTo>
                  <a:cubicBezTo>
                    <a:pt x="163787" y="508003"/>
                    <a:pt x="158462" y="502259"/>
                    <a:pt x="151553" y="499353"/>
                  </a:cubicBezTo>
                  <a:lnTo>
                    <a:pt x="151553" y="267361"/>
                  </a:lnTo>
                  <a:lnTo>
                    <a:pt x="178094" y="267361"/>
                  </a:lnTo>
                  <a:lnTo>
                    <a:pt x="178094" y="572132"/>
                  </a:lnTo>
                  <a:cubicBezTo>
                    <a:pt x="164638" y="577217"/>
                    <a:pt x="157847" y="592271"/>
                    <a:pt x="162923" y="605749"/>
                  </a:cubicBezTo>
                  <a:cubicBezTo>
                    <a:pt x="168000" y="619230"/>
                    <a:pt x="183024" y="626035"/>
                    <a:pt x="196479" y="620950"/>
                  </a:cubicBezTo>
                  <a:cubicBezTo>
                    <a:pt x="209935" y="615861"/>
                    <a:pt x="216727" y="600811"/>
                    <a:pt x="211650" y="587330"/>
                  </a:cubicBezTo>
                  <a:cubicBezTo>
                    <a:pt x="209008" y="580317"/>
                    <a:pt x="203481" y="574781"/>
                    <a:pt x="196479" y="572132"/>
                  </a:cubicBezTo>
                  <a:lnTo>
                    <a:pt x="196479" y="267540"/>
                  </a:lnTo>
                  <a:lnTo>
                    <a:pt x="220909" y="267540"/>
                  </a:lnTo>
                  <a:lnTo>
                    <a:pt x="220909" y="459326"/>
                  </a:lnTo>
                  <a:cubicBezTo>
                    <a:pt x="207454" y="464411"/>
                    <a:pt x="200662" y="479461"/>
                    <a:pt x="205739" y="492942"/>
                  </a:cubicBezTo>
                  <a:cubicBezTo>
                    <a:pt x="210816" y="506423"/>
                    <a:pt x="225839" y="513228"/>
                    <a:pt x="239295" y="508143"/>
                  </a:cubicBezTo>
                  <a:cubicBezTo>
                    <a:pt x="252750" y="503054"/>
                    <a:pt x="259542" y="488004"/>
                    <a:pt x="254465" y="474523"/>
                  </a:cubicBezTo>
                  <a:cubicBezTo>
                    <a:pt x="251823" y="467510"/>
                    <a:pt x="246296" y="461974"/>
                    <a:pt x="239295" y="459326"/>
                  </a:cubicBezTo>
                  <a:lnTo>
                    <a:pt x="239295" y="267361"/>
                  </a:lnTo>
                  <a:lnTo>
                    <a:pt x="262509" y="267361"/>
                  </a:lnTo>
                  <a:cubicBezTo>
                    <a:pt x="272662" y="267361"/>
                    <a:pt x="280894" y="259114"/>
                    <a:pt x="280894" y="248942"/>
                  </a:cubicBezTo>
                  <a:lnTo>
                    <a:pt x="280894" y="231670"/>
                  </a:lnTo>
                  <a:lnTo>
                    <a:pt x="309974" y="220919"/>
                  </a:lnTo>
                  <a:cubicBezTo>
                    <a:pt x="313598" y="219596"/>
                    <a:pt x="316012" y="216147"/>
                    <a:pt x="316019" y="212283"/>
                  </a:cubicBezTo>
                  <a:lnTo>
                    <a:pt x="316019" y="129541"/>
                  </a:lnTo>
                  <a:lnTo>
                    <a:pt x="332008" y="114670"/>
                  </a:lnTo>
                  <a:cubicBezTo>
                    <a:pt x="341502" y="137377"/>
                    <a:pt x="347205" y="161492"/>
                    <a:pt x="348891" y="186052"/>
                  </a:cubicBezTo>
                  <a:cubicBezTo>
                    <a:pt x="348941" y="187662"/>
                    <a:pt x="349409" y="189231"/>
                    <a:pt x="350250" y="190603"/>
                  </a:cubicBezTo>
                  <a:lnTo>
                    <a:pt x="395069" y="263383"/>
                  </a:lnTo>
                  <a:lnTo>
                    <a:pt x="363091" y="263383"/>
                  </a:lnTo>
                  <a:cubicBezTo>
                    <a:pt x="358023" y="263403"/>
                    <a:pt x="353918" y="267514"/>
                    <a:pt x="353898" y="272592"/>
                  </a:cubicBezTo>
                  <a:lnTo>
                    <a:pt x="353898" y="298537"/>
                  </a:lnTo>
                  <a:lnTo>
                    <a:pt x="315053" y="298537"/>
                  </a:lnTo>
                  <a:cubicBezTo>
                    <a:pt x="301679" y="298537"/>
                    <a:pt x="290838" y="309398"/>
                    <a:pt x="290838" y="322797"/>
                  </a:cubicBezTo>
                  <a:cubicBezTo>
                    <a:pt x="290838" y="336195"/>
                    <a:pt x="301679" y="347056"/>
                    <a:pt x="315053" y="347056"/>
                  </a:cubicBezTo>
                  <a:lnTo>
                    <a:pt x="353898" y="347056"/>
                  </a:lnTo>
                  <a:lnTo>
                    <a:pt x="353898" y="364974"/>
                  </a:lnTo>
                  <a:cubicBezTo>
                    <a:pt x="353879" y="378186"/>
                    <a:pt x="343193" y="388890"/>
                    <a:pt x="330005" y="388911"/>
                  </a:cubicBezTo>
                  <a:lnTo>
                    <a:pt x="274634" y="388911"/>
                  </a:lnTo>
                  <a:cubicBezTo>
                    <a:pt x="269557" y="388911"/>
                    <a:pt x="265442" y="393036"/>
                    <a:pt x="265442" y="398120"/>
                  </a:cubicBezTo>
                  <a:lnTo>
                    <a:pt x="265442" y="441588"/>
                  </a:lnTo>
                  <a:cubicBezTo>
                    <a:pt x="265125" y="446665"/>
                    <a:pt x="268976" y="451037"/>
                    <a:pt x="274044" y="451353"/>
                  </a:cubicBezTo>
                  <a:cubicBezTo>
                    <a:pt x="279111" y="451671"/>
                    <a:pt x="283475" y="447812"/>
                    <a:pt x="283791" y="442734"/>
                  </a:cubicBezTo>
                  <a:cubicBezTo>
                    <a:pt x="283815" y="442354"/>
                    <a:pt x="283815" y="441971"/>
                    <a:pt x="283791" y="441588"/>
                  </a:cubicBezTo>
                  <a:lnTo>
                    <a:pt x="283791" y="407330"/>
                  </a:lnTo>
                  <a:lnTo>
                    <a:pt x="330005" y="407330"/>
                  </a:lnTo>
                  <a:cubicBezTo>
                    <a:pt x="353338" y="407290"/>
                    <a:pt x="372244" y="388348"/>
                    <a:pt x="372284" y="364974"/>
                  </a:cubicBezTo>
                  <a:lnTo>
                    <a:pt x="372284" y="281802"/>
                  </a:lnTo>
                  <a:lnTo>
                    <a:pt x="411630" y="281802"/>
                  </a:lnTo>
                  <a:cubicBezTo>
                    <a:pt x="416687" y="281831"/>
                    <a:pt x="420812" y="277748"/>
                    <a:pt x="420840" y="272682"/>
                  </a:cubicBezTo>
                  <a:cubicBezTo>
                    <a:pt x="420851" y="270954"/>
                    <a:pt x="420372" y="269259"/>
                    <a:pt x="419463" y="267791"/>
                  </a:cubicBezTo>
                  <a:close/>
                  <a:moveTo>
                    <a:pt x="141466" y="531066"/>
                  </a:moveTo>
                  <a:cubicBezTo>
                    <a:pt x="137219" y="531088"/>
                    <a:pt x="133760" y="527651"/>
                    <a:pt x="133740" y="523398"/>
                  </a:cubicBezTo>
                  <a:cubicBezTo>
                    <a:pt x="133721" y="519144"/>
                    <a:pt x="137148" y="515679"/>
                    <a:pt x="141395" y="515657"/>
                  </a:cubicBezTo>
                  <a:cubicBezTo>
                    <a:pt x="145642" y="515639"/>
                    <a:pt x="149101" y="519072"/>
                    <a:pt x="149121" y="523326"/>
                  </a:cubicBezTo>
                  <a:cubicBezTo>
                    <a:pt x="149121" y="523351"/>
                    <a:pt x="149121" y="523373"/>
                    <a:pt x="149121" y="523398"/>
                  </a:cubicBezTo>
                  <a:cubicBezTo>
                    <a:pt x="149101" y="527626"/>
                    <a:pt x="145686" y="531048"/>
                    <a:pt x="141466" y="531066"/>
                  </a:cubicBezTo>
                  <a:close/>
                  <a:moveTo>
                    <a:pt x="187287" y="604204"/>
                  </a:moveTo>
                  <a:cubicBezTo>
                    <a:pt x="183039" y="604226"/>
                    <a:pt x="179580" y="600789"/>
                    <a:pt x="179560" y="596536"/>
                  </a:cubicBezTo>
                  <a:cubicBezTo>
                    <a:pt x="179541" y="592282"/>
                    <a:pt x="182968" y="588817"/>
                    <a:pt x="187215" y="588795"/>
                  </a:cubicBezTo>
                  <a:cubicBezTo>
                    <a:pt x="191462" y="588778"/>
                    <a:pt x="194921" y="592210"/>
                    <a:pt x="194941" y="596464"/>
                  </a:cubicBezTo>
                  <a:cubicBezTo>
                    <a:pt x="194941" y="596475"/>
                    <a:pt x="194941" y="596489"/>
                    <a:pt x="194941" y="596500"/>
                  </a:cubicBezTo>
                  <a:cubicBezTo>
                    <a:pt x="194961" y="600735"/>
                    <a:pt x="191550" y="604183"/>
                    <a:pt x="187322" y="604204"/>
                  </a:cubicBezTo>
                  <a:cubicBezTo>
                    <a:pt x="187311" y="604204"/>
                    <a:pt x="187298" y="604204"/>
                    <a:pt x="187287" y="604204"/>
                  </a:cubicBezTo>
                  <a:close/>
                  <a:moveTo>
                    <a:pt x="230209" y="491218"/>
                  </a:moveTo>
                  <a:cubicBezTo>
                    <a:pt x="225962" y="491240"/>
                    <a:pt x="222503" y="487803"/>
                    <a:pt x="222483" y="483550"/>
                  </a:cubicBezTo>
                  <a:cubicBezTo>
                    <a:pt x="222464" y="479296"/>
                    <a:pt x="225891" y="475831"/>
                    <a:pt x="230138" y="475810"/>
                  </a:cubicBezTo>
                  <a:cubicBezTo>
                    <a:pt x="234385" y="475792"/>
                    <a:pt x="237844" y="479225"/>
                    <a:pt x="237864" y="483478"/>
                  </a:cubicBezTo>
                  <a:cubicBezTo>
                    <a:pt x="237864" y="483503"/>
                    <a:pt x="237864" y="483525"/>
                    <a:pt x="237864" y="483550"/>
                  </a:cubicBezTo>
                  <a:cubicBezTo>
                    <a:pt x="237864" y="487785"/>
                    <a:pt x="234438" y="491218"/>
                    <a:pt x="230210" y="491218"/>
                  </a:cubicBezTo>
                  <a:cubicBezTo>
                    <a:pt x="230174" y="491218"/>
                    <a:pt x="230138" y="491218"/>
                    <a:pt x="230102" y="491218"/>
                  </a:cubicBezTo>
                  <a:close/>
                  <a:moveTo>
                    <a:pt x="85023" y="159857"/>
                  </a:moveTo>
                  <a:lnTo>
                    <a:pt x="85023" y="78191"/>
                  </a:lnTo>
                  <a:cubicBezTo>
                    <a:pt x="85028" y="75410"/>
                    <a:pt x="83779" y="72776"/>
                    <a:pt x="81625" y="71024"/>
                  </a:cubicBezTo>
                  <a:lnTo>
                    <a:pt x="67961" y="59772"/>
                  </a:lnTo>
                  <a:cubicBezTo>
                    <a:pt x="91855" y="39705"/>
                    <a:pt x="120148" y="29384"/>
                    <a:pt x="142647" y="23937"/>
                  </a:cubicBezTo>
                  <a:lnTo>
                    <a:pt x="142647" y="50168"/>
                  </a:lnTo>
                  <a:cubicBezTo>
                    <a:pt x="142647" y="55255"/>
                    <a:pt x="146762" y="59378"/>
                    <a:pt x="151839" y="59378"/>
                  </a:cubicBezTo>
                  <a:lnTo>
                    <a:pt x="193439" y="59378"/>
                  </a:lnTo>
                  <a:lnTo>
                    <a:pt x="193439" y="80197"/>
                  </a:lnTo>
                  <a:lnTo>
                    <a:pt x="112458" y="80197"/>
                  </a:lnTo>
                  <a:cubicBezTo>
                    <a:pt x="102304" y="80197"/>
                    <a:pt x="94073" y="88444"/>
                    <a:pt x="94073" y="98616"/>
                  </a:cubicBezTo>
                  <a:lnTo>
                    <a:pt x="94073" y="165448"/>
                  </a:lnTo>
                  <a:close/>
                  <a:moveTo>
                    <a:pt x="262509" y="248942"/>
                  </a:moveTo>
                  <a:lnTo>
                    <a:pt x="112458" y="248942"/>
                  </a:lnTo>
                  <a:lnTo>
                    <a:pt x="112458" y="98616"/>
                  </a:lnTo>
                  <a:lnTo>
                    <a:pt x="262688" y="98616"/>
                  </a:lnTo>
                  <a:lnTo>
                    <a:pt x="262688" y="249121"/>
                  </a:lnTo>
                  <a:close/>
                  <a:moveTo>
                    <a:pt x="300460" y="118863"/>
                  </a:moveTo>
                  <a:cubicBezTo>
                    <a:pt x="298665" y="120572"/>
                    <a:pt x="297645" y="122940"/>
                    <a:pt x="297634" y="125420"/>
                  </a:cubicBezTo>
                  <a:lnTo>
                    <a:pt x="297634" y="205940"/>
                  </a:lnTo>
                  <a:lnTo>
                    <a:pt x="280894" y="212068"/>
                  </a:lnTo>
                  <a:lnTo>
                    <a:pt x="280894" y="98616"/>
                  </a:lnTo>
                  <a:cubicBezTo>
                    <a:pt x="280894" y="88444"/>
                    <a:pt x="272662" y="80197"/>
                    <a:pt x="262509" y="80197"/>
                  </a:cubicBezTo>
                  <a:lnTo>
                    <a:pt x="211824" y="80197"/>
                  </a:lnTo>
                  <a:lnTo>
                    <a:pt x="211824" y="50168"/>
                  </a:lnTo>
                  <a:cubicBezTo>
                    <a:pt x="211824" y="45082"/>
                    <a:pt x="207708" y="40959"/>
                    <a:pt x="202631" y="40959"/>
                  </a:cubicBezTo>
                  <a:lnTo>
                    <a:pt x="160961" y="40959"/>
                  </a:lnTo>
                  <a:lnTo>
                    <a:pt x="160961" y="20497"/>
                  </a:lnTo>
                  <a:cubicBezTo>
                    <a:pt x="167947" y="19383"/>
                    <a:pt x="174995" y="18689"/>
                    <a:pt x="182064" y="18419"/>
                  </a:cubicBezTo>
                  <a:cubicBezTo>
                    <a:pt x="247450" y="18419"/>
                    <a:pt x="295023" y="44972"/>
                    <a:pt x="323674" y="97255"/>
                  </a:cubicBezTo>
                  <a:close/>
                  <a:moveTo>
                    <a:pt x="314982" y="328638"/>
                  </a:moveTo>
                  <a:cubicBezTo>
                    <a:pt x="311752" y="328384"/>
                    <a:pt x="309339" y="325556"/>
                    <a:pt x="309591" y="322320"/>
                  </a:cubicBezTo>
                  <a:cubicBezTo>
                    <a:pt x="309817" y="319436"/>
                    <a:pt x="312103" y="317145"/>
                    <a:pt x="314982" y="316920"/>
                  </a:cubicBezTo>
                  <a:lnTo>
                    <a:pt x="353898" y="316920"/>
                  </a:lnTo>
                  <a:lnTo>
                    <a:pt x="353898" y="328638"/>
                  </a:lnTo>
                  <a:close/>
                </a:path>
              </a:pathLst>
            </a:custGeom>
            <a:grpFill/>
            <a:ln w="3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00" name="手繪多邊形 66">
              <a:extLst>
                <a:ext uri="{FF2B5EF4-FFF2-40B4-BE49-F238E27FC236}">
                  <a16:creationId xmlns:a16="http://schemas.microsoft.com/office/drawing/2014/main" id="{0164A4B3-05A4-41B8-97E5-BBE233D831AB}"/>
                </a:ext>
              </a:extLst>
            </p:cNvPr>
            <p:cNvSpPr/>
            <p:nvPr/>
          </p:nvSpPr>
          <p:spPr>
            <a:xfrm>
              <a:off x="7260354" y="6099352"/>
              <a:ext cx="63775" cy="74679"/>
            </a:xfrm>
            <a:custGeom>
              <a:avLst/>
              <a:gdLst>
                <a:gd name="connsiteX0" fmla="*/ 55682 w 63775"/>
                <a:gd name="connsiteY0" fmla="*/ 50025 h 74679"/>
                <a:gd name="connsiteX1" fmla="*/ 47097 w 63775"/>
                <a:gd name="connsiteY1" fmla="*/ 26410 h 74679"/>
                <a:gd name="connsiteX2" fmla="*/ 37976 w 63775"/>
                <a:gd name="connsiteY2" fmla="*/ 1326 h 74679"/>
                <a:gd name="connsiteX3" fmla="*/ 36081 w 63775"/>
                <a:gd name="connsiteY3" fmla="*/ 0 h 74679"/>
                <a:gd name="connsiteX4" fmla="*/ 27532 w 63775"/>
                <a:gd name="connsiteY4" fmla="*/ 0 h 74679"/>
                <a:gd name="connsiteX5" fmla="*/ 25636 w 63775"/>
                <a:gd name="connsiteY5" fmla="*/ 1326 h 74679"/>
                <a:gd name="connsiteX6" fmla="*/ 3710 w 63775"/>
                <a:gd name="connsiteY6" fmla="*/ 61958 h 74679"/>
                <a:gd name="connsiteX7" fmla="*/ 133 w 63775"/>
                <a:gd name="connsiteY7" fmla="*/ 71956 h 74679"/>
                <a:gd name="connsiteX8" fmla="*/ 1288 w 63775"/>
                <a:gd name="connsiteY8" fmla="*/ 74547 h 74679"/>
                <a:gd name="connsiteX9" fmla="*/ 2028 w 63775"/>
                <a:gd name="connsiteY9" fmla="*/ 74679 h 74679"/>
                <a:gd name="connsiteX10" fmla="*/ 12759 w 63775"/>
                <a:gd name="connsiteY10" fmla="*/ 74679 h 74679"/>
                <a:gd name="connsiteX11" fmla="*/ 14655 w 63775"/>
                <a:gd name="connsiteY11" fmla="*/ 73317 h 74679"/>
                <a:gd name="connsiteX12" fmla="*/ 18232 w 63775"/>
                <a:gd name="connsiteY12" fmla="*/ 62889 h 74679"/>
                <a:gd name="connsiteX13" fmla="*/ 20128 w 63775"/>
                <a:gd name="connsiteY13" fmla="*/ 61492 h 74679"/>
                <a:gd name="connsiteX14" fmla="*/ 43628 w 63775"/>
                <a:gd name="connsiteY14" fmla="*/ 61492 h 74679"/>
                <a:gd name="connsiteX15" fmla="*/ 45559 w 63775"/>
                <a:gd name="connsiteY15" fmla="*/ 62889 h 74679"/>
                <a:gd name="connsiteX16" fmla="*/ 49136 w 63775"/>
                <a:gd name="connsiteY16" fmla="*/ 73317 h 74679"/>
                <a:gd name="connsiteX17" fmla="*/ 51032 w 63775"/>
                <a:gd name="connsiteY17" fmla="*/ 74679 h 74679"/>
                <a:gd name="connsiteX18" fmla="*/ 61763 w 63775"/>
                <a:gd name="connsiteY18" fmla="*/ 74679 h 74679"/>
                <a:gd name="connsiteX19" fmla="*/ 63775 w 63775"/>
                <a:gd name="connsiteY19" fmla="*/ 72610 h 74679"/>
                <a:gd name="connsiteX20" fmla="*/ 63658 w 63775"/>
                <a:gd name="connsiteY20" fmla="*/ 71956 h 74679"/>
                <a:gd name="connsiteX21" fmla="*/ 38441 w 63775"/>
                <a:gd name="connsiteY21" fmla="*/ 49165 h 74679"/>
                <a:gd name="connsiteX22" fmla="*/ 25636 w 63775"/>
                <a:gd name="connsiteY22" fmla="*/ 49165 h 74679"/>
                <a:gd name="connsiteX23" fmla="*/ 23622 w 63775"/>
                <a:gd name="connsiteY23" fmla="*/ 47170 h 74679"/>
                <a:gd name="connsiteX24" fmla="*/ 23740 w 63775"/>
                <a:gd name="connsiteY24" fmla="*/ 46477 h 74679"/>
                <a:gd name="connsiteX25" fmla="*/ 30250 w 63775"/>
                <a:gd name="connsiteY25" fmla="*/ 27700 h 74679"/>
                <a:gd name="connsiteX26" fmla="*/ 32867 w 63775"/>
                <a:gd name="connsiteY26" fmla="*/ 26488 h 74679"/>
                <a:gd name="connsiteX27" fmla="*/ 34078 w 63775"/>
                <a:gd name="connsiteY27" fmla="*/ 27700 h 74679"/>
                <a:gd name="connsiteX28" fmla="*/ 38978 w 63775"/>
                <a:gd name="connsiteY28" fmla="*/ 42464 h 74679"/>
                <a:gd name="connsiteX29" fmla="*/ 40373 w 63775"/>
                <a:gd name="connsiteY29" fmla="*/ 46621 h 74679"/>
                <a:gd name="connsiteX30" fmla="*/ 39035 w 63775"/>
                <a:gd name="connsiteY30" fmla="*/ 49180 h 74679"/>
                <a:gd name="connsiteX31" fmla="*/ 38441 w 63775"/>
                <a:gd name="connsiteY31" fmla="*/ 49272 h 74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3775" h="74679">
                  <a:moveTo>
                    <a:pt x="55682" y="50025"/>
                  </a:moveTo>
                  <a:lnTo>
                    <a:pt x="47097" y="26410"/>
                  </a:lnTo>
                  <a:lnTo>
                    <a:pt x="37976" y="1326"/>
                  </a:lnTo>
                  <a:cubicBezTo>
                    <a:pt x="37688" y="526"/>
                    <a:pt x="36929" y="-5"/>
                    <a:pt x="36081" y="0"/>
                  </a:cubicBezTo>
                  <a:lnTo>
                    <a:pt x="27532" y="0"/>
                  </a:lnTo>
                  <a:cubicBezTo>
                    <a:pt x="26687" y="6"/>
                    <a:pt x="25933" y="533"/>
                    <a:pt x="25636" y="1326"/>
                  </a:cubicBezTo>
                  <a:lnTo>
                    <a:pt x="3710" y="61958"/>
                  </a:lnTo>
                  <a:lnTo>
                    <a:pt x="133" y="71956"/>
                  </a:lnTo>
                  <a:cubicBezTo>
                    <a:pt x="-263" y="72991"/>
                    <a:pt x="255" y="74151"/>
                    <a:pt x="1288" y="74547"/>
                  </a:cubicBezTo>
                  <a:cubicBezTo>
                    <a:pt x="1525" y="74637"/>
                    <a:pt x="1776" y="74682"/>
                    <a:pt x="2028" y="74679"/>
                  </a:cubicBezTo>
                  <a:lnTo>
                    <a:pt x="12759" y="74679"/>
                  </a:lnTo>
                  <a:cubicBezTo>
                    <a:pt x="13617" y="74679"/>
                    <a:pt x="14379" y="74131"/>
                    <a:pt x="14655" y="73317"/>
                  </a:cubicBezTo>
                  <a:lnTo>
                    <a:pt x="18232" y="62889"/>
                  </a:lnTo>
                  <a:cubicBezTo>
                    <a:pt x="18495" y="62062"/>
                    <a:pt x="19260" y="61497"/>
                    <a:pt x="20128" y="61492"/>
                  </a:cubicBezTo>
                  <a:lnTo>
                    <a:pt x="43628" y="61492"/>
                  </a:lnTo>
                  <a:cubicBezTo>
                    <a:pt x="44501" y="61504"/>
                    <a:pt x="45273" y="62063"/>
                    <a:pt x="45559" y="62889"/>
                  </a:cubicBezTo>
                  <a:lnTo>
                    <a:pt x="49136" y="73317"/>
                  </a:lnTo>
                  <a:cubicBezTo>
                    <a:pt x="49402" y="74138"/>
                    <a:pt x="50171" y="74690"/>
                    <a:pt x="51032" y="74679"/>
                  </a:cubicBezTo>
                  <a:lnTo>
                    <a:pt x="61763" y="74679"/>
                  </a:lnTo>
                  <a:cubicBezTo>
                    <a:pt x="62889" y="74664"/>
                    <a:pt x="63789" y="73738"/>
                    <a:pt x="63775" y="72610"/>
                  </a:cubicBezTo>
                  <a:cubicBezTo>
                    <a:pt x="63772" y="72387"/>
                    <a:pt x="63733" y="72166"/>
                    <a:pt x="63658" y="71956"/>
                  </a:cubicBezTo>
                  <a:close/>
                  <a:moveTo>
                    <a:pt x="38441" y="49165"/>
                  </a:moveTo>
                  <a:lnTo>
                    <a:pt x="25636" y="49165"/>
                  </a:lnTo>
                  <a:cubicBezTo>
                    <a:pt x="24530" y="49171"/>
                    <a:pt x="23628" y="48278"/>
                    <a:pt x="23622" y="47170"/>
                  </a:cubicBezTo>
                  <a:cubicBezTo>
                    <a:pt x="23620" y="46934"/>
                    <a:pt x="23661" y="46699"/>
                    <a:pt x="23740" y="46477"/>
                  </a:cubicBezTo>
                  <a:lnTo>
                    <a:pt x="30250" y="27700"/>
                  </a:lnTo>
                  <a:cubicBezTo>
                    <a:pt x="30639" y="26641"/>
                    <a:pt x="31810" y="26098"/>
                    <a:pt x="32867" y="26488"/>
                  </a:cubicBezTo>
                  <a:cubicBezTo>
                    <a:pt x="33429" y="26695"/>
                    <a:pt x="33871" y="27138"/>
                    <a:pt x="34078" y="27700"/>
                  </a:cubicBezTo>
                  <a:lnTo>
                    <a:pt x="38978" y="42464"/>
                  </a:lnTo>
                  <a:lnTo>
                    <a:pt x="40373" y="46621"/>
                  </a:lnTo>
                  <a:cubicBezTo>
                    <a:pt x="40709" y="47697"/>
                    <a:pt x="40110" y="48843"/>
                    <a:pt x="39035" y="49180"/>
                  </a:cubicBezTo>
                  <a:cubicBezTo>
                    <a:pt x="38843" y="49240"/>
                    <a:pt x="38643" y="49271"/>
                    <a:pt x="38441" y="49272"/>
                  </a:cubicBezTo>
                  <a:close/>
                </a:path>
              </a:pathLst>
            </a:custGeom>
            <a:grpFill/>
            <a:ln w="3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01" name="手繪多邊形 67">
              <a:extLst>
                <a:ext uri="{FF2B5EF4-FFF2-40B4-BE49-F238E27FC236}">
                  <a16:creationId xmlns:a16="http://schemas.microsoft.com/office/drawing/2014/main" id="{78F075F4-2DDB-4D90-9359-95A8D9C9F340}"/>
                </a:ext>
              </a:extLst>
            </p:cNvPr>
            <p:cNvSpPr/>
            <p:nvPr/>
          </p:nvSpPr>
          <p:spPr>
            <a:xfrm>
              <a:off x="7333957" y="6099602"/>
              <a:ext cx="14522" cy="74428"/>
            </a:xfrm>
            <a:custGeom>
              <a:avLst/>
              <a:gdLst>
                <a:gd name="connsiteX0" fmla="*/ 12519 w 14522"/>
                <a:gd name="connsiteY0" fmla="*/ 0 h 74428"/>
                <a:gd name="connsiteX1" fmla="*/ 14522 w 14522"/>
                <a:gd name="connsiteY1" fmla="*/ 0 h 74428"/>
                <a:gd name="connsiteX2" fmla="*/ 14522 w 14522"/>
                <a:gd name="connsiteY2" fmla="*/ 74428 h 74428"/>
                <a:gd name="connsiteX3" fmla="*/ 12519 w 14522"/>
                <a:gd name="connsiteY3" fmla="*/ 74428 h 74428"/>
                <a:gd name="connsiteX4" fmla="*/ 2003 w 14522"/>
                <a:gd name="connsiteY4" fmla="*/ 74428 h 74428"/>
                <a:gd name="connsiteX5" fmla="*/ 0 w 14522"/>
                <a:gd name="connsiteY5" fmla="*/ 74428 h 74428"/>
                <a:gd name="connsiteX6" fmla="*/ 0 w 14522"/>
                <a:gd name="connsiteY6" fmla="*/ 0 h 74428"/>
                <a:gd name="connsiteX7" fmla="*/ 2003 w 14522"/>
                <a:gd name="connsiteY7" fmla="*/ 0 h 74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22" h="74428">
                  <a:moveTo>
                    <a:pt x="12519" y="0"/>
                  </a:moveTo>
                  <a:cubicBezTo>
                    <a:pt x="13625" y="0"/>
                    <a:pt x="14522" y="0"/>
                    <a:pt x="14522" y="0"/>
                  </a:cubicBezTo>
                  <a:lnTo>
                    <a:pt x="14522" y="74428"/>
                  </a:lnTo>
                  <a:cubicBezTo>
                    <a:pt x="14522" y="74428"/>
                    <a:pt x="13625" y="74428"/>
                    <a:pt x="12519" y="74428"/>
                  </a:cubicBezTo>
                  <a:lnTo>
                    <a:pt x="2003" y="74428"/>
                  </a:lnTo>
                  <a:cubicBezTo>
                    <a:pt x="897" y="74428"/>
                    <a:pt x="0" y="74428"/>
                    <a:pt x="0" y="74428"/>
                  </a:cubicBezTo>
                  <a:lnTo>
                    <a:pt x="0" y="0"/>
                  </a:lnTo>
                  <a:cubicBezTo>
                    <a:pt x="0" y="0"/>
                    <a:pt x="897" y="0"/>
                    <a:pt x="2003" y="0"/>
                  </a:cubicBezTo>
                  <a:close/>
                </a:path>
              </a:pathLst>
            </a:custGeom>
            <a:grpFill/>
            <a:ln w="3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sp>
        <p:nvSpPr>
          <p:cNvPr id="102" name="十字形 101">
            <a:extLst>
              <a:ext uri="{FF2B5EF4-FFF2-40B4-BE49-F238E27FC236}">
                <a16:creationId xmlns:a16="http://schemas.microsoft.com/office/drawing/2014/main" id="{88374900-2748-400B-A4D4-CF22D844B946}"/>
              </a:ext>
            </a:extLst>
          </p:cNvPr>
          <p:cNvSpPr/>
          <p:nvPr userDrawn="1"/>
        </p:nvSpPr>
        <p:spPr>
          <a:xfrm>
            <a:off x="6015801" y="5728371"/>
            <a:ext cx="232462" cy="232462"/>
          </a:xfrm>
          <a:prstGeom prst="plus">
            <a:avLst>
              <a:gd name="adj" fmla="val 44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1648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">
    <p:bg>
      <p:bgPr>
        <a:solidFill>
          <a:srgbClr val="091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圖片 25">
            <a:extLst>
              <a:ext uri="{FF2B5EF4-FFF2-40B4-BE49-F238E27FC236}">
                <a16:creationId xmlns:a16="http://schemas.microsoft.com/office/drawing/2014/main" id="{60FDD03E-AEDD-EC70-77BD-C8628B077C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099900"/>
            <a:ext cx="7620000" cy="375419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BEE0E56-3538-27DB-12B5-9DDFFFAF799C}"/>
              </a:ext>
            </a:extLst>
          </p:cNvPr>
          <p:cNvSpPr/>
          <p:nvPr userDrawn="1"/>
        </p:nvSpPr>
        <p:spPr>
          <a:xfrm>
            <a:off x="0" y="3903"/>
            <a:ext cx="12192000" cy="6854097"/>
          </a:xfrm>
          <a:prstGeom prst="rect">
            <a:avLst/>
          </a:prstGeom>
          <a:gradFill flip="none" rotWithShape="1">
            <a:gsLst>
              <a:gs pos="4000">
                <a:srgbClr val="00B0F0"/>
              </a:gs>
              <a:gs pos="70000">
                <a:srgbClr val="00B0F0">
                  <a:alpha val="36678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TW" altLang="en-US" dirty="0">
              <a:solidFill>
                <a:schemeClr val="lt1"/>
              </a:solidFill>
            </a:endParaRPr>
          </a:p>
        </p:txBody>
      </p:sp>
      <p:sp>
        <p:nvSpPr>
          <p:cNvPr id="5" name="Holder 6">
            <a:extLst>
              <a:ext uri="{FF2B5EF4-FFF2-40B4-BE49-F238E27FC236}">
                <a16:creationId xmlns:a16="http://schemas.microsoft.com/office/drawing/2014/main" id="{3236ABEE-4E58-D48F-B893-E61F0F061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 dirty="0"/>
              <a:t> /</a:t>
            </a:r>
          </a:p>
        </p:txBody>
      </p:sp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FB9B155A-A2D7-15E5-B048-24902A3F1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5</a:t>
            </a:r>
            <a:endParaRPr lang="zh-TW" altLang="en-US" dirty="0"/>
          </a:p>
        </p:txBody>
      </p:sp>
      <p:sp>
        <p:nvSpPr>
          <p:cNvPr id="2" name="標題 5">
            <a:extLst>
              <a:ext uri="{FF2B5EF4-FFF2-40B4-BE49-F238E27FC236}">
                <a16:creationId xmlns:a16="http://schemas.microsoft.com/office/drawing/2014/main" id="{C442EFAA-AD1F-DE8F-60F4-4D0F467464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908670" cy="7702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TW" altLang="en-US" sz="4000" b="1" i="0" kern="1200" spc="300" baseline="0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JhengHei" charset="-120"/>
              </a:defRPr>
            </a:lvl1pPr>
          </a:lstStyle>
          <a:p>
            <a:pPr marL="12700">
              <a:spcBef>
                <a:spcPts val="100"/>
              </a:spcBef>
              <a:buClr>
                <a:srgbClr val="0F67AE"/>
              </a:buClr>
              <a:buSzPct val="110000"/>
              <a:tabLst>
                <a:tab pos="5106988" algn="l"/>
              </a:tabLst>
              <a:defRPr/>
            </a:pPr>
            <a:r>
              <a:rPr lang="zh-TW" altLang="en-US" sz="4400" spc="300" dirty="0">
                <a:solidFill>
                  <a:prstClr val="white"/>
                </a:solidFill>
                <a:cs typeface="Microsoft JhengHei" charset="-120"/>
              </a:rPr>
              <a:t>目录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E78B7E4-84AA-4C95-9DFF-DA55D7A557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833021E-2153-4711-B98A-CE901B4DEA07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2024 </a:t>
            </a:r>
            <a:r>
              <a:rPr lang="zh-CN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富智康集团有限公司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著作权所有。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FIH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Mobile Limited.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4186054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ew categ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32BB3C4E-CC23-F643-996E-D17816C6E3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5F3B3D4-8415-2CA0-9C17-1D57B13D1253}"/>
              </a:ext>
            </a:extLst>
          </p:cNvPr>
          <p:cNvSpPr/>
          <p:nvPr userDrawn="1"/>
        </p:nvSpPr>
        <p:spPr>
          <a:xfrm>
            <a:off x="-2" y="3903"/>
            <a:ext cx="12192000" cy="6854097"/>
          </a:xfrm>
          <a:prstGeom prst="rect">
            <a:avLst/>
          </a:prstGeom>
          <a:gradFill flip="none" rotWithShape="1">
            <a:gsLst>
              <a:gs pos="10000">
                <a:srgbClr val="00B0F0"/>
              </a:gs>
              <a:gs pos="97000">
                <a:srgbClr val="00B0F0">
                  <a:alpha val="32000"/>
                </a:srgbClr>
              </a:gs>
              <a:gs pos="53000">
                <a:srgbClr val="00B0F0">
                  <a:alpha val="35244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TW" altLang="en-US" dirty="0">
              <a:solidFill>
                <a:schemeClr val="lt1"/>
              </a:solidFill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1347969B-EC41-E354-4D53-4B4FAF31E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91" y="2604953"/>
            <a:ext cx="10732615" cy="770259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zh-TW" altLang="en-US" sz="4800" b="1" i="0" kern="1200" spc="200" baseline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2C186E3E-BBCA-D343-35CD-01F6A1BA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 dirty="0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2083A67B-5A54-91FE-C404-6B7394103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5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039822D-91C0-4BDB-9B0C-7C26FFC2EAE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E4685CA-94E0-472B-9DB3-0AC81CA9E709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2024 </a:t>
            </a:r>
            <a:r>
              <a:rPr lang="zh-CN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富智康集团有限公司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著作权所有。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FIH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Mobile Limited.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14384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page">
    <p:bg>
      <p:bgPr>
        <a:solidFill>
          <a:srgbClr val="0006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FF09B397-3121-D437-B410-3FD48DFA5F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1CD139B-FF7F-CFD5-4CC2-E84FFE9448A4}"/>
              </a:ext>
            </a:extLst>
          </p:cNvPr>
          <p:cNvSpPr/>
          <p:nvPr userDrawn="1"/>
        </p:nvSpPr>
        <p:spPr>
          <a:xfrm>
            <a:off x="-4672" y="0"/>
            <a:ext cx="12192001" cy="6858000"/>
          </a:xfrm>
          <a:prstGeom prst="rect">
            <a:avLst/>
          </a:prstGeom>
          <a:gradFill flip="none" rotWithShape="1">
            <a:gsLst>
              <a:gs pos="99000">
                <a:srgbClr val="0090D8">
                  <a:alpha val="72000"/>
                </a:srgbClr>
              </a:gs>
              <a:gs pos="1000">
                <a:srgbClr val="00B0F0"/>
              </a:gs>
              <a:gs pos="77000">
                <a:srgbClr val="00A0E4">
                  <a:alpha val="48715"/>
                </a:srgbClr>
              </a:gs>
              <a:gs pos="60000">
                <a:srgbClr val="00B0F0">
                  <a:alpha val="48183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F6319C2A-D51E-68BB-5C5E-32EC8D538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200" baseline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1710FAA-46A7-344E-82D6-1E7B2592B1B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9433" y="1489166"/>
            <a:ext cx="11003794" cy="4687797"/>
          </a:xfrm>
          <a:prstGeom prst="rect">
            <a:avLst/>
          </a:prstGeom>
        </p:spPr>
        <p:txBody>
          <a:bodyPr/>
          <a:lstStyle>
            <a:lvl1pPr>
              <a:buNone/>
              <a:defRPr sz="3200"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Font typeface="Wingdings" pitchFamily="2" charset="2"/>
              <a:buChar char="n"/>
              <a:defRPr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 dirty="0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5</a:t>
            </a:r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D04706E2-80CF-40C8-A46D-EEA69B2A88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F4648D70-E90B-426D-8256-9FB4AA285BBE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2024 </a:t>
            </a:r>
            <a:r>
              <a:rPr lang="zh-CN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富智康集团有限公司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著作权所有。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FIH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Mobile Limited.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130230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n_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A1ACD34-341E-1582-7EAC-B0378F2148AC}"/>
              </a:ext>
            </a:extLst>
          </p:cNvPr>
          <p:cNvSpPr/>
          <p:nvPr userDrawn="1"/>
        </p:nvSpPr>
        <p:spPr>
          <a:xfrm>
            <a:off x="0" y="0"/>
            <a:ext cx="12217401" cy="6871900"/>
          </a:xfrm>
          <a:prstGeom prst="rect">
            <a:avLst/>
          </a:prstGeom>
          <a:gradFill flip="none" rotWithShape="1">
            <a:gsLst>
              <a:gs pos="83000">
                <a:srgbClr val="0090D8">
                  <a:alpha val="79000"/>
                </a:srgbClr>
              </a:gs>
              <a:gs pos="46000">
                <a:srgbClr val="0090D8">
                  <a:alpha val="0"/>
                </a:srgbClr>
              </a:gs>
              <a:gs pos="56000">
                <a:srgbClr val="0090D8">
                  <a:alpha val="0"/>
                </a:srgbClr>
              </a:gs>
              <a:gs pos="0">
                <a:srgbClr val="00B0F0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9" name="Holder 6">
            <a:extLst>
              <a:ext uri="{FF2B5EF4-FFF2-40B4-BE49-F238E27FC236}">
                <a16:creationId xmlns:a16="http://schemas.microsoft.com/office/drawing/2014/main" id="{0D10046D-CDAC-1F62-7BA2-5D7D9BC10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 dirty="0"/>
              <a:t> /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1B371698-6606-4A87-14E0-DD8200254D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5</a:t>
            </a:r>
            <a:endParaRPr lang="zh-TW" altLang="en-US" dirty="0"/>
          </a:p>
        </p:txBody>
      </p:sp>
      <p:pic>
        <p:nvPicPr>
          <p:cNvPr id="57" name="圖片 56">
            <a:extLst>
              <a:ext uri="{FF2B5EF4-FFF2-40B4-BE49-F238E27FC236}">
                <a16:creationId xmlns:a16="http://schemas.microsoft.com/office/drawing/2014/main" id="{566AEB8E-0BE4-465A-8F8F-3FDAAACE244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2119" y="919600"/>
            <a:ext cx="1396074" cy="472736"/>
          </a:xfrm>
          <a:prstGeom prst="rect">
            <a:avLst/>
          </a:prstGeom>
        </p:spPr>
      </p:pic>
      <p:grpSp>
        <p:nvGrpSpPr>
          <p:cNvPr id="59" name="圖形 20">
            <a:extLst>
              <a:ext uri="{FF2B5EF4-FFF2-40B4-BE49-F238E27FC236}">
                <a16:creationId xmlns:a16="http://schemas.microsoft.com/office/drawing/2014/main" id="{DCE162BB-9F4C-431B-88A8-6F88620135AA}"/>
              </a:ext>
            </a:extLst>
          </p:cNvPr>
          <p:cNvGrpSpPr/>
          <p:nvPr userDrawn="1"/>
        </p:nvGrpSpPr>
        <p:grpSpPr>
          <a:xfrm>
            <a:off x="7308808" y="5652740"/>
            <a:ext cx="410111" cy="409547"/>
            <a:chOff x="8806326" y="6007964"/>
            <a:chExt cx="505337" cy="504642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sp>
          <p:nvSpPr>
            <p:cNvPr id="60" name="手繪多邊形 150">
              <a:extLst>
                <a:ext uri="{FF2B5EF4-FFF2-40B4-BE49-F238E27FC236}">
                  <a16:creationId xmlns:a16="http://schemas.microsoft.com/office/drawing/2014/main" id="{86A5E06C-9CBC-44B8-BDB6-E36EA4305BEB}"/>
                </a:ext>
              </a:extLst>
            </p:cNvPr>
            <p:cNvSpPr/>
            <p:nvPr/>
          </p:nvSpPr>
          <p:spPr>
            <a:xfrm>
              <a:off x="8806326" y="6007964"/>
              <a:ext cx="505337" cy="504642"/>
            </a:xfrm>
            <a:custGeom>
              <a:avLst/>
              <a:gdLst>
                <a:gd name="connsiteX0" fmla="*/ 502251 w 505337"/>
                <a:gd name="connsiteY0" fmla="*/ 371198 h 504642"/>
                <a:gd name="connsiteX1" fmla="*/ 427671 w 505337"/>
                <a:gd name="connsiteY1" fmla="*/ 282040 h 504642"/>
                <a:gd name="connsiteX2" fmla="*/ 418349 w 505337"/>
                <a:gd name="connsiteY2" fmla="*/ 276796 h 504642"/>
                <a:gd name="connsiteX3" fmla="*/ 418349 w 505337"/>
                <a:gd name="connsiteY3" fmla="*/ 276796 h 504642"/>
                <a:gd name="connsiteX4" fmla="*/ 404365 w 505337"/>
                <a:gd name="connsiteY4" fmla="*/ 281458 h 504642"/>
                <a:gd name="connsiteX5" fmla="*/ 351926 w 505337"/>
                <a:gd name="connsiteY5" fmla="*/ 325162 h 504642"/>
                <a:gd name="connsiteX6" fmla="*/ 344351 w 505337"/>
                <a:gd name="connsiteY6" fmla="*/ 315839 h 504642"/>
                <a:gd name="connsiteX7" fmla="*/ 413105 w 505337"/>
                <a:gd name="connsiteY7" fmla="*/ 258731 h 504642"/>
                <a:gd name="connsiteX8" fmla="*/ 424758 w 505337"/>
                <a:gd name="connsiteY8" fmla="*/ 237753 h 504642"/>
                <a:gd name="connsiteX9" fmla="*/ 412522 w 505337"/>
                <a:gd name="connsiteY9" fmla="*/ 205703 h 504642"/>
                <a:gd name="connsiteX10" fmla="*/ 346099 w 505337"/>
                <a:gd name="connsiteY10" fmla="*/ 126452 h 504642"/>
                <a:gd name="connsiteX11" fmla="*/ 321045 w 505337"/>
                <a:gd name="connsiteY11" fmla="*/ 110718 h 504642"/>
                <a:gd name="connsiteX12" fmla="*/ 293660 w 505337"/>
                <a:gd name="connsiteY12" fmla="*/ 116546 h 504642"/>
                <a:gd name="connsiteX13" fmla="*/ 225489 w 505337"/>
                <a:gd name="connsiteY13" fmla="*/ 172487 h 504642"/>
                <a:gd name="connsiteX14" fmla="*/ 216749 w 505337"/>
                <a:gd name="connsiteY14" fmla="*/ 161416 h 504642"/>
                <a:gd name="connsiteX15" fmla="*/ 269771 w 505337"/>
                <a:gd name="connsiteY15" fmla="*/ 117128 h 504642"/>
                <a:gd name="connsiteX16" fmla="*/ 273849 w 505337"/>
                <a:gd name="connsiteY16" fmla="*/ 93819 h 504642"/>
                <a:gd name="connsiteX17" fmla="*/ 198686 w 505337"/>
                <a:gd name="connsiteY17" fmla="*/ 5245 h 504642"/>
                <a:gd name="connsiteX18" fmla="*/ 189364 w 505337"/>
                <a:gd name="connsiteY18" fmla="*/ 0 h 504642"/>
                <a:gd name="connsiteX19" fmla="*/ 175380 w 505337"/>
                <a:gd name="connsiteY19" fmla="*/ 5245 h 504642"/>
                <a:gd name="connsiteX20" fmla="*/ 55935 w 505337"/>
                <a:gd name="connsiteY20" fmla="*/ 106057 h 504642"/>
                <a:gd name="connsiteX21" fmla="*/ 51857 w 505337"/>
                <a:gd name="connsiteY21" fmla="*/ 129366 h 504642"/>
                <a:gd name="connsiteX22" fmla="*/ 126437 w 505337"/>
                <a:gd name="connsiteY22" fmla="*/ 217940 h 504642"/>
                <a:gd name="connsiteX23" fmla="*/ 135759 w 505337"/>
                <a:gd name="connsiteY23" fmla="*/ 223185 h 504642"/>
                <a:gd name="connsiteX24" fmla="*/ 135759 w 505337"/>
                <a:gd name="connsiteY24" fmla="*/ 223185 h 504642"/>
                <a:gd name="connsiteX25" fmla="*/ 149743 w 505337"/>
                <a:gd name="connsiteY25" fmla="*/ 218523 h 504642"/>
                <a:gd name="connsiteX26" fmla="*/ 202182 w 505337"/>
                <a:gd name="connsiteY26" fmla="*/ 174818 h 504642"/>
                <a:gd name="connsiteX27" fmla="*/ 210922 w 505337"/>
                <a:gd name="connsiteY27" fmla="*/ 185890 h 504642"/>
                <a:gd name="connsiteX28" fmla="*/ 134011 w 505337"/>
                <a:gd name="connsiteY28" fmla="*/ 250573 h 504642"/>
                <a:gd name="connsiteX29" fmla="*/ 134594 w 505337"/>
                <a:gd name="connsiteY29" fmla="*/ 304184 h 504642"/>
                <a:gd name="connsiteX30" fmla="*/ 143917 w 505337"/>
                <a:gd name="connsiteY30" fmla="*/ 315839 h 504642"/>
                <a:gd name="connsiteX31" fmla="*/ 120610 w 505337"/>
                <a:gd name="connsiteY31" fmla="*/ 335651 h 504642"/>
                <a:gd name="connsiteX32" fmla="*/ 12818 w 505337"/>
                <a:gd name="connsiteY32" fmla="*/ 323414 h 504642"/>
                <a:gd name="connsiteX33" fmla="*/ 0 w 505337"/>
                <a:gd name="connsiteY33" fmla="*/ 327493 h 504642"/>
                <a:gd name="connsiteX34" fmla="*/ 66423 w 505337"/>
                <a:gd name="connsiteY34" fmla="*/ 406744 h 504642"/>
                <a:gd name="connsiteX35" fmla="*/ 50109 w 505337"/>
                <a:gd name="connsiteY35" fmla="*/ 419564 h 504642"/>
                <a:gd name="connsiteX36" fmla="*/ 48943 w 505337"/>
                <a:gd name="connsiteY36" fmla="*/ 438794 h 504642"/>
                <a:gd name="connsiteX37" fmla="*/ 68754 w 505337"/>
                <a:gd name="connsiteY37" fmla="*/ 440542 h 504642"/>
                <a:gd name="connsiteX38" fmla="*/ 84485 w 505337"/>
                <a:gd name="connsiteY38" fmla="*/ 427140 h 504642"/>
                <a:gd name="connsiteX39" fmla="*/ 149743 w 505337"/>
                <a:gd name="connsiteY39" fmla="*/ 504642 h 504642"/>
                <a:gd name="connsiteX40" fmla="*/ 155570 w 505337"/>
                <a:gd name="connsiteY40" fmla="*/ 492988 h 504642"/>
                <a:gd name="connsiteX41" fmla="*/ 165475 w 505337"/>
                <a:gd name="connsiteY41" fmla="*/ 391011 h 504642"/>
                <a:gd name="connsiteX42" fmla="*/ 191112 w 505337"/>
                <a:gd name="connsiteY42" fmla="*/ 369450 h 504642"/>
                <a:gd name="connsiteX43" fmla="*/ 202182 w 505337"/>
                <a:gd name="connsiteY43" fmla="*/ 382852 h 504642"/>
                <a:gd name="connsiteX44" fmla="*/ 228985 w 505337"/>
                <a:gd name="connsiteY44" fmla="*/ 398003 h 504642"/>
                <a:gd name="connsiteX45" fmla="*/ 230150 w 505337"/>
                <a:gd name="connsiteY45" fmla="*/ 398003 h 504642"/>
                <a:gd name="connsiteX46" fmla="*/ 261031 w 505337"/>
                <a:gd name="connsiteY46" fmla="*/ 387514 h 504642"/>
                <a:gd name="connsiteX47" fmla="*/ 330950 w 505337"/>
                <a:gd name="connsiteY47" fmla="*/ 329241 h 504642"/>
                <a:gd name="connsiteX48" fmla="*/ 338524 w 505337"/>
                <a:gd name="connsiteY48" fmla="*/ 338565 h 504642"/>
                <a:gd name="connsiteX49" fmla="*/ 285503 w 505337"/>
                <a:gd name="connsiteY49" fmla="*/ 382852 h 504642"/>
                <a:gd name="connsiteX50" fmla="*/ 278511 w 505337"/>
                <a:gd name="connsiteY50" fmla="*/ 392759 h 504642"/>
                <a:gd name="connsiteX51" fmla="*/ 281424 w 505337"/>
                <a:gd name="connsiteY51" fmla="*/ 406744 h 504642"/>
                <a:gd name="connsiteX52" fmla="*/ 356004 w 505337"/>
                <a:gd name="connsiteY52" fmla="*/ 495902 h 504642"/>
                <a:gd name="connsiteX53" fmla="*/ 365327 w 505337"/>
                <a:gd name="connsiteY53" fmla="*/ 501146 h 504642"/>
                <a:gd name="connsiteX54" fmla="*/ 365327 w 505337"/>
                <a:gd name="connsiteY54" fmla="*/ 501146 h 504642"/>
                <a:gd name="connsiteX55" fmla="*/ 379311 w 505337"/>
                <a:gd name="connsiteY55" fmla="*/ 496484 h 504642"/>
                <a:gd name="connsiteX56" fmla="*/ 499338 w 505337"/>
                <a:gd name="connsiteY56" fmla="*/ 396255 h 504642"/>
                <a:gd name="connsiteX57" fmla="*/ 502251 w 505337"/>
                <a:gd name="connsiteY57" fmla="*/ 371198 h 504642"/>
                <a:gd name="connsiteX58" fmla="*/ 204513 w 505337"/>
                <a:gd name="connsiteY58" fmla="*/ 146265 h 504642"/>
                <a:gd name="connsiteX59" fmla="*/ 176545 w 505337"/>
                <a:gd name="connsiteY59" fmla="*/ 113049 h 504642"/>
                <a:gd name="connsiteX60" fmla="*/ 227819 w 505337"/>
                <a:gd name="connsiteY60" fmla="*/ 69927 h 504642"/>
                <a:gd name="connsiteX61" fmla="*/ 255787 w 505337"/>
                <a:gd name="connsiteY61" fmla="*/ 103143 h 504642"/>
                <a:gd name="connsiteX62" fmla="*/ 204513 w 505337"/>
                <a:gd name="connsiteY62" fmla="*/ 146265 h 504642"/>
                <a:gd name="connsiteX63" fmla="*/ 187616 w 505337"/>
                <a:gd name="connsiteY63" fmla="*/ 21561 h 504642"/>
                <a:gd name="connsiteX64" fmla="*/ 216166 w 505337"/>
                <a:gd name="connsiteY64" fmla="*/ 55359 h 504642"/>
                <a:gd name="connsiteX65" fmla="*/ 164892 w 505337"/>
                <a:gd name="connsiteY65" fmla="*/ 98481 h 504642"/>
                <a:gd name="connsiteX66" fmla="*/ 136342 w 505337"/>
                <a:gd name="connsiteY66" fmla="*/ 64683 h 504642"/>
                <a:gd name="connsiteX67" fmla="*/ 187616 w 505337"/>
                <a:gd name="connsiteY67" fmla="*/ 21561 h 504642"/>
                <a:gd name="connsiteX68" fmla="*/ 120610 w 505337"/>
                <a:gd name="connsiteY68" fmla="*/ 76920 h 504642"/>
                <a:gd name="connsiteX69" fmla="*/ 149161 w 505337"/>
                <a:gd name="connsiteY69" fmla="*/ 110718 h 504642"/>
                <a:gd name="connsiteX70" fmla="*/ 98469 w 505337"/>
                <a:gd name="connsiteY70" fmla="*/ 153257 h 504642"/>
                <a:gd name="connsiteX71" fmla="*/ 69919 w 505337"/>
                <a:gd name="connsiteY71" fmla="*/ 119459 h 504642"/>
                <a:gd name="connsiteX72" fmla="*/ 120610 w 505337"/>
                <a:gd name="connsiteY72" fmla="*/ 76920 h 504642"/>
                <a:gd name="connsiteX73" fmla="*/ 138673 w 505337"/>
                <a:gd name="connsiteY73" fmla="*/ 201624 h 504642"/>
                <a:gd name="connsiteX74" fmla="*/ 110705 w 505337"/>
                <a:gd name="connsiteY74" fmla="*/ 168408 h 504642"/>
                <a:gd name="connsiteX75" fmla="*/ 161396 w 505337"/>
                <a:gd name="connsiteY75" fmla="*/ 125869 h 504642"/>
                <a:gd name="connsiteX76" fmla="*/ 189364 w 505337"/>
                <a:gd name="connsiteY76" fmla="*/ 159085 h 504642"/>
                <a:gd name="connsiteX77" fmla="*/ 138673 w 505337"/>
                <a:gd name="connsiteY77" fmla="*/ 201624 h 504642"/>
                <a:gd name="connsiteX78" fmla="*/ 143917 w 505337"/>
                <a:gd name="connsiteY78" fmla="*/ 471427 h 504642"/>
                <a:gd name="connsiteX79" fmla="*/ 30881 w 505337"/>
                <a:gd name="connsiteY79" fmla="*/ 335069 h 504642"/>
                <a:gd name="connsiteX80" fmla="*/ 132846 w 505337"/>
                <a:gd name="connsiteY80" fmla="*/ 365370 h 504642"/>
                <a:gd name="connsiteX81" fmla="*/ 143917 w 505337"/>
                <a:gd name="connsiteY81" fmla="*/ 471427 h 504642"/>
                <a:gd name="connsiteX82" fmla="*/ 153822 w 505337"/>
                <a:gd name="connsiteY82" fmla="*/ 367701 h 504642"/>
                <a:gd name="connsiteX83" fmla="*/ 145082 w 505337"/>
                <a:gd name="connsiteY83" fmla="*/ 354299 h 504642"/>
                <a:gd name="connsiteX84" fmla="*/ 138090 w 505337"/>
                <a:gd name="connsiteY84" fmla="*/ 347306 h 504642"/>
                <a:gd name="connsiteX85" fmla="*/ 157900 w 505337"/>
                <a:gd name="connsiteY85" fmla="*/ 330990 h 504642"/>
                <a:gd name="connsiteX86" fmla="*/ 174215 w 505337"/>
                <a:gd name="connsiteY86" fmla="*/ 350802 h 504642"/>
                <a:gd name="connsiteX87" fmla="*/ 153822 w 505337"/>
                <a:gd name="connsiteY87" fmla="*/ 367701 h 504642"/>
                <a:gd name="connsiteX88" fmla="*/ 245882 w 505337"/>
                <a:gd name="connsiteY88" fmla="*/ 371781 h 504642"/>
                <a:gd name="connsiteX89" fmla="*/ 229567 w 505337"/>
                <a:gd name="connsiteY89" fmla="*/ 377608 h 504642"/>
                <a:gd name="connsiteX90" fmla="*/ 215584 w 505337"/>
                <a:gd name="connsiteY90" fmla="*/ 369450 h 504642"/>
                <a:gd name="connsiteX91" fmla="*/ 149161 w 505337"/>
                <a:gd name="connsiteY91" fmla="*/ 290199 h 504642"/>
                <a:gd name="connsiteX92" fmla="*/ 146247 w 505337"/>
                <a:gd name="connsiteY92" fmla="*/ 264559 h 504642"/>
                <a:gd name="connsiteX93" fmla="*/ 307061 w 505337"/>
                <a:gd name="connsiteY93" fmla="*/ 131114 h 504642"/>
                <a:gd name="connsiteX94" fmla="*/ 307061 w 505337"/>
                <a:gd name="connsiteY94" fmla="*/ 131114 h 504642"/>
                <a:gd name="connsiteX95" fmla="*/ 314635 w 505337"/>
                <a:gd name="connsiteY95" fmla="*/ 128783 h 504642"/>
                <a:gd name="connsiteX96" fmla="*/ 316966 w 505337"/>
                <a:gd name="connsiteY96" fmla="*/ 128783 h 504642"/>
                <a:gd name="connsiteX97" fmla="*/ 331533 w 505337"/>
                <a:gd name="connsiteY97" fmla="*/ 137524 h 504642"/>
                <a:gd name="connsiteX98" fmla="*/ 397956 w 505337"/>
                <a:gd name="connsiteY98" fmla="*/ 216775 h 504642"/>
                <a:gd name="connsiteX99" fmla="*/ 405530 w 505337"/>
                <a:gd name="connsiteY99" fmla="*/ 234257 h 504642"/>
                <a:gd name="connsiteX100" fmla="*/ 400869 w 505337"/>
                <a:gd name="connsiteY100" fmla="*/ 241832 h 504642"/>
                <a:gd name="connsiteX101" fmla="*/ 245882 w 505337"/>
                <a:gd name="connsiteY101" fmla="*/ 371781 h 504642"/>
                <a:gd name="connsiteX102" fmla="*/ 415435 w 505337"/>
                <a:gd name="connsiteY102" fmla="*/ 298357 h 504642"/>
                <a:gd name="connsiteX103" fmla="*/ 443986 w 505337"/>
                <a:gd name="connsiteY103" fmla="*/ 332155 h 504642"/>
                <a:gd name="connsiteX104" fmla="*/ 393294 w 505337"/>
                <a:gd name="connsiteY104" fmla="*/ 374694 h 504642"/>
                <a:gd name="connsiteX105" fmla="*/ 364744 w 505337"/>
                <a:gd name="connsiteY105" fmla="*/ 340896 h 504642"/>
                <a:gd name="connsiteX106" fmla="*/ 415435 w 505337"/>
                <a:gd name="connsiteY106" fmla="*/ 298357 h 504642"/>
                <a:gd name="connsiteX107" fmla="*/ 349012 w 505337"/>
                <a:gd name="connsiteY107" fmla="*/ 353133 h 504642"/>
                <a:gd name="connsiteX108" fmla="*/ 377563 w 505337"/>
                <a:gd name="connsiteY108" fmla="*/ 386931 h 504642"/>
                <a:gd name="connsiteX109" fmla="*/ 326289 w 505337"/>
                <a:gd name="connsiteY109" fmla="*/ 430053 h 504642"/>
                <a:gd name="connsiteX110" fmla="*/ 297738 w 505337"/>
                <a:gd name="connsiteY110" fmla="*/ 396255 h 504642"/>
                <a:gd name="connsiteX111" fmla="*/ 349012 w 505337"/>
                <a:gd name="connsiteY111" fmla="*/ 353133 h 504642"/>
                <a:gd name="connsiteX112" fmla="*/ 366492 w 505337"/>
                <a:gd name="connsiteY112" fmla="*/ 478420 h 504642"/>
                <a:gd name="connsiteX113" fmla="*/ 338524 w 505337"/>
                <a:gd name="connsiteY113" fmla="*/ 445204 h 504642"/>
                <a:gd name="connsiteX114" fmla="*/ 389798 w 505337"/>
                <a:gd name="connsiteY114" fmla="*/ 402082 h 504642"/>
                <a:gd name="connsiteX115" fmla="*/ 417766 w 505337"/>
                <a:gd name="connsiteY115" fmla="*/ 435298 h 504642"/>
                <a:gd name="connsiteX116" fmla="*/ 366492 w 505337"/>
                <a:gd name="connsiteY116" fmla="*/ 478420 h 504642"/>
                <a:gd name="connsiteX117" fmla="*/ 433498 w 505337"/>
                <a:gd name="connsiteY117" fmla="*/ 422478 h 504642"/>
                <a:gd name="connsiteX118" fmla="*/ 405530 w 505337"/>
                <a:gd name="connsiteY118" fmla="*/ 389262 h 504642"/>
                <a:gd name="connsiteX119" fmla="*/ 456221 w 505337"/>
                <a:gd name="connsiteY119" fmla="*/ 346723 h 504642"/>
                <a:gd name="connsiteX120" fmla="*/ 484189 w 505337"/>
                <a:gd name="connsiteY120" fmla="*/ 379939 h 504642"/>
                <a:gd name="connsiteX121" fmla="*/ 433498 w 505337"/>
                <a:gd name="connsiteY121" fmla="*/ 422478 h 50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505337" h="504642">
                  <a:moveTo>
                    <a:pt x="502251" y="371198"/>
                  </a:moveTo>
                  <a:lnTo>
                    <a:pt x="427671" y="282040"/>
                  </a:lnTo>
                  <a:cubicBezTo>
                    <a:pt x="425341" y="279709"/>
                    <a:pt x="421845" y="277379"/>
                    <a:pt x="418349" y="276796"/>
                  </a:cubicBezTo>
                  <a:lnTo>
                    <a:pt x="418349" y="276796"/>
                  </a:lnTo>
                  <a:cubicBezTo>
                    <a:pt x="413687" y="276213"/>
                    <a:pt x="409026" y="277961"/>
                    <a:pt x="404365" y="281458"/>
                  </a:cubicBezTo>
                  <a:lnTo>
                    <a:pt x="351926" y="325162"/>
                  </a:lnTo>
                  <a:lnTo>
                    <a:pt x="344351" y="315839"/>
                  </a:lnTo>
                  <a:lnTo>
                    <a:pt x="413105" y="258731"/>
                  </a:lnTo>
                  <a:cubicBezTo>
                    <a:pt x="420097" y="252904"/>
                    <a:pt x="424175" y="245911"/>
                    <a:pt x="424758" y="237753"/>
                  </a:cubicBezTo>
                  <a:cubicBezTo>
                    <a:pt x="425923" y="227264"/>
                    <a:pt x="421845" y="215609"/>
                    <a:pt x="412522" y="205703"/>
                  </a:cubicBezTo>
                  <a:lnTo>
                    <a:pt x="346099" y="126452"/>
                  </a:lnTo>
                  <a:cubicBezTo>
                    <a:pt x="339107" y="118294"/>
                    <a:pt x="330367" y="112467"/>
                    <a:pt x="321045" y="110718"/>
                  </a:cubicBezTo>
                  <a:cubicBezTo>
                    <a:pt x="310557" y="108387"/>
                    <a:pt x="301234" y="110718"/>
                    <a:pt x="293660" y="116546"/>
                  </a:cubicBezTo>
                  <a:lnTo>
                    <a:pt x="225489" y="172487"/>
                  </a:lnTo>
                  <a:lnTo>
                    <a:pt x="216749" y="161416"/>
                  </a:lnTo>
                  <a:lnTo>
                    <a:pt x="269771" y="117128"/>
                  </a:lnTo>
                  <a:cubicBezTo>
                    <a:pt x="277345" y="110718"/>
                    <a:pt x="279093" y="100229"/>
                    <a:pt x="273849" y="93819"/>
                  </a:cubicBezTo>
                  <a:lnTo>
                    <a:pt x="198686" y="5245"/>
                  </a:lnTo>
                  <a:cubicBezTo>
                    <a:pt x="195773" y="2914"/>
                    <a:pt x="192860" y="583"/>
                    <a:pt x="189364" y="0"/>
                  </a:cubicBezTo>
                  <a:cubicBezTo>
                    <a:pt x="184703" y="0"/>
                    <a:pt x="180041" y="1748"/>
                    <a:pt x="175380" y="5245"/>
                  </a:cubicBezTo>
                  <a:lnTo>
                    <a:pt x="55935" y="106057"/>
                  </a:lnTo>
                  <a:cubicBezTo>
                    <a:pt x="48361" y="112467"/>
                    <a:pt x="46613" y="122956"/>
                    <a:pt x="51857" y="129366"/>
                  </a:cubicBezTo>
                  <a:lnTo>
                    <a:pt x="126437" y="217940"/>
                  </a:lnTo>
                  <a:cubicBezTo>
                    <a:pt x="128767" y="220271"/>
                    <a:pt x="132263" y="222602"/>
                    <a:pt x="135759" y="223185"/>
                  </a:cubicBezTo>
                  <a:lnTo>
                    <a:pt x="135759" y="223185"/>
                  </a:lnTo>
                  <a:cubicBezTo>
                    <a:pt x="140421" y="223768"/>
                    <a:pt x="145082" y="222019"/>
                    <a:pt x="149743" y="218523"/>
                  </a:cubicBezTo>
                  <a:lnTo>
                    <a:pt x="202182" y="174818"/>
                  </a:lnTo>
                  <a:lnTo>
                    <a:pt x="210922" y="185890"/>
                  </a:lnTo>
                  <a:lnTo>
                    <a:pt x="134011" y="250573"/>
                  </a:lnTo>
                  <a:cubicBezTo>
                    <a:pt x="120028" y="262810"/>
                    <a:pt x="120028" y="286702"/>
                    <a:pt x="134594" y="304184"/>
                  </a:cubicBezTo>
                  <a:lnTo>
                    <a:pt x="143917" y="315839"/>
                  </a:lnTo>
                  <a:lnTo>
                    <a:pt x="120610" y="335651"/>
                  </a:lnTo>
                  <a:cubicBezTo>
                    <a:pt x="87981" y="316421"/>
                    <a:pt x="44282" y="314090"/>
                    <a:pt x="12818" y="323414"/>
                  </a:cubicBezTo>
                  <a:lnTo>
                    <a:pt x="0" y="327493"/>
                  </a:lnTo>
                  <a:lnTo>
                    <a:pt x="66423" y="406744"/>
                  </a:lnTo>
                  <a:lnTo>
                    <a:pt x="50109" y="419564"/>
                  </a:lnTo>
                  <a:cubicBezTo>
                    <a:pt x="44282" y="424226"/>
                    <a:pt x="43699" y="432967"/>
                    <a:pt x="48943" y="438794"/>
                  </a:cubicBezTo>
                  <a:cubicBezTo>
                    <a:pt x="53605" y="444622"/>
                    <a:pt x="62344" y="445787"/>
                    <a:pt x="68754" y="440542"/>
                  </a:cubicBezTo>
                  <a:lnTo>
                    <a:pt x="84485" y="427140"/>
                  </a:lnTo>
                  <a:lnTo>
                    <a:pt x="149743" y="504642"/>
                  </a:lnTo>
                  <a:lnTo>
                    <a:pt x="155570" y="492988"/>
                  </a:lnTo>
                  <a:cubicBezTo>
                    <a:pt x="170136" y="465017"/>
                    <a:pt x="175380" y="425391"/>
                    <a:pt x="165475" y="391011"/>
                  </a:cubicBezTo>
                  <a:lnTo>
                    <a:pt x="191112" y="369450"/>
                  </a:lnTo>
                  <a:lnTo>
                    <a:pt x="202182" y="382852"/>
                  </a:lnTo>
                  <a:cubicBezTo>
                    <a:pt x="209757" y="391593"/>
                    <a:pt x="219080" y="396838"/>
                    <a:pt x="228985" y="398003"/>
                  </a:cubicBezTo>
                  <a:cubicBezTo>
                    <a:pt x="229567" y="398003"/>
                    <a:pt x="229567" y="398003"/>
                    <a:pt x="230150" y="398003"/>
                  </a:cubicBezTo>
                  <a:cubicBezTo>
                    <a:pt x="240638" y="399169"/>
                    <a:pt x="251708" y="395090"/>
                    <a:pt x="261031" y="387514"/>
                  </a:cubicBezTo>
                  <a:lnTo>
                    <a:pt x="330950" y="329241"/>
                  </a:lnTo>
                  <a:lnTo>
                    <a:pt x="338524" y="338565"/>
                  </a:lnTo>
                  <a:lnTo>
                    <a:pt x="285503" y="382852"/>
                  </a:lnTo>
                  <a:cubicBezTo>
                    <a:pt x="282589" y="385183"/>
                    <a:pt x="280259" y="388680"/>
                    <a:pt x="278511" y="392759"/>
                  </a:cubicBezTo>
                  <a:cubicBezTo>
                    <a:pt x="276763" y="398003"/>
                    <a:pt x="277928" y="402665"/>
                    <a:pt x="281424" y="406744"/>
                  </a:cubicBezTo>
                  <a:lnTo>
                    <a:pt x="356004" y="495902"/>
                  </a:lnTo>
                  <a:cubicBezTo>
                    <a:pt x="358335" y="498232"/>
                    <a:pt x="361831" y="500563"/>
                    <a:pt x="365327" y="501146"/>
                  </a:cubicBezTo>
                  <a:lnTo>
                    <a:pt x="365327" y="501146"/>
                  </a:lnTo>
                  <a:cubicBezTo>
                    <a:pt x="369988" y="501729"/>
                    <a:pt x="374649" y="499981"/>
                    <a:pt x="379311" y="496484"/>
                  </a:cubicBezTo>
                  <a:lnTo>
                    <a:pt x="499338" y="396255"/>
                  </a:lnTo>
                  <a:cubicBezTo>
                    <a:pt x="505747" y="388097"/>
                    <a:pt x="507495" y="377608"/>
                    <a:pt x="502251" y="371198"/>
                  </a:cubicBezTo>
                  <a:close/>
                  <a:moveTo>
                    <a:pt x="204513" y="146265"/>
                  </a:moveTo>
                  <a:lnTo>
                    <a:pt x="176545" y="113049"/>
                  </a:lnTo>
                  <a:lnTo>
                    <a:pt x="227819" y="69927"/>
                  </a:lnTo>
                  <a:lnTo>
                    <a:pt x="255787" y="103143"/>
                  </a:lnTo>
                  <a:lnTo>
                    <a:pt x="204513" y="146265"/>
                  </a:lnTo>
                  <a:close/>
                  <a:moveTo>
                    <a:pt x="187616" y="21561"/>
                  </a:moveTo>
                  <a:lnTo>
                    <a:pt x="216166" y="55359"/>
                  </a:lnTo>
                  <a:lnTo>
                    <a:pt x="164892" y="98481"/>
                  </a:lnTo>
                  <a:lnTo>
                    <a:pt x="136342" y="64683"/>
                  </a:lnTo>
                  <a:lnTo>
                    <a:pt x="187616" y="21561"/>
                  </a:lnTo>
                  <a:close/>
                  <a:moveTo>
                    <a:pt x="120610" y="76920"/>
                  </a:moveTo>
                  <a:lnTo>
                    <a:pt x="149161" y="110718"/>
                  </a:lnTo>
                  <a:lnTo>
                    <a:pt x="98469" y="153257"/>
                  </a:lnTo>
                  <a:lnTo>
                    <a:pt x="69919" y="119459"/>
                  </a:lnTo>
                  <a:lnTo>
                    <a:pt x="120610" y="76920"/>
                  </a:lnTo>
                  <a:close/>
                  <a:moveTo>
                    <a:pt x="138673" y="201624"/>
                  </a:moveTo>
                  <a:lnTo>
                    <a:pt x="110705" y="168408"/>
                  </a:lnTo>
                  <a:lnTo>
                    <a:pt x="161396" y="125869"/>
                  </a:lnTo>
                  <a:lnTo>
                    <a:pt x="189364" y="159085"/>
                  </a:lnTo>
                  <a:lnTo>
                    <a:pt x="138673" y="201624"/>
                  </a:lnTo>
                  <a:close/>
                  <a:moveTo>
                    <a:pt x="143917" y="471427"/>
                  </a:moveTo>
                  <a:lnTo>
                    <a:pt x="30881" y="335069"/>
                  </a:lnTo>
                  <a:cubicBezTo>
                    <a:pt x="62344" y="329824"/>
                    <a:pt x="107792" y="336234"/>
                    <a:pt x="132846" y="365370"/>
                  </a:cubicBezTo>
                  <a:cubicBezTo>
                    <a:pt x="156735" y="396255"/>
                    <a:pt x="154404" y="441708"/>
                    <a:pt x="143917" y="471427"/>
                  </a:cubicBezTo>
                  <a:close/>
                  <a:moveTo>
                    <a:pt x="153822" y="367701"/>
                  </a:moveTo>
                  <a:cubicBezTo>
                    <a:pt x="151491" y="363622"/>
                    <a:pt x="147995" y="358960"/>
                    <a:pt x="145082" y="354299"/>
                  </a:cubicBezTo>
                  <a:cubicBezTo>
                    <a:pt x="142751" y="351968"/>
                    <a:pt x="141003" y="349054"/>
                    <a:pt x="138090" y="347306"/>
                  </a:cubicBezTo>
                  <a:lnTo>
                    <a:pt x="157900" y="330990"/>
                  </a:lnTo>
                  <a:lnTo>
                    <a:pt x="174215" y="350802"/>
                  </a:lnTo>
                  <a:lnTo>
                    <a:pt x="153822" y="367701"/>
                  </a:lnTo>
                  <a:close/>
                  <a:moveTo>
                    <a:pt x="245882" y="371781"/>
                  </a:moveTo>
                  <a:cubicBezTo>
                    <a:pt x="240055" y="376442"/>
                    <a:pt x="234811" y="378191"/>
                    <a:pt x="229567" y="377608"/>
                  </a:cubicBezTo>
                  <a:cubicBezTo>
                    <a:pt x="224323" y="377025"/>
                    <a:pt x="219662" y="374111"/>
                    <a:pt x="215584" y="369450"/>
                  </a:cubicBezTo>
                  <a:lnTo>
                    <a:pt x="149161" y="290199"/>
                  </a:lnTo>
                  <a:cubicBezTo>
                    <a:pt x="141586" y="281458"/>
                    <a:pt x="140421" y="269220"/>
                    <a:pt x="146247" y="264559"/>
                  </a:cubicBezTo>
                  <a:lnTo>
                    <a:pt x="307061" y="131114"/>
                  </a:lnTo>
                  <a:lnTo>
                    <a:pt x="307061" y="131114"/>
                  </a:lnTo>
                  <a:cubicBezTo>
                    <a:pt x="309392" y="128783"/>
                    <a:pt x="312305" y="128783"/>
                    <a:pt x="314635" y="128783"/>
                  </a:cubicBezTo>
                  <a:cubicBezTo>
                    <a:pt x="315218" y="128783"/>
                    <a:pt x="316383" y="128783"/>
                    <a:pt x="316966" y="128783"/>
                  </a:cubicBezTo>
                  <a:cubicBezTo>
                    <a:pt x="322210" y="129948"/>
                    <a:pt x="326871" y="133445"/>
                    <a:pt x="331533" y="137524"/>
                  </a:cubicBezTo>
                  <a:lnTo>
                    <a:pt x="397956" y="216775"/>
                  </a:lnTo>
                  <a:cubicBezTo>
                    <a:pt x="403200" y="223185"/>
                    <a:pt x="406113" y="229012"/>
                    <a:pt x="405530" y="234257"/>
                  </a:cubicBezTo>
                  <a:cubicBezTo>
                    <a:pt x="405530" y="237170"/>
                    <a:pt x="403782" y="240084"/>
                    <a:pt x="400869" y="241832"/>
                  </a:cubicBezTo>
                  <a:lnTo>
                    <a:pt x="245882" y="371781"/>
                  </a:lnTo>
                  <a:close/>
                  <a:moveTo>
                    <a:pt x="415435" y="298357"/>
                  </a:moveTo>
                  <a:lnTo>
                    <a:pt x="443986" y="332155"/>
                  </a:lnTo>
                  <a:lnTo>
                    <a:pt x="393294" y="374694"/>
                  </a:lnTo>
                  <a:lnTo>
                    <a:pt x="364744" y="340896"/>
                  </a:lnTo>
                  <a:lnTo>
                    <a:pt x="415435" y="298357"/>
                  </a:lnTo>
                  <a:close/>
                  <a:moveTo>
                    <a:pt x="349012" y="353133"/>
                  </a:moveTo>
                  <a:lnTo>
                    <a:pt x="377563" y="386931"/>
                  </a:lnTo>
                  <a:lnTo>
                    <a:pt x="326289" y="430053"/>
                  </a:lnTo>
                  <a:lnTo>
                    <a:pt x="297738" y="396255"/>
                  </a:lnTo>
                  <a:lnTo>
                    <a:pt x="349012" y="353133"/>
                  </a:lnTo>
                  <a:close/>
                  <a:moveTo>
                    <a:pt x="366492" y="478420"/>
                  </a:moveTo>
                  <a:lnTo>
                    <a:pt x="338524" y="445204"/>
                  </a:lnTo>
                  <a:lnTo>
                    <a:pt x="389798" y="402082"/>
                  </a:lnTo>
                  <a:lnTo>
                    <a:pt x="417766" y="435298"/>
                  </a:lnTo>
                  <a:lnTo>
                    <a:pt x="366492" y="478420"/>
                  </a:lnTo>
                  <a:close/>
                  <a:moveTo>
                    <a:pt x="433498" y="422478"/>
                  </a:moveTo>
                  <a:lnTo>
                    <a:pt x="405530" y="389262"/>
                  </a:lnTo>
                  <a:lnTo>
                    <a:pt x="456221" y="346723"/>
                  </a:lnTo>
                  <a:lnTo>
                    <a:pt x="484189" y="379939"/>
                  </a:lnTo>
                  <a:lnTo>
                    <a:pt x="433498" y="422478"/>
                  </a:ln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1" name="手繪多邊形 151">
              <a:extLst>
                <a:ext uri="{FF2B5EF4-FFF2-40B4-BE49-F238E27FC236}">
                  <a16:creationId xmlns:a16="http://schemas.microsoft.com/office/drawing/2014/main" id="{6DAA745A-7C66-4D5F-864E-94B7F171EB52}"/>
                </a:ext>
              </a:extLst>
            </p:cNvPr>
            <p:cNvSpPr/>
            <p:nvPr/>
          </p:nvSpPr>
          <p:spPr>
            <a:xfrm>
              <a:off x="9173984" y="6121043"/>
              <a:ext cx="65409" cy="74559"/>
            </a:xfrm>
            <a:custGeom>
              <a:avLst/>
              <a:gdLst>
                <a:gd name="connsiteX0" fmla="*/ 57683 w 65409"/>
                <a:gd name="connsiteY0" fmla="*/ 38431 h 74559"/>
                <a:gd name="connsiteX1" fmla="*/ 34959 w 65409"/>
                <a:gd name="connsiteY1" fmla="*/ 11042 h 74559"/>
                <a:gd name="connsiteX2" fmla="*/ 0 w 65409"/>
                <a:gd name="connsiteY2" fmla="*/ 4632 h 74559"/>
                <a:gd name="connsiteX3" fmla="*/ 58266 w 65409"/>
                <a:gd name="connsiteY3" fmla="*/ 74560 h 74559"/>
                <a:gd name="connsiteX4" fmla="*/ 57683 w 65409"/>
                <a:gd name="connsiteY4" fmla="*/ 38431 h 74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409" h="74559">
                  <a:moveTo>
                    <a:pt x="57683" y="38431"/>
                  </a:moveTo>
                  <a:lnTo>
                    <a:pt x="34959" y="11042"/>
                  </a:lnTo>
                  <a:cubicBezTo>
                    <a:pt x="25054" y="-612"/>
                    <a:pt x="9323" y="-3526"/>
                    <a:pt x="0" y="4632"/>
                  </a:cubicBezTo>
                  <a:lnTo>
                    <a:pt x="58266" y="74560"/>
                  </a:lnTo>
                  <a:cubicBezTo>
                    <a:pt x="68171" y="66402"/>
                    <a:pt x="67588" y="50085"/>
                    <a:pt x="57683" y="38431"/>
                  </a:cubicBez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2" name="手繪多邊形 152">
              <a:extLst>
                <a:ext uri="{FF2B5EF4-FFF2-40B4-BE49-F238E27FC236}">
                  <a16:creationId xmlns:a16="http://schemas.microsoft.com/office/drawing/2014/main" id="{C6EFCE4B-F2C0-445F-92EF-5F83218892A9}"/>
                </a:ext>
              </a:extLst>
            </p:cNvPr>
            <p:cNvSpPr/>
            <p:nvPr/>
          </p:nvSpPr>
          <p:spPr>
            <a:xfrm>
              <a:off x="8991611" y="6258378"/>
              <a:ext cx="82978" cy="82323"/>
            </a:xfrm>
            <a:custGeom>
              <a:avLst/>
              <a:gdLst>
                <a:gd name="connsiteX0" fmla="*/ 78076 w 82978"/>
                <a:gd name="connsiteY0" fmla="*/ 29878 h 82323"/>
                <a:gd name="connsiteX1" fmla="*/ 68754 w 82978"/>
                <a:gd name="connsiteY1" fmla="*/ 23468 h 82323"/>
                <a:gd name="connsiteX2" fmla="*/ 57101 w 82978"/>
                <a:gd name="connsiteY2" fmla="*/ 24633 h 82323"/>
                <a:gd name="connsiteX3" fmla="*/ 58848 w 82978"/>
                <a:gd name="connsiteY3" fmla="*/ 15310 h 82323"/>
                <a:gd name="connsiteX4" fmla="*/ 54770 w 82978"/>
                <a:gd name="connsiteY4" fmla="*/ 6569 h 82323"/>
                <a:gd name="connsiteX5" fmla="*/ 47778 w 82978"/>
                <a:gd name="connsiteY5" fmla="*/ 1324 h 82323"/>
                <a:gd name="connsiteX6" fmla="*/ 39621 w 82978"/>
                <a:gd name="connsiteY6" fmla="*/ 159 h 82323"/>
                <a:gd name="connsiteX7" fmla="*/ 32046 w 82978"/>
                <a:gd name="connsiteY7" fmla="*/ 2490 h 82323"/>
                <a:gd name="connsiteX8" fmla="*/ 22141 w 82978"/>
                <a:gd name="connsiteY8" fmla="*/ 9482 h 82323"/>
                <a:gd name="connsiteX9" fmla="*/ 0 w 82978"/>
                <a:gd name="connsiteY9" fmla="*/ 26964 h 82323"/>
                <a:gd name="connsiteX10" fmla="*/ 44282 w 82978"/>
                <a:gd name="connsiteY10" fmla="*/ 82323 h 82323"/>
                <a:gd name="connsiteX11" fmla="*/ 63510 w 82978"/>
                <a:gd name="connsiteY11" fmla="*/ 67173 h 82323"/>
                <a:gd name="connsiteX12" fmla="*/ 76911 w 82978"/>
                <a:gd name="connsiteY12" fmla="*/ 56101 h 82323"/>
                <a:gd name="connsiteX13" fmla="*/ 82155 w 82978"/>
                <a:gd name="connsiteY13" fmla="*/ 47360 h 82323"/>
                <a:gd name="connsiteX14" fmla="*/ 82737 w 82978"/>
                <a:gd name="connsiteY14" fmla="*/ 38036 h 82323"/>
                <a:gd name="connsiteX15" fmla="*/ 78076 w 82978"/>
                <a:gd name="connsiteY15" fmla="*/ 29878 h 82323"/>
                <a:gd name="connsiteX16" fmla="*/ 28550 w 82978"/>
                <a:gd name="connsiteY16" fmla="*/ 40950 h 82323"/>
                <a:gd name="connsiteX17" fmla="*/ 18062 w 82978"/>
                <a:gd name="connsiteY17" fmla="*/ 28130 h 82323"/>
                <a:gd name="connsiteX18" fmla="*/ 24472 w 82978"/>
                <a:gd name="connsiteY18" fmla="*/ 22885 h 82323"/>
                <a:gd name="connsiteX19" fmla="*/ 33794 w 82978"/>
                <a:gd name="connsiteY19" fmla="*/ 15892 h 82323"/>
                <a:gd name="connsiteX20" fmla="*/ 39621 w 82978"/>
                <a:gd name="connsiteY20" fmla="*/ 14727 h 82323"/>
                <a:gd name="connsiteX21" fmla="*/ 44865 w 82978"/>
                <a:gd name="connsiteY21" fmla="*/ 17641 h 82323"/>
                <a:gd name="connsiteX22" fmla="*/ 46613 w 82978"/>
                <a:gd name="connsiteY22" fmla="*/ 22885 h 82323"/>
                <a:gd name="connsiteX23" fmla="*/ 43699 w 82978"/>
                <a:gd name="connsiteY23" fmla="*/ 28712 h 82323"/>
                <a:gd name="connsiteX24" fmla="*/ 36125 w 82978"/>
                <a:gd name="connsiteY24" fmla="*/ 35122 h 82323"/>
                <a:gd name="connsiteX25" fmla="*/ 28550 w 82978"/>
                <a:gd name="connsiteY25" fmla="*/ 40950 h 82323"/>
                <a:gd name="connsiteX26" fmla="*/ 65840 w 82978"/>
                <a:gd name="connsiteY26" fmla="*/ 49691 h 82323"/>
                <a:gd name="connsiteX27" fmla="*/ 58266 w 82978"/>
                <a:gd name="connsiteY27" fmla="*/ 56101 h 82323"/>
                <a:gd name="connsiteX28" fmla="*/ 48361 w 82978"/>
                <a:gd name="connsiteY28" fmla="*/ 64259 h 82323"/>
                <a:gd name="connsiteX29" fmla="*/ 36125 w 82978"/>
                <a:gd name="connsiteY29" fmla="*/ 49691 h 82323"/>
                <a:gd name="connsiteX30" fmla="*/ 44865 w 82978"/>
                <a:gd name="connsiteY30" fmla="*/ 42115 h 82323"/>
                <a:gd name="connsiteX31" fmla="*/ 55353 w 82978"/>
                <a:gd name="connsiteY31" fmla="*/ 35122 h 82323"/>
                <a:gd name="connsiteX32" fmla="*/ 60596 w 82978"/>
                <a:gd name="connsiteY32" fmla="*/ 35122 h 82323"/>
                <a:gd name="connsiteX33" fmla="*/ 64675 w 82978"/>
                <a:gd name="connsiteY33" fmla="*/ 38619 h 82323"/>
                <a:gd name="connsiteX34" fmla="*/ 67006 w 82978"/>
                <a:gd name="connsiteY34" fmla="*/ 44446 h 82323"/>
                <a:gd name="connsiteX35" fmla="*/ 65840 w 82978"/>
                <a:gd name="connsiteY35" fmla="*/ 49691 h 8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2978" h="82323">
                  <a:moveTo>
                    <a:pt x="78076" y="29878"/>
                  </a:moveTo>
                  <a:cubicBezTo>
                    <a:pt x="75746" y="26964"/>
                    <a:pt x="72250" y="24633"/>
                    <a:pt x="68754" y="23468"/>
                  </a:cubicBezTo>
                  <a:cubicBezTo>
                    <a:pt x="65258" y="22302"/>
                    <a:pt x="61179" y="22885"/>
                    <a:pt x="57101" y="24633"/>
                  </a:cubicBezTo>
                  <a:cubicBezTo>
                    <a:pt x="58266" y="21720"/>
                    <a:pt x="59431" y="18223"/>
                    <a:pt x="58848" y="15310"/>
                  </a:cubicBezTo>
                  <a:cubicBezTo>
                    <a:pt x="58848" y="11813"/>
                    <a:pt x="57101" y="9482"/>
                    <a:pt x="54770" y="6569"/>
                  </a:cubicBezTo>
                  <a:cubicBezTo>
                    <a:pt x="52439" y="4238"/>
                    <a:pt x="50691" y="2490"/>
                    <a:pt x="47778" y="1324"/>
                  </a:cubicBezTo>
                  <a:cubicBezTo>
                    <a:pt x="44865" y="742"/>
                    <a:pt x="42534" y="-424"/>
                    <a:pt x="39621" y="159"/>
                  </a:cubicBezTo>
                  <a:cubicBezTo>
                    <a:pt x="37290" y="742"/>
                    <a:pt x="34377" y="1324"/>
                    <a:pt x="32046" y="2490"/>
                  </a:cubicBezTo>
                  <a:cubicBezTo>
                    <a:pt x="29716" y="4238"/>
                    <a:pt x="26220" y="5986"/>
                    <a:pt x="22141" y="9482"/>
                  </a:cubicBezTo>
                  <a:lnTo>
                    <a:pt x="0" y="26964"/>
                  </a:lnTo>
                  <a:lnTo>
                    <a:pt x="44282" y="82323"/>
                  </a:lnTo>
                  <a:lnTo>
                    <a:pt x="63510" y="67173"/>
                  </a:lnTo>
                  <a:cubicBezTo>
                    <a:pt x="70502" y="61345"/>
                    <a:pt x="75163" y="57849"/>
                    <a:pt x="76911" y="56101"/>
                  </a:cubicBezTo>
                  <a:cubicBezTo>
                    <a:pt x="79242" y="53187"/>
                    <a:pt x="81572" y="50856"/>
                    <a:pt x="82155" y="47360"/>
                  </a:cubicBezTo>
                  <a:cubicBezTo>
                    <a:pt x="82737" y="44446"/>
                    <a:pt x="83320" y="40950"/>
                    <a:pt x="82737" y="38036"/>
                  </a:cubicBezTo>
                  <a:cubicBezTo>
                    <a:pt x="81572" y="35122"/>
                    <a:pt x="79824" y="32209"/>
                    <a:pt x="78076" y="29878"/>
                  </a:cubicBezTo>
                  <a:close/>
                  <a:moveTo>
                    <a:pt x="28550" y="40950"/>
                  </a:moveTo>
                  <a:lnTo>
                    <a:pt x="18062" y="28130"/>
                  </a:lnTo>
                  <a:lnTo>
                    <a:pt x="24472" y="22885"/>
                  </a:lnTo>
                  <a:cubicBezTo>
                    <a:pt x="29716" y="18806"/>
                    <a:pt x="32629" y="15892"/>
                    <a:pt x="33794" y="15892"/>
                  </a:cubicBezTo>
                  <a:cubicBezTo>
                    <a:pt x="35542" y="14144"/>
                    <a:pt x="37290" y="14144"/>
                    <a:pt x="39621" y="14727"/>
                  </a:cubicBezTo>
                  <a:cubicBezTo>
                    <a:pt x="41951" y="15310"/>
                    <a:pt x="43117" y="16475"/>
                    <a:pt x="44865" y="17641"/>
                  </a:cubicBezTo>
                  <a:cubicBezTo>
                    <a:pt x="46613" y="19389"/>
                    <a:pt x="46613" y="21137"/>
                    <a:pt x="46613" y="22885"/>
                  </a:cubicBezTo>
                  <a:cubicBezTo>
                    <a:pt x="46613" y="24633"/>
                    <a:pt x="45447" y="26964"/>
                    <a:pt x="43699" y="28712"/>
                  </a:cubicBezTo>
                  <a:cubicBezTo>
                    <a:pt x="43117" y="29295"/>
                    <a:pt x="40203" y="31626"/>
                    <a:pt x="36125" y="35122"/>
                  </a:cubicBezTo>
                  <a:lnTo>
                    <a:pt x="28550" y="40950"/>
                  </a:lnTo>
                  <a:close/>
                  <a:moveTo>
                    <a:pt x="65840" y="49691"/>
                  </a:moveTo>
                  <a:cubicBezTo>
                    <a:pt x="65258" y="50856"/>
                    <a:pt x="62344" y="52604"/>
                    <a:pt x="58266" y="56101"/>
                  </a:cubicBezTo>
                  <a:lnTo>
                    <a:pt x="48361" y="64259"/>
                  </a:lnTo>
                  <a:lnTo>
                    <a:pt x="36125" y="49691"/>
                  </a:lnTo>
                  <a:lnTo>
                    <a:pt x="44865" y="42115"/>
                  </a:lnTo>
                  <a:cubicBezTo>
                    <a:pt x="50109" y="38036"/>
                    <a:pt x="53605" y="35122"/>
                    <a:pt x="55353" y="35122"/>
                  </a:cubicBezTo>
                  <a:cubicBezTo>
                    <a:pt x="57101" y="33957"/>
                    <a:pt x="58848" y="34540"/>
                    <a:pt x="60596" y="35122"/>
                  </a:cubicBezTo>
                  <a:cubicBezTo>
                    <a:pt x="62344" y="35705"/>
                    <a:pt x="64092" y="36871"/>
                    <a:pt x="64675" y="38619"/>
                  </a:cubicBezTo>
                  <a:cubicBezTo>
                    <a:pt x="66423" y="40367"/>
                    <a:pt x="67006" y="42115"/>
                    <a:pt x="67006" y="44446"/>
                  </a:cubicBezTo>
                  <a:cubicBezTo>
                    <a:pt x="68171" y="46777"/>
                    <a:pt x="67588" y="48525"/>
                    <a:pt x="65840" y="49691"/>
                  </a:cubicBez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3" name="手繪多邊形 153">
              <a:extLst>
                <a:ext uri="{FF2B5EF4-FFF2-40B4-BE49-F238E27FC236}">
                  <a16:creationId xmlns:a16="http://schemas.microsoft.com/office/drawing/2014/main" id="{5FB53916-867F-43A0-AEB3-1D9742932A1A}"/>
                </a:ext>
              </a:extLst>
            </p:cNvPr>
            <p:cNvSpPr/>
            <p:nvPr/>
          </p:nvSpPr>
          <p:spPr>
            <a:xfrm>
              <a:off x="9048129" y="6218912"/>
              <a:ext cx="64202" cy="74677"/>
            </a:xfrm>
            <a:custGeom>
              <a:avLst/>
              <a:gdLst>
                <a:gd name="connsiteX0" fmla="*/ 59431 w 64202"/>
                <a:gd name="connsiteY0" fmla="*/ 34381 h 74677"/>
                <a:gd name="connsiteX1" fmla="*/ 43699 w 64202"/>
                <a:gd name="connsiteY1" fmla="*/ 25057 h 74677"/>
                <a:gd name="connsiteX2" fmla="*/ 27385 w 64202"/>
                <a:gd name="connsiteY2" fmla="*/ 29136 h 74677"/>
                <a:gd name="connsiteX3" fmla="*/ 21558 w 64202"/>
                <a:gd name="connsiteY3" fmla="*/ 36712 h 74677"/>
                <a:gd name="connsiteX4" fmla="*/ 15732 w 64202"/>
                <a:gd name="connsiteY4" fmla="*/ 26223 h 74677"/>
                <a:gd name="connsiteX5" fmla="*/ 35542 w 64202"/>
                <a:gd name="connsiteY5" fmla="*/ 9906 h 74677"/>
                <a:gd name="connsiteX6" fmla="*/ 27968 w 64202"/>
                <a:gd name="connsiteY6" fmla="*/ 0 h 74677"/>
                <a:gd name="connsiteX7" fmla="*/ 0 w 64202"/>
                <a:gd name="connsiteY7" fmla="*/ 22726 h 74677"/>
                <a:gd name="connsiteX8" fmla="*/ 18062 w 64202"/>
                <a:gd name="connsiteY8" fmla="*/ 55942 h 74677"/>
                <a:gd name="connsiteX9" fmla="*/ 27385 w 64202"/>
                <a:gd name="connsiteY9" fmla="*/ 50115 h 74677"/>
                <a:gd name="connsiteX10" fmla="*/ 32629 w 64202"/>
                <a:gd name="connsiteY10" fmla="*/ 39626 h 74677"/>
                <a:gd name="connsiteX11" fmla="*/ 40203 w 64202"/>
                <a:gd name="connsiteY11" fmla="*/ 37295 h 74677"/>
                <a:gd name="connsiteX12" fmla="*/ 48361 w 64202"/>
                <a:gd name="connsiteY12" fmla="*/ 42539 h 74677"/>
                <a:gd name="connsiteX13" fmla="*/ 52439 w 64202"/>
                <a:gd name="connsiteY13" fmla="*/ 52446 h 74677"/>
                <a:gd name="connsiteX14" fmla="*/ 48943 w 64202"/>
                <a:gd name="connsiteY14" fmla="*/ 59438 h 74677"/>
                <a:gd name="connsiteX15" fmla="*/ 42534 w 64202"/>
                <a:gd name="connsiteY15" fmla="*/ 61769 h 74677"/>
                <a:gd name="connsiteX16" fmla="*/ 35542 w 64202"/>
                <a:gd name="connsiteY16" fmla="*/ 58273 h 74677"/>
                <a:gd name="connsiteX17" fmla="*/ 25054 w 64202"/>
                <a:gd name="connsiteY17" fmla="*/ 68762 h 74677"/>
                <a:gd name="connsiteX18" fmla="*/ 39621 w 64202"/>
                <a:gd name="connsiteY18" fmla="*/ 74589 h 74677"/>
                <a:gd name="connsiteX19" fmla="*/ 55353 w 64202"/>
                <a:gd name="connsiteY19" fmla="*/ 68762 h 74677"/>
                <a:gd name="connsiteX20" fmla="*/ 64092 w 64202"/>
                <a:gd name="connsiteY20" fmla="*/ 48949 h 74677"/>
                <a:gd name="connsiteX21" fmla="*/ 59431 w 64202"/>
                <a:gd name="connsiteY21" fmla="*/ 34381 h 74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4202" h="74677">
                  <a:moveTo>
                    <a:pt x="59431" y="34381"/>
                  </a:moveTo>
                  <a:cubicBezTo>
                    <a:pt x="55353" y="28554"/>
                    <a:pt x="49526" y="25640"/>
                    <a:pt x="43699" y="25057"/>
                  </a:cubicBezTo>
                  <a:cubicBezTo>
                    <a:pt x="37873" y="24475"/>
                    <a:pt x="32629" y="25640"/>
                    <a:pt x="27385" y="29136"/>
                  </a:cubicBezTo>
                  <a:cubicBezTo>
                    <a:pt x="25054" y="31467"/>
                    <a:pt x="22724" y="33216"/>
                    <a:pt x="21558" y="36712"/>
                  </a:cubicBezTo>
                  <a:lnTo>
                    <a:pt x="15732" y="26223"/>
                  </a:lnTo>
                  <a:lnTo>
                    <a:pt x="35542" y="9906"/>
                  </a:lnTo>
                  <a:lnTo>
                    <a:pt x="27968" y="0"/>
                  </a:lnTo>
                  <a:lnTo>
                    <a:pt x="0" y="22726"/>
                  </a:lnTo>
                  <a:lnTo>
                    <a:pt x="18062" y="55942"/>
                  </a:lnTo>
                  <a:lnTo>
                    <a:pt x="27385" y="50115"/>
                  </a:lnTo>
                  <a:cubicBezTo>
                    <a:pt x="27968" y="45453"/>
                    <a:pt x="29133" y="41956"/>
                    <a:pt x="32629" y="39626"/>
                  </a:cubicBezTo>
                  <a:cubicBezTo>
                    <a:pt x="34959" y="37295"/>
                    <a:pt x="37290" y="37295"/>
                    <a:pt x="40203" y="37295"/>
                  </a:cubicBezTo>
                  <a:cubicBezTo>
                    <a:pt x="43117" y="37295"/>
                    <a:pt x="46030" y="39626"/>
                    <a:pt x="48361" y="42539"/>
                  </a:cubicBezTo>
                  <a:cubicBezTo>
                    <a:pt x="51274" y="46618"/>
                    <a:pt x="53022" y="49532"/>
                    <a:pt x="52439" y="52446"/>
                  </a:cubicBezTo>
                  <a:cubicBezTo>
                    <a:pt x="51857" y="55359"/>
                    <a:pt x="51274" y="57690"/>
                    <a:pt x="48943" y="59438"/>
                  </a:cubicBezTo>
                  <a:cubicBezTo>
                    <a:pt x="47195" y="61186"/>
                    <a:pt x="44865" y="61769"/>
                    <a:pt x="42534" y="61769"/>
                  </a:cubicBezTo>
                  <a:cubicBezTo>
                    <a:pt x="40203" y="61769"/>
                    <a:pt x="37290" y="60021"/>
                    <a:pt x="35542" y="58273"/>
                  </a:cubicBezTo>
                  <a:lnTo>
                    <a:pt x="25054" y="68762"/>
                  </a:lnTo>
                  <a:cubicBezTo>
                    <a:pt x="29133" y="72841"/>
                    <a:pt x="34377" y="75172"/>
                    <a:pt x="39621" y="74589"/>
                  </a:cubicBezTo>
                  <a:cubicBezTo>
                    <a:pt x="44865" y="74589"/>
                    <a:pt x="50109" y="72841"/>
                    <a:pt x="55353" y="68762"/>
                  </a:cubicBezTo>
                  <a:cubicBezTo>
                    <a:pt x="61762" y="63517"/>
                    <a:pt x="64675" y="57107"/>
                    <a:pt x="64092" y="48949"/>
                  </a:cubicBezTo>
                  <a:cubicBezTo>
                    <a:pt x="64675" y="44287"/>
                    <a:pt x="62927" y="39043"/>
                    <a:pt x="59431" y="34381"/>
                  </a:cubicBez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4" name="手繪多邊形 154">
              <a:extLst>
                <a:ext uri="{FF2B5EF4-FFF2-40B4-BE49-F238E27FC236}">
                  <a16:creationId xmlns:a16="http://schemas.microsoft.com/office/drawing/2014/main" id="{4777B6C0-9DB6-4F57-AD9B-9297A29B557F}"/>
                </a:ext>
              </a:extLst>
            </p:cNvPr>
            <p:cNvSpPr/>
            <p:nvPr/>
          </p:nvSpPr>
          <p:spPr>
            <a:xfrm>
              <a:off x="9091849" y="6184442"/>
              <a:ext cx="76890" cy="75240"/>
            </a:xfrm>
            <a:custGeom>
              <a:avLst/>
              <a:gdLst>
                <a:gd name="connsiteX0" fmla="*/ 35522 w 76890"/>
                <a:gd name="connsiteY0" fmla="*/ 34470 h 75240"/>
                <a:gd name="connsiteX1" fmla="*/ 42514 w 76890"/>
                <a:gd name="connsiteY1" fmla="*/ 43793 h 75240"/>
                <a:gd name="connsiteX2" fmla="*/ 55333 w 76890"/>
                <a:gd name="connsiteY2" fmla="*/ 33304 h 75240"/>
                <a:gd name="connsiteX3" fmla="*/ 61159 w 76890"/>
                <a:gd name="connsiteY3" fmla="*/ 40297 h 75240"/>
                <a:gd name="connsiteX4" fmla="*/ 58246 w 76890"/>
                <a:gd name="connsiteY4" fmla="*/ 49038 h 75240"/>
                <a:gd name="connsiteX5" fmla="*/ 52419 w 76890"/>
                <a:gd name="connsiteY5" fmla="*/ 56031 h 75240"/>
                <a:gd name="connsiteX6" fmla="*/ 36688 w 76890"/>
                <a:gd name="connsiteY6" fmla="*/ 60110 h 75240"/>
                <a:gd name="connsiteX7" fmla="*/ 20373 w 76890"/>
                <a:gd name="connsiteY7" fmla="*/ 49038 h 75240"/>
                <a:gd name="connsiteX8" fmla="*/ 13964 w 76890"/>
                <a:gd name="connsiteY8" fmla="*/ 32139 h 75240"/>
                <a:gd name="connsiteX9" fmla="*/ 21538 w 76890"/>
                <a:gd name="connsiteY9" fmla="*/ 18153 h 75240"/>
                <a:gd name="connsiteX10" fmla="*/ 31444 w 76890"/>
                <a:gd name="connsiteY10" fmla="*/ 14074 h 75240"/>
                <a:gd name="connsiteX11" fmla="*/ 41349 w 76890"/>
                <a:gd name="connsiteY11" fmla="*/ 16988 h 75240"/>
                <a:gd name="connsiteX12" fmla="*/ 50671 w 76890"/>
                <a:gd name="connsiteY12" fmla="*/ 5916 h 75240"/>
                <a:gd name="connsiteX13" fmla="*/ 33774 w 76890"/>
                <a:gd name="connsiteY13" fmla="*/ 89 h 75240"/>
                <a:gd name="connsiteX14" fmla="*/ 13964 w 76890"/>
                <a:gd name="connsiteY14" fmla="*/ 8830 h 75240"/>
                <a:gd name="connsiteX15" fmla="*/ 2893 w 76890"/>
                <a:gd name="connsiteY15" fmla="*/ 22232 h 75240"/>
                <a:gd name="connsiteX16" fmla="*/ 563 w 76890"/>
                <a:gd name="connsiteY16" fmla="*/ 41462 h 75240"/>
                <a:gd name="connsiteX17" fmla="*/ 9303 w 76890"/>
                <a:gd name="connsiteY17" fmla="*/ 60110 h 75240"/>
                <a:gd name="connsiteX18" fmla="*/ 24452 w 76890"/>
                <a:gd name="connsiteY18" fmla="*/ 72347 h 75240"/>
                <a:gd name="connsiteX19" fmla="*/ 42514 w 76890"/>
                <a:gd name="connsiteY19" fmla="*/ 74678 h 75240"/>
                <a:gd name="connsiteX20" fmla="*/ 60576 w 76890"/>
                <a:gd name="connsiteY20" fmla="*/ 65937 h 75240"/>
                <a:gd name="connsiteX21" fmla="*/ 71647 w 76890"/>
                <a:gd name="connsiteY21" fmla="*/ 52534 h 75240"/>
                <a:gd name="connsiteX22" fmla="*/ 76891 w 76890"/>
                <a:gd name="connsiteY22" fmla="*/ 38549 h 75240"/>
                <a:gd name="connsiteX23" fmla="*/ 59411 w 76890"/>
                <a:gd name="connsiteY23" fmla="*/ 16405 h 75240"/>
                <a:gd name="connsiteX24" fmla="*/ 35522 w 76890"/>
                <a:gd name="connsiteY24" fmla="*/ 34470 h 75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6890" h="75240">
                  <a:moveTo>
                    <a:pt x="35522" y="34470"/>
                  </a:moveTo>
                  <a:lnTo>
                    <a:pt x="42514" y="43793"/>
                  </a:lnTo>
                  <a:lnTo>
                    <a:pt x="55333" y="33304"/>
                  </a:lnTo>
                  <a:lnTo>
                    <a:pt x="61159" y="40297"/>
                  </a:lnTo>
                  <a:cubicBezTo>
                    <a:pt x="60576" y="43210"/>
                    <a:pt x="59411" y="46124"/>
                    <a:pt x="58246" y="49038"/>
                  </a:cubicBezTo>
                  <a:cubicBezTo>
                    <a:pt x="57081" y="51951"/>
                    <a:pt x="54750" y="53700"/>
                    <a:pt x="52419" y="56031"/>
                  </a:cubicBezTo>
                  <a:cubicBezTo>
                    <a:pt x="47758" y="59527"/>
                    <a:pt x="42514" y="61275"/>
                    <a:pt x="36688" y="60110"/>
                  </a:cubicBezTo>
                  <a:cubicBezTo>
                    <a:pt x="30861" y="58944"/>
                    <a:pt x="25617" y="55448"/>
                    <a:pt x="20373" y="49038"/>
                  </a:cubicBezTo>
                  <a:cubicBezTo>
                    <a:pt x="15712" y="42628"/>
                    <a:pt x="13381" y="37383"/>
                    <a:pt x="13964" y="32139"/>
                  </a:cubicBezTo>
                  <a:cubicBezTo>
                    <a:pt x="14546" y="26894"/>
                    <a:pt x="16877" y="21650"/>
                    <a:pt x="21538" y="18153"/>
                  </a:cubicBezTo>
                  <a:cubicBezTo>
                    <a:pt x="24452" y="15822"/>
                    <a:pt x="27948" y="14074"/>
                    <a:pt x="31444" y="14074"/>
                  </a:cubicBezTo>
                  <a:cubicBezTo>
                    <a:pt x="34940" y="14074"/>
                    <a:pt x="37853" y="14657"/>
                    <a:pt x="41349" y="16988"/>
                  </a:cubicBezTo>
                  <a:lnTo>
                    <a:pt x="50671" y="5916"/>
                  </a:lnTo>
                  <a:cubicBezTo>
                    <a:pt x="45427" y="1837"/>
                    <a:pt x="39601" y="-494"/>
                    <a:pt x="33774" y="89"/>
                  </a:cubicBezTo>
                  <a:cubicBezTo>
                    <a:pt x="27365" y="89"/>
                    <a:pt x="20956" y="3002"/>
                    <a:pt x="13964" y="8830"/>
                  </a:cubicBezTo>
                  <a:cubicBezTo>
                    <a:pt x="8720" y="12909"/>
                    <a:pt x="5224" y="17570"/>
                    <a:pt x="2893" y="22232"/>
                  </a:cubicBezTo>
                  <a:cubicBezTo>
                    <a:pt x="-20" y="28642"/>
                    <a:pt x="-603" y="35052"/>
                    <a:pt x="563" y="41462"/>
                  </a:cubicBezTo>
                  <a:cubicBezTo>
                    <a:pt x="1728" y="47872"/>
                    <a:pt x="4641" y="54282"/>
                    <a:pt x="9303" y="60110"/>
                  </a:cubicBezTo>
                  <a:cubicBezTo>
                    <a:pt x="13381" y="65354"/>
                    <a:pt x="18625" y="69433"/>
                    <a:pt x="24452" y="72347"/>
                  </a:cubicBezTo>
                  <a:cubicBezTo>
                    <a:pt x="30278" y="75261"/>
                    <a:pt x="36688" y="75843"/>
                    <a:pt x="42514" y="74678"/>
                  </a:cubicBezTo>
                  <a:cubicBezTo>
                    <a:pt x="48341" y="73512"/>
                    <a:pt x="54750" y="70599"/>
                    <a:pt x="60576" y="65937"/>
                  </a:cubicBezTo>
                  <a:cubicBezTo>
                    <a:pt x="65238" y="62441"/>
                    <a:pt x="68734" y="57779"/>
                    <a:pt x="71647" y="52534"/>
                  </a:cubicBezTo>
                  <a:cubicBezTo>
                    <a:pt x="74560" y="46707"/>
                    <a:pt x="76891" y="42628"/>
                    <a:pt x="76891" y="38549"/>
                  </a:cubicBezTo>
                  <a:lnTo>
                    <a:pt x="59411" y="16405"/>
                  </a:lnTo>
                  <a:lnTo>
                    <a:pt x="35522" y="34470"/>
                  </a:ln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65" name="圖形 24">
            <a:extLst>
              <a:ext uri="{FF2B5EF4-FFF2-40B4-BE49-F238E27FC236}">
                <a16:creationId xmlns:a16="http://schemas.microsoft.com/office/drawing/2014/main" id="{6AE0F578-A02E-4741-AD67-A3CDAB956FBF}"/>
              </a:ext>
            </a:extLst>
          </p:cNvPr>
          <p:cNvGrpSpPr/>
          <p:nvPr userDrawn="1"/>
        </p:nvGrpSpPr>
        <p:grpSpPr>
          <a:xfrm>
            <a:off x="5364117" y="5608722"/>
            <a:ext cx="347657" cy="414333"/>
            <a:chOff x="6257100" y="5991336"/>
            <a:chExt cx="428381" cy="510539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sp>
          <p:nvSpPr>
            <p:cNvPr id="66" name="手繪多邊形 140">
              <a:extLst>
                <a:ext uri="{FF2B5EF4-FFF2-40B4-BE49-F238E27FC236}">
                  <a16:creationId xmlns:a16="http://schemas.microsoft.com/office/drawing/2014/main" id="{F125C221-BDED-4970-8941-07320A6F8D42}"/>
                </a:ext>
              </a:extLst>
            </p:cNvPr>
            <p:cNvSpPr/>
            <p:nvPr/>
          </p:nvSpPr>
          <p:spPr>
            <a:xfrm>
              <a:off x="6357424" y="6358475"/>
              <a:ext cx="51232" cy="81634"/>
            </a:xfrm>
            <a:custGeom>
              <a:avLst/>
              <a:gdLst>
                <a:gd name="connsiteX0" fmla="*/ 13346 w 51232"/>
                <a:gd name="connsiteY0" fmla="*/ 51831 h 81634"/>
                <a:gd name="connsiteX1" fmla="*/ 24109 w 51232"/>
                <a:gd name="connsiteY1" fmla="*/ 51831 h 81634"/>
                <a:gd name="connsiteX2" fmla="*/ 36594 w 51232"/>
                <a:gd name="connsiteY2" fmla="*/ 81635 h 81634"/>
                <a:gd name="connsiteX3" fmla="*/ 51232 w 51232"/>
                <a:gd name="connsiteY3" fmla="*/ 81635 h 81634"/>
                <a:gd name="connsiteX4" fmla="*/ 51232 w 51232"/>
                <a:gd name="connsiteY4" fmla="*/ 80771 h 81634"/>
                <a:gd name="connsiteX5" fmla="*/ 37025 w 51232"/>
                <a:gd name="connsiteY5" fmla="*/ 47512 h 81634"/>
                <a:gd name="connsiteX6" fmla="*/ 46066 w 51232"/>
                <a:gd name="connsiteY6" fmla="*/ 38442 h 81634"/>
                <a:gd name="connsiteX7" fmla="*/ 49079 w 51232"/>
                <a:gd name="connsiteY7" fmla="*/ 24620 h 81634"/>
                <a:gd name="connsiteX8" fmla="*/ 42622 w 51232"/>
                <a:gd name="connsiteY8" fmla="*/ 6479 h 81634"/>
                <a:gd name="connsiteX9" fmla="*/ 24540 w 51232"/>
                <a:gd name="connsiteY9" fmla="*/ 0 h 81634"/>
                <a:gd name="connsiteX10" fmla="*/ 0 w 51232"/>
                <a:gd name="connsiteY10" fmla="*/ 0 h 81634"/>
                <a:gd name="connsiteX11" fmla="*/ 0 w 51232"/>
                <a:gd name="connsiteY11" fmla="*/ 81635 h 81634"/>
                <a:gd name="connsiteX12" fmla="*/ 13777 w 51232"/>
                <a:gd name="connsiteY12" fmla="*/ 81635 h 81634"/>
                <a:gd name="connsiteX13" fmla="*/ 13777 w 51232"/>
                <a:gd name="connsiteY13" fmla="*/ 51831 h 81634"/>
                <a:gd name="connsiteX14" fmla="*/ 13346 w 51232"/>
                <a:gd name="connsiteY14" fmla="*/ 13390 h 81634"/>
                <a:gd name="connsiteX15" fmla="*/ 24109 w 51232"/>
                <a:gd name="connsiteY15" fmla="*/ 13390 h 81634"/>
                <a:gd name="connsiteX16" fmla="*/ 32289 w 51232"/>
                <a:gd name="connsiteY16" fmla="*/ 16845 h 81634"/>
                <a:gd name="connsiteX17" fmla="*/ 34872 w 51232"/>
                <a:gd name="connsiteY17" fmla="*/ 25916 h 81634"/>
                <a:gd name="connsiteX18" fmla="*/ 31859 w 51232"/>
                <a:gd name="connsiteY18" fmla="*/ 34986 h 81634"/>
                <a:gd name="connsiteX19" fmla="*/ 24109 w 51232"/>
                <a:gd name="connsiteY19" fmla="*/ 38010 h 81634"/>
                <a:gd name="connsiteX20" fmla="*/ 13346 w 51232"/>
                <a:gd name="connsiteY20" fmla="*/ 38010 h 81634"/>
                <a:gd name="connsiteX21" fmla="*/ 13346 w 51232"/>
                <a:gd name="connsiteY21" fmla="*/ 13390 h 8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1232" h="81634">
                  <a:moveTo>
                    <a:pt x="13346" y="51831"/>
                  </a:moveTo>
                  <a:lnTo>
                    <a:pt x="24109" y="51831"/>
                  </a:lnTo>
                  <a:lnTo>
                    <a:pt x="36594" y="81635"/>
                  </a:lnTo>
                  <a:lnTo>
                    <a:pt x="51232" y="81635"/>
                  </a:lnTo>
                  <a:lnTo>
                    <a:pt x="51232" y="80771"/>
                  </a:lnTo>
                  <a:lnTo>
                    <a:pt x="37025" y="47512"/>
                  </a:lnTo>
                  <a:cubicBezTo>
                    <a:pt x="40900" y="45353"/>
                    <a:pt x="43913" y="42329"/>
                    <a:pt x="46066" y="38442"/>
                  </a:cubicBezTo>
                  <a:cubicBezTo>
                    <a:pt x="48218" y="34554"/>
                    <a:pt x="49079" y="30235"/>
                    <a:pt x="49079" y="24620"/>
                  </a:cubicBezTo>
                  <a:cubicBezTo>
                    <a:pt x="49079" y="16845"/>
                    <a:pt x="46927" y="10798"/>
                    <a:pt x="42622" y="6479"/>
                  </a:cubicBezTo>
                  <a:cubicBezTo>
                    <a:pt x="38316" y="2160"/>
                    <a:pt x="32289" y="0"/>
                    <a:pt x="24540" y="0"/>
                  </a:cubicBezTo>
                  <a:lnTo>
                    <a:pt x="0" y="0"/>
                  </a:lnTo>
                  <a:lnTo>
                    <a:pt x="0" y="81635"/>
                  </a:lnTo>
                  <a:lnTo>
                    <a:pt x="13777" y="81635"/>
                  </a:lnTo>
                  <a:lnTo>
                    <a:pt x="13777" y="51831"/>
                  </a:lnTo>
                  <a:close/>
                  <a:moveTo>
                    <a:pt x="13346" y="13390"/>
                  </a:moveTo>
                  <a:lnTo>
                    <a:pt x="24109" y="13390"/>
                  </a:lnTo>
                  <a:cubicBezTo>
                    <a:pt x="27553" y="13390"/>
                    <a:pt x="30567" y="14686"/>
                    <a:pt x="32289" y="16845"/>
                  </a:cubicBezTo>
                  <a:cubicBezTo>
                    <a:pt x="34011" y="19005"/>
                    <a:pt x="34872" y="22028"/>
                    <a:pt x="34872" y="25916"/>
                  </a:cubicBezTo>
                  <a:cubicBezTo>
                    <a:pt x="34872" y="29803"/>
                    <a:pt x="34011" y="32827"/>
                    <a:pt x="31859" y="34986"/>
                  </a:cubicBezTo>
                  <a:cubicBezTo>
                    <a:pt x="30136" y="37146"/>
                    <a:pt x="27553" y="38010"/>
                    <a:pt x="24109" y="38010"/>
                  </a:cubicBezTo>
                  <a:lnTo>
                    <a:pt x="13346" y="38010"/>
                  </a:lnTo>
                  <a:lnTo>
                    <a:pt x="13346" y="13390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7" name="手繪多邊形 141">
              <a:extLst>
                <a:ext uri="{FF2B5EF4-FFF2-40B4-BE49-F238E27FC236}">
                  <a16:creationId xmlns:a16="http://schemas.microsoft.com/office/drawing/2014/main" id="{0C4103F9-180A-423B-85D8-6F72A51282C6}"/>
                </a:ext>
              </a:extLst>
            </p:cNvPr>
            <p:cNvSpPr/>
            <p:nvPr/>
          </p:nvSpPr>
          <p:spPr>
            <a:xfrm>
              <a:off x="6413391" y="6377912"/>
              <a:ext cx="46496" cy="63061"/>
            </a:xfrm>
            <a:custGeom>
              <a:avLst/>
              <a:gdLst>
                <a:gd name="connsiteX0" fmla="*/ 23248 w 46496"/>
                <a:gd name="connsiteY0" fmla="*/ 63062 h 63061"/>
                <a:gd name="connsiteX1" fmla="*/ 40038 w 46496"/>
                <a:gd name="connsiteY1" fmla="*/ 54423 h 63061"/>
                <a:gd name="connsiteX2" fmla="*/ 46496 w 46496"/>
                <a:gd name="connsiteY2" fmla="*/ 31963 h 63061"/>
                <a:gd name="connsiteX3" fmla="*/ 46496 w 46496"/>
                <a:gd name="connsiteY3" fmla="*/ 27643 h 63061"/>
                <a:gd name="connsiteX4" fmla="*/ 39608 w 46496"/>
                <a:gd name="connsiteY4" fmla="*/ 7343 h 63061"/>
                <a:gd name="connsiteX5" fmla="*/ 23248 w 46496"/>
                <a:gd name="connsiteY5" fmla="*/ 0 h 63061"/>
                <a:gd name="connsiteX6" fmla="*/ 11194 w 46496"/>
                <a:gd name="connsiteY6" fmla="*/ 3887 h 63061"/>
                <a:gd name="connsiteX7" fmla="*/ 3014 w 46496"/>
                <a:gd name="connsiteY7" fmla="*/ 14686 h 63061"/>
                <a:gd name="connsiteX8" fmla="*/ 0 w 46496"/>
                <a:gd name="connsiteY8" fmla="*/ 30667 h 63061"/>
                <a:gd name="connsiteX9" fmla="*/ 0 w 46496"/>
                <a:gd name="connsiteY9" fmla="*/ 31531 h 63061"/>
                <a:gd name="connsiteX10" fmla="*/ 6458 w 46496"/>
                <a:gd name="connsiteY10" fmla="*/ 54423 h 63061"/>
                <a:gd name="connsiteX11" fmla="*/ 23248 w 46496"/>
                <a:gd name="connsiteY11" fmla="*/ 63062 h 63061"/>
                <a:gd name="connsiteX12" fmla="*/ 15929 w 46496"/>
                <a:gd name="connsiteY12" fmla="*/ 18141 h 63061"/>
                <a:gd name="connsiteX13" fmla="*/ 23248 w 46496"/>
                <a:gd name="connsiteY13" fmla="*/ 13390 h 63061"/>
                <a:gd name="connsiteX14" fmla="*/ 30567 w 46496"/>
                <a:gd name="connsiteY14" fmla="*/ 18141 h 63061"/>
                <a:gd name="connsiteX15" fmla="*/ 33150 w 46496"/>
                <a:gd name="connsiteY15" fmla="*/ 31099 h 63061"/>
                <a:gd name="connsiteX16" fmla="*/ 30567 w 46496"/>
                <a:gd name="connsiteY16" fmla="*/ 45353 h 63061"/>
                <a:gd name="connsiteX17" fmla="*/ 23248 w 46496"/>
                <a:gd name="connsiteY17" fmla="*/ 49672 h 63061"/>
                <a:gd name="connsiteX18" fmla="*/ 15929 w 46496"/>
                <a:gd name="connsiteY18" fmla="*/ 44921 h 63061"/>
                <a:gd name="connsiteX19" fmla="*/ 13346 w 46496"/>
                <a:gd name="connsiteY19" fmla="*/ 31531 h 63061"/>
                <a:gd name="connsiteX20" fmla="*/ 15929 w 46496"/>
                <a:gd name="connsiteY20" fmla="*/ 18141 h 6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496" h="63061">
                  <a:moveTo>
                    <a:pt x="23248" y="63062"/>
                  </a:moveTo>
                  <a:cubicBezTo>
                    <a:pt x="30136" y="63062"/>
                    <a:pt x="35733" y="60038"/>
                    <a:pt x="40038" y="54423"/>
                  </a:cubicBezTo>
                  <a:cubicBezTo>
                    <a:pt x="44344" y="48808"/>
                    <a:pt x="46496" y="41465"/>
                    <a:pt x="46496" y="31963"/>
                  </a:cubicBezTo>
                  <a:lnTo>
                    <a:pt x="46496" y="27643"/>
                  </a:lnTo>
                  <a:cubicBezTo>
                    <a:pt x="46066" y="19005"/>
                    <a:pt x="43483" y="12094"/>
                    <a:pt x="39608" y="7343"/>
                  </a:cubicBezTo>
                  <a:cubicBezTo>
                    <a:pt x="35303" y="2160"/>
                    <a:pt x="30136" y="0"/>
                    <a:pt x="23248" y="0"/>
                  </a:cubicBezTo>
                  <a:cubicBezTo>
                    <a:pt x="18512" y="0"/>
                    <a:pt x="14638" y="1296"/>
                    <a:pt x="11194" y="3887"/>
                  </a:cubicBezTo>
                  <a:cubicBezTo>
                    <a:pt x="7749" y="6479"/>
                    <a:pt x="5166" y="9934"/>
                    <a:pt x="3014" y="14686"/>
                  </a:cubicBezTo>
                  <a:cubicBezTo>
                    <a:pt x="1292" y="19437"/>
                    <a:pt x="0" y="24620"/>
                    <a:pt x="0" y="30667"/>
                  </a:cubicBezTo>
                  <a:lnTo>
                    <a:pt x="0" y="31531"/>
                  </a:lnTo>
                  <a:cubicBezTo>
                    <a:pt x="0" y="41033"/>
                    <a:pt x="2153" y="48808"/>
                    <a:pt x="6458" y="54423"/>
                  </a:cubicBezTo>
                  <a:cubicBezTo>
                    <a:pt x="10763" y="60470"/>
                    <a:pt x="16360" y="63062"/>
                    <a:pt x="23248" y="63062"/>
                  </a:cubicBezTo>
                  <a:close/>
                  <a:moveTo>
                    <a:pt x="15929" y="18141"/>
                  </a:moveTo>
                  <a:cubicBezTo>
                    <a:pt x="17651" y="15118"/>
                    <a:pt x="20234" y="13390"/>
                    <a:pt x="23248" y="13390"/>
                  </a:cubicBezTo>
                  <a:cubicBezTo>
                    <a:pt x="26692" y="13390"/>
                    <a:pt x="28845" y="15118"/>
                    <a:pt x="30567" y="18141"/>
                  </a:cubicBezTo>
                  <a:cubicBezTo>
                    <a:pt x="32289" y="21165"/>
                    <a:pt x="33150" y="25484"/>
                    <a:pt x="33150" y="31099"/>
                  </a:cubicBezTo>
                  <a:cubicBezTo>
                    <a:pt x="33150" y="37578"/>
                    <a:pt x="32289" y="42329"/>
                    <a:pt x="30567" y="45353"/>
                  </a:cubicBezTo>
                  <a:cubicBezTo>
                    <a:pt x="28845" y="48376"/>
                    <a:pt x="26262" y="49672"/>
                    <a:pt x="23248" y="49672"/>
                  </a:cubicBezTo>
                  <a:cubicBezTo>
                    <a:pt x="19804" y="49672"/>
                    <a:pt x="17651" y="47944"/>
                    <a:pt x="15929" y="44921"/>
                  </a:cubicBezTo>
                  <a:cubicBezTo>
                    <a:pt x="14207" y="41897"/>
                    <a:pt x="13346" y="37578"/>
                    <a:pt x="13346" y="31531"/>
                  </a:cubicBezTo>
                  <a:cubicBezTo>
                    <a:pt x="13346" y="25916"/>
                    <a:pt x="14207" y="21165"/>
                    <a:pt x="15929" y="18141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8" name="手繪多邊形 142">
              <a:extLst>
                <a:ext uri="{FF2B5EF4-FFF2-40B4-BE49-F238E27FC236}">
                  <a16:creationId xmlns:a16="http://schemas.microsoft.com/office/drawing/2014/main" id="{E10E3368-869F-4607-80A2-3F59AFEB029F}"/>
                </a:ext>
              </a:extLst>
            </p:cNvPr>
            <p:cNvSpPr/>
            <p:nvPr/>
          </p:nvSpPr>
          <p:spPr>
            <a:xfrm>
              <a:off x="6468068" y="6354156"/>
              <a:ext cx="44343" cy="87249"/>
            </a:xfrm>
            <a:custGeom>
              <a:avLst/>
              <a:gdLst>
                <a:gd name="connsiteX0" fmla="*/ 12055 w 44343"/>
                <a:gd name="connsiteY0" fmla="*/ 79475 h 87249"/>
                <a:gd name="connsiteX1" fmla="*/ 24970 w 44343"/>
                <a:gd name="connsiteY1" fmla="*/ 87250 h 87249"/>
                <a:gd name="connsiteX2" fmla="*/ 39177 w 44343"/>
                <a:gd name="connsiteY2" fmla="*/ 79043 h 87249"/>
                <a:gd name="connsiteX3" fmla="*/ 44344 w 44343"/>
                <a:gd name="connsiteY3" fmla="*/ 56151 h 87249"/>
                <a:gd name="connsiteX4" fmla="*/ 44344 w 44343"/>
                <a:gd name="connsiteY4" fmla="*/ 55287 h 87249"/>
                <a:gd name="connsiteX5" fmla="*/ 39177 w 44343"/>
                <a:gd name="connsiteY5" fmla="*/ 32395 h 87249"/>
                <a:gd name="connsiteX6" fmla="*/ 24970 w 44343"/>
                <a:gd name="connsiteY6" fmla="*/ 24188 h 87249"/>
                <a:gd name="connsiteX7" fmla="*/ 12916 w 44343"/>
                <a:gd name="connsiteY7" fmla="*/ 30667 h 87249"/>
                <a:gd name="connsiteX8" fmla="*/ 12916 w 44343"/>
                <a:gd name="connsiteY8" fmla="*/ 0 h 87249"/>
                <a:gd name="connsiteX9" fmla="*/ 0 w 44343"/>
                <a:gd name="connsiteY9" fmla="*/ 0 h 87249"/>
                <a:gd name="connsiteX10" fmla="*/ 0 w 44343"/>
                <a:gd name="connsiteY10" fmla="*/ 85954 h 87249"/>
                <a:gd name="connsiteX11" fmla="*/ 11624 w 44343"/>
                <a:gd name="connsiteY11" fmla="*/ 85954 h 87249"/>
                <a:gd name="connsiteX12" fmla="*/ 12055 w 44343"/>
                <a:gd name="connsiteY12" fmla="*/ 79475 h 87249"/>
                <a:gd name="connsiteX13" fmla="*/ 12916 w 44343"/>
                <a:gd name="connsiteY13" fmla="*/ 43625 h 87249"/>
                <a:gd name="connsiteX14" fmla="*/ 21526 w 44343"/>
                <a:gd name="connsiteY14" fmla="*/ 37146 h 87249"/>
                <a:gd name="connsiteX15" fmla="*/ 28414 w 44343"/>
                <a:gd name="connsiteY15" fmla="*/ 41465 h 87249"/>
                <a:gd name="connsiteX16" fmla="*/ 30567 w 44343"/>
                <a:gd name="connsiteY16" fmla="*/ 54855 h 87249"/>
                <a:gd name="connsiteX17" fmla="*/ 29706 w 44343"/>
                <a:gd name="connsiteY17" fmla="*/ 66085 h 87249"/>
                <a:gd name="connsiteX18" fmla="*/ 21526 w 44343"/>
                <a:gd name="connsiteY18" fmla="*/ 73860 h 87249"/>
                <a:gd name="connsiteX19" fmla="*/ 12916 w 44343"/>
                <a:gd name="connsiteY19" fmla="*/ 67381 h 87249"/>
                <a:gd name="connsiteX20" fmla="*/ 12916 w 44343"/>
                <a:gd name="connsiteY20" fmla="*/ 43625 h 87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4343" h="87249">
                  <a:moveTo>
                    <a:pt x="12055" y="79475"/>
                  </a:moveTo>
                  <a:cubicBezTo>
                    <a:pt x="15068" y="84658"/>
                    <a:pt x="19373" y="87250"/>
                    <a:pt x="24970" y="87250"/>
                  </a:cubicBezTo>
                  <a:cubicBezTo>
                    <a:pt x="30998" y="87250"/>
                    <a:pt x="35733" y="84658"/>
                    <a:pt x="39177" y="79043"/>
                  </a:cubicBezTo>
                  <a:cubicBezTo>
                    <a:pt x="42622" y="73428"/>
                    <a:pt x="44344" y="66085"/>
                    <a:pt x="44344" y="56151"/>
                  </a:cubicBezTo>
                  <a:lnTo>
                    <a:pt x="44344" y="55287"/>
                  </a:lnTo>
                  <a:cubicBezTo>
                    <a:pt x="44344" y="45353"/>
                    <a:pt x="42622" y="37578"/>
                    <a:pt x="39177" y="32395"/>
                  </a:cubicBezTo>
                  <a:cubicBezTo>
                    <a:pt x="35733" y="26780"/>
                    <a:pt x="30998" y="24188"/>
                    <a:pt x="24970" y="24188"/>
                  </a:cubicBezTo>
                  <a:cubicBezTo>
                    <a:pt x="20235" y="24188"/>
                    <a:pt x="15929" y="26348"/>
                    <a:pt x="12916" y="30667"/>
                  </a:cubicBezTo>
                  <a:lnTo>
                    <a:pt x="12916" y="0"/>
                  </a:lnTo>
                  <a:lnTo>
                    <a:pt x="0" y="0"/>
                  </a:lnTo>
                  <a:lnTo>
                    <a:pt x="0" y="85954"/>
                  </a:lnTo>
                  <a:lnTo>
                    <a:pt x="11624" y="85954"/>
                  </a:lnTo>
                  <a:lnTo>
                    <a:pt x="12055" y="79475"/>
                  </a:lnTo>
                  <a:close/>
                  <a:moveTo>
                    <a:pt x="12916" y="43625"/>
                  </a:moveTo>
                  <a:cubicBezTo>
                    <a:pt x="14638" y="39306"/>
                    <a:pt x="17221" y="37146"/>
                    <a:pt x="21526" y="37146"/>
                  </a:cubicBezTo>
                  <a:cubicBezTo>
                    <a:pt x="24540" y="37146"/>
                    <a:pt x="27123" y="38442"/>
                    <a:pt x="28414" y="41465"/>
                  </a:cubicBezTo>
                  <a:cubicBezTo>
                    <a:pt x="30136" y="44489"/>
                    <a:pt x="30567" y="48808"/>
                    <a:pt x="30567" y="54855"/>
                  </a:cubicBezTo>
                  <a:cubicBezTo>
                    <a:pt x="30567" y="60038"/>
                    <a:pt x="30136" y="63494"/>
                    <a:pt x="29706" y="66085"/>
                  </a:cubicBezTo>
                  <a:cubicBezTo>
                    <a:pt x="28414" y="71268"/>
                    <a:pt x="25401" y="73860"/>
                    <a:pt x="21526" y="73860"/>
                  </a:cubicBezTo>
                  <a:cubicBezTo>
                    <a:pt x="17221" y="73860"/>
                    <a:pt x="14638" y="71700"/>
                    <a:pt x="12916" y="67381"/>
                  </a:cubicBezTo>
                  <a:lnTo>
                    <a:pt x="12916" y="43625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9" name="手繪多邊形 143">
              <a:extLst>
                <a:ext uri="{FF2B5EF4-FFF2-40B4-BE49-F238E27FC236}">
                  <a16:creationId xmlns:a16="http://schemas.microsoft.com/office/drawing/2014/main" id="{A2C364CE-9017-404D-A8C2-8938A03BC388}"/>
                </a:ext>
              </a:extLst>
            </p:cNvPr>
            <p:cNvSpPr/>
            <p:nvPr/>
          </p:nvSpPr>
          <p:spPr>
            <a:xfrm>
              <a:off x="6518008" y="6377912"/>
              <a:ext cx="46496" cy="63061"/>
            </a:xfrm>
            <a:custGeom>
              <a:avLst/>
              <a:gdLst>
                <a:gd name="connsiteX0" fmla="*/ 23248 w 46496"/>
                <a:gd name="connsiteY0" fmla="*/ 63062 h 63061"/>
                <a:gd name="connsiteX1" fmla="*/ 40038 w 46496"/>
                <a:gd name="connsiteY1" fmla="*/ 54423 h 63061"/>
                <a:gd name="connsiteX2" fmla="*/ 46496 w 46496"/>
                <a:gd name="connsiteY2" fmla="*/ 31963 h 63061"/>
                <a:gd name="connsiteX3" fmla="*/ 46496 w 46496"/>
                <a:gd name="connsiteY3" fmla="*/ 27643 h 63061"/>
                <a:gd name="connsiteX4" fmla="*/ 39608 w 46496"/>
                <a:gd name="connsiteY4" fmla="*/ 7343 h 63061"/>
                <a:gd name="connsiteX5" fmla="*/ 23248 w 46496"/>
                <a:gd name="connsiteY5" fmla="*/ 0 h 63061"/>
                <a:gd name="connsiteX6" fmla="*/ 11194 w 46496"/>
                <a:gd name="connsiteY6" fmla="*/ 3887 h 63061"/>
                <a:gd name="connsiteX7" fmla="*/ 3014 w 46496"/>
                <a:gd name="connsiteY7" fmla="*/ 14686 h 63061"/>
                <a:gd name="connsiteX8" fmla="*/ 0 w 46496"/>
                <a:gd name="connsiteY8" fmla="*/ 30667 h 63061"/>
                <a:gd name="connsiteX9" fmla="*/ 0 w 46496"/>
                <a:gd name="connsiteY9" fmla="*/ 31531 h 63061"/>
                <a:gd name="connsiteX10" fmla="*/ 6458 w 46496"/>
                <a:gd name="connsiteY10" fmla="*/ 54423 h 63061"/>
                <a:gd name="connsiteX11" fmla="*/ 23248 w 46496"/>
                <a:gd name="connsiteY11" fmla="*/ 63062 h 63061"/>
                <a:gd name="connsiteX12" fmla="*/ 15929 w 46496"/>
                <a:gd name="connsiteY12" fmla="*/ 18141 h 63061"/>
                <a:gd name="connsiteX13" fmla="*/ 23248 w 46496"/>
                <a:gd name="connsiteY13" fmla="*/ 13390 h 63061"/>
                <a:gd name="connsiteX14" fmla="*/ 30567 w 46496"/>
                <a:gd name="connsiteY14" fmla="*/ 18141 h 63061"/>
                <a:gd name="connsiteX15" fmla="*/ 33150 w 46496"/>
                <a:gd name="connsiteY15" fmla="*/ 31099 h 63061"/>
                <a:gd name="connsiteX16" fmla="*/ 30567 w 46496"/>
                <a:gd name="connsiteY16" fmla="*/ 45353 h 63061"/>
                <a:gd name="connsiteX17" fmla="*/ 23248 w 46496"/>
                <a:gd name="connsiteY17" fmla="*/ 49672 h 63061"/>
                <a:gd name="connsiteX18" fmla="*/ 15929 w 46496"/>
                <a:gd name="connsiteY18" fmla="*/ 44921 h 63061"/>
                <a:gd name="connsiteX19" fmla="*/ 13346 w 46496"/>
                <a:gd name="connsiteY19" fmla="*/ 31531 h 63061"/>
                <a:gd name="connsiteX20" fmla="*/ 15929 w 46496"/>
                <a:gd name="connsiteY20" fmla="*/ 18141 h 6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496" h="63061">
                  <a:moveTo>
                    <a:pt x="23248" y="63062"/>
                  </a:moveTo>
                  <a:cubicBezTo>
                    <a:pt x="30136" y="63062"/>
                    <a:pt x="35733" y="60038"/>
                    <a:pt x="40038" y="54423"/>
                  </a:cubicBezTo>
                  <a:cubicBezTo>
                    <a:pt x="44344" y="48808"/>
                    <a:pt x="46496" y="41465"/>
                    <a:pt x="46496" y="31963"/>
                  </a:cubicBezTo>
                  <a:lnTo>
                    <a:pt x="46496" y="27643"/>
                  </a:lnTo>
                  <a:cubicBezTo>
                    <a:pt x="46066" y="19005"/>
                    <a:pt x="43483" y="12094"/>
                    <a:pt x="39608" y="7343"/>
                  </a:cubicBezTo>
                  <a:cubicBezTo>
                    <a:pt x="35303" y="2160"/>
                    <a:pt x="30136" y="0"/>
                    <a:pt x="23248" y="0"/>
                  </a:cubicBezTo>
                  <a:cubicBezTo>
                    <a:pt x="18512" y="0"/>
                    <a:pt x="14638" y="1296"/>
                    <a:pt x="11194" y="3887"/>
                  </a:cubicBezTo>
                  <a:cubicBezTo>
                    <a:pt x="7749" y="6479"/>
                    <a:pt x="5166" y="9934"/>
                    <a:pt x="3014" y="14686"/>
                  </a:cubicBezTo>
                  <a:cubicBezTo>
                    <a:pt x="1292" y="19437"/>
                    <a:pt x="0" y="24620"/>
                    <a:pt x="0" y="30667"/>
                  </a:cubicBezTo>
                  <a:lnTo>
                    <a:pt x="0" y="31531"/>
                  </a:lnTo>
                  <a:cubicBezTo>
                    <a:pt x="0" y="41033"/>
                    <a:pt x="2153" y="48808"/>
                    <a:pt x="6458" y="54423"/>
                  </a:cubicBezTo>
                  <a:cubicBezTo>
                    <a:pt x="10763" y="60470"/>
                    <a:pt x="16360" y="63062"/>
                    <a:pt x="23248" y="63062"/>
                  </a:cubicBezTo>
                  <a:close/>
                  <a:moveTo>
                    <a:pt x="15929" y="18141"/>
                  </a:moveTo>
                  <a:cubicBezTo>
                    <a:pt x="17651" y="15118"/>
                    <a:pt x="20235" y="13390"/>
                    <a:pt x="23248" y="13390"/>
                  </a:cubicBezTo>
                  <a:cubicBezTo>
                    <a:pt x="26692" y="13390"/>
                    <a:pt x="28845" y="15118"/>
                    <a:pt x="30567" y="18141"/>
                  </a:cubicBezTo>
                  <a:cubicBezTo>
                    <a:pt x="32289" y="21165"/>
                    <a:pt x="33150" y="25484"/>
                    <a:pt x="33150" y="31099"/>
                  </a:cubicBezTo>
                  <a:cubicBezTo>
                    <a:pt x="33150" y="37578"/>
                    <a:pt x="32289" y="42329"/>
                    <a:pt x="30567" y="45353"/>
                  </a:cubicBezTo>
                  <a:cubicBezTo>
                    <a:pt x="28845" y="48376"/>
                    <a:pt x="26262" y="49672"/>
                    <a:pt x="23248" y="49672"/>
                  </a:cubicBezTo>
                  <a:cubicBezTo>
                    <a:pt x="19804" y="49672"/>
                    <a:pt x="17651" y="47944"/>
                    <a:pt x="15929" y="44921"/>
                  </a:cubicBezTo>
                  <a:cubicBezTo>
                    <a:pt x="14207" y="41897"/>
                    <a:pt x="13346" y="37578"/>
                    <a:pt x="13346" y="31531"/>
                  </a:cubicBezTo>
                  <a:cubicBezTo>
                    <a:pt x="13346" y="25916"/>
                    <a:pt x="14207" y="21165"/>
                    <a:pt x="15929" y="18141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08" name="手繪多邊形 144">
              <a:extLst>
                <a:ext uri="{FF2B5EF4-FFF2-40B4-BE49-F238E27FC236}">
                  <a16:creationId xmlns:a16="http://schemas.microsoft.com/office/drawing/2014/main" id="{E5AE243D-D491-4ED4-8390-1EA1A3BA475B}"/>
                </a:ext>
              </a:extLst>
            </p:cNvPr>
            <p:cNvSpPr/>
            <p:nvPr/>
          </p:nvSpPr>
          <p:spPr>
            <a:xfrm>
              <a:off x="6567948" y="6364523"/>
              <a:ext cx="29275" cy="76451"/>
            </a:xfrm>
            <a:custGeom>
              <a:avLst/>
              <a:gdLst>
                <a:gd name="connsiteX0" fmla="*/ 7319 w 29275"/>
                <a:gd name="connsiteY0" fmla="*/ 59174 h 76451"/>
                <a:gd name="connsiteX1" fmla="*/ 21526 w 29275"/>
                <a:gd name="connsiteY1" fmla="*/ 76451 h 76451"/>
                <a:gd name="connsiteX2" fmla="*/ 29275 w 29275"/>
                <a:gd name="connsiteY2" fmla="*/ 75156 h 76451"/>
                <a:gd name="connsiteX3" fmla="*/ 29275 w 29275"/>
                <a:gd name="connsiteY3" fmla="*/ 63062 h 76451"/>
                <a:gd name="connsiteX4" fmla="*/ 25401 w 29275"/>
                <a:gd name="connsiteY4" fmla="*/ 63494 h 76451"/>
                <a:gd name="connsiteX5" fmla="*/ 21526 w 29275"/>
                <a:gd name="connsiteY5" fmla="*/ 62198 h 76451"/>
                <a:gd name="connsiteX6" fmla="*/ 20234 w 29275"/>
                <a:gd name="connsiteY6" fmla="*/ 57015 h 76451"/>
                <a:gd name="connsiteX7" fmla="*/ 20234 w 29275"/>
                <a:gd name="connsiteY7" fmla="*/ 26780 h 76451"/>
                <a:gd name="connsiteX8" fmla="*/ 28845 w 29275"/>
                <a:gd name="connsiteY8" fmla="*/ 26780 h 76451"/>
                <a:gd name="connsiteX9" fmla="*/ 28845 w 29275"/>
                <a:gd name="connsiteY9" fmla="*/ 15118 h 76451"/>
                <a:gd name="connsiteX10" fmla="*/ 20234 w 29275"/>
                <a:gd name="connsiteY10" fmla="*/ 15118 h 76451"/>
                <a:gd name="connsiteX11" fmla="*/ 20234 w 29275"/>
                <a:gd name="connsiteY11" fmla="*/ 0 h 76451"/>
                <a:gd name="connsiteX12" fmla="*/ 7319 w 29275"/>
                <a:gd name="connsiteY12" fmla="*/ 0 h 76451"/>
                <a:gd name="connsiteX13" fmla="*/ 7319 w 29275"/>
                <a:gd name="connsiteY13" fmla="*/ 15118 h 76451"/>
                <a:gd name="connsiteX14" fmla="*/ 0 w 29275"/>
                <a:gd name="connsiteY14" fmla="*/ 15118 h 76451"/>
                <a:gd name="connsiteX15" fmla="*/ 0 w 29275"/>
                <a:gd name="connsiteY15" fmla="*/ 26780 h 76451"/>
                <a:gd name="connsiteX16" fmla="*/ 7319 w 29275"/>
                <a:gd name="connsiteY16" fmla="*/ 26780 h 76451"/>
                <a:gd name="connsiteX17" fmla="*/ 7319 w 29275"/>
                <a:gd name="connsiteY17" fmla="*/ 59174 h 76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9275" h="76451">
                  <a:moveTo>
                    <a:pt x="7319" y="59174"/>
                  </a:moveTo>
                  <a:cubicBezTo>
                    <a:pt x="7319" y="70836"/>
                    <a:pt x="12055" y="76451"/>
                    <a:pt x="21526" y="76451"/>
                  </a:cubicBezTo>
                  <a:cubicBezTo>
                    <a:pt x="24109" y="76451"/>
                    <a:pt x="26692" y="76019"/>
                    <a:pt x="29275" y="75156"/>
                  </a:cubicBezTo>
                  <a:lnTo>
                    <a:pt x="29275" y="63062"/>
                  </a:lnTo>
                  <a:cubicBezTo>
                    <a:pt x="27984" y="63494"/>
                    <a:pt x="26692" y="63494"/>
                    <a:pt x="25401" y="63494"/>
                  </a:cubicBezTo>
                  <a:cubicBezTo>
                    <a:pt x="23248" y="63494"/>
                    <a:pt x="21957" y="63062"/>
                    <a:pt x="21526" y="62198"/>
                  </a:cubicBezTo>
                  <a:cubicBezTo>
                    <a:pt x="21096" y="61334"/>
                    <a:pt x="20234" y="59174"/>
                    <a:pt x="20234" y="57015"/>
                  </a:cubicBezTo>
                  <a:lnTo>
                    <a:pt x="20234" y="26780"/>
                  </a:lnTo>
                  <a:lnTo>
                    <a:pt x="28845" y="26780"/>
                  </a:lnTo>
                  <a:lnTo>
                    <a:pt x="28845" y="15118"/>
                  </a:lnTo>
                  <a:lnTo>
                    <a:pt x="20234" y="15118"/>
                  </a:lnTo>
                  <a:lnTo>
                    <a:pt x="20234" y="0"/>
                  </a:lnTo>
                  <a:lnTo>
                    <a:pt x="7319" y="0"/>
                  </a:lnTo>
                  <a:lnTo>
                    <a:pt x="7319" y="15118"/>
                  </a:lnTo>
                  <a:lnTo>
                    <a:pt x="0" y="15118"/>
                  </a:lnTo>
                  <a:lnTo>
                    <a:pt x="0" y="26780"/>
                  </a:lnTo>
                  <a:lnTo>
                    <a:pt x="7319" y="26780"/>
                  </a:lnTo>
                  <a:lnTo>
                    <a:pt x="7319" y="59174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09" name="手繪多邊形 145">
              <a:extLst>
                <a:ext uri="{FF2B5EF4-FFF2-40B4-BE49-F238E27FC236}">
                  <a16:creationId xmlns:a16="http://schemas.microsoft.com/office/drawing/2014/main" id="{9903479D-67A1-45EC-BD88-3D17E3332899}"/>
                </a:ext>
              </a:extLst>
            </p:cNvPr>
            <p:cNvSpPr/>
            <p:nvPr/>
          </p:nvSpPr>
          <p:spPr>
            <a:xfrm>
              <a:off x="6299734" y="5991336"/>
              <a:ext cx="343125" cy="510539"/>
            </a:xfrm>
            <a:custGeom>
              <a:avLst/>
              <a:gdLst>
                <a:gd name="connsiteX0" fmla="*/ 334946 w 343125"/>
                <a:gd name="connsiteY0" fmla="*/ 54855 h 510539"/>
                <a:gd name="connsiteX1" fmla="*/ 315142 w 343125"/>
                <a:gd name="connsiteY1" fmla="*/ 46648 h 510539"/>
                <a:gd name="connsiteX2" fmla="*/ 210955 w 343125"/>
                <a:gd name="connsiteY2" fmla="*/ 46648 h 510539"/>
                <a:gd name="connsiteX3" fmla="*/ 210955 w 343125"/>
                <a:gd name="connsiteY3" fmla="*/ 44489 h 510539"/>
                <a:gd name="connsiteX4" fmla="*/ 210955 w 343125"/>
                <a:gd name="connsiteY4" fmla="*/ 18573 h 510539"/>
                <a:gd name="connsiteX5" fmla="*/ 205359 w 343125"/>
                <a:gd name="connsiteY5" fmla="*/ 5615 h 510539"/>
                <a:gd name="connsiteX6" fmla="*/ 192443 w 343125"/>
                <a:gd name="connsiteY6" fmla="*/ 0 h 510539"/>
                <a:gd name="connsiteX7" fmla="*/ 150682 w 343125"/>
                <a:gd name="connsiteY7" fmla="*/ 0 h 510539"/>
                <a:gd name="connsiteX8" fmla="*/ 137767 w 343125"/>
                <a:gd name="connsiteY8" fmla="*/ 5615 h 510539"/>
                <a:gd name="connsiteX9" fmla="*/ 137767 w 343125"/>
                <a:gd name="connsiteY9" fmla="*/ 5615 h 510539"/>
                <a:gd name="connsiteX10" fmla="*/ 132170 w 343125"/>
                <a:gd name="connsiteY10" fmla="*/ 18573 h 510539"/>
                <a:gd name="connsiteX11" fmla="*/ 132170 w 343125"/>
                <a:gd name="connsiteY11" fmla="*/ 44489 h 510539"/>
                <a:gd name="connsiteX12" fmla="*/ 132170 w 343125"/>
                <a:gd name="connsiteY12" fmla="*/ 46648 h 510539"/>
                <a:gd name="connsiteX13" fmla="*/ 27984 w 343125"/>
                <a:gd name="connsiteY13" fmla="*/ 46648 h 510539"/>
                <a:gd name="connsiteX14" fmla="*/ 8180 w 343125"/>
                <a:gd name="connsiteY14" fmla="*/ 54855 h 510539"/>
                <a:gd name="connsiteX15" fmla="*/ 8180 w 343125"/>
                <a:gd name="connsiteY15" fmla="*/ 54855 h 510539"/>
                <a:gd name="connsiteX16" fmla="*/ 0 w 343125"/>
                <a:gd name="connsiteY16" fmla="*/ 74724 h 510539"/>
                <a:gd name="connsiteX17" fmla="*/ 0 w 343125"/>
                <a:gd name="connsiteY17" fmla="*/ 255702 h 510539"/>
                <a:gd name="connsiteX18" fmla="*/ 8180 w 343125"/>
                <a:gd name="connsiteY18" fmla="*/ 275571 h 510539"/>
                <a:gd name="connsiteX19" fmla="*/ 8180 w 343125"/>
                <a:gd name="connsiteY19" fmla="*/ 275571 h 510539"/>
                <a:gd name="connsiteX20" fmla="*/ 27984 w 343125"/>
                <a:gd name="connsiteY20" fmla="*/ 283777 h 510539"/>
                <a:gd name="connsiteX21" fmla="*/ 132170 w 343125"/>
                <a:gd name="connsiteY21" fmla="*/ 283777 h 510539"/>
                <a:gd name="connsiteX22" fmla="*/ 132170 w 343125"/>
                <a:gd name="connsiteY22" fmla="*/ 315740 h 510539"/>
                <a:gd name="connsiteX23" fmla="*/ 27984 w 343125"/>
                <a:gd name="connsiteY23" fmla="*/ 315740 h 510539"/>
                <a:gd name="connsiteX24" fmla="*/ 8180 w 343125"/>
                <a:gd name="connsiteY24" fmla="*/ 323947 h 510539"/>
                <a:gd name="connsiteX25" fmla="*/ 8180 w 343125"/>
                <a:gd name="connsiteY25" fmla="*/ 323947 h 510539"/>
                <a:gd name="connsiteX26" fmla="*/ 0 w 343125"/>
                <a:gd name="connsiteY26" fmla="*/ 343815 h 510539"/>
                <a:gd name="connsiteX27" fmla="*/ 0 w 343125"/>
                <a:gd name="connsiteY27" fmla="*/ 482464 h 510539"/>
                <a:gd name="connsiteX28" fmla="*/ 8180 w 343125"/>
                <a:gd name="connsiteY28" fmla="*/ 502333 h 510539"/>
                <a:gd name="connsiteX29" fmla="*/ 8180 w 343125"/>
                <a:gd name="connsiteY29" fmla="*/ 502333 h 510539"/>
                <a:gd name="connsiteX30" fmla="*/ 27984 w 343125"/>
                <a:gd name="connsiteY30" fmla="*/ 510540 h 510539"/>
                <a:gd name="connsiteX31" fmla="*/ 315142 w 343125"/>
                <a:gd name="connsiteY31" fmla="*/ 510540 h 510539"/>
                <a:gd name="connsiteX32" fmla="*/ 334946 w 343125"/>
                <a:gd name="connsiteY32" fmla="*/ 502333 h 510539"/>
                <a:gd name="connsiteX33" fmla="*/ 334946 w 343125"/>
                <a:gd name="connsiteY33" fmla="*/ 502333 h 510539"/>
                <a:gd name="connsiteX34" fmla="*/ 343125 w 343125"/>
                <a:gd name="connsiteY34" fmla="*/ 482464 h 510539"/>
                <a:gd name="connsiteX35" fmla="*/ 343125 w 343125"/>
                <a:gd name="connsiteY35" fmla="*/ 343815 h 510539"/>
                <a:gd name="connsiteX36" fmla="*/ 334946 w 343125"/>
                <a:gd name="connsiteY36" fmla="*/ 323947 h 510539"/>
                <a:gd name="connsiteX37" fmla="*/ 334946 w 343125"/>
                <a:gd name="connsiteY37" fmla="*/ 323947 h 510539"/>
                <a:gd name="connsiteX38" fmla="*/ 315142 w 343125"/>
                <a:gd name="connsiteY38" fmla="*/ 315740 h 510539"/>
                <a:gd name="connsiteX39" fmla="*/ 210955 w 343125"/>
                <a:gd name="connsiteY39" fmla="*/ 315740 h 510539"/>
                <a:gd name="connsiteX40" fmla="*/ 210955 w 343125"/>
                <a:gd name="connsiteY40" fmla="*/ 283777 h 510539"/>
                <a:gd name="connsiteX41" fmla="*/ 314711 w 343125"/>
                <a:gd name="connsiteY41" fmla="*/ 283777 h 510539"/>
                <a:gd name="connsiteX42" fmla="*/ 334515 w 343125"/>
                <a:gd name="connsiteY42" fmla="*/ 275571 h 510539"/>
                <a:gd name="connsiteX43" fmla="*/ 334515 w 343125"/>
                <a:gd name="connsiteY43" fmla="*/ 275571 h 510539"/>
                <a:gd name="connsiteX44" fmla="*/ 342695 w 343125"/>
                <a:gd name="connsiteY44" fmla="*/ 255702 h 510539"/>
                <a:gd name="connsiteX45" fmla="*/ 342695 w 343125"/>
                <a:gd name="connsiteY45" fmla="*/ 74724 h 510539"/>
                <a:gd name="connsiteX46" fmla="*/ 334946 w 343125"/>
                <a:gd name="connsiteY46" fmla="*/ 54855 h 510539"/>
                <a:gd name="connsiteX47" fmla="*/ 334946 w 343125"/>
                <a:gd name="connsiteY47" fmla="*/ 54855 h 510539"/>
                <a:gd name="connsiteX48" fmla="*/ 148530 w 343125"/>
                <a:gd name="connsiteY48" fmla="*/ 18141 h 510539"/>
                <a:gd name="connsiteX49" fmla="*/ 149391 w 343125"/>
                <a:gd name="connsiteY49" fmla="*/ 16413 h 510539"/>
                <a:gd name="connsiteX50" fmla="*/ 149391 w 343125"/>
                <a:gd name="connsiteY50" fmla="*/ 16413 h 510539"/>
                <a:gd name="connsiteX51" fmla="*/ 151113 w 343125"/>
                <a:gd name="connsiteY51" fmla="*/ 15549 h 510539"/>
                <a:gd name="connsiteX52" fmla="*/ 192874 w 343125"/>
                <a:gd name="connsiteY52" fmla="*/ 15549 h 510539"/>
                <a:gd name="connsiteX53" fmla="*/ 194596 w 343125"/>
                <a:gd name="connsiteY53" fmla="*/ 16413 h 510539"/>
                <a:gd name="connsiteX54" fmla="*/ 195457 w 343125"/>
                <a:gd name="connsiteY54" fmla="*/ 18141 h 510539"/>
                <a:gd name="connsiteX55" fmla="*/ 195457 w 343125"/>
                <a:gd name="connsiteY55" fmla="*/ 44057 h 510539"/>
                <a:gd name="connsiteX56" fmla="*/ 194596 w 343125"/>
                <a:gd name="connsiteY56" fmla="*/ 45784 h 510539"/>
                <a:gd name="connsiteX57" fmla="*/ 192874 w 343125"/>
                <a:gd name="connsiteY57" fmla="*/ 46648 h 510539"/>
                <a:gd name="connsiteX58" fmla="*/ 150682 w 343125"/>
                <a:gd name="connsiteY58" fmla="*/ 46648 h 510539"/>
                <a:gd name="connsiteX59" fmla="*/ 148960 w 343125"/>
                <a:gd name="connsiteY59" fmla="*/ 45784 h 510539"/>
                <a:gd name="connsiteX60" fmla="*/ 148960 w 343125"/>
                <a:gd name="connsiteY60" fmla="*/ 45784 h 510539"/>
                <a:gd name="connsiteX61" fmla="*/ 148099 w 343125"/>
                <a:gd name="connsiteY61" fmla="*/ 44057 h 510539"/>
                <a:gd name="connsiteX62" fmla="*/ 148099 w 343125"/>
                <a:gd name="connsiteY62" fmla="*/ 18141 h 510539"/>
                <a:gd name="connsiteX63" fmla="*/ 314711 w 343125"/>
                <a:gd name="connsiteY63" fmla="*/ 331721 h 510539"/>
                <a:gd name="connsiteX64" fmla="*/ 322891 w 343125"/>
                <a:gd name="connsiteY64" fmla="*/ 335177 h 510539"/>
                <a:gd name="connsiteX65" fmla="*/ 322891 w 343125"/>
                <a:gd name="connsiteY65" fmla="*/ 335177 h 510539"/>
                <a:gd name="connsiteX66" fmla="*/ 326335 w 343125"/>
                <a:gd name="connsiteY66" fmla="*/ 343815 h 510539"/>
                <a:gd name="connsiteX67" fmla="*/ 326335 w 343125"/>
                <a:gd name="connsiteY67" fmla="*/ 482464 h 510539"/>
                <a:gd name="connsiteX68" fmla="*/ 322891 w 343125"/>
                <a:gd name="connsiteY68" fmla="*/ 491103 h 510539"/>
                <a:gd name="connsiteX69" fmla="*/ 322891 w 343125"/>
                <a:gd name="connsiteY69" fmla="*/ 491103 h 510539"/>
                <a:gd name="connsiteX70" fmla="*/ 314711 w 343125"/>
                <a:gd name="connsiteY70" fmla="*/ 494558 h 510539"/>
                <a:gd name="connsiteX71" fmla="*/ 27984 w 343125"/>
                <a:gd name="connsiteY71" fmla="*/ 494558 h 510539"/>
                <a:gd name="connsiteX72" fmla="*/ 19373 w 343125"/>
                <a:gd name="connsiteY72" fmla="*/ 491103 h 510539"/>
                <a:gd name="connsiteX73" fmla="*/ 15929 w 343125"/>
                <a:gd name="connsiteY73" fmla="*/ 482464 h 510539"/>
                <a:gd name="connsiteX74" fmla="*/ 15929 w 343125"/>
                <a:gd name="connsiteY74" fmla="*/ 343815 h 510539"/>
                <a:gd name="connsiteX75" fmla="*/ 19373 w 343125"/>
                <a:gd name="connsiteY75" fmla="*/ 335177 h 510539"/>
                <a:gd name="connsiteX76" fmla="*/ 27984 w 343125"/>
                <a:gd name="connsiteY76" fmla="*/ 331721 h 510539"/>
                <a:gd name="connsiteX77" fmla="*/ 314711 w 343125"/>
                <a:gd name="connsiteY77" fmla="*/ 331721 h 510539"/>
                <a:gd name="connsiteX78" fmla="*/ 148530 w 343125"/>
                <a:gd name="connsiteY78" fmla="*/ 315740 h 510539"/>
                <a:gd name="connsiteX79" fmla="*/ 148530 w 343125"/>
                <a:gd name="connsiteY79" fmla="*/ 283777 h 510539"/>
                <a:gd name="connsiteX80" fmla="*/ 195026 w 343125"/>
                <a:gd name="connsiteY80" fmla="*/ 283777 h 510539"/>
                <a:gd name="connsiteX81" fmla="*/ 195026 w 343125"/>
                <a:gd name="connsiteY81" fmla="*/ 315740 h 510539"/>
                <a:gd name="connsiteX82" fmla="*/ 148530 w 343125"/>
                <a:gd name="connsiteY82" fmla="*/ 315740 h 510539"/>
                <a:gd name="connsiteX83" fmla="*/ 326766 w 343125"/>
                <a:gd name="connsiteY83" fmla="*/ 255702 h 510539"/>
                <a:gd name="connsiteX84" fmla="*/ 323321 w 343125"/>
                <a:gd name="connsiteY84" fmla="*/ 263909 h 510539"/>
                <a:gd name="connsiteX85" fmla="*/ 323321 w 343125"/>
                <a:gd name="connsiteY85" fmla="*/ 263909 h 510539"/>
                <a:gd name="connsiteX86" fmla="*/ 315142 w 343125"/>
                <a:gd name="connsiteY86" fmla="*/ 267364 h 510539"/>
                <a:gd name="connsiteX87" fmla="*/ 27984 w 343125"/>
                <a:gd name="connsiteY87" fmla="*/ 267364 h 510539"/>
                <a:gd name="connsiteX88" fmla="*/ 19373 w 343125"/>
                <a:gd name="connsiteY88" fmla="*/ 263909 h 510539"/>
                <a:gd name="connsiteX89" fmla="*/ 19373 w 343125"/>
                <a:gd name="connsiteY89" fmla="*/ 263909 h 510539"/>
                <a:gd name="connsiteX90" fmla="*/ 15929 w 343125"/>
                <a:gd name="connsiteY90" fmla="*/ 255702 h 510539"/>
                <a:gd name="connsiteX91" fmla="*/ 15929 w 343125"/>
                <a:gd name="connsiteY91" fmla="*/ 74724 h 510539"/>
                <a:gd name="connsiteX92" fmla="*/ 19373 w 343125"/>
                <a:gd name="connsiteY92" fmla="*/ 66085 h 510539"/>
                <a:gd name="connsiteX93" fmla="*/ 27984 w 343125"/>
                <a:gd name="connsiteY93" fmla="*/ 62630 h 510539"/>
                <a:gd name="connsiteX94" fmla="*/ 150682 w 343125"/>
                <a:gd name="connsiteY94" fmla="*/ 62630 h 510539"/>
                <a:gd name="connsiteX95" fmla="*/ 150682 w 343125"/>
                <a:gd name="connsiteY95" fmla="*/ 62630 h 510539"/>
                <a:gd name="connsiteX96" fmla="*/ 192443 w 343125"/>
                <a:gd name="connsiteY96" fmla="*/ 62630 h 510539"/>
                <a:gd name="connsiteX97" fmla="*/ 192443 w 343125"/>
                <a:gd name="connsiteY97" fmla="*/ 62630 h 510539"/>
                <a:gd name="connsiteX98" fmla="*/ 314711 w 343125"/>
                <a:gd name="connsiteY98" fmla="*/ 62630 h 510539"/>
                <a:gd name="connsiteX99" fmla="*/ 322891 w 343125"/>
                <a:gd name="connsiteY99" fmla="*/ 66085 h 510539"/>
                <a:gd name="connsiteX100" fmla="*/ 322891 w 343125"/>
                <a:gd name="connsiteY100" fmla="*/ 66085 h 510539"/>
                <a:gd name="connsiteX101" fmla="*/ 326335 w 343125"/>
                <a:gd name="connsiteY101" fmla="*/ 74724 h 510539"/>
                <a:gd name="connsiteX102" fmla="*/ 326335 w 343125"/>
                <a:gd name="connsiteY102" fmla="*/ 255702 h 51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343125" h="510539">
                  <a:moveTo>
                    <a:pt x="334946" y="54855"/>
                  </a:moveTo>
                  <a:cubicBezTo>
                    <a:pt x="329779" y="49672"/>
                    <a:pt x="322891" y="46648"/>
                    <a:pt x="315142" y="46648"/>
                  </a:cubicBezTo>
                  <a:lnTo>
                    <a:pt x="210955" y="46648"/>
                  </a:lnTo>
                  <a:cubicBezTo>
                    <a:pt x="210955" y="45784"/>
                    <a:pt x="210955" y="44921"/>
                    <a:pt x="210955" y="44489"/>
                  </a:cubicBezTo>
                  <a:lnTo>
                    <a:pt x="210955" y="18573"/>
                  </a:lnTo>
                  <a:cubicBezTo>
                    <a:pt x="210955" y="13390"/>
                    <a:pt x="208803" y="8639"/>
                    <a:pt x="205359" y="5615"/>
                  </a:cubicBezTo>
                  <a:cubicBezTo>
                    <a:pt x="201914" y="2160"/>
                    <a:pt x="197179" y="0"/>
                    <a:pt x="192443" y="0"/>
                  </a:cubicBezTo>
                  <a:lnTo>
                    <a:pt x="150682" y="0"/>
                  </a:lnTo>
                  <a:cubicBezTo>
                    <a:pt x="145516" y="0"/>
                    <a:pt x="140780" y="2160"/>
                    <a:pt x="137767" y="5615"/>
                  </a:cubicBezTo>
                  <a:lnTo>
                    <a:pt x="137767" y="5615"/>
                  </a:lnTo>
                  <a:cubicBezTo>
                    <a:pt x="134323" y="9071"/>
                    <a:pt x="132170" y="13822"/>
                    <a:pt x="132170" y="18573"/>
                  </a:cubicBezTo>
                  <a:lnTo>
                    <a:pt x="132170" y="44489"/>
                  </a:lnTo>
                  <a:cubicBezTo>
                    <a:pt x="132170" y="45353"/>
                    <a:pt x="132170" y="46216"/>
                    <a:pt x="132170" y="46648"/>
                  </a:cubicBezTo>
                  <a:lnTo>
                    <a:pt x="27984" y="46648"/>
                  </a:lnTo>
                  <a:cubicBezTo>
                    <a:pt x="20235" y="46648"/>
                    <a:pt x="13346" y="49672"/>
                    <a:pt x="8180" y="54855"/>
                  </a:cubicBezTo>
                  <a:lnTo>
                    <a:pt x="8180" y="54855"/>
                  </a:lnTo>
                  <a:cubicBezTo>
                    <a:pt x="3014" y="60038"/>
                    <a:pt x="0" y="66949"/>
                    <a:pt x="0" y="74724"/>
                  </a:cubicBezTo>
                  <a:lnTo>
                    <a:pt x="0" y="255702"/>
                  </a:lnTo>
                  <a:cubicBezTo>
                    <a:pt x="0" y="263477"/>
                    <a:pt x="3014" y="270387"/>
                    <a:pt x="8180" y="275571"/>
                  </a:cubicBezTo>
                  <a:lnTo>
                    <a:pt x="8180" y="275571"/>
                  </a:lnTo>
                  <a:cubicBezTo>
                    <a:pt x="13346" y="280754"/>
                    <a:pt x="20235" y="283777"/>
                    <a:pt x="27984" y="283777"/>
                  </a:cubicBezTo>
                  <a:lnTo>
                    <a:pt x="132170" y="283777"/>
                  </a:lnTo>
                  <a:lnTo>
                    <a:pt x="132170" y="315740"/>
                  </a:lnTo>
                  <a:lnTo>
                    <a:pt x="27984" y="315740"/>
                  </a:lnTo>
                  <a:cubicBezTo>
                    <a:pt x="20235" y="315740"/>
                    <a:pt x="13346" y="318763"/>
                    <a:pt x="8180" y="323947"/>
                  </a:cubicBezTo>
                  <a:lnTo>
                    <a:pt x="8180" y="323947"/>
                  </a:lnTo>
                  <a:cubicBezTo>
                    <a:pt x="3014" y="329130"/>
                    <a:pt x="0" y="336041"/>
                    <a:pt x="0" y="343815"/>
                  </a:cubicBezTo>
                  <a:lnTo>
                    <a:pt x="0" y="482464"/>
                  </a:lnTo>
                  <a:cubicBezTo>
                    <a:pt x="0" y="490239"/>
                    <a:pt x="3014" y="497150"/>
                    <a:pt x="8180" y="502333"/>
                  </a:cubicBezTo>
                  <a:lnTo>
                    <a:pt x="8180" y="502333"/>
                  </a:lnTo>
                  <a:cubicBezTo>
                    <a:pt x="13346" y="507516"/>
                    <a:pt x="20235" y="510540"/>
                    <a:pt x="27984" y="510540"/>
                  </a:cubicBezTo>
                  <a:lnTo>
                    <a:pt x="315142" y="510540"/>
                  </a:lnTo>
                  <a:cubicBezTo>
                    <a:pt x="322891" y="510540"/>
                    <a:pt x="329779" y="507516"/>
                    <a:pt x="334946" y="502333"/>
                  </a:cubicBezTo>
                  <a:lnTo>
                    <a:pt x="334946" y="502333"/>
                  </a:lnTo>
                  <a:cubicBezTo>
                    <a:pt x="340112" y="497150"/>
                    <a:pt x="343125" y="490239"/>
                    <a:pt x="343125" y="482464"/>
                  </a:cubicBezTo>
                  <a:lnTo>
                    <a:pt x="343125" y="343815"/>
                  </a:lnTo>
                  <a:cubicBezTo>
                    <a:pt x="343125" y="336041"/>
                    <a:pt x="340112" y="329130"/>
                    <a:pt x="334946" y="323947"/>
                  </a:cubicBezTo>
                  <a:lnTo>
                    <a:pt x="334946" y="323947"/>
                  </a:lnTo>
                  <a:cubicBezTo>
                    <a:pt x="329779" y="318763"/>
                    <a:pt x="322891" y="315740"/>
                    <a:pt x="315142" y="315740"/>
                  </a:cubicBezTo>
                  <a:lnTo>
                    <a:pt x="210955" y="315740"/>
                  </a:lnTo>
                  <a:lnTo>
                    <a:pt x="210955" y="283777"/>
                  </a:lnTo>
                  <a:lnTo>
                    <a:pt x="314711" y="283777"/>
                  </a:lnTo>
                  <a:cubicBezTo>
                    <a:pt x="322460" y="283777"/>
                    <a:pt x="329349" y="280754"/>
                    <a:pt x="334515" y="275571"/>
                  </a:cubicBezTo>
                  <a:lnTo>
                    <a:pt x="334515" y="275571"/>
                  </a:lnTo>
                  <a:cubicBezTo>
                    <a:pt x="339681" y="270387"/>
                    <a:pt x="342695" y="263477"/>
                    <a:pt x="342695" y="255702"/>
                  </a:cubicBezTo>
                  <a:lnTo>
                    <a:pt x="342695" y="74724"/>
                  </a:lnTo>
                  <a:cubicBezTo>
                    <a:pt x="343125" y="66949"/>
                    <a:pt x="339681" y="60038"/>
                    <a:pt x="334946" y="54855"/>
                  </a:cubicBezTo>
                  <a:lnTo>
                    <a:pt x="334946" y="54855"/>
                  </a:lnTo>
                  <a:close/>
                  <a:moveTo>
                    <a:pt x="148530" y="18141"/>
                  </a:moveTo>
                  <a:cubicBezTo>
                    <a:pt x="148530" y="17709"/>
                    <a:pt x="148960" y="16845"/>
                    <a:pt x="149391" y="16413"/>
                  </a:cubicBezTo>
                  <a:lnTo>
                    <a:pt x="149391" y="16413"/>
                  </a:lnTo>
                  <a:cubicBezTo>
                    <a:pt x="149821" y="15981"/>
                    <a:pt x="150252" y="15549"/>
                    <a:pt x="151113" y="15549"/>
                  </a:cubicBezTo>
                  <a:lnTo>
                    <a:pt x="192874" y="15549"/>
                  </a:lnTo>
                  <a:cubicBezTo>
                    <a:pt x="193304" y="15549"/>
                    <a:pt x="194165" y="15981"/>
                    <a:pt x="194596" y="16413"/>
                  </a:cubicBezTo>
                  <a:cubicBezTo>
                    <a:pt x="195026" y="16845"/>
                    <a:pt x="195457" y="17277"/>
                    <a:pt x="195457" y="18141"/>
                  </a:cubicBezTo>
                  <a:lnTo>
                    <a:pt x="195457" y="44057"/>
                  </a:lnTo>
                  <a:cubicBezTo>
                    <a:pt x="195457" y="44489"/>
                    <a:pt x="195026" y="45353"/>
                    <a:pt x="194596" y="45784"/>
                  </a:cubicBezTo>
                  <a:cubicBezTo>
                    <a:pt x="194165" y="46216"/>
                    <a:pt x="193735" y="46648"/>
                    <a:pt x="192874" y="46648"/>
                  </a:cubicBezTo>
                  <a:lnTo>
                    <a:pt x="150682" y="46648"/>
                  </a:lnTo>
                  <a:cubicBezTo>
                    <a:pt x="150252" y="46648"/>
                    <a:pt x="149391" y="46216"/>
                    <a:pt x="148960" y="45784"/>
                  </a:cubicBezTo>
                  <a:lnTo>
                    <a:pt x="148960" y="45784"/>
                  </a:lnTo>
                  <a:cubicBezTo>
                    <a:pt x="148530" y="45353"/>
                    <a:pt x="148099" y="44921"/>
                    <a:pt x="148099" y="44057"/>
                  </a:cubicBezTo>
                  <a:lnTo>
                    <a:pt x="148099" y="18141"/>
                  </a:lnTo>
                  <a:close/>
                  <a:moveTo>
                    <a:pt x="314711" y="331721"/>
                  </a:moveTo>
                  <a:cubicBezTo>
                    <a:pt x="318155" y="331721"/>
                    <a:pt x="320738" y="333017"/>
                    <a:pt x="322891" y="335177"/>
                  </a:cubicBezTo>
                  <a:lnTo>
                    <a:pt x="322891" y="335177"/>
                  </a:lnTo>
                  <a:cubicBezTo>
                    <a:pt x="325044" y="337336"/>
                    <a:pt x="326335" y="340360"/>
                    <a:pt x="326335" y="343815"/>
                  </a:cubicBezTo>
                  <a:lnTo>
                    <a:pt x="326335" y="482464"/>
                  </a:lnTo>
                  <a:cubicBezTo>
                    <a:pt x="326335" y="485920"/>
                    <a:pt x="325044" y="488943"/>
                    <a:pt x="322891" y="491103"/>
                  </a:cubicBezTo>
                  <a:lnTo>
                    <a:pt x="322891" y="491103"/>
                  </a:lnTo>
                  <a:cubicBezTo>
                    <a:pt x="320738" y="493263"/>
                    <a:pt x="317725" y="494558"/>
                    <a:pt x="314711" y="494558"/>
                  </a:cubicBezTo>
                  <a:lnTo>
                    <a:pt x="27984" y="494558"/>
                  </a:lnTo>
                  <a:cubicBezTo>
                    <a:pt x="24540" y="494558"/>
                    <a:pt x="21957" y="493263"/>
                    <a:pt x="19373" y="491103"/>
                  </a:cubicBezTo>
                  <a:cubicBezTo>
                    <a:pt x="17221" y="488943"/>
                    <a:pt x="15929" y="485920"/>
                    <a:pt x="15929" y="482464"/>
                  </a:cubicBezTo>
                  <a:lnTo>
                    <a:pt x="15929" y="343815"/>
                  </a:lnTo>
                  <a:cubicBezTo>
                    <a:pt x="15929" y="340360"/>
                    <a:pt x="17221" y="337336"/>
                    <a:pt x="19373" y="335177"/>
                  </a:cubicBezTo>
                  <a:cubicBezTo>
                    <a:pt x="21526" y="333017"/>
                    <a:pt x="24540" y="331721"/>
                    <a:pt x="27984" y="331721"/>
                  </a:cubicBezTo>
                  <a:lnTo>
                    <a:pt x="314711" y="331721"/>
                  </a:lnTo>
                  <a:close/>
                  <a:moveTo>
                    <a:pt x="148530" y="315740"/>
                  </a:moveTo>
                  <a:lnTo>
                    <a:pt x="148530" y="283777"/>
                  </a:lnTo>
                  <a:lnTo>
                    <a:pt x="195026" y="283777"/>
                  </a:lnTo>
                  <a:lnTo>
                    <a:pt x="195026" y="315740"/>
                  </a:lnTo>
                  <a:lnTo>
                    <a:pt x="148530" y="315740"/>
                  </a:lnTo>
                  <a:close/>
                  <a:moveTo>
                    <a:pt x="326766" y="255702"/>
                  </a:moveTo>
                  <a:cubicBezTo>
                    <a:pt x="326766" y="259157"/>
                    <a:pt x="325474" y="262181"/>
                    <a:pt x="323321" y="263909"/>
                  </a:cubicBezTo>
                  <a:lnTo>
                    <a:pt x="323321" y="263909"/>
                  </a:lnTo>
                  <a:cubicBezTo>
                    <a:pt x="321169" y="266068"/>
                    <a:pt x="318155" y="267364"/>
                    <a:pt x="315142" y="267364"/>
                  </a:cubicBezTo>
                  <a:lnTo>
                    <a:pt x="27984" y="267364"/>
                  </a:lnTo>
                  <a:cubicBezTo>
                    <a:pt x="24540" y="267364"/>
                    <a:pt x="21957" y="266068"/>
                    <a:pt x="19373" y="263909"/>
                  </a:cubicBezTo>
                  <a:lnTo>
                    <a:pt x="19373" y="263909"/>
                  </a:lnTo>
                  <a:cubicBezTo>
                    <a:pt x="17221" y="261749"/>
                    <a:pt x="15929" y="258725"/>
                    <a:pt x="15929" y="255702"/>
                  </a:cubicBezTo>
                  <a:lnTo>
                    <a:pt x="15929" y="74724"/>
                  </a:lnTo>
                  <a:cubicBezTo>
                    <a:pt x="15929" y="71268"/>
                    <a:pt x="17221" y="68677"/>
                    <a:pt x="19373" y="66085"/>
                  </a:cubicBezTo>
                  <a:cubicBezTo>
                    <a:pt x="21526" y="63925"/>
                    <a:pt x="24540" y="62630"/>
                    <a:pt x="27984" y="62630"/>
                  </a:cubicBezTo>
                  <a:lnTo>
                    <a:pt x="150682" y="62630"/>
                  </a:lnTo>
                  <a:lnTo>
                    <a:pt x="150682" y="62630"/>
                  </a:lnTo>
                  <a:lnTo>
                    <a:pt x="192443" y="62630"/>
                  </a:lnTo>
                  <a:lnTo>
                    <a:pt x="192443" y="62630"/>
                  </a:lnTo>
                  <a:lnTo>
                    <a:pt x="314711" y="62630"/>
                  </a:lnTo>
                  <a:cubicBezTo>
                    <a:pt x="318155" y="62630"/>
                    <a:pt x="320738" y="63925"/>
                    <a:pt x="322891" y="66085"/>
                  </a:cubicBezTo>
                  <a:lnTo>
                    <a:pt x="322891" y="66085"/>
                  </a:lnTo>
                  <a:cubicBezTo>
                    <a:pt x="325044" y="68245"/>
                    <a:pt x="326335" y="71268"/>
                    <a:pt x="326335" y="74724"/>
                  </a:cubicBezTo>
                  <a:lnTo>
                    <a:pt x="326335" y="255702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10" name="手繪多邊形 146">
              <a:extLst>
                <a:ext uri="{FF2B5EF4-FFF2-40B4-BE49-F238E27FC236}">
                  <a16:creationId xmlns:a16="http://schemas.microsoft.com/office/drawing/2014/main" id="{26ED28D1-332E-4052-93D6-C8B6F8EF3DD3}"/>
                </a:ext>
              </a:extLst>
            </p:cNvPr>
            <p:cNvSpPr/>
            <p:nvPr/>
          </p:nvSpPr>
          <p:spPr>
            <a:xfrm>
              <a:off x="6511120" y="6124802"/>
              <a:ext cx="68883" cy="69108"/>
            </a:xfrm>
            <a:custGeom>
              <a:avLst/>
              <a:gdLst>
                <a:gd name="connsiteX0" fmla="*/ 34442 w 68883"/>
                <a:gd name="connsiteY0" fmla="*/ 0 h 69108"/>
                <a:gd name="connsiteX1" fmla="*/ 0 w 68883"/>
                <a:gd name="connsiteY1" fmla="*/ 34554 h 69108"/>
                <a:gd name="connsiteX2" fmla="*/ 34442 w 68883"/>
                <a:gd name="connsiteY2" fmla="*/ 69109 h 69108"/>
                <a:gd name="connsiteX3" fmla="*/ 68883 w 68883"/>
                <a:gd name="connsiteY3" fmla="*/ 34554 h 69108"/>
                <a:gd name="connsiteX4" fmla="*/ 34442 w 68883"/>
                <a:gd name="connsiteY4" fmla="*/ 0 h 6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3" h="69108">
                  <a:moveTo>
                    <a:pt x="34442" y="0"/>
                  </a:moveTo>
                  <a:cubicBezTo>
                    <a:pt x="15499" y="0"/>
                    <a:pt x="0" y="15549"/>
                    <a:pt x="0" y="34554"/>
                  </a:cubicBezTo>
                  <a:cubicBezTo>
                    <a:pt x="0" y="53559"/>
                    <a:pt x="15499" y="69109"/>
                    <a:pt x="34442" y="69109"/>
                  </a:cubicBezTo>
                  <a:cubicBezTo>
                    <a:pt x="53385" y="69109"/>
                    <a:pt x="68883" y="53559"/>
                    <a:pt x="68883" y="34554"/>
                  </a:cubicBezTo>
                  <a:cubicBezTo>
                    <a:pt x="68883" y="15549"/>
                    <a:pt x="53385" y="0"/>
                    <a:pt x="34442" y="0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11" name="手繪多邊形 147">
              <a:extLst>
                <a:ext uri="{FF2B5EF4-FFF2-40B4-BE49-F238E27FC236}">
                  <a16:creationId xmlns:a16="http://schemas.microsoft.com/office/drawing/2014/main" id="{9DF1EFB3-FD9A-43A0-B930-298196630ED6}"/>
                </a:ext>
              </a:extLst>
            </p:cNvPr>
            <p:cNvSpPr/>
            <p:nvPr/>
          </p:nvSpPr>
          <p:spPr>
            <a:xfrm>
              <a:off x="6364312" y="6124802"/>
              <a:ext cx="68883" cy="69108"/>
            </a:xfrm>
            <a:custGeom>
              <a:avLst/>
              <a:gdLst>
                <a:gd name="connsiteX0" fmla="*/ 34442 w 68883"/>
                <a:gd name="connsiteY0" fmla="*/ 0 h 69108"/>
                <a:gd name="connsiteX1" fmla="*/ 0 w 68883"/>
                <a:gd name="connsiteY1" fmla="*/ 34554 h 69108"/>
                <a:gd name="connsiteX2" fmla="*/ 34442 w 68883"/>
                <a:gd name="connsiteY2" fmla="*/ 69109 h 69108"/>
                <a:gd name="connsiteX3" fmla="*/ 68883 w 68883"/>
                <a:gd name="connsiteY3" fmla="*/ 34554 h 69108"/>
                <a:gd name="connsiteX4" fmla="*/ 34442 w 68883"/>
                <a:gd name="connsiteY4" fmla="*/ 0 h 6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3" h="69108">
                  <a:moveTo>
                    <a:pt x="34442" y="0"/>
                  </a:moveTo>
                  <a:cubicBezTo>
                    <a:pt x="15499" y="0"/>
                    <a:pt x="0" y="15549"/>
                    <a:pt x="0" y="34554"/>
                  </a:cubicBezTo>
                  <a:cubicBezTo>
                    <a:pt x="0" y="53559"/>
                    <a:pt x="15499" y="69109"/>
                    <a:pt x="34442" y="69109"/>
                  </a:cubicBezTo>
                  <a:cubicBezTo>
                    <a:pt x="53385" y="69109"/>
                    <a:pt x="68883" y="53559"/>
                    <a:pt x="68883" y="34554"/>
                  </a:cubicBezTo>
                  <a:cubicBezTo>
                    <a:pt x="68883" y="15549"/>
                    <a:pt x="53385" y="0"/>
                    <a:pt x="34442" y="0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12" name="手繪多邊形 148">
              <a:extLst>
                <a:ext uri="{FF2B5EF4-FFF2-40B4-BE49-F238E27FC236}">
                  <a16:creationId xmlns:a16="http://schemas.microsoft.com/office/drawing/2014/main" id="{09A93FDE-5659-4ED9-B830-78E7A3847E95}"/>
                </a:ext>
              </a:extLst>
            </p:cNvPr>
            <p:cNvSpPr/>
            <p:nvPr/>
          </p:nvSpPr>
          <p:spPr>
            <a:xfrm>
              <a:off x="6661372" y="6105355"/>
              <a:ext cx="24109" cy="94602"/>
            </a:xfrm>
            <a:custGeom>
              <a:avLst/>
              <a:gdLst>
                <a:gd name="connsiteX0" fmla="*/ 24109 w 24109"/>
                <a:gd name="connsiteY0" fmla="*/ 28518 h 94602"/>
                <a:gd name="connsiteX1" fmla="*/ 0 w 24109"/>
                <a:gd name="connsiteY1" fmla="*/ 10 h 94602"/>
                <a:gd name="connsiteX2" fmla="*/ 431 w 24109"/>
                <a:gd name="connsiteY2" fmla="*/ 94603 h 94602"/>
                <a:gd name="connsiteX3" fmla="*/ 24109 w 24109"/>
                <a:gd name="connsiteY3" fmla="*/ 65664 h 94602"/>
                <a:gd name="connsiteX4" fmla="*/ 24109 w 24109"/>
                <a:gd name="connsiteY4" fmla="*/ 28518 h 94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09" h="94602">
                  <a:moveTo>
                    <a:pt x="24109" y="28518"/>
                  </a:moveTo>
                  <a:cubicBezTo>
                    <a:pt x="24109" y="12536"/>
                    <a:pt x="13346" y="-421"/>
                    <a:pt x="0" y="10"/>
                  </a:cubicBezTo>
                  <a:lnTo>
                    <a:pt x="431" y="94603"/>
                  </a:lnTo>
                  <a:cubicBezTo>
                    <a:pt x="13777" y="94603"/>
                    <a:pt x="24109" y="81645"/>
                    <a:pt x="24109" y="65664"/>
                  </a:cubicBezTo>
                  <a:lnTo>
                    <a:pt x="24109" y="28518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13" name="手繪多邊形 149">
              <a:extLst>
                <a:ext uri="{FF2B5EF4-FFF2-40B4-BE49-F238E27FC236}">
                  <a16:creationId xmlns:a16="http://schemas.microsoft.com/office/drawing/2014/main" id="{014DF2C3-5725-4030-8547-E5784374AB96}"/>
                </a:ext>
              </a:extLst>
            </p:cNvPr>
            <p:cNvSpPr/>
            <p:nvPr/>
          </p:nvSpPr>
          <p:spPr>
            <a:xfrm>
              <a:off x="6257100" y="6104933"/>
              <a:ext cx="24552" cy="94602"/>
            </a:xfrm>
            <a:custGeom>
              <a:avLst/>
              <a:gdLst>
                <a:gd name="connsiteX0" fmla="*/ 12 w 24552"/>
                <a:gd name="connsiteY0" fmla="*/ 28939 h 94602"/>
                <a:gd name="connsiteX1" fmla="*/ 443 w 24552"/>
                <a:gd name="connsiteY1" fmla="*/ 66085 h 94602"/>
                <a:gd name="connsiteX2" fmla="*/ 24552 w 24552"/>
                <a:gd name="connsiteY2" fmla="*/ 94592 h 94602"/>
                <a:gd name="connsiteX3" fmla="*/ 24122 w 24552"/>
                <a:gd name="connsiteY3" fmla="*/ 0 h 94602"/>
                <a:gd name="connsiteX4" fmla="*/ 12 w 24552"/>
                <a:gd name="connsiteY4" fmla="*/ 28939 h 94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52" h="94602">
                  <a:moveTo>
                    <a:pt x="12" y="28939"/>
                  </a:moveTo>
                  <a:lnTo>
                    <a:pt x="443" y="66085"/>
                  </a:lnTo>
                  <a:cubicBezTo>
                    <a:pt x="443" y="82066"/>
                    <a:pt x="11206" y="95024"/>
                    <a:pt x="24552" y="94592"/>
                  </a:cubicBezTo>
                  <a:lnTo>
                    <a:pt x="24122" y="0"/>
                  </a:lnTo>
                  <a:cubicBezTo>
                    <a:pt x="10345" y="432"/>
                    <a:pt x="-418" y="13390"/>
                    <a:pt x="12" y="28939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114" name="群組 113">
            <a:extLst>
              <a:ext uri="{FF2B5EF4-FFF2-40B4-BE49-F238E27FC236}">
                <a16:creationId xmlns:a16="http://schemas.microsoft.com/office/drawing/2014/main" id="{3A86E341-6711-4A21-878E-48C025A6269A}"/>
              </a:ext>
            </a:extLst>
          </p:cNvPr>
          <p:cNvGrpSpPr/>
          <p:nvPr userDrawn="1"/>
        </p:nvGrpSpPr>
        <p:grpSpPr>
          <a:xfrm>
            <a:off x="4293299" y="5700913"/>
            <a:ext cx="579200" cy="252302"/>
            <a:chOff x="4281245" y="6063858"/>
            <a:chExt cx="713687" cy="310886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grpSp>
          <p:nvGrpSpPr>
            <p:cNvPr id="115" name="圖形 26">
              <a:extLst>
                <a:ext uri="{FF2B5EF4-FFF2-40B4-BE49-F238E27FC236}">
                  <a16:creationId xmlns:a16="http://schemas.microsoft.com/office/drawing/2014/main" id="{645544F3-6BB0-492F-88D2-9FB873281807}"/>
                </a:ext>
              </a:extLst>
            </p:cNvPr>
            <p:cNvGrpSpPr/>
            <p:nvPr/>
          </p:nvGrpSpPr>
          <p:grpSpPr>
            <a:xfrm>
              <a:off x="4281245" y="6063858"/>
              <a:ext cx="713687" cy="284341"/>
              <a:chOff x="4281245" y="6063858"/>
              <a:chExt cx="713687" cy="284341"/>
            </a:xfrm>
            <a:grpFill/>
          </p:grpSpPr>
          <p:sp>
            <p:nvSpPr>
              <p:cNvPr id="122" name="手繪多邊形 138">
                <a:extLst>
                  <a:ext uri="{FF2B5EF4-FFF2-40B4-BE49-F238E27FC236}">
                    <a16:creationId xmlns:a16="http://schemas.microsoft.com/office/drawing/2014/main" id="{3BCE799B-19BC-4B22-86F6-14B1B434291F}"/>
                  </a:ext>
                </a:extLst>
              </p:cNvPr>
              <p:cNvSpPr/>
              <p:nvPr/>
            </p:nvSpPr>
            <p:spPr>
              <a:xfrm>
                <a:off x="4541274" y="6322051"/>
                <a:ext cx="242314" cy="26148"/>
              </a:xfrm>
              <a:custGeom>
                <a:avLst/>
                <a:gdLst>
                  <a:gd name="connsiteX0" fmla="*/ 234040 w 242314"/>
                  <a:gd name="connsiteY0" fmla="*/ 5151 h 26148"/>
                  <a:gd name="connsiteX1" fmla="*/ 108746 w 242314"/>
                  <a:gd name="connsiteY1" fmla="*/ 792 h 26148"/>
                  <a:gd name="connsiteX2" fmla="*/ 6698 w 242314"/>
                  <a:gd name="connsiteY2" fmla="*/ 0 h 26148"/>
                  <a:gd name="connsiteX3" fmla="*/ 0 w 242314"/>
                  <a:gd name="connsiteY3" fmla="*/ 20602 h 26148"/>
                  <a:gd name="connsiteX4" fmla="*/ 108352 w 242314"/>
                  <a:gd name="connsiteY4" fmla="*/ 21395 h 26148"/>
                  <a:gd name="connsiteX5" fmla="*/ 242314 w 242314"/>
                  <a:gd name="connsiteY5" fmla="*/ 26149 h 26148"/>
                  <a:gd name="connsiteX6" fmla="*/ 234040 w 242314"/>
                  <a:gd name="connsiteY6" fmla="*/ 5151 h 2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2314" h="26148">
                    <a:moveTo>
                      <a:pt x="234040" y="5151"/>
                    </a:moveTo>
                    <a:lnTo>
                      <a:pt x="108746" y="792"/>
                    </a:lnTo>
                    <a:cubicBezTo>
                      <a:pt x="77619" y="792"/>
                      <a:pt x="42159" y="396"/>
                      <a:pt x="6698" y="0"/>
                    </a:cubicBezTo>
                    <a:cubicBezTo>
                      <a:pt x="5516" y="7132"/>
                      <a:pt x="3152" y="14263"/>
                      <a:pt x="0" y="20602"/>
                    </a:cubicBezTo>
                    <a:cubicBezTo>
                      <a:pt x="35855" y="20998"/>
                      <a:pt x="72891" y="20998"/>
                      <a:pt x="108352" y="21395"/>
                    </a:cubicBezTo>
                    <a:lnTo>
                      <a:pt x="242314" y="26149"/>
                    </a:lnTo>
                    <a:cubicBezTo>
                      <a:pt x="238768" y="19414"/>
                      <a:pt x="236010" y="12282"/>
                      <a:pt x="234040" y="5151"/>
                    </a:cubicBezTo>
                    <a:close/>
                  </a:path>
                </a:pathLst>
              </a:custGeom>
              <a:grpFill/>
              <a:ln w="3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23" name="手繪多邊形 139">
                <a:extLst>
                  <a:ext uri="{FF2B5EF4-FFF2-40B4-BE49-F238E27FC236}">
                    <a16:creationId xmlns:a16="http://schemas.microsoft.com/office/drawing/2014/main" id="{895940A1-9810-4AD3-A2A2-19898CAAAACA}"/>
                  </a:ext>
                </a:extLst>
              </p:cNvPr>
              <p:cNvSpPr/>
              <p:nvPr/>
            </p:nvSpPr>
            <p:spPr>
              <a:xfrm>
                <a:off x="4281245" y="6063858"/>
                <a:ext cx="713687" cy="276813"/>
              </a:xfrm>
              <a:custGeom>
                <a:avLst/>
                <a:gdLst>
                  <a:gd name="connsiteX0" fmla="*/ 712350 w 713687"/>
                  <a:gd name="connsiteY0" fmla="*/ 190443 h 276813"/>
                  <a:gd name="connsiteX1" fmla="*/ 710774 w 713687"/>
                  <a:gd name="connsiteY1" fmla="*/ 180538 h 276813"/>
                  <a:gd name="connsiteX2" fmla="*/ 708410 w 713687"/>
                  <a:gd name="connsiteY2" fmla="*/ 145673 h 276813"/>
                  <a:gd name="connsiteX3" fmla="*/ 705651 w 713687"/>
                  <a:gd name="connsiteY3" fmla="*/ 113977 h 276813"/>
                  <a:gd name="connsiteX4" fmla="*/ 703287 w 713687"/>
                  <a:gd name="connsiteY4" fmla="*/ 105261 h 276813"/>
                  <a:gd name="connsiteX5" fmla="*/ 693831 w 713687"/>
                  <a:gd name="connsiteY5" fmla="*/ 93771 h 276813"/>
                  <a:gd name="connsiteX6" fmla="*/ 648914 w 713687"/>
                  <a:gd name="connsiteY6" fmla="*/ 69603 h 276813"/>
                  <a:gd name="connsiteX7" fmla="*/ 566173 w 713687"/>
                  <a:gd name="connsiteY7" fmla="*/ 27606 h 276813"/>
                  <a:gd name="connsiteX8" fmla="*/ 398326 w 713687"/>
                  <a:gd name="connsiteY8" fmla="*/ 1061 h 276813"/>
                  <a:gd name="connsiteX9" fmla="*/ 263575 w 713687"/>
                  <a:gd name="connsiteY9" fmla="*/ 44642 h 276813"/>
                  <a:gd name="connsiteX10" fmla="*/ 243875 w 713687"/>
                  <a:gd name="connsiteY10" fmla="*/ 55736 h 276813"/>
                  <a:gd name="connsiteX11" fmla="*/ 213537 w 713687"/>
                  <a:gd name="connsiteY11" fmla="*/ 73169 h 276813"/>
                  <a:gd name="connsiteX12" fmla="*/ 157193 w 713687"/>
                  <a:gd name="connsiteY12" fmla="*/ 88224 h 276813"/>
                  <a:gd name="connsiteX13" fmla="*/ 156011 w 713687"/>
                  <a:gd name="connsiteY13" fmla="*/ 88224 h 276813"/>
                  <a:gd name="connsiteX14" fmla="*/ 72876 w 713687"/>
                  <a:gd name="connsiteY14" fmla="*/ 103676 h 276813"/>
                  <a:gd name="connsiteX15" fmla="*/ 15351 w 713687"/>
                  <a:gd name="connsiteY15" fmla="*/ 143692 h 276813"/>
                  <a:gd name="connsiteX16" fmla="*/ 15351 w 713687"/>
                  <a:gd name="connsiteY16" fmla="*/ 143692 h 276813"/>
                  <a:gd name="connsiteX17" fmla="*/ 7865 w 713687"/>
                  <a:gd name="connsiteY17" fmla="*/ 236798 h 276813"/>
                  <a:gd name="connsiteX18" fmla="*/ 25201 w 713687"/>
                  <a:gd name="connsiteY18" fmla="*/ 256608 h 276813"/>
                  <a:gd name="connsiteX19" fmla="*/ 58692 w 713687"/>
                  <a:gd name="connsiteY19" fmla="*/ 274040 h 276813"/>
                  <a:gd name="connsiteX20" fmla="*/ 113065 w 713687"/>
                  <a:gd name="connsiteY20" fmla="*/ 276814 h 276813"/>
                  <a:gd name="connsiteX21" fmla="*/ 107155 w 713687"/>
                  <a:gd name="connsiteY21" fmla="*/ 256211 h 276813"/>
                  <a:gd name="connsiteX22" fmla="*/ 65390 w 713687"/>
                  <a:gd name="connsiteY22" fmla="*/ 254627 h 276813"/>
                  <a:gd name="connsiteX23" fmla="*/ 36627 w 713687"/>
                  <a:gd name="connsiteY23" fmla="*/ 239571 h 276813"/>
                  <a:gd name="connsiteX24" fmla="*/ 26383 w 713687"/>
                  <a:gd name="connsiteY24" fmla="*/ 227685 h 276813"/>
                  <a:gd name="connsiteX25" fmla="*/ 31899 w 713687"/>
                  <a:gd name="connsiteY25" fmla="*/ 155577 h 276813"/>
                  <a:gd name="connsiteX26" fmla="*/ 78392 w 713687"/>
                  <a:gd name="connsiteY26" fmla="*/ 123089 h 276813"/>
                  <a:gd name="connsiteX27" fmla="*/ 157587 w 713687"/>
                  <a:gd name="connsiteY27" fmla="*/ 108430 h 276813"/>
                  <a:gd name="connsiteX28" fmla="*/ 158770 w 713687"/>
                  <a:gd name="connsiteY28" fmla="*/ 108430 h 276813"/>
                  <a:gd name="connsiteX29" fmla="*/ 223781 w 713687"/>
                  <a:gd name="connsiteY29" fmla="*/ 90205 h 276813"/>
                  <a:gd name="connsiteX30" fmla="*/ 252937 w 713687"/>
                  <a:gd name="connsiteY30" fmla="*/ 73565 h 276813"/>
                  <a:gd name="connsiteX31" fmla="*/ 273032 w 713687"/>
                  <a:gd name="connsiteY31" fmla="*/ 62471 h 276813"/>
                  <a:gd name="connsiteX32" fmla="*/ 398326 w 713687"/>
                  <a:gd name="connsiteY32" fmla="*/ 20871 h 276813"/>
                  <a:gd name="connsiteX33" fmla="*/ 557111 w 713687"/>
                  <a:gd name="connsiteY33" fmla="*/ 46227 h 276813"/>
                  <a:gd name="connsiteX34" fmla="*/ 637488 w 713687"/>
                  <a:gd name="connsiteY34" fmla="*/ 87036 h 276813"/>
                  <a:gd name="connsiteX35" fmla="*/ 682405 w 713687"/>
                  <a:gd name="connsiteY35" fmla="*/ 111203 h 276813"/>
                  <a:gd name="connsiteX36" fmla="*/ 684375 w 713687"/>
                  <a:gd name="connsiteY36" fmla="*/ 119127 h 276813"/>
                  <a:gd name="connsiteX37" fmla="*/ 686739 w 713687"/>
                  <a:gd name="connsiteY37" fmla="*/ 140918 h 276813"/>
                  <a:gd name="connsiteX38" fmla="*/ 689103 w 713687"/>
                  <a:gd name="connsiteY38" fmla="*/ 183707 h 276813"/>
                  <a:gd name="connsiteX39" fmla="*/ 690679 w 713687"/>
                  <a:gd name="connsiteY39" fmla="*/ 193216 h 276813"/>
                  <a:gd name="connsiteX40" fmla="*/ 672555 w 713687"/>
                  <a:gd name="connsiteY40" fmla="*/ 245514 h 276813"/>
                  <a:gd name="connsiteX41" fmla="*/ 651673 w 713687"/>
                  <a:gd name="connsiteY41" fmla="*/ 249872 h 276813"/>
                  <a:gd name="connsiteX42" fmla="*/ 646944 w 713687"/>
                  <a:gd name="connsiteY42" fmla="*/ 271663 h 276813"/>
                  <a:gd name="connsiteX43" fmla="*/ 684769 w 713687"/>
                  <a:gd name="connsiteY43" fmla="*/ 262551 h 276813"/>
                  <a:gd name="connsiteX44" fmla="*/ 712350 w 713687"/>
                  <a:gd name="connsiteY44" fmla="*/ 190443 h 276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713687" h="276813">
                    <a:moveTo>
                      <a:pt x="712350" y="190443"/>
                    </a:moveTo>
                    <a:cubicBezTo>
                      <a:pt x="711956" y="187273"/>
                      <a:pt x="711168" y="183707"/>
                      <a:pt x="710774" y="180538"/>
                    </a:cubicBezTo>
                    <a:cubicBezTo>
                      <a:pt x="708410" y="168256"/>
                      <a:pt x="706440" y="156370"/>
                      <a:pt x="708410" y="145673"/>
                    </a:cubicBezTo>
                    <a:cubicBezTo>
                      <a:pt x="710774" y="132994"/>
                      <a:pt x="708016" y="123089"/>
                      <a:pt x="705651" y="113977"/>
                    </a:cubicBezTo>
                    <a:cubicBezTo>
                      <a:pt x="704863" y="111203"/>
                      <a:pt x="704075" y="108034"/>
                      <a:pt x="703287" y="105261"/>
                    </a:cubicBezTo>
                    <a:cubicBezTo>
                      <a:pt x="702105" y="100110"/>
                      <a:pt x="698559" y="95752"/>
                      <a:pt x="693831" y="93771"/>
                    </a:cubicBezTo>
                    <a:cubicBezTo>
                      <a:pt x="678859" y="86243"/>
                      <a:pt x="663493" y="77527"/>
                      <a:pt x="648914" y="69603"/>
                    </a:cubicBezTo>
                    <a:cubicBezTo>
                      <a:pt x="622122" y="54944"/>
                      <a:pt x="594541" y="39492"/>
                      <a:pt x="566173" y="27606"/>
                    </a:cubicBezTo>
                    <a:cubicBezTo>
                      <a:pt x="513376" y="5815"/>
                      <a:pt x="455457" y="-3297"/>
                      <a:pt x="398326" y="1061"/>
                    </a:cubicBezTo>
                    <a:cubicBezTo>
                      <a:pt x="352621" y="3834"/>
                      <a:pt x="308886" y="18097"/>
                      <a:pt x="263575" y="44642"/>
                    </a:cubicBezTo>
                    <a:cubicBezTo>
                      <a:pt x="257271" y="48604"/>
                      <a:pt x="250573" y="52170"/>
                      <a:pt x="243875" y="55736"/>
                    </a:cubicBezTo>
                    <a:cubicBezTo>
                      <a:pt x="234025" y="61283"/>
                      <a:pt x="223781" y="66829"/>
                      <a:pt x="213537" y="73169"/>
                    </a:cubicBezTo>
                    <a:cubicBezTo>
                      <a:pt x="196200" y="84262"/>
                      <a:pt x="177288" y="86243"/>
                      <a:pt x="157193" y="88224"/>
                    </a:cubicBezTo>
                    <a:lnTo>
                      <a:pt x="156011" y="88224"/>
                    </a:lnTo>
                    <a:cubicBezTo>
                      <a:pt x="127643" y="91394"/>
                      <a:pt x="100062" y="94959"/>
                      <a:pt x="72876" y="103676"/>
                    </a:cubicBezTo>
                    <a:cubicBezTo>
                      <a:pt x="50024" y="110015"/>
                      <a:pt x="29535" y="124278"/>
                      <a:pt x="15351" y="143692"/>
                    </a:cubicBezTo>
                    <a:cubicBezTo>
                      <a:pt x="15351" y="143692"/>
                      <a:pt x="15351" y="143692"/>
                      <a:pt x="15351" y="143692"/>
                    </a:cubicBezTo>
                    <a:cubicBezTo>
                      <a:pt x="-1591" y="167067"/>
                      <a:pt x="-5137" y="209856"/>
                      <a:pt x="7865" y="236798"/>
                    </a:cubicBezTo>
                    <a:cubicBezTo>
                      <a:pt x="11805" y="244722"/>
                      <a:pt x="17715" y="251853"/>
                      <a:pt x="25201" y="256608"/>
                    </a:cubicBezTo>
                    <a:cubicBezTo>
                      <a:pt x="35839" y="263739"/>
                      <a:pt x="46871" y="269682"/>
                      <a:pt x="58692" y="274040"/>
                    </a:cubicBezTo>
                    <a:cubicBezTo>
                      <a:pt x="61844" y="275229"/>
                      <a:pt x="82332" y="276021"/>
                      <a:pt x="113065" y="276814"/>
                    </a:cubicBezTo>
                    <a:cubicBezTo>
                      <a:pt x="110307" y="270474"/>
                      <a:pt x="108337" y="263343"/>
                      <a:pt x="107155" y="256211"/>
                    </a:cubicBezTo>
                    <a:cubicBezTo>
                      <a:pt x="84696" y="255815"/>
                      <a:pt x="69330" y="255023"/>
                      <a:pt x="65390" y="254627"/>
                    </a:cubicBezTo>
                    <a:cubicBezTo>
                      <a:pt x="55146" y="250665"/>
                      <a:pt x="45689" y="245910"/>
                      <a:pt x="36627" y="239571"/>
                    </a:cubicBezTo>
                    <a:cubicBezTo>
                      <a:pt x="32293" y="236798"/>
                      <a:pt x="28747" y="232440"/>
                      <a:pt x="26383" y="227685"/>
                    </a:cubicBezTo>
                    <a:cubicBezTo>
                      <a:pt x="16927" y="207875"/>
                      <a:pt x="19685" y="173010"/>
                      <a:pt x="31899" y="155577"/>
                    </a:cubicBezTo>
                    <a:cubicBezTo>
                      <a:pt x="43325" y="140126"/>
                      <a:pt x="59874" y="128636"/>
                      <a:pt x="78392" y="123089"/>
                    </a:cubicBezTo>
                    <a:cubicBezTo>
                      <a:pt x="104003" y="115165"/>
                      <a:pt x="130401" y="111600"/>
                      <a:pt x="157587" y="108430"/>
                    </a:cubicBezTo>
                    <a:lnTo>
                      <a:pt x="158770" y="108430"/>
                    </a:lnTo>
                    <a:cubicBezTo>
                      <a:pt x="180440" y="106053"/>
                      <a:pt x="202504" y="103676"/>
                      <a:pt x="223781" y="90205"/>
                    </a:cubicBezTo>
                    <a:cubicBezTo>
                      <a:pt x="233237" y="84262"/>
                      <a:pt x="243087" y="78715"/>
                      <a:pt x="252937" y="73565"/>
                    </a:cubicBezTo>
                    <a:cubicBezTo>
                      <a:pt x="259635" y="69999"/>
                      <a:pt x="266333" y="66037"/>
                      <a:pt x="273032" y="62471"/>
                    </a:cubicBezTo>
                    <a:cubicBezTo>
                      <a:pt x="315190" y="37511"/>
                      <a:pt x="356167" y="24040"/>
                      <a:pt x="398326" y="20871"/>
                    </a:cubicBezTo>
                    <a:cubicBezTo>
                      <a:pt x="452305" y="16909"/>
                      <a:pt x="507072" y="25625"/>
                      <a:pt x="557111" y="46227"/>
                    </a:cubicBezTo>
                    <a:cubicBezTo>
                      <a:pt x="584691" y="57321"/>
                      <a:pt x="611484" y="72376"/>
                      <a:pt x="637488" y="87036"/>
                    </a:cubicBezTo>
                    <a:cubicBezTo>
                      <a:pt x="652067" y="95356"/>
                      <a:pt x="667433" y="103676"/>
                      <a:pt x="682405" y="111203"/>
                    </a:cubicBezTo>
                    <a:cubicBezTo>
                      <a:pt x="683193" y="113977"/>
                      <a:pt x="683981" y="116750"/>
                      <a:pt x="684375" y="119127"/>
                    </a:cubicBezTo>
                    <a:cubicBezTo>
                      <a:pt x="686739" y="127051"/>
                      <a:pt x="688315" y="133390"/>
                      <a:pt x="686739" y="140918"/>
                    </a:cubicBezTo>
                    <a:cubicBezTo>
                      <a:pt x="683981" y="155577"/>
                      <a:pt x="686345" y="169841"/>
                      <a:pt x="689103" y="183707"/>
                    </a:cubicBezTo>
                    <a:cubicBezTo>
                      <a:pt x="689497" y="186877"/>
                      <a:pt x="690285" y="190047"/>
                      <a:pt x="690679" y="193216"/>
                    </a:cubicBezTo>
                    <a:cubicBezTo>
                      <a:pt x="694225" y="217384"/>
                      <a:pt x="689891" y="230855"/>
                      <a:pt x="672555" y="245514"/>
                    </a:cubicBezTo>
                    <a:cubicBezTo>
                      <a:pt x="669403" y="246703"/>
                      <a:pt x="661917" y="247891"/>
                      <a:pt x="651673" y="249872"/>
                    </a:cubicBezTo>
                    <a:cubicBezTo>
                      <a:pt x="651279" y="257400"/>
                      <a:pt x="649702" y="264532"/>
                      <a:pt x="646944" y="271663"/>
                    </a:cubicBezTo>
                    <a:cubicBezTo>
                      <a:pt x="679647" y="266513"/>
                      <a:pt x="682405" y="264135"/>
                      <a:pt x="684769" y="262551"/>
                    </a:cubicBezTo>
                    <a:cubicBezTo>
                      <a:pt x="709592" y="242741"/>
                      <a:pt x="717078" y="222138"/>
                      <a:pt x="712350" y="190443"/>
                    </a:cubicBezTo>
                    <a:close/>
                  </a:path>
                </a:pathLst>
              </a:custGeom>
              <a:grpFill/>
              <a:ln w="3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sp>
          <p:nvSpPr>
            <p:cNvPr id="116" name="手繪多邊形 132">
              <a:extLst>
                <a:ext uri="{FF2B5EF4-FFF2-40B4-BE49-F238E27FC236}">
                  <a16:creationId xmlns:a16="http://schemas.microsoft.com/office/drawing/2014/main" id="{BF5004EF-7285-44BA-8960-5D56D17D1255}"/>
                </a:ext>
              </a:extLst>
            </p:cNvPr>
            <p:cNvSpPr/>
            <p:nvPr/>
          </p:nvSpPr>
          <p:spPr>
            <a:xfrm>
              <a:off x="4638439" y="6138612"/>
              <a:ext cx="110083" cy="171082"/>
            </a:xfrm>
            <a:custGeom>
              <a:avLst/>
              <a:gdLst>
                <a:gd name="connsiteX0" fmla="*/ 61620 w 110083"/>
                <a:gd name="connsiteY0" fmla="*/ 0 h 171082"/>
                <a:gd name="connsiteX1" fmla="*/ 106931 w 110083"/>
                <a:gd name="connsiteY1" fmla="*/ 0 h 171082"/>
                <a:gd name="connsiteX2" fmla="*/ 110083 w 110083"/>
                <a:gd name="connsiteY2" fmla="*/ 3170 h 171082"/>
                <a:gd name="connsiteX3" fmla="*/ 109295 w 110083"/>
                <a:gd name="connsiteY3" fmla="*/ 5151 h 171082"/>
                <a:gd name="connsiteX4" fmla="*/ 63984 w 110083"/>
                <a:gd name="connsiteY4" fmla="*/ 60618 h 171082"/>
                <a:gd name="connsiteX5" fmla="*/ 64378 w 110083"/>
                <a:gd name="connsiteY5" fmla="*/ 64976 h 171082"/>
                <a:gd name="connsiteX6" fmla="*/ 66348 w 110083"/>
                <a:gd name="connsiteY6" fmla="*/ 65769 h 171082"/>
                <a:gd name="connsiteX7" fmla="*/ 101415 w 110083"/>
                <a:gd name="connsiteY7" fmla="*/ 65769 h 171082"/>
                <a:gd name="connsiteX8" fmla="*/ 104567 w 110083"/>
                <a:gd name="connsiteY8" fmla="*/ 68938 h 171082"/>
                <a:gd name="connsiteX9" fmla="*/ 103779 w 110083"/>
                <a:gd name="connsiteY9" fmla="*/ 70919 h 171082"/>
                <a:gd name="connsiteX10" fmla="*/ 5277 w 110083"/>
                <a:gd name="connsiteY10" fmla="*/ 169968 h 171082"/>
                <a:gd name="connsiteX11" fmla="*/ 943 w 110083"/>
                <a:gd name="connsiteY11" fmla="*/ 170364 h 171082"/>
                <a:gd name="connsiteX12" fmla="*/ 549 w 110083"/>
                <a:gd name="connsiteY12" fmla="*/ 166403 h 171082"/>
                <a:gd name="connsiteX13" fmla="*/ 41132 w 110083"/>
                <a:gd name="connsiteY13" fmla="*/ 93106 h 171082"/>
                <a:gd name="connsiteX14" fmla="*/ 39950 w 110083"/>
                <a:gd name="connsiteY14" fmla="*/ 89144 h 171082"/>
                <a:gd name="connsiteX15" fmla="*/ 38374 w 110083"/>
                <a:gd name="connsiteY15" fmla="*/ 88748 h 171082"/>
                <a:gd name="connsiteX16" fmla="*/ 12369 w 110083"/>
                <a:gd name="connsiteY16" fmla="*/ 88748 h 171082"/>
                <a:gd name="connsiteX17" fmla="*/ 9217 w 110083"/>
                <a:gd name="connsiteY17" fmla="*/ 85578 h 171082"/>
                <a:gd name="connsiteX18" fmla="*/ 9611 w 110083"/>
                <a:gd name="connsiteY18" fmla="*/ 83994 h 171082"/>
                <a:gd name="connsiteX19" fmla="*/ 58862 w 110083"/>
                <a:gd name="connsiteY19" fmla="*/ 1585 h 171082"/>
                <a:gd name="connsiteX20" fmla="*/ 61620 w 110083"/>
                <a:gd name="connsiteY20" fmla="*/ 0 h 171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0083" h="171082">
                  <a:moveTo>
                    <a:pt x="61620" y="0"/>
                  </a:moveTo>
                  <a:lnTo>
                    <a:pt x="106931" y="0"/>
                  </a:lnTo>
                  <a:cubicBezTo>
                    <a:pt x="108507" y="0"/>
                    <a:pt x="110083" y="1189"/>
                    <a:pt x="110083" y="3170"/>
                  </a:cubicBezTo>
                  <a:cubicBezTo>
                    <a:pt x="110083" y="3962"/>
                    <a:pt x="109689" y="4358"/>
                    <a:pt x="109295" y="5151"/>
                  </a:cubicBezTo>
                  <a:lnTo>
                    <a:pt x="63984" y="60618"/>
                  </a:lnTo>
                  <a:cubicBezTo>
                    <a:pt x="62802" y="61807"/>
                    <a:pt x="63196" y="63788"/>
                    <a:pt x="64378" y="64976"/>
                  </a:cubicBezTo>
                  <a:cubicBezTo>
                    <a:pt x="64772" y="65372"/>
                    <a:pt x="65560" y="65769"/>
                    <a:pt x="66348" y="65769"/>
                  </a:cubicBezTo>
                  <a:lnTo>
                    <a:pt x="101415" y="65769"/>
                  </a:lnTo>
                  <a:cubicBezTo>
                    <a:pt x="102991" y="65769"/>
                    <a:pt x="104567" y="66957"/>
                    <a:pt x="104567" y="68938"/>
                  </a:cubicBezTo>
                  <a:cubicBezTo>
                    <a:pt x="104567" y="69731"/>
                    <a:pt x="104173" y="70523"/>
                    <a:pt x="103779" y="70919"/>
                  </a:cubicBezTo>
                  <a:lnTo>
                    <a:pt x="5277" y="169968"/>
                  </a:lnTo>
                  <a:cubicBezTo>
                    <a:pt x="4095" y="171157"/>
                    <a:pt x="2125" y="171553"/>
                    <a:pt x="943" y="170364"/>
                  </a:cubicBezTo>
                  <a:cubicBezTo>
                    <a:pt x="-239" y="169572"/>
                    <a:pt x="-239" y="167591"/>
                    <a:pt x="549" y="166403"/>
                  </a:cubicBezTo>
                  <a:lnTo>
                    <a:pt x="41132" y="93106"/>
                  </a:lnTo>
                  <a:cubicBezTo>
                    <a:pt x="41920" y="91521"/>
                    <a:pt x="41526" y="89937"/>
                    <a:pt x="39950" y="89144"/>
                  </a:cubicBezTo>
                  <a:cubicBezTo>
                    <a:pt x="39556" y="88748"/>
                    <a:pt x="39162" y="88748"/>
                    <a:pt x="38374" y="88748"/>
                  </a:cubicBezTo>
                  <a:lnTo>
                    <a:pt x="12369" y="88748"/>
                  </a:lnTo>
                  <a:cubicBezTo>
                    <a:pt x="10793" y="88748"/>
                    <a:pt x="9217" y="87559"/>
                    <a:pt x="9217" y="85578"/>
                  </a:cubicBezTo>
                  <a:cubicBezTo>
                    <a:pt x="9217" y="85182"/>
                    <a:pt x="9217" y="84390"/>
                    <a:pt x="9611" y="83994"/>
                  </a:cubicBezTo>
                  <a:lnTo>
                    <a:pt x="58862" y="1585"/>
                  </a:lnTo>
                  <a:cubicBezTo>
                    <a:pt x="59650" y="396"/>
                    <a:pt x="60438" y="0"/>
                    <a:pt x="61620" y="0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17" name="手繪多邊形 133">
              <a:extLst>
                <a:ext uri="{FF2B5EF4-FFF2-40B4-BE49-F238E27FC236}">
                  <a16:creationId xmlns:a16="http://schemas.microsoft.com/office/drawing/2014/main" id="{182635F3-B7BA-4573-9E94-9CB9C0D2424B}"/>
                </a:ext>
              </a:extLst>
            </p:cNvPr>
            <p:cNvSpPr/>
            <p:nvPr/>
          </p:nvSpPr>
          <p:spPr>
            <a:xfrm>
              <a:off x="4758372" y="6138612"/>
              <a:ext cx="55555" cy="77258"/>
            </a:xfrm>
            <a:custGeom>
              <a:avLst/>
              <a:gdLst>
                <a:gd name="connsiteX0" fmla="*/ 0 w 55555"/>
                <a:gd name="connsiteY0" fmla="*/ 75277 h 77258"/>
                <a:gd name="connsiteX1" fmla="*/ 0 w 55555"/>
                <a:gd name="connsiteY1" fmla="*/ 1981 h 77258"/>
                <a:gd name="connsiteX2" fmla="*/ 1970 w 55555"/>
                <a:gd name="connsiteY2" fmla="*/ 0 h 77258"/>
                <a:gd name="connsiteX3" fmla="*/ 55555 w 55555"/>
                <a:gd name="connsiteY3" fmla="*/ 0 h 77258"/>
                <a:gd name="connsiteX4" fmla="*/ 55555 w 55555"/>
                <a:gd name="connsiteY4" fmla="*/ 13471 h 77258"/>
                <a:gd name="connsiteX5" fmla="*/ 16942 w 55555"/>
                <a:gd name="connsiteY5" fmla="*/ 13471 h 77258"/>
                <a:gd name="connsiteX6" fmla="*/ 14972 w 55555"/>
                <a:gd name="connsiteY6" fmla="*/ 15452 h 77258"/>
                <a:gd name="connsiteX7" fmla="*/ 14972 w 55555"/>
                <a:gd name="connsiteY7" fmla="*/ 29715 h 77258"/>
                <a:gd name="connsiteX8" fmla="*/ 16942 w 55555"/>
                <a:gd name="connsiteY8" fmla="*/ 31696 h 77258"/>
                <a:gd name="connsiteX9" fmla="*/ 43341 w 55555"/>
                <a:gd name="connsiteY9" fmla="*/ 31696 h 77258"/>
                <a:gd name="connsiteX10" fmla="*/ 45311 w 55555"/>
                <a:gd name="connsiteY10" fmla="*/ 33677 h 77258"/>
                <a:gd name="connsiteX11" fmla="*/ 45311 w 55555"/>
                <a:gd name="connsiteY11" fmla="*/ 43185 h 77258"/>
                <a:gd name="connsiteX12" fmla="*/ 43341 w 55555"/>
                <a:gd name="connsiteY12" fmla="*/ 45166 h 77258"/>
                <a:gd name="connsiteX13" fmla="*/ 16942 w 55555"/>
                <a:gd name="connsiteY13" fmla="*/ 45166 h 77258"/>
                <a:gd name="connsiteX14" fmla="*/ 14972 w 55555"/>
                <a:gd name="connsiteY14" fmla="*/ 47147 h 77258"/>
                <a:gd name="connsiteX15" fmla="*/ 14972 w 55555"/>
                <a:gd name="connsiteY15" fmla="*/ 61807 h 77258"/>
                <a:gd name="connsiteX16" fmla="*/ 16942 w 55555"/>
                <a:gd name="connsiteY16" fmla="*/ 63788 h 77258"/>
                <a:gd name="connsiteX17" fmla="*/ 48463 w 55555"/>
                <a:gd name="connsiteY17" fmla="*/ 63788 h 77258"/>
                <a:gd name="connsiteX18" fmla="*/ 50433 w 55555"/>
                <a:gd name="connsiteY18" fmla="*/ 65769 h 77258"/>
                <a:gd name="connsiteX19" fmla="*/ 50433 w 55555"/>
                <a:gd name="connsiteY19" fmla="*/ 65769 h 77258"/>
                <a:gd name="connsiteX20" fmla="*/ 50433 w 55555"/>
                <a:gd name="connsiteY20" fmla="*/ 75277 h 77258"/>
                <a:gd name="connsiteX21" fmla="*/ 48463 w 55555"/>
                <a:gd name="connsiteY21" fmla="*/ 77258 h 77258"/>
                <a:gd name="connsiteX22" fmla="*/ 1576 w 55555"/>
                <a:gd name="connsiteY22" fmla="*/ 77258 h 77258"/>
                <a:gd name="connsiteX23" fmla="*/ 0 w 55555"/>
                <a:gd name="connsiteY23" fmla="*/ 75277 h 77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5555" h="77258">
                  <a:moveTo>
                    <a:pt x="0" y="75277"/>
                  </a:moveTo>
                  <a:lnTo>
                    <a:pt x="0" y="1981"/>
                  </a:lnTo>
                  <a:cubicBezTo>
                    <a:pt x="0" y="792"/>
                    <a:pt x="788" y="0"/>
                    <a:pt x="1970" y="0"/>
                  </a:cubicBezTo>
                  <a:lnTo>
                    <a:pt x="55555" y="0"/>
                  </a:lnTo>
                  <a:lnTo>
                    <a:pt x="55555" y="13471"/>
                  </a:lnTo>
                  <a:lnTo>
                    <a:pt x="16942" y="13471"/>
                  </a:lnTo>
                  <a:cubicBezTo>
                    <a:pt x="15760" y="13471"/>
                    <a:pt x="14972" y="14263"/>
                    <a:pt x="14972" y="15452"/>
                  </a:cubicBezTo>
                  <a:lnTo>
                    <a:pt x="14972" y="29715"/>
                  </a:lnTo>
                  <a:cubicBezTo>
                    <a:pt x="14972" y="30903"/>
                    <a:pt x="15760" y="31696"/>
                    <a:pt x="16942" y="31696"/>
                  </a:cubicBezTo>
                  <a:lnTo>
                    <a:pt x="43341" y="31696"/>
                  </a:lnTo>
                  <a:cubicBezTo>
                    <a:pt x="44523" y="31696"/>
                    <a:pt x="45311" y="32488"/>
                    <a:pt x="45311" y="33677"/>
                  </a:cubicBezTo>
                  <a:lnTo>
                    <a:pt x="45311" y="43185"/>
                  </a:lnTo>
                  <a:cubicBezTo>
                    <a:pt x="45311" y="44374"/>
                    <a:pt x="44523" y="45166"/>
                    <a:pt x="43341" y="45166"/>
                  </a:cubicBezTo>
                  <a:lnTo>
                    <a:pt x="16942" y="45166"/>
                  </a:lnTo>
                  <a:cubicBezTo>
                    <a:pt x="15760" y="45166"/>
                    <a:pt x="14972" y="45959"/>
                    <a:pt x="14972" y="47147"/>
                  </a:cubicBezTo>
                  <a:lnTo>
                    <a:pt x="14972" y="61807"/>
                  </a:lnTo>
                  <a:cubicBezTo>
                    <a:pt x="14972" y="62995"/>
                    <a:pt x="15760" y="63788"/>
                    <a:pt x="16942" y="63788"/>
                  </a:cubicBezTo>
                  <a:lnTo>
                    <a:pt x="48463" y="63788"/>
                  </a:lnTo>
                  <a:cubicBezTo>
                    <a:pt x="49645" y="63788"/>
                    <a:pt x="50433" y="64580"/>
                    <a:pt x="50433" y="65769"/>
                  </a:cubicBezTo>
                  <a:cubicBezTo>
                    <a:pt x="50433" y="65769"/>
                    <a:pt x="50433" y="65769"/>
                    <a:pt x="50433" y="65769"/>
                  </a:cubicBezTo>
                  <a:lnTo>
                    <a:pt x="50433" y="75277"/>
                  </a:lnTo>
                  <a:cubicBezTo>
                    <a:pt x="50433" y="76466"/>
                    <a:pt x="49645" y="77258"/>
                    <a:pt x="48463" y="77258"/>
                  </a:cubicBezTo>
                  <a:lnTo>
                    <a:pt x="1576" y="77258"/>
                  </a:lnTo>
                  <a:cubicBezTo>
                    <a:pt x="1182" y="77258"/>
                    <a:pt x="0" y="76466"/>
                    <a:pt x="0" y="75277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18" name="手繪多邊形 134">
              <a:extLst>
                <a:ext uri="{FF2B5EF4-FFF2-40B4-BE49-F238E27FC236}">
                  <a16:creationId xmlns:a16="http://schemas.microsoft.com/office/drawing/2014/main" id="{79F8D03C-3B69-4040-8E49-58F7D33E80E9}"/>
                </a:ext>
              </a:extLst>
            </p:cNvPr>
            <p:cNvSpPr/>
            <p:nvPr/>
          </p:nvSpPr>
          <p:spPr>
            <a:xfrm>
              <a:off x="4805899" y="6138612"/>
              <a:ext cx="60430" cy="77258"/>
            </a:xfrm>
            <a:custGeom>
              <a:avLst/>
              <a:gdLst>
                <a:gd name="connsiteX0" fmla="*/ 34426 w 60430"/>
                <a:gd name="connsiteY0" fmla="*/ 77258 h 77258"/>
                <a:gd name="connsiteX1" fmla="*/ 25758 w 60430"/>
                <a:gd name="connsiteY1" fmla="*/ 77258 h 77258"/>
                <a:gd name="connsiteX2" fmla="*/ 23788 w 60430"/>
                <a:gd name="connsiteY2" fmla="*/ 75674 h 77258"/>
                <a:gd name="connsiteX3" fmla="*/ 148 w 60430"/>
                <a:gd name="connsiteY3" fmla="*/ 2377 h 77258"/>
                <a:gd name="connsiteX4" fmla="*/ 1330 w 60430"/>
                <a:gd name="connsiteY4" fmla="*/ 0 h 77258"/>
                <a:gd name="connsiteX5" fmla="*/ 2118 w 60430"/>
                <a:gd name="connsiteY5" fmla="*/ 0 h 77258"/>
                <a:gd name="connsiteX6" fmla="*/ 13544 w 60430"/>
                <a:gd name="connsiteY6" fmla="*/ 0 h 77258"/>
                <a:gd name="connsiteX7" fmla="*/ 15514 w 60430"/>
                <a:gd name="connsiteY7" fmla="*/ 1585 h 77258"/>
                <a:gd name="connsiteX8" fmla="*/ 28516 w 60430"/>
                <a:gd name="connsiteY8" fmla="*/ 44374 h 77258"/>
                <a:gd name="connsiteX9" fmla="*/ 30880 w 60430"/>
                <a:gd name="connsiteY9" fmla="*/ 45563 h 77258"/>
                <a:gd name="connsiteX10" fmla="*/ 32062 w 60430"/>
                <a:gd name="connsiteY10" fmla="*/ 44374 h 77258"/>
                <a:gd name="connsiteX11" fmla="*/ 45065 w 60430"/>
                <a:gd name="connsiteY11" fmla="*/ 1585 h 77258"/>
                <a:gd name="connsiteX12" fmla="*/ 47035 w 60430"/>
                <a:gd name="connsiteY12" fmla="*/ 0 h 77258"/>
                <a:gd name="connsiteX13" fmla="*/ 58461 w 60430"/>
                <a:gd name="connsiteY13" fmla="*/ 0 h 77258"/>
                <a:gd name="connsiteX14" fmla="*/ 60431 w 60430"/>
                <a:gd name="connsiteY14" fmla="*/ 1981 h 77258"/>
                <a:gd name="connsiteX15" fmla="*/ 60431 w 60430"/>
                <a:gd name="connsiteY15" fmla="*/ 2773 h 77258"/>
                <a:gd name="connsiteX16" fmla="*/ 36396 w 60430"/>
                <a:gd name="connsiteY16" fmla="*/ 76070 h 77258"/>
                <a:gd name="connsiteX17" fmla="*/ 34426 w 60430"/>
                <a:gd name="connsiteY17" fmla="*/ 77258 h 77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430" h="77258">
                  <a:moveTo>
                    <a:pt x="34426" y="77258"/>
                  </a:moveTo>
                  <a:lnTo>
                    <a:pt x="25758" y="77258"/>
                  </a:lnTo>
                  <a:cubicBezTo>
                    <a:pt x="24970" y="77258"/>
                    <a:pt x="24182" y="76862"/>
                    <a:pt x="23788" y="75674"/>
                  </a:cubicBezTo>
                  <a:lnTo>
                    <a:pt x="148" y="2377"/>
                  </a:lnTo>
                  <a:cubicBezTo>
                    <a:pt x="-246" y="1189"/>
                    <a:pt x="148" y="396"/>
                    <a:pt x="1330" y="0"/>
                  </a:cubicBezTo>
                  <a:cubicBezTo>
                    <a:pt x="1724" y="0"/>
                    <a:pt x="1724" y="0"/>
                    <a:pt x="2118" y="0"/>
                  </a:cubicBezTo>
                  <a:lnTo>
                    <a:pt x="13544" y="0"/>
                  </a:lnTo>
                  <a:cubicBezTo>
                    <a:pt x="14332" y="0"/>
                    <a:pt x="15120" y="396"/>
                    <a:pt x="15514" y="1585"/>
                  </a:cubicBezTo>
                  <a:lnTo>
                    <a:pt x="28516" y="44374"/>
                  </a:lnTo>
                  <a:cubicBezTo>
                    <a:pt x="28910" y="45563"/>
                    <a:pt x="30092" y="45959"/>
                    <a:pt x="30880" y="45563"/>
                  </a:cubicBezTo>
                  <a:cubicBezTo>
                    <a:pt x="31668" y="45563"/>
                    <a:pt x="32062" y="44770"/>
                    <a:pt x="32062" y="44374"/>
                  </a:cubicBezTo>
                  <a:lnTo>
                    <a:pt x="45065" y="1585"/>
                  </a:lnTo>
                  <a:cubicBezTo>
                    <a:pt x="45459" y="792"/>
                    <a:pt x="46247" y="0"/>
                    <a:pt x="47035" y="0"/>
                  </a:cubicBezTo>
                  <a:lnTo>
                    <a:pt x="58461" y="0"/>
                  </a:lnTo>
                  <a:cubicBezTo>
                    <a:pt x="59643" y="0"/>
                    <a:pt x="60431" y="792"/>
                    <a:pt x="60431" y="1981"/>
                  </a:cubicBezTo>
                  <a:cubicBezTo>
                    <a:pt x="60431" y="2377"/>
                    <a:pt x="60431" y="2377"/>
                    <a:pt x="60431" y="2773"/>
                  </a:cubicBezTo>
                  <a:lnTo>
                    <a:pt x="36396" y="76070"/>
                  </a:lnTo>
                  <a:cubicBezTo>
                    <a:pt x="36002" y="76862"/>
                    <a:pt x="35214" y="77258"/>
                    <a:pt x="34426" y="77258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19" name="手繪多邊形 135">
              <a:extLst>
                <a:ext uri="{FF2B5EF4-FFF2-40B4-BE49-F238E27FC236}">
                  <a16:creationId xmlns:a16="http://schemas.microsoft.com/office/drawing/2014/main" id="{30D61652-0BF6-4938-A3FA-E9F4D12A477B}"/>
                </a:ext>
              </a:extLst>
            </p:cNvPr>
            <p:cNvSpPr/>
            <p:nvPr/>
          </p:nvSpPr>
          <p:spPr>
            <a:xfrm>
              <a:off x="4531995" y="6092497"/>
              <a:ext cx="300251" cy="78206"/>
            </a:xfrm>
            <a:custGeom>
              <a:avLst/>
              <a:gdLst>
                <a:gd name="connsiteX0" fmla="*/ 119207 w 300251"/>
                <a:gd name="connsiteY0" fmla="*/ 78206 h 78206"/>
                <a:gd name="connsiteX1" fmla="*/ 10461 w 300251"/>
                <a:gd name="connsiteY1" fmla="*/ 78206 h 78206"/>
                <a:gd name="connsiteX2" fmla="*/ 611 w 300251"/>
                <a:gd name="connsiteY2" fmla="*/ 71075 h 78206"/>
                <a:gd name="connsiteX3" fmla="*/ 4157 w 300251"/>
                <a:gd name="connsiteY3" fmla="*/ 59585 h 78206"/>
                <a:gd name="connsiteX4" fmla="*/ 75472 w 300251"/>
                <a:gd name="connsiteY4" fmla="*/ 18381 h 78206"/>
                <a:gd name="connsiteX5" fmla="*/ 292964 w 300251"/>
                <a:gd name="connsiteY5" fmla="*/ 19966 h 78206"/>
                <a:gd name="connsiteX6" fmla="*/ 299662 w 300251"/>
                <a:gd name="connsiteY6" fmla="*/ 32644 h 78206"/>
                <a:gd name="connsiteX7" fmla="*/ 287054 w 300251"/>
                <a:gd name="connsiteY7" fmla="*/ 39379 h 78206"/>
                <a:gd name="connsiteX8" fmla="*/ 83746 w 300251"/>
                <a:gd name="connsiteY8" fmla="*/ 37002 h 78206"/>
                <a:gd name="connsiteX9" fmla="*/ 43952 w 300251"/>
                <a:gd name="connsiteY9" fmla="*/ 57208 h 78206"/>
                <a:gd name="connsiteX10" fmla="*/ 119207 w 300251"/>
                <a:gd name="connsiteY10" fmla="*/ 57208 h 78206"/>
                <a:gd name="connsiteX11" fmla="*/ 129451 w 300251"/>
                <a:gd name="connsiteY11" fmla="*/ 67509 h 78206"/>
                <a:gd name="connsiteX12" fmla="*/ 119207 w 300251"/>
                <a:gd name="connsiteY12" fmla="*/ 78206 h 78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0251" h="78206">
                  <a:moveTo>
                    <a:pt x="119207" y="78206"/>
                  </a:moveTo>
                  <a:lnTo>
                    <a:pt x="10461" y="78206"/>
                  </a:lnTo>
                  <a:cubicBezTo>
                    <a:pt x="6127" y="78206"/>
                    <a:pt x="2187" y="75433"/>
                    <a:pt x="611" y="71075"/>
                  </a:cubicBezTo>
                  <a:cubicBezTo>
                    <a:pt x="-965" y="66717"/>
                    <a:pt x="611" y="62359"/>
                    <a:pt x="4157" y="59585"/>
                  </a:cubicBezTo>
                  <a:cubicBezTo>
                    <a:pt x="25827" y="42945"/>
                    <a:pt x="49862" y="28682"/>
                    <a:pt x="75472" y="18381"/>
                  </a:cubicBezTo>
                  <a:cubicBezTo>
                    <a:pt x="134179" y="-6580"/>
                    <a:pt x="207071" y="-6183"/>
                    <a:pt x="292964" y="19966"/>
                  </a:cubicBezTo>
                  <a:cubicBezTo>
                    <a:pt x="298480" y="21550"/>
                    <a:pt x="301632" y="27493"/>
                    <a:pt x="299662" y="32644"/>
                  </a:cubicBezTo>
                  <a:cubicBezTo>
                    <a:pt x="298086" y="38191"/>
                    <a:pt x="292176" y="41360"/>
                    <a:pt x="287054" y="39379"/>
                  </a:cubicBezTo>
                  <a:cubicBezTo>
                    <a:pt x="206283" y="14815"/>
                    <a:pt x="137725" y="14023"/>
                    <a:pt x="83746" y="37002"/>
                  </a:cubicBezTo>
                  <a:cubicBezTo>
                    <a:pt x="69956" y="42549"/>
                    <a:pt x="56954" y="49680"/>
                    <a:pt x="43952" y="57208"/>
                  </a:cubicBezTo>
                  <a:lnTo>
                    <a:pt x="119207" y="57208"/>
                  </a:lnTo>
                  <a:cubicBezTo>
                    <a:pt x="124723" y="57208"/>
                    <a:pt x="129451" y="61962"/>
                    <a:pt x="129451" y="67509"/>
                  </a:cubicBezTo>
                  <a:cubicBezTo>
                    <a:pt x="129451" y="73056"/>
                    <a:pt x="124723" y="78206"/>
                    <a:pt x="119207" y="78206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20" name="手繪多邊形 136">
              <a:extLst>
                <a:ext uri="{FF2B5EF4-FFF2-40B4-BE49-F238E27FC236}">
                  <a16:creationId xmlns:a16="http://schemas.microsoft.com/office/drawing/2014/main" id="{E8762F4D-B16F-4072-B0C3-6A197F474238}"/>
                </a:ext>
              </a:extLst>
            </p:cNvPr>
            <p:cNvSpPr/>
            <p:nvPr/>
          </p:nvSpPr>
          <p:spPr>
            <a:xfrm>
              <a:off x="4402584" y="6241227"/>
              <a:ext cx="132386" cy="133121"/>
            </a:xfrm>
            <a:custGeom>
              <a:avLst/>
              <a:gdLst>
                <a:gd name="connsiteX0" fmla="*/ 66193 w 132386"/>
                <a:gd name="connsiteY0" fmla="*/ 0 h 133121"/>
                <a:gd name="connsiteX1" fmla="*/ 0 w 132386"/>
                <a:gd name="connsiteY1" fmla="*/ 66561 h 133121"/>
                <a:gd name="connsiteX2" fmla="*/ 66193 w 132386"/>
                <a:gd name="connsiteY2" fmla="*/ 133122 h 133121"/>
                <a:gd name="connsiteX3" fmla="*/ 132386 w 132386"/>
                <a:gd name="connsiteY3" fmla="*/ 66561 h 133121"/>
                <a:gd name="connsiteX4" fmla="*/ 66193 w 132386"/>
                <a:gd name="connsiteY4" fmla="*/ 0 h 133121"/>
                <a:gd name="connsiteX5" fmla="*/ 66193 w 132386"/>
                <a:gd name="connsiteY5" fmla="*/ 91125 h 133121"/>
                <a:gd name="connsiteX6" fmla="*/ 41765 w 132386"/>
                <a:gd name="connsiteY6" fmla="*/ 66561 h 133121"/>
                <a:gd name="connsiteX7" fmla="*/ 66193 w 132386"/>
                <a:gd name="connsiteY7" fmla="*/ 41997 h 133121"/>
                <a:gd name="connsiteX8" fmla="*/ 90622 w 132386"/>
                <a:gd name="connsiteY8" fmla="*/ 66561 h 133121"/>
                <a:gd name="connsiteX9" fmla="*/ 66193 w 132386"/>
                <a:gd name="connsiteY9" fmla="*/ 91125 h 133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386" h="133121">
                  <a:moveTo>
                    <a:pt x="66193" y="0"/>
                  </a:moveTo>
                  <a:cubicBezTo>
                    <a:pt x="29551" y="0"/>
                    <a:pt x="0" y="29715"/>
                    <a:pt x="0" y="66561"/>
                  </a:cubicBezTo>
                  <a:cubicBezTo>
                    <a:pt x="0" y="103407"/>
                    <a:pt x="29551" y="133122"/>
                    <a:pt x="66193" y="133122"/>
                  </a:cubicBezTo>
                  <a:cubicBezTo>
                    <a:pt x="102836" y="133122"/>
                    <a:pt x="132386" y="103407"/>
                    <a:pt x="132386" y="66561"/>
                  </a:cubicBezTo>
                  <a:cubicBezTo>
                    <a:pt x="132386" y="29715"/>
                    <a:pt x="102836" y="0"/>
                    <a:pt x="66193" y="0"/>
                  </a:cubicBezTo>
                  <a:close/>
                  <a:moveTo>
                    <a:pt x="66193" y="91125"/>
                  </a:moveTo>
                  <a:cubicBezTo>
                    <a:pt x="52797" y="91125"/>
                    <a:pt x="41765" y="80032"/>
                    <a:pt x="41765" y="66561"/>
                  </a:cubicBezTo>
                  <a:cubicBezTo>
                    <a:pt x="41765" y="53090"/>
                    <a:pt x="52797" y="41997"/>
                    <a:pt x="66193" y="41997"/>
                  </a:cubicBezTo>
                  <a:cubicBezTo>
                    <a:pt x="79589" y="41997"/>
                    <a:pt x="90622" y="53090"/>
                    <a:pt x="90622" y="66561"/>
                  </a:cubicBezTo>
                  <a:cubicBezTo>
                    <a:pt x="90622" y="80032"/>
                    <a:pt x="79589" y="91125"/>
                    <a:pt x="66193" y="91125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21" name="手繪多邊形 137">
              <a:extLst>
                <a:ext uri="{FF2B5EF4-FFF2-40B4-BE49-F238E27FC236}">
                  <a16:creationId xmlns:a16="http://schemas.microsoft.com/office/drawing/2014/main" id="{D1C7B179-5BA9-4426-A123-D3F2C148ECC3}"/>
                </a:ext>
              </a:extLst>
            </p:cNvPr>
            <p:cNvSpPr/>
            <p:nvPr/>
          </p:nvSpPr>
          <p:spPr>
            <a:xfrm>
              <a:off x="4787135" y="6240830"/>
              <a:ext cx="133174" cy="133914"/>
            </a:xfrm>
            <a:custGeom>
              <a:avLst/>
              <a:gdLst>
                <a:gd name="connsiteX0" fmla="*/ 66587 w 133174"/>
                <a:gd name="connsiteY0" fmla="*/ 0 h 133914"/>
                <a:gd name="connsiteX1" fmla="*/ 0 w 133174"/>
                <a:gd name="connsiteY1" fmla="*/ 66957 h 133914"/>
                <a:gd name="connsiteX2" fmla="*/ 66587 w 133174"/>
                <a:gd name="connsiteY2" fmla="*/ 133914 h 133914"/>
                <a:gd name="connsiteX3" fmla="*/ 133174 w 133174"/>
                <a:gd name="connsiteY3" fmla="*/ 66957 h 133914"/>
                <a:gd name="connsiteX4" fmla="*/ 66587 w 133174"/>
                <a:gd name="connsiteY4" fmla="*/ 0 h 133914"/>
                <a:gd name="connsiteX5" fmla="*/ 66587 w 133174"/>
                <a:gd name="connsiteY5" fmla="*/ 87163 h 133914"/>
                <a:gd name="connsiteX6" fmla="*/ 46493 w 133174"/>
                <a:gd name="connsiteY6" fmla="*/ 66957 h 133914"/>
                <a:gd name="connsiteX7" fmla="*/ 66587 w 133174"/>
                <a:gd name="connsiteY7" fmla="*/ 46751 h 133914"/>
                <a:gd name="connsiteX8" fmla="*/ 86682 w 133174"/>
                <a:gd name="connsiteY8" fmla="*/ 66957 h 133914"/>
                <a:gd name="connsiteX9" fmla="*/ 66587 w 133174"/>
                <a:gd name="connsiteY9" fmla="*/ 87163 h 133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3174" h="133914">
                  <a:moveTo>
                    <a:pt x="66587" y="0"/>
                  </a:moveTo>
                  <a:cubicBezTo>
                    <a:pt x="29945" y="0"/>
                    <a:pt x="0" y="30111"/>
                    <a:pt x="0" y="66957"/>
                  </a:cubicBezTo>
                  <a:cubicBezTo>
                    <a:pt x="0" y="103803"/>
                    <a:pt x="29945" y="133914"/>
                    <a:pt x="66587" y="133914"/>
                  </a:cubicBezTo>
                  <a:cubicBezTo>
                    <a:pt x="103230" y="133914"/>
                    <a:pt x="133174" y="103803"/>
                    <a:pt x="133174" y="66957"/>
                  </a:cubicBezTo>
                  <a:cubicBezTo>
                    <a:pt x="133174" y="30111"/>
                    <a:pt x="103624" y="0"/>
                    <a:pt x="66587" y="0"/>
                  </a:cubicBezTo>
                  <a:close/>
                  <a:moveTo>
                    <a:pt x="66587" y="87163"/>
                  </a:moveTo>
                  <a:cubicBezTo>
                    <a:pt x="55555" y="87163"/>
                    <a:pt x="46493" y="78051"/>
                    <a:pt x="46493" y="66957"/>
                  </a:cubicBezTo>
                  <a:cubicBezTo>
                    <a:pt x="46493" y="55864"/>
                    <a:pt x="55555" y="46751"/>
                    <a:pt x="66587" y="46751"/>
                  </a:cubicBezTo>
                  <a:cubicBezTo>
                    <a:pt x="77619" y="46751"/>
                    <a:pt x="86682" y="55864"/>
                    <a:pt x="86682" y="66957"/>
                  </a:cubicBezTo>
                  <a:cubicBezTo>
                    <a:pt x="86682" y="78051"/>
                    <a:pt x="77619" y="87163"/>
                    <a:pt x="66587" y="87163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124" name="圖形 28">
            <a:extLst>
              <a:ext uri="{FF2B5EF4-FFF2-40B4-BE49-F238E27FC236}">
                <a16:creationId xmlns:a16="http://schemas.microsoft.com/office/drawing/2014/main" id="{2B1A235E-D00B-4DB3-BA26-BED4F7F3B027}"/>
              </a:ext>
            </a:extLst>
          </p:cNvPr>
          <p:cNvGrpSpPr/>
          <p:nvPr userDrawn="1"/>
        </p:nvGrpSpPr>
        <p:grpSpPr>
          <a:xfrm>
            <a:off x="6563803" y="5597001"/>
            <a:ext cx="341537" cy="505305"/>
            <a:chOff x="7116910" y="5963038"/>
            <a:chExt cx="420840" cy="622635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sp>
          <p:nvSpPr>
            <p:cNvPr id="125" name="手繪多邊形 65">
              <a:extLst>
                <a:ext uri="{FF2B5EF4-FFF2-40B4-BE49-F238E27FC236}">
                  <a16:creationId xmlns:a16="http://schemas.microsoft.com/office/drawing/2014/main" id="{19E1B074-5A75-43D2-A23E-FD19DD21268F}"/>
                </a:ext>
              </a:extLst>
            </p:cNvPr>
            <p:cNvSpPr/>
            <p:nvPr/>
          </p:nvSpPr>
          <p:spPr>
            <a:xfrm>
              <a:off x="7116910" y="5963038"/>
              <a:ext cx="420840" cy="622635"/>
            </a:xfrm>
            <a:custGeom>
              <a:avLst/>
              <a:gdLst>
                <a:gd name="connsiteX0" fmla="*/ 419320 w 420840"/>
                <a:gd name="connsiteY0" fmla="*/ 267791 h 622635"/>
                <a:gd name="connsiteX1" fmla="*/ 367133 w 420840"/>
                <a:gd name="connsiteY1" fmla="*/ 182756 h 622635"/>
                <a:gd name="connsiteX2" fmla="*/ 181778 w 420840"/>
                <a:gd name="connsiteY2" fmla="*/ 0 h 622635"/>
                <a:gd name="connsiteX3" fmla="*/ 0 w 420840"/>
                <a:gd name="connsiteY3" fmla="*/ 175589 h 622635"/>
                <a:gd name="connsiteX4" fmla="*/ 0 w 420840"/>
                <a:gd name="connsiteY4" fmla="*/ 177452 h 622635"/>
                <a:gd name="connsiteX5" fmla="*/ 85345 w 420840"/>
                <a:gd name="connsiteY5" fmla="*/ 319715 h 622635"/>
                <a:gd name="connsiteX6" fmla="*/ 95146 w 420840"/>
                <a:gd name="connsiteY6" fmla="*/ 324947 h 622635"/>
                <a:gd name="connsiteX7" fmla="*/ 95146 w 420840"/>
                <a:gd name="connsiteY7" fmla="*/ 441480 h 622635"/>
                <a:gd name="connsiteX8" fmla="*/ 104338 w 420840"/>
                <a:gd name="connsiteY8" fmla="*/ 450690 h 622635"/>
                <a:gd name="connsiteX9" fmla="*/ 113531 w 420840"/>
                <a:gd name="connsiteY9" fmla="*/ 441480 h 622635"/>
                <a:gd name="connsiteX10" fmla="*/ 113531 w 420840"/>
                <a:gd name="connsiteY10" fmla="*/ 319428 h 622635"/>
                <a:gd name="connsiteX11" fmla="*/ 108666 w 420840"/>
                <a:gd name="connsiteY11" fmla="*/ 311294 h 622635"/>
                <a:gd name="connsiteX12" fmla="*/ 93965 w 420840"/>
                <a:gd name="connsiteY12" fmla="*/ 303482 h 622635"/>
                <a:gd name="connsiteX13" fmla="*/ 18385 w 420840"/>
                <a:gd name="connsiteY13" fmla="*/ 177488 h 622635"/>
                <a:gd name="connsiteX14" fmla="*/ 18385 w 420840"/>
                <a:gd name="connsiteY14" fmla="*/ 175589 h 622635"/>
                <a:gd name="connsiteX15" fmla="*/ 54405 w 420840"/>
                <a:gd name="connsiteY15" fmla="*/ 72601 h 622635"/>
                <a:gd name="connsiteX16" fmla="*/ 66638 w 420840"/>
                <a:gd name="connsiteY16" fmla="*/ 82563 h 622635"/>
                <a:gd name="connsiteX17" fmla="*/ 66638 w 420840"/>
                <a:gd name="connsiteY17" fmla="*/ 164982 h 622635"/>
                <a:gd name="connsiteX18" fmla="*/ 71002 w 420840"/>
                <a:gd name="connsiteY18" fmla="*/ 172794 h 622635"/>
                <a:gd name="connsiteX19" fmla="*/ 94073 w 420840"/>
                <a:gd name="connsiteY19" fmla="*/ 187127 h 622635"/>
                <a:gd name="connsiteX20" fmla="*/ 94073 w 420840"/>
                <a:gd name="connsiteY20" fmla="*/ 248942 h 622635"/>
                <a:gd name="connsiteX21" fmla="*/ 112458 w 420840"/>
                <a:gd name="connsiteY21" fmla="*/ 267361 h 622635"/>
                <a:gd name="connsiteX22" fmla="*/ 133204 w 420840"/>
                <a:gd name="connsiteY22" fmla="*/ 267361 h 622635"/>
                <a:gd name="connsiteX23" fmla="*/ 133204 w 420840"/>
                <a:gd name="connsiteY23" fmla="*/ 498672 h 622635"/>
                <a:gd name="connsiteX24" fmla="*/ 116786 w 420840"/>
                <a:gd name="connsiteY24" fmla="*/ 531697 h 622635"/>
                <a:gd name="connsiteX25" fmla="*/ 149749 w 420840"/>
                <a:gd name="connsiteY25" fmla="*/ 548145 h 622635"/>
                <a:gd name="connsiteX26" fmla="*/ 166167 w 420840"/>
                <a:gd name="connsiteY26" fmla="*/ 515120 h 622635"/>
                <a:gd name="connsiteX27" fmla="*/ 151553 w 420840"/>
                <a:gd name="connsiteY27" fmla="*/ 499353 h 622635"/>
                <a:gd name="connsiteX28" fmla="*/ 151553 w 420840"/>
                <a:gd name="connsiteY28" fmla="*/ 267361 h 622635"/>
                <a:gd name="connsiteX29" fmla="*/ 178094 w 420840"/>
                <a:gd name="connsiteY29" fmla="*/ 267361 h 622635"/>
                <a:gd name="connsiteX30" fmla="*/ 178094 w 420840"/>
                <a:gd name="connsiteY30" fmla="*/ 572132 h 622635"/>
                <a:gd name="connsiteX31" fmla="*/ 162923 w 420840"/>
                <a:gd name="connsiteY31" fmla="*/ 605749 h 622635"/>
                <a:gd name="connsiteX32" fmla="*/ 196479 w 420840"/>
                <a:gd name="connsiteY32" fmla="*/ 620950 h 622635"/>
                <a:gd name="connsiteX33" fmla="*/ 211650 w 420840"/>
                <a:gd name="connsiteY33" fmla="*/ 587330 h 622635"/>
                <a:gd name="connsiteX34" fmla="*/ 196479 w 420840"/>
                <a:gd name="connsiteY34" fmla="*/ 572132 h 622635"/>
                <a:gd name="connsiteX35" fmla="*/ 196479 w 420840"/>
                <a:gd name="connsiteY35" fmla="*/ 267540 h 622635"/>
                <a:gd name="connsiteX36" fmla="*/ 220909 w 420840"/>
                <a:gd name="connsiteY36" fmla="*/ 267540 h 622635"/>
                <a:gd name="connsiteX37" fmla="*/ 220909 w 420840"/>
                <a:gd name="connsiteY37" fmla="*/ 459326 h 622635"/>
                <a:gd name="connsiteX38" fmla="*/ 205739 w 420840"/>
                <a:gd name="connsiteY38" fmla="*/ 492942 h 622635"/>
                <a:gd name="connsiteX39" fmla="*/ 239295 w 420840"/>
                <a:gd name="connsiteY39" fmla="*/ 508143 h 622635"/>
                <a:gd name="connsiteX40" fmla="*/ 254465 w 420840"/>
                <a:gd name="connsiteY40" fmla="*/ 474523 h 622635"/>
                <a:gd name="connsiteX41" fmla="*/ 239295 w 420840"/>
                <a:gd name="connsiteY41" fmla="*/ 459326 h 622635"/>
                <a:gd name="connsiteX42" fmla="*/ 239295 w 420840"/>
                <a:gd name="connsiteY42" fmla="*/ 267361 h 622635"/>
                <a:gd name="connsiteX43" fmla="*/ 262509 w 420840"/>
                <a:gd name="connsiteY43" fmla="*/ 267361 h 622635"/>
                <a:gd name="connsiteX44" fmla="*/ 280894 w 420840"/>
                <a:gd name="connsiteY44" fmla="*/ 248942 h 622635"/>
                <a:gd name="connsiteX45" fmla="*/ 280894 w 420840"/>
                <a:gd name="connsiteY45" fmla="*/ 231670 h 622635"/>
                <a:gd name="connsiteX46" fmla="*/ 309974 w 420840"/>
                <a:gd name="connsiteY46" fmla="*/ 220919 h 622635"/>
                <a:gd name="connsiteX47" fmla="*/ 316019 w 420840"/>
                <a:gd name="connsiteY47" fmla="*/ 212283 h 622635"/>
                <a:gd name="connsiteX48" fmla="*/ 316019 w 420840"/>
                <a:gd name="connsiteY48" fmla="*/ 129541 h 622635"/>
                <a:gd name="connsiteX49" fmla="*/ 332008 w 420840"/>
                <a:gd name="connsiteY49" fmla="*/ 114670 h 622635"/>
                <a:gd name="connsiteX50" fmla="*/ 348891 w 420840"/>
                <a:gd name="connsiteY50" fmla="*/ 186052 h 622635"/>
                <a:gd name="connsiteX51" fmla="*/ 350250 w 420840"/>
                <a:gd name="connsiteY51" fmla="*/ 190603 h 622635"/>
                <a:gd name="connsiteX52" fmla="*/ 395069 w 420840"/>
                <a:gd name="connsiteY52" fmla="*/ 263383 h 622635"/>
                <a:gd name="connsiteX53" fmla="*/ 363091 w 420840"/>
                <a:gd name="connsiteY53" fmla="*/ 263383 h 622635"/>
                <a:gd name="connsiteX54" fmla="*/ 353898 w 420840"/>
                <a:gd name="connsiteY54" fmla="*/ 272592 h 622635"/>
                <a:gd name="connsiteX55" fmla="*/ 353898 w 420840"/>
                <a:gd name="connsiteY55" fmla="*/ 298537 h 622635"/>
                <a:gd name="connsiteX56" fmla="*/ 315053 w 420840"/>
                <a:gd name="connsiteY56" fmla="*/ 298537 h 622635"/>
                <a:gd name="connsiteX57" fmla="*/ 290838 w 420840"/>
                <a:gd name="connsiteY57" fmla="*/ 322797 h 622635"/>
                <a:gd name="connsiteX58" fmla="*/ 315053 w 420840"/>
                <a:gd name="connsiteY58" fmla="*/ 347056 h 622635"/>
                <a:gd name="connsiteX59" fmla="*/ 353898 w 420840"/>
                <a:gd name="connsiteY59" fmla="*/ 347056 h 622635"/>
                <a:gd name="connsiteX60" fmla="*/ 353898 w 420840"/>
                <a:gd name="connsiteY60" fmla="*/ 364974 h 622635"/>
                <a:gd name="connsiteX61" fmla="*/ 330005 w 420840"/>
                <a:gd name="connsiteY61" fmla="*/ 388911 h 622635"/>
                <a:gd name="connsiteX62" fmla="*/ 274634 w 420840"/>
                <a:gd name="connsiteY62" fmla="*/ 388911 h 622635"/>
                <a:gd name="connsiteX63" fmla="*/ 265442 w 420840"/>
                <a:gd name="connsiteY63" fmla="*/ 398120 h 622635"/>
                <a:gd name="connsiteX64" fmla="*/ 265442 w 420840"/>
                <a:gd name="connsiteY64" fmla="*/ 441588 h 622635"/>
                <a:gd name="connsiteX65" fmla="*/ 274044 w 420840"/>
                <a:gd name="connsiteY65" fmla="*/ 451353 h 622635"/>
                <a:gd name="connsiteX66" fmla="*/ 283791 w 420840"/>
                <a:gd name="connsiteY66" fmla="*/ 442734 h 622635"/>
                <a:gd name="connsiteX67" fmla="*/ 283791 w 420840"/>
                <a:gd name="connsiteY67" fmla="*/ 441588 h 622635"/>
                <a:gd name="connsiteX68" fmla="*/ 283791 w 420840"/>
                <a:gd name="connsiteY68" fmla="*/ 407330 h 622635"/>
                <a:gd name="connsiteX69" fmla="*/ 330005 w 420840"/>
                <a:gd name="connsiteY69" fmla="*/ 407330 h 622635"/>
                <a:gd name="connsiteX70" fmla="*/ 372284 w 420840"/>
                <a:gd name="connsiteY70" fmla="*/ 364974 h 622635"/>
                <a:gd name="connsiteX71" fmla="*/ 372284 w 420840"/>
                <a:gd name="connsiteY71" fmla="*/ 281802 h 622635"/>
                <a:gd name="connsiteX72" fmla="*/ 411630 w 420840"/>
                <a:gd name="connsiteY72" fmla="*/ 281802 h 622635"/>
                <a:gd name="connsiteX73" fmla="*/ 420840 w 420840"/>
                <a:gd name="connsiteY73" fmla="*/ 272682 h 622635"/>
                <a:gd name="connsiteX74" fmla="*/ 419463 w 420840"/>
                <a:gd name="connsiteY74" fmla="*/ 267791 h 622635"/>
                <a:gd name="connsiteX75" fmla="*/ 141466 w 420840"/>
                <a:gd name="connsiteY75" fmla="*/ 531066 h 622635"/>
                <a:gd name="connsiteX76" fmla="*/ 133740 w 420840"/>
                <a:gd name="connsiteY76" fmla="*/ 523398 h 622635"/>
                <a:gd name="connsiteX77" fmla="*/ 141395 w 420840"/>
                <a:gd name="connsiteY77" fmla="*/ 515657 h 622635"/>
                <a:gd name="connsiteX78" fmla="*/ 149121 w 420840"/>
                <a:gd name="connsiteY78" fmla="*/ 523326 h 622635"/>
                <a:gd name="connsiteX79" fmla="*/ 149121 w 420840"/>
                <a:gd name="connsiteY79" fmla="*/ 523398 h 622635"/>
                <a:gd name="connsiteX80" fmla="*/ 141466 w 420840"/>
                <a:gd name="connsiteY80" fmla="*/ 531066 h 622635"/>
                <a:gd name="connsiteX81" fmla="*/ 187287 w 420840"/>
                <a:gd name="connsiteY81" fmla="*/ 604204 h 622635"/>
                <a:gd name="connsiteX82" fmla="*/ 179560 w 420840"/>
                <a:gd name="connsiteY82" fmla="*/ 596536 h 622635"/>
                <a:gd name="connsiteX83" fmla="*/ 187215 w 420840"/>
                <a:gd name="connsiteY83" fmla="*/ 588795 h 622635"/>
                <a:gd name="connsiteX84" fmla="*/ 194941 w 420840"/>
                <a:gd name="connsiteY84" fmla="*/ 596464 h 622635"/>
                <a:gd name="connsiteX85" fmla="*/ 194941 w 420840"/>
                <a:gd name="connsiteY85" fmla="*/ 596500 h 622635"/>
                <a:gd name="connsiteX86" fmla="*/ 187322 w 420840"/>
                <a:gd name="connsiteY86" fmla="*/ 604204 h 622635"/>
                <a:gd name="connsiteX87" fmla="*/ 187287 w 420840"/>
                <a:gd name="connsiteY87" fmla="*/ 604204 h 622635"/>
                <a:gd name="connsiteX88" fmla="*/ 230209 w 420840"/>
                <a:gd name="connsiteY88" fmla="*/ 491218 h 622635"/>
                <a:gd name="connsiteX89" fmla="*/ 222483 w 420840"/>
                <a:gd name="connsiteY89" fmla="*/ 483550 h 622635"/>
                <a:gd name="connsiteX90" fmla="*/ 230138 w 420840"/>
                <a:gd name="connsiteY90" fmla="*/ 475810 h 622635"/>
                <a:gd name="connsiteX91" fmla="*/ 237864 w 420840"/>
                <a:gd name="connsiteY91" fmla="*/ 483478 h 622635"/>
                <a:gd name="connsiteX92" fmla="*/ 237864 w 420840"/>
                <a:gd name="connsiteY92" fmla="*/ 483550 h 622635"/>
                <a:gd name="connsiteX93" fmla="*/ 230210 w 420840"/>
                <a:gd name="connsiteY93" fmla="*/ 491218 h 622635"/>
                <a:gd name="connsiteX94" fmla="*/ 230102 w 420840"/>
                <a:gd name="connsiteY94" fmla="*/ 491218 h 622635"/>
                <a:gd name="connsiteX95" fmla="*/ 85023 w 420840"/>
                <a:gd name="connsiteY95" fmla="*/ 159857 h 622635"/>
                <a:gd name="connsiteX96" fmla="*/ 85023 w 420840"/>
                <a:gd name="connsiteY96" fmla="*/ 78191 h 622635"/>
                <a:gd name="connsiteX97" fmla="*/ 81625 w 420840"/>
                <a:gd name="connsiteY97" fmla="*/ 71024 h 622635"/>
                <a:gd name="connsiteX98" fmla="*/ 67961 w 420840"/>
                <a:gd name="connsiteY98" fmla="*/ 59772 h 622635"/>
                <a:gd name="connsiteX99" fmla="*/ 142647 w 420840"/>
                <a:gd name="connsiteY99" fmla="*/ 23937 h 622635"/>
                <a:gd name="connsiteX100" fmla="*/ 142647 w 420840"/>
                <a:gd name="connsiteY100" fmla="*/ 50168 h 622635"/>
                <a:gd name="connsiteX101" fmla="*/ 151839 w 420840"/>
                <a:gd name="connsiteY101" fmla="*/ 59378 h 622635"/>
                <a:gd name="connsiteX102" fmla="*/ 193439 w 420840"/>
                <a:gd name="connsiteY102" fmla="*/ 59378 h 622635"/>
                <a:gd name="connsiteX103" fmla="*/ 193439 w 420840"/>
                <a:gd name="connsiteY103" fmla="*/ 80197 h 622635"/>
                <a:gd name="connsiteX104" fmla="*/ 112458 w 420840"/>
                <a:gd name="connsiteY104" fmla="*/ 80197 h 622635"/>
                <a:gd name="connsiteX105" fmla="*/ 94073 w 420840"/>
                <a:gd name="connsiteY105" fmla="*/ 98616 h 622635"/>
                <a:gd name="connsiteX106" fmla="*/ 94073 w 420840"/>
                <a:gd name="connsiteY106" fmla="*/ 165448 h 622635"/>
                <a:gd name="connsiteX107" fmla="*/ 262509 w 420840"/>
                <a:gd name="connsiteY107" fmla="*/ 248942 h 622635"/>
                <a:gd name="connsiteX108" fmla="*/ 112458 w 420840"/>
                <a:gd name="connsiteY108" fmla="*/ 248942 h 622635"/>
                <a:gd name="connsiteX109" fmla="*/ 112458 w 420840"/>
                <a:gd name="connsiteY109" fmla="*/ 98616 h 622635"/>
                <a:gd name="connsiteX110" fmla="*/ 262688 w 420840"/>
                <a:gd name="connsiteY110" fmla="*/ 98616 h 622635"/>
                <a:gd name="connsiteX111" fmla="*/ 262688 w 420840"/>
                <a:gd name="connsiteY111" fmla="*/ 249121 h 622635"/>
                <a:gd name="connsiteX112" fmla="*/ 300460 w 420840"/>
                <a:gd name="connsiteY112" fmla="*/ 118863 h 622635"/>
                <a:gd name="connsiteX113" fmla="*/ 297634 w 420840"/>
                <a:gd name="connsiteY113" fmla="*/ 125420 h 622635"/>
                <a:gd name="connsiteX114" fmla="*/ 297634 w 420840"/>
                <a:gd name="connsiteY114" fmla="*/ 205940 h 622635"/>
                <a:gd name="connsiteX115" fmla="*/ 280894 w 420840"/>
                <a:gd name="connsiteY115" fmla="*/ 212068 h 622635"/>
                <a:gd name="connsiteX116" fmla="*/ 280894 w 420840"/>
                <a:gd name="connsiteY116" fmla="*/ 98616 h 622635"/>
                <a:gd name="connsiteX117" fmla="*/ 262509 w 420840"/>
                <a:gd name="connsiteY117" fmla="*/ 80197 h 622635"/>
                <a:gd name="connsiteX118" fmla="*/ 211824 w 420840"/>
                <a:gd name="connsiteY118" fmla="*/ 80197 h 622635"/>
                <a:gd name="connsiteX119" fmla="*/ 211824 w 420840"/>
                <a:gd name="connsiteY119" fmla="*/ 50168 h 622635"/>
                <a:gd name="connsiteX120" fmla="*/ 202631 w 420840"/>
                <a:gd name="connsiteY120" fmla="*/ 40959 h 622635"/>
                <a:gd name="connsiteX121" fmla="*/ 160961 w 420840"/>
                <a:gd name="connsiteY121" fmla="*/ 40959 h 622635"/>
                <a:gd name="connsiteX122" fmla="*/ 160961 w 420840"/>
                <a:gd name="connsiteY122" fmla="*/ 20497 h 622635"/>
                <a:gd name="connsiteX123" fmla="*/ 182064 w 420840"/>
                <a:gd name="connsiteY123" fmla="*/ 18419 h 622635"/>
                <a:gd name="connsiteX124" fmla="*/ 323674 w 420840"/>
                <a:gd name="connsiteY124" fmla="*/ 97255 h 622635"/>
                <a:gd name="connsiteX125" fmla="*/ 314982 w 420840"/>
                <a:gd name="connsiteY125" fmla="*/ 328638 h 622635"/>
                <a:gd name="connsiteX126" fmla="*/ 309591 w 420840"/>
                <a:gd name="connsiteY126" fmla="*/ 322320 h 622635"/>
                <a:gd name="connsiteX127" fmla="*/ 314982 w 420840"/>
                <a:gd name="connsiteY127" fmla="*/ 316920 h 622635"/>
                <a:gd name="connsiteX128" fmla="*/ 353898 w 420840"/>
                <a:gd name="connsiteY128" fmla="*/ 316920 h 622635"/>
                <a:gd name="connsiteX129" fmla="*/ 353898 w 420840"/>
                <a:gd name="connsiteY129" fmla="*/ 328638 h 622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</a:cxnLst>
              <a:rect l="l" t="t" r="r" b="b"/>
              <a:pathLst>
                <a:path w="420840" h="622635">
                  <a:moveTo>
                    <a:pt x="419320" y="267791"/>
                  </a:moveTo>
                  <a:lnTo>
                    <a:pt x="367133" y="182756"/>
                  </a:lnTo>
                  <a:cubicBezTo>
                    <a:pt x="365523" y="160287"/>
                    <a:pt x="348319" y="0"/>
                    <a:pt x="181778" y="0"/>
                  </a:cubicBezTo>
                  <a:cubicBezTo>
                    <a:pt x="179954" y="0"/>
                    <a:pt x="0" y="5662"/>
                    <a:pt x="0" y="175589"/>
                  </a:cubicBezTo>
                  <a:lnTo>
                    <a:pt x="0" y="177452"/>
                  </a:lnTo>
                  <a:cubicBezTo>
                    <a:pt x="-78" y="237057"/>
                    <a:pt x="32770" y="291812"/>
                    <a:pt x="85345" y="319715"/>
                  </a:cubicBezTo>
                  <a:lnTo>
                    <a:pt x="95146" y="324947"/>
                  </a:lnTo>
                  <a:lnTo>
                    <a:pt x="95146" y="441480"/>
                  </a:lnTo>
                  <a:cubicBezTo>
                    <a:pt x="95146" y="446565"/>
                    <a:pt x="99261" y="450690"/>
                    <a:pt x="104338" y="450690"/>
                  </a:cubicBezTo>
                  <a:cubicBezTo>
                    <a:pt x="109415" y="450690"/>
                    <a:pt x="113531" y="446565"/>
                    <a:pt x="113531" y="441480"/>
                  </a:cubicBezTo>
                  <a:lnTo>
                    <a:pt x="113531" y="319428"/>
                  </a:lnTo>
                  <a:cubicBezTo>
                    <a:pt x="113534" y="316024"/>
                    <a:pt x="111664" y="312896"/>
                    <a:pt x="108666" y="311294"/>
                  </a:cubicBezTo>
                  <a:lnTo>
                    <a:pt x="93965" y="303482"/>
                  </a:lnTo>
                  <a:cubicBezTo>
                    <a:pt x="47411" y="278763"/>
                    <a:pt x="18323" y="230273"/>
                    <a:pt x="18385" y="177488"/>
                  </a:cubicBezTo>
                  <a:lnTo>
                    <a:pt x="18385" y="175589"/>
                  </a:lnTo>
                  <a:cubicBezTo>
                    <a:pt x="18385" y="128610"/>
                    <a:pt x="33444" y="95678"/>
                    <a:pt x="54405" y="72601"/>
                  </a:cubicBezTo>
                  <a:lnTo>
                    <a:pt x="66638" y="82563"/>
                  </a:lnTo>
                  <a:lnTo>
                    <a:pt x="66638" y="164982"/>
                  </a:lnTo>
                  <a:cubicBezTo>
                    <a:pt x="66632" y="168170"/>
                    <a:pt x="68286" y="171131"/>
                    <a:pt x="71002" y="172794"/>
                  </a:cubicBezTo>
                  <a:lnTo>
                    <a:pt x="94073" y="187127"/>
                  </a:lnTo>
                  <a:lnTo>
                    <a:pt x="94073" y="248942"/>
                  </a:lnTo>
                  <a:cubicBezTo>
                    <a:pt x="94073" y="259114"/>
                    <a:pt x="102304" y="267361"/>
                    <a:pt x="112458" y="267361"/>
                  </a:cubicBezTo>
                  <a:lnTo>
                    <a:pt x="133204" y="267361"/>
                  </a:lnTo>
                  <a:lnTo>
                    <a:pt x="133204" y="498672"/>
                  </a:lnTo>
                  <a:cubicBezTo>
                    <a:pt x="119568" y="503248"/>
                    <a:pt x="112217" y="518033"/>
                    <a:pt x="116786" y="531697"/>
                  </a:cubicBezTo>
                  <a:cubicBezTo>
                    <a:pt x="121355" y="545357"/>
                    <a:pt x="136113" y="552721"/>
                    <a:pt x="149749" y="548145"/>
                  </a:cubicBezTo>
                  <a:cubicBezTo>
                    <a:pt x="163386" y="543565"/>
                    <a:pt x="170736" y="528780"/>
                    <a:pt x="166167" y="515120"/>
                  </a:cubicBezTo>
                  <a:cubicBezTo>
                    <a:pt x="163787" y="508003"/>
                    <a:pt x="158462" y="502259"/>
                    <a:pt x="151553" y="499353"/>
                  </a:cubicBezTo>
                  <a:lnTo>
                    <a:pt x="151553" y="267361"/>
                  </a:lnTo>
                  <a:lnTo>
                    <a:pt x="178094" y="267361"/>
                  </a:lnTo>
                  <a:lnTo>
                    <a:pt x="178094" y="572132"/>
                  </a:lnTo>
                  <a:cubicBezTo>
                    <a:pt x="164638" y="577217"/>
                    <a:pt x="157847" y="592271"/>
                    <a:pt x="162923" y="605749"/>
                  </a:cubicBezTo>
                  <a:cubicBezTo>
                    <a:pt x="168000" y="619230"/>
                    <a:pt x="183024" y="626035"/>
                    <a:pt x="196479" y="620950"/>
                  </a:cubicBezTo>
                  <a:cubicBezTo>
                    <a:pt x="209935" y="615861"/>
                    <a:pt x="216727" y="600811"/>
                    <a:pt x="211650" y="587330"/>
                  </a:cubicBezTo>
                  <a:cubicBezTo>
                    <a:pt x="209008" y="580317"/>
                    <a:pt x="203481" y="574781"/>
                    <a:pt x="196479" y="572132"/>
                  </a:cubicBezTo>
                  <a:lnTo>
                    <a:pt x="196479" y="267540"/>
                  </a:lnTo>
                  <a:lnTo>
                    <a:pt x="220909" y="267540"/>
                  </a:lnTo>
                  <a:lnTo>
                    <a:pt x="220909" y="459326"/>
                  </a:lnTo>
                  <a:cubicBezTo>
                    <a:pt x="207454" y="464411"/>
                    <a:pt x="200662" y="479461"/>
                    <a:pt x="205739" y="492942"/>
                  </a:cubicBezTo>
                  <a:cubicBezTo>
                    <a:pt x="210816" y="506423"/>
                    <a:pt x="225839" y="513228"/>
                    <a:pt x="239295" y="508143"/>
                  </a:cubicBezTo>
                  <a:cubicBezTo>
                    <a:pt x="252750" y="503054"/>
                    <a:pt x="259542" y="488004"/>
                    <a:pt x="254465" y="474523"/>
                  </a:cubicBezTo>
                  <a:cubicBezTo>
                    <a:pt x="251823" y="467510"/>
                    <a:pt x="246296" y="461974"/>
                    <a:pt x="239295" y="459326"/>
                  </a:cubicBezTo>
                  <a:lnTo>
                    <a:pt x="239295" y="267361"/>
                  </a:lnTo>
                  <a:lnTo>
                    <a:pt x="262509" y="267361"/>
                  </a:lnTo>
                  <a:cubicBezTo>
                    <a:pt x="272662" y="267361"/>
                    <a:pt x="280894" y="259114"/>
                    <a:pt x="280894" y="248942"/>
                  </a:cubicBezTo>
                  <a:lnTo>
                    <a:pt x="280894" y="231670"/>
                  </a:lnTo>
                  <a:lnTo>
                    <a:pt x="309974" y="220919"/>
                  </a:lnTo>
                  <a:cubicBezTo>
                    <a:pt x="313598" y="219596"/>
                    <a:pt x="316012" y="216147"/>
                    <a:pt x="316019" y="212283"/>
                  </a:cubicBezTo>
                  <a:lnTo>
                    <a:pt x="316019" y="129541"/>
                  </a:lnTo>
                  <a:lnTo>
                    <a:pt x="332008" y="114670"/>
                  </a:lnTo>
                  <a:cubicBezTo>
                    <a:pt x="341502" y="137377"/>
                    <a:pt x="347205" y="161492"/>
                    <a:pt x="348891" y="186052"/>
                  </a:cubicBezTo>
                  <a:cubicBezTo>
                    <a:pt x="348941" y="187662"/>
                    <a:pt x="349409" y="189231"/>
                    <a:pt x="350250" y="190603"/>
                  </a:cubicBezTo>
                  <a:lnTo>
                    <a:pt x="395069" y="263383"/>
                  </a:lnTo>
                  <a:lnTo>
                    <a:pt x="363091" y="263383"/>
                  </a:lnTo>
                  <a:cubicBezTo>
                    <a:pt x="358023" y="263403"/>
                    <a:pt x="353918" y="267514"/>
                    <a:pt x="353898" y="272592"/>
                  </a:cubicBezTo>
                  <a:lnTo>
                    <a:pt x="353898" y="298537"/>
                  </a:lnTo>
                  <a:lnTo>
                    <a:pt x="315053" y="298537"/>
                  </a:lnTo>
                  <a:cubicBezTo>
                    <a:pt x="301679" y="298537"/>
                    <a:pt x="290838" y="309398"/>
                    <a:pt x="290838" y="322797"/>
                  </a:cubicBezTo>
                  <a:cubicBezTo>
                    <a:pt x="290838" y="336195"/>
                    <a:pt x="301679" y="347056"/>
                    <a:pt x="315053" y="347056"/>
                  </a:cubicBezTo>
                  <a:lnTo>
                    <a:pt x="353898" y="347056"/>
                  </a:lnTo>
                  <a:lnTo>
                    <a:pt x="353898" y="364974"/>
                  </a:lnTo>
                  <a:cubicBezTo>
                    <a:pt x="353879" y="378186"/>
                    <a:pt x="343193" y="388890"/>
                    <a:pt x="330005" y="388911"/>
                  </a:cubicBezTo>
                  <a:lnTo>
                    <a:pt x="274634" y="388911"/>
                  </a:lnTo>
                  <a:cubicBezTo>
                    <a:pt x="269557" y="388911"/>
                    <a:pt x="265442" y="393036"/>
                    <a:pt x="265442" y="398120"/>
                  </a:cubicBezTo>
                  <a:lnTo>
                    <a:pt x="265442" y="441588"/>
                  </a:lnTo>
                  <a:cubicBezTo>
                    <a:pt x="265125" y="446665"/>
                    <a:pt x="268976" y="451037"/>
                    <a:pt x="274044" y="451353"/>
                  </a:cubicBezTo>
                  <a:cubicBezTo>
                    <a:pt x="279111" y="451671"/>
                    <a:pt x="283475" y="447812"/>
                    <a:pt x="283791" y="442734"/>
                  </a:cubicBezTo>
                  <a:cubicBezTo>
                    <a:pt x="283815" y="442354"/>
                    <a:pt x="283815" y="441971"/>
                    <a:pt x="283791" y="441588"/>
                  </a:cubicBezTo>
                  <a:lnTo>
                    <a:pt x="283791" y="407330"/>
                  </a:lnTo>
                  <a:lnTo>
                    <a:pt x="330005" y="407330"/>
                  </a:lnTo>
                  <a:cubicBezTo>
                    <a:pt x="353338" y="407290"/>
                    <a:pt x="372244" y="388348"/>
                    <a:pt x="372284" y="364974"/>
                  </a:cubicBezTo>
                  <a:lnTo>
                    <a:pt x="372284" y="281802"/>
                  </a:lnTo>
                  <a:lnTo>
                    <a:pt x="411630" y="281802"/>
                  </a:lnTo>
                  <a:cubicBezTo>
                    <a:pt x="416687" y="281831"/>
                    <a:pt x="420812" y="277748"/>
                    <a:pt x="420840" y="272682"/>
                  </a:cubicBezTo>
                  <a:cubicBezTo>
                    <a:pt x="420851" y="270954"/>
                    <a:pt x="420372" y="269259"/>
                    <a:pt x="419463" y="267791"/>
                  </a:cubicBezTo>
                  <a:close/>
                  <a:moveTo>
                    <a:pt x="141466" y="531066"/>
                  </a:moveTo>
                  <a:cubicBezTo>
                    <a:pt x="137219" y="531088"/>
                    <a:pt x="133760" y="527651"/>
                    <a:pt x="133740" y="523398"/>
                  </a:cubicBezTo>
                  <a:cubicBezTo>
                    <a:pt x="133721" y="519144"/>
                    <a:pt x="137148" y="515679"/>
                    <a:pt x="141395" y="515657"/>
                  </a:cubicBezTo>
                  <a:cubicBezTo>
                    <a:pt x="145642" y="515639"/>
                    <a:pt x="149101" y="519072"/>
                    <a:pt x="149121" y="523326"/>
                  </a:cubicBezTo>
                  <a:cubicBezTo>
                    <a:pt x="149121" y="523351"/>
                    <a:pt x="149121" y="523373"/>
                    <a:pt x="149121" y="523398"/>
                  </a:cubicBezTo>
                  <a:cubicBezTo>
                    <a:pt x="149101" y="527626"/>
                    <a:pt x="145686" y="531048"/>
                    <a:pt x="141466" y="531066"/>
                  </a:cubicBezTo>
                  <a:close/>
                  <a:moveTo>
                    <a:pt x="187287" y="604204"/>
                  </a:moveTo>
                  <a:cubicBezTo>
                    <a:pt x="183039" y="604226"/>
                    <a:pt x="179580" y="600789"/>
                    <a:pt x="179560" y="596536"/>
                  </a:cubicBezTo>
                  <a:cubicBezTo>
                    <a:pt x="179541" y="592282"/>
                    <a:pt x="182968" y="588817"/>
                    <a:pt x="187215" y="588795"/>
                  </a:cubicBezTo>
                  <a:cubicBezTo>
                    <a:pt x="191462" y="588778"/>
                    <a:pt x="194921" y="592210"/>
                    <a:pt x="194941" y="596464"/>
                  </a:cubicBezTo>
                  <a:cubicBezTo>
                    <a:pt x="194941" y="596475"/>
                    <a:pt x="194941" y="596489"/>
                    <a:pt x="194941" y="596500"/>
                  </a:cubicBezTo>
                  <a:cubicBezTo>
                    <a:pt x="194961" y="600735"/>
                    <a:pt x="191550" y="604183"/>
                    <a:pt x="187322" y="604204"/>
                  </a:cubicBezTo>
                  <a:cubicBezTo>
                    <a:pt x="187311" y="604204"/>
                    <a:pt x="187298" y="604204"/>
                    <a:pt x="187287" y="604204"/>
                  </a:cubicBezTo>
                  <a:close/>
                  <a:moveTo>
                    <a:pt x="230209" y="491218"/>
                  </a:moveTo>
                  <a:cubicBezTo>
                    <a:pt x="225962" y="491240"/>
                    <a:pt x="222503" y="487803"/>
                    <a:pt x="222483" y="483550"/>
                  </a:cubicBezTo>
                  <a:cubicBezTo>
                    <a:pt x="222464" y="479296"/>
                    <a:pt x="225891" y="475831"/>
                    <a:pt x="230138" y="475810"/>
                  </a:cubicBezTo>
                  <a:cubicBezTo>
                    <a:pt x="234385" y="475792"/>
                    <a:pt x="237844" y="479225"/>
                    <a:pt x="237864" y="483478"/>
                  </a:cubicBezTo>
                  <a:cubicBezTo>
                    <a:pt x="237864" y="483503"/>
                    <a:pt x="237864" y="483525"/>
                    <a:pt x="237864" y="483550"/>
                  </a:cubicBezTo>
                  <a:cubicBezTo>
                    <a:pt x="237864" y="487785"/>
                    <a:pt x="234438" y="491218"/>
                    <a:pt x="230210" y="491218"/>
                  </a:cubicBezTo>
                  <a:cubicBezTo>
                    <a:pt x="230174" y="491218"/>
                    <a:pt x="230138" y="491218"/>
                    <a:pt x="230102" y="491218"/>
                  </a:cubicBezTo>
                  <a:close/>
                  <a:moveTo>
                    <a:pt x="85023" y="159857"/>
                  </a:moveTo>
                  <a:lnTo>
                    <a:pt x="85023" y="78191"/>
                  </a:lnTo>
                  <a:cubicBezTo>
                    <a:pt x="85028" y="75410"/>
                    <a:pt x="83779" y="72776"/>
                    <a:pt x="81625" y="71024"/>
                  </a:cubicBezTo>
                  <a:lnTo>
                    <a:pt x="67961" y="59772"/>
                  </a:lnTo>
                  <a:cubicBezTo>
                    <a:pt x="91855" y="39705"/>
                    <a:pt x="120148" y="29384"/>
                    <a:pt x="142647" y="23937"/>
                  </a:cubicBezTo>
                  <a:lnTo>
                    <a:pt x="142647" y="50168"/>
                  </a:lnTo>
                  <a:cubicBezTo>
                    <a:pt x="142647" y="55255"/>
                    <a:pt x="146762" y="59378"/>
                    <a:pt x="151839" y="59378"/>
                  </a:cubicBezTo>
                  <a:lnTo>
                    <a:pt x="193439" y="59378"/>
                  </a:lnTo>
                  <a:lnTo>
                    <a:pt x="193439" y="80197"/>
                  </a:lnTo>
                  <a:lnTo>
                    <a:pt x="112458" y="80197"/>
                  </a:lnTo>
                  <a:cubicBezTo>
                    <a:pt x="102304" y="80197"/>
                    <a:pt x="94073" y="88444"/>
                    <a:pt x="94073" y="98616"/>
                  </a:cubicBezTo>
                  <a:lnTo>
                    <a:pt x="94073" y="165448"/>
                  </a:lnTo>
                  <a:close/>
                  <a:moveTo>
                    <a:pt x="262509" y="248942"/>
                  </a:moveTo>
                  <a:lnTo>
                    <a:pt x="112458" y="248942"/>
                  </a:lnTo>
                  <a:lnTo>
                    <a:pt x="112458" y="98616"/>
                  </a:lnTo>
                  <a:lnTo>
                    <a:pt x="262688" y="98616"/>
                  </a:lnTo>
                  <a:lnTo>
                    <a:pt x="262688" y="249121"/>
                  </a:lnTo>
                  <a:close/>
                  <a:moveTo>
                    <a:pt x="300460" y="118863"/>
                  </a:moveTo>
                  <a:cubicBezTo>
                    <a:pt x="298665" y="120572"/>
                    <a:pt x="297645" y="122940"/>
                    <a:pt x="297634" y="125420"/>
                  </a:cubicBezTo>
                  <a:lnTo>
                    <a:pt x="297634" y="205940"/>
                  </a:lnTo>
                  <a:lnTo>
                    <a:pt x="280894" y="212068"/>
                  </a:lnTo>
                  <a:lnTo>
                    <a:pt x="280894" y="98616"/>
                  </a:lnTo>
                  <a:cubicBezTo>
                    <a:pt x="280894" y="88444"/>
                    <a:pt x="272662" y="80197"/>
                    <a:pt x="262509" y="80197"/>
                  </a:cubicBezTo>
                  <a:lnTo>
                    <a:pt x="211824" y="80197"/>
                  </a:lnTo>
                  <a:lnTo>
                    <a:pt x="211824" y="50168"/>
                  </a:lnTo>
                  <a:cubicBezTo>
                    <a:pt x="211824" y="45082"/>
                    <a:pt x="207708" y="40959"/>
                    <a:pt x="202631" y="40959"/>
                  </a:cubicBezTo>
                  <a:lnTo>
                    <a:pt x="160961" y="40959"/>
                  </a:lnTo>
                  <a:lnTo>
                    <a:pt x="160961" y="20497"/>
                  </a:lnTo>
                  <a:cubicBezTo>
                    <a:pt x="167947" y="19383"/>
                    <a:pt x="174995" y="18689"/>
                    <a:pt x="182064" y="18419"/>
                  </a:cubicBezTo>
                  <a:cubicBezTo>
                    <a:pt x="247450" y="18419"/>
                    <a:pt x="295023" y="44972"/>
                    <a:pt x="323674" y="97255"/>
                  </a:cubicBezTo>
                  <a:close/>
                  <a:moveTo>
                    <a:pt x="314982" y="328638"/>
                  </a:moveTo>
                  <a:cubicBezTo>
                    <a:pt x="311752" y="328384"/>
                    <a:pt x="309339" y="325556"/>
                    <a:pt x="309591" y="322320"/>
                  </a:cubicBezTo>
                  <a:cubicBezTo>
                    <a:pt x="309817" y="319436"/>
                    <a:pt x="312103" y="317145"/>
                    <a:pt x="314982" y="316920"/>
                  </a:cubicBezTo>
                  <a:lnTo>
                    <a:pt x="353898" y="316920"/>
                  </a:lnTo>
                  <a:lnTo>
                    <a:pt x="353898" y="328638"/>
                  </a:lnTo>
                  <a:close/>
                </a:path>
              </a:pathLst>
            </a:custGeom>
            <a:grpFill/>
            <a:ln w="3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26" name="手繪多邊形 66">
              <a:extLst>
                <a:ext uri="{FF2B5EF4-FFF2-40B4-BE49-F238E27FC236}">
                  <a16:creationId xmlns:a16="http://schemas.microsoft.com/office/drawing/2014/main" id="{52465451-F6CA-4A53-8845-6F7EB1E1A281}"/>
                </a:ext>
              </a:extLst>
            </p:cNvPr>
            <p:cNvSpPr/>
            <p:nvPr/>
          </p:nvSpPr>
          <p:spPr>
            <a:xfrm>
              <a:off x="7260354" y="6099352"/>
              <a:ext cx="63775" cy="74679"/>
            </a:xfrm>
            <a:custGeom>
              <a:avLst/>
              <a:gdLst>
                <a:gd name="connsiteX0" fmla="*/ 55682 w 63775"/>
                <a:gd name="connsiteY0" fmla="*/ 50025 h 74679"/>
                <a:gd name="connsiteX1" fmla="*/ 47097 w 63775"/>
                <a:gd name="connsiteY1" fmla="*/ 26410 h 74679"/>
                <a:gd name="connsiteX2" fmla="*/ 37976 w 63775"/>
                <a:gd name="connsiteY2" fmla="*/ 1326 h 74679"/>
                <a:gd name="connsiteX3" fmla="*/ 36081 w 63775"/>
                <a:gd name="connsiteY3" fmla="*/ 0 h 74679"/>
                <a:gd name="connsiteX4" fmla="*/ 27532 w 63775"/>
                <a:gd name="connsiteY4" fmla="*/ 0 h 74679"/>
                <a:gd name="connsiteX5" fmla="*/ 25636 w 63775"/>
                <a:gd name="connsiteY5" fmla="*/ 1326 h 74679"/>
                <a:gd name="connsiteX6" fmla="*/ 3710 w 63775"/>
                <a:gd name="connsiteY6" fmla="*/ 61958 h 74679"/>
                <a:gd name="connsiteX7" fmla="*/ 133 w 63775"/>
                <a:gd name="connsiteY7" fmla="*/ 71956 h 74679"/>
                <a:gd name="connsiteX8" fmla="*/ 1288 w 63775"/>
                <a:gd name="connsiteY8" fmla="*/ 74547 h 74679"/>
                <a:gd name="connsiteX9" fmla="*/ 2028 w 63775"/>
                <a:gd name="connsiteY9" fmla="*/ 74679 h 74679"/>
                <a:gd name="connsiteX10" fmla="*/ 12759 w 63775"/>
                <a:gd name="connsiteY10" fmla="*/ 74679 h 74679"/>
                <a:gd name="connsiteX11" fmla="*/ 14655 w 63775"/>
                <a:gd name="connsiteY11" fmla="*/ 73317 h 74679"/>
                <a:gd name="connsiteX12" fmla="*/ 18232 w 63775"/>
                <a:gd name="connsiteY12" fmla="*/ 62889 h 74679"/>
                <a:gd name="connsiteX13" fmla="*/ 20128 w 63775"/>
                <a:gd name="connsiteY13" fmla="*/ 61492 h 74679"/>
                <a:gd name="connsiteX14" fmla="*/ 43628 w 63775"/>
                <a:gd name="connsiteY14" fmla="*/ 61492 h 74679"/>
                <a:gd name="connsiteX15" fmla="*/ 45559 w 63775"/>
                <a:gd name="connsiteY15" fmla="*/ 62889 h 74679"/>
                <a:gd name="connsiteX16" fmla="*/ 49136 w 63775"/>
                <a:gd name="connsiteY16" fmla="*/ 73317 h 74679"/>
                <a:gd name="connsiteX17" fmla="*/ 51032 w 63775"/>
                <a:gd name="connsiteY17" fmla="*/ 74679 h 74679"/>
                <a:gd name="connsiteX18" fmla="*/ 61763 w 63775"/>
                <a:gd name="connsiteY18" fmla="*/ 74679 h 74679"/>
                <a:gd name="connsiteX19" fmla="*/ 63775 w 63775"/>
                <a:gd name="connsiteY19" fmla="*/ 72610 h 74679"/>
                <a:gd name="connsiteX20" fmla="*/ 63658 w 63775"/>
                <a:gd name="connsiteY20" fmla="*/ 71956 h 74679"/>
                <a:gd name="connsiteX21" fmla="*/ 38441 w 63775"/>
                <a:gd name="connsiteY21" fmla="*/ 49165 h 74679"/>
                <a:gd name="connsiteX22" fmla="*/ 25636 w 63775"/>
                <a:gd name="connsiteY22" fmla="*/ 49165 h 74679"/>
                <a:gd name="connsiteX23" fmla="*/ 23622 w 63775"/>
                <a:gd name="connsiteY23" fmla="*/ 47170 h 74679"/>
                <a:gd name="connsiteX24" fmla="*/ 23740 w 63775"/>
                <a:gd name="connsiteY24" fmla="*/ 46477 h 74679"/>
                <a:gd name="connsiteX25" fmla="*/ 30250 w 63775"/>
                <a:gd name="connsiteY25" fmla="*/ 27700 h 74679"/>
                <a:gd name="connsiteX26" fmla="*/ 32867 w 63775"/>
                <a:gd name="connsiteY26" fmla="*/ 26488 h 74679"/>
                <a:gd name="connsiteX27" fmla="*/ 34078 w 63775"/>
                <a:gd name="connsiteY27" fmla="*/ 27700 h 74679"/>
                <a:gd name="connsiteX28" fmla="*/ 38978 w 63775"/>
                <a:gd name="connsiteY28" fmla="*/ 42464 h 74679"/>
                <a:gd name="connsiteX29" fmla="*/ 40373 w 63775"/>
                <a:gd name="connsiteY29" fmla="*/ 46621 h 74679"/>
                <a:gd name="connsiteX30" fmla="*/ 39035 w 63775"/>
                <a:gd name="connsiteY30" fmla="*/ 49180 h 74679"/>
                <a:gd name="connsiteX31" fmla="*/ 38441 w 63775"/>
                <a:gd name="connsiteY31" fmla="*/ 49272 h 74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3775" h="74679">
                  <a:moveTo>
                    <a:pt x="55682" y="50025"/>
                  </a:moveTo>
                  <a:lnTo>
                    <a:pt x="47097" y="26410"/>
                  </a:lnTo>
                  <a:lnTo>
                    <a:pt x="37976" y="1326"/>
                  </a:lnTo>
                  <a:cubicBezTo>
                    <a:pt x="37688" y="526"/>
                    <a:pt x="36929" y="-5"/>
                    <a:pt x="36081" y="0"/>
                  </a:cubicBezTo>
                  <a:lnTo>
                    <a:pt x="27532" y="0"/>
                  </a:lnTo>
                  <a:cubicBezTo>
                    <a:pt x="26687" y="6"/>
                    <a:pt x="25933" y="533"/>
                    <a:pt x="25636" y="1326"/>
                  </a:cubicBezTo>
                  <a:lnTo>
                    <a:pt x="3710" y="61958"/>
                  </a:lnTo>
                  <a:lnTo>
                    <a:pt x="133" y="71956"/>
                  </a:lnTo>
                  <a:cubicBezTo>
                    <a:pt x="-263" y="72991"/>
                    <a:pt x="255" y="74151"/>
                    <a:pt x="1288" y="74547"/>
                  </a:cubicBezTo>
                  <a:cubicBezTo>
                    <a:pt x="1525" y="74637"/>
                    <a:pt x="1776" y="74682"/>
                    <a:pt x="2028" y="74679"/>
                  </a:cubicBezTo>
                  <a:lnTo>
                    <a:pt x="12759" y="74679"/>
                  </a:lnTo>
                  <a:cubicBezTo>
                    <a:pt x="13617" y="74679"/>
                    <a:pt x="14379" y="74131"/>
                    <a:pt x="14655" y="73317"/>
                  </a:cubicBezTo>
                  <a:lnTo>
                    <a:pt x="18232" y="62889"/>
                  </a:lnTo>
                  <a:cubicBezTo>
                    <a:pt x="18495" y="62062"/>
                    <a:pt x="19260" y="61497"/>
                    <a:pt x="20128" y="61492"/>
                  </a:cubicBezTo>
                  <a:lnTo>
                    <a:pt x="43628" y="61492"/>
                  </a:lnTo>
                  <a:cubicBezTo>
                    <a:pt x="44501" y="61504"/>
                    <a:pt x="45273" y="62063"/>
                    <a:pt x="45559" y="62889"/>
                  </a:cubicBezTo>
                  <a:lnTo>
                    <a:pt x="49136" y="73317"/>
                  </a:lnTo>
                  <a:cubicBezTo>
                    <a:pt x="49402" y="74138"/>
                    <a:pt x="50171" y="74690"/>
                    <a:pt x="51032" y="74679"/>
                  </a:cubicBezTo>
                  <a:lnTo>
                    <a:pt x="61763" y="74679"/>
                  </a:lnTo>
                  <a:cubicBezTo>
                    <a:pt x="62889" y="74664"/>
                    <a:pt x="63789" y="73738"/>
                    <a:pt x="63775" y="72610"/>
                  </a:cubicBezTo>
                  <a:cubicBezTo>
                    <a:pt x="63772" y="72387"/>
                    <a:pt x="63733" y="72166"/>
                    <a:pt x="63658" y="71956"/>
                  </a:cubicBezTo>
                  <a:close/>
                  <a:moveTo>
                    <a:pt x="38441" y="49165"/>
                  </a:moveTo>
                  <a:lnTo>
                    <a:pt x="25636" y="49165"/>
                  </a:lnTo>
                  <a:cubicBezTo>
                    <a:pt x="24530" y="49171"/>
                    <a:pt x="23628" y="48278"/>
                    <a:pt x="23622" y="47170"/>
                  </a:cubicBezTo>
                  <a:cubicBezTo>
                    <a:pt x="23620" y="46934"/>
                    <a:pt x="23661" y="46699"/>
                    <a:pt x="23740" y="46477"/>
                  </a:cubicBezTo>
                  <a:lnTo>
                    <a:pt x="30250" y="27700"/>
                  </a:lnTo>
                  <a:cubicBezTo>
                    <a:pt x="30639" y="26641"/>
                    <a:pt x="31810" y="26098"/>
                    <a:pt x="32867" y="26488"/>
                  </a:cubicBezTo>
                  <a:cubicBezTo>
                    <a:pt x="33429" y="26695"/>
                    <a:pt x="33871" y="27138"/>
                    <a:pt x="34078" y="27700"/>
                  </a:cubicBezTo>
                  <a:lnTo>
                    <a:pt x="38978" y="42464"/>
                  </a:lnTo>
                  <a:lnTo>
                    <a:pt x="40373" y="46621"/>
                  </a:lnTo>
                  <a:cubicBezTo>
                    <a:pt x="40709" y="47697"/>
                    <a:pt x="40110" y="48843"/>
                    <a:pt x="39035" y="49180"/>
                  </a:cubicBezTo>
                  <a:cubicBezTo>
                    <a:pt x="38843" y="49240"/>
                    <a:pt x="38643" y="49271"/>
                    <a:pt x="38441" y="49272"/>
                  </a:cubicBezTo>
                  <a:close/>
                </a:path>
              </a:pathLst>
            </a:custGeom>
            <a:grpFill/>
            <a:ln w="3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27" name="手繪多邊形 67">
              <a:extLst>
                <a:ext uri="{FF2B5EF4-FFF2-40B4-BE49-F238E27FC236}">
                  <a16:creationId xmlns:a16="http://schemas.microsoft.com/office/drawing/2014/main" id="{6A916D2D-D41F-4AE5-AF42-D241547ECDDF}"/>
                </a:ext>
              </a:extLst>
            </p:cNvPr>
            <p:cNvSpPr/>
            <p:nvPr/>
          </p:nvSpPr>
          <p:spPr>
            <a:xfrm>
              <a:off x="7333957" y="6099602"/>
              <a:ext cx="14522" cy="74428"/>
            </a:xfrm>
            <a:custGeom>
              <a:avLst/>
              <a:gdLst>
                <a:gd name="connsiteX0" fmla="*/ 12519 w 14522"/>
                <a:gd name="connsiteY0" fmla="*/ 0 h 74428"/>
                <a:gd name="connsiteX1" fmla="*/ 14522 w 14522"/>
                <a:gd name="connsiteY1" fmla="*/ 0 h 74428"/>
                <a:gd name="connsiteX2" fmla="*/ 14522 w 14522"/>
                <a:gd name="connsiteY2" fmla="*/ 74428 h 74428"/>
                <a:gd name="connsiteX3" fmla="*/ 12519 w 14522"/>
                <a:gd name="connsiteY3" fmla="*/ 74428 h 74428"/>
                <a:gd name="connsiteX4" fmla="*/ 2003 w 14522"/>
                <a:gd name="connsiteY4" fmla="*/ 74428 h 74428"/>
                <a:gd name="connsiteX5" fmla="*/ 0 w 14522"/>
                <a:gd name="connsiteY5" fmla="*/ 74428 h 74428"/>
                <a:gd name="connsiteX6" fmla="*/ 0 w 14522"/>
                <a:gd name="connsiteY6" fmla="*/ 0 h 74428"/>
                <a:gd name="connsiteX7" fmla="*/ 2003 w 14522"/>
                <a:gd name="connsiteY7" fmla="*/ 0 h 74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22" h="74428">
                  <a:moveTo>
                    <a:pt x="12519" y="0"/>
                  </a:moveTo>
                  <a:cubicBezTo>
                    <a:pt x="13625" y="0"/>
                    <a:pt x="14522" y="0"/>
                    <a:pt x="14522" y="0"/>
                  </a:cubicBezTo>
                  <a:lnTo>
                    <a:pt x="14522" y="74428"/>
                  </a:lnTo>
                  <a:cubicBezTo>
                    <a:pt x="14522" y="74428"/>
                    <a:pt x="13625" y="74428"/>
                    <a:pt x="12519" y="74428"/>
                  </a:cubicBezTo>
                  <a:lnTo>
                    <a:pt x="2003" y="74428"/>
                  </a:lnTo>
                  <a:cubicBezTo>
                    <a:pt x="897" y="74428"/>
                    <a:pt x="0" y="74428"/>
                    <a:pt x="0" y="74428"/>
                  </a:cubicBezTo>
                  <a:lnTo>
                    <a:pt x="0" y="0"/>
                  </a:lnTo>
                  <a:cubicBezTo>
                    <a:pt x="0" y="0"/>
                    <a:pt x="897" y="0"/>
                    <a:pt x="2003" y="0"/>
                  </a:cubicBezTo>
                  <a:close/>
                </a:path>
              </a:pathLst>
            </a:custGeom>
            <a:grpFill/>
            <a:ln w="3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sp>
        <p:nvSpPr>
          <p:cNvPr id="128" name="十字形 127">
            <a:extLst>
              <a:ext uri="{FF2B5EF4-FFF2-40B4-BE49-F238E27FC236}">
                <a16:creationId xmlns:a16="http://schemas.microsoft.com/office/drawing/2014/main" id="{8E1F780B-4BEE-4802-95AA-D2922353A84A}"/>
              </a:ext>
            </a:extLst>
          </p:cNvPr>
          <p:cNvSpPr/>
          <p:nvPr userDrawn="1"/>
        </p:nvSpPr>
        <p:spPr>
          <a:xfrm>
            <a:off x="6015801" y="5728371"/>
            <a:ext cx="232462" cy="232462"/>
          </a:xfrm>
          <a:prstGeom prst="plus">
            <a:avLst>
              <a:gd name="adj" fmla="val 44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A8FF0006-F67E-4B3F-99C9-CA37705D437A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2024 </a:t>
            </a:r>
            <a:r>
              <a:rPr lang="zh-CN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富智康集团有限公司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著作权所有。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FIH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Mobile Limited.</a:t>
            </a:r>
            <a:r>
              <a:rPr lang="en" altLang="zh-TW" sz="1000" spc="-3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All rights reserved. </a:t>
            </a:r>
            <a:endParaRPr lang="en" altLang="zh-TW" sz="1000" spc="-30" dirty="0">
              <a:solidFill>
                <a:schemeClr val="bg1"/>
              </a:solidFill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822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400332" y="6356349"/>
            <a:ext cx="2625763" cy="4924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13E0818C-FC5A-4378-8F41-A5F9AD5E60A6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EA5DA96-0F44-41B5-915E-F54FCF7C68C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4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5">
            <a:extLst>
              <a:ext uri="{FF2B5EF4-FFF2-40B4-BE49-F238E27FC236}">
                <a16:creationId xmlns:a16="http://schemas.microsoft.com/office/drawing/2014/main" id="{ADA204A4-8572-B5F4-0C39-3A39EEDAC902}"/>
              </a:ext>
            </a:extLst>
          </p:cNvPr>
          <p:cNvSpPr txBox="1"/>
          <p:nvPr/>
        </p:nvSpPr>
        <p:spPr>
          <a:xfrm>
            <a:off x="14286" y="2592685"/>
            <a:ext cx="12192002" cy="800219"/>
          </a:xfrm>
          <a:prstGeom prst="rect">
            <a:avLst/>
          </a:prstGeom>
          <a:ln w="12700">
            <a:miter lim="400000"/>
          </a:ln>
          <a:effectLst>
            <a:outerShdw blurRad="127000" dist="127000" dir="5400000" sx="112000" sy="112000" algn="t" rotWithShape="0">
              <a:prstClr val="black"/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 indent="17445" algn="ctr">
              <a:spcBef>
                <a:spcPts val="100"/>
              </a:spcBef>
              <a:defRPr sz="6000" b="1" spc="782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 lvl="0">
              <a:defRPr/>
            </a:pPr>
            <a:r>
              <a:rPr kumimoji="1" lang="en-US" altLang="zh-TW" sz="5200" spc="200" dirty="0">
                <a:ln w="12700">
                  <a:noFill/>
                </a:ln>
                <a:solidFill>
                  <a:schemeClr val="bg1"/>
                </a:solidFill>
                <a:latin typeface="YouSheBiaoTiHei" pitchFamily="2" charset="-122"/>
                <a:ea typeface="Microsoft YaHei" panose="020B0503020204020204" pitchFamily="34" charset="-122"/>
              </a:rPr>
              <a:t>2024</a:t>
            </a:r>
            <a:r>
              <a:rPr kumimoji="1" lang="zh-CN" altLang="en-US" sz="5200" spc="200" dirty="0">
                <a:ln w="12700">
                  <a:noFill/>
                </a:ln>
                <a:solidFill>
                  <a:schemeClr val="bg1"/>
                </a:solidFill>
                <a:latin typeface="YouSheBiaoTiHei" pitchFamily="2" charset="-122"/>
                <a:ea typeface="Microsoft YaHei" panose="020B0503020204020204" pitchFamily="34" charset="-122"/>
              </a:rPr>
              <a:t>年</a:t>
            </a:r>
            <a:r>
              <a:rPr kumimoji="1" lang="zh-CN" altLang="en-US" sz="5200" spc="200" dirty="0" smtClean="0">
                <a:ln w="12700">
                  <a:noFill/>
                </a:ln>
                <a:solidFill>
                  <a:schemeClr val="bg1"/>
                </a:solidFill>
                <a:latin typeface="YouSheBiaoTiHei" pitchFamily="2" charset="-122"/>
                <a:ea typeface="Microsoft YaHei" panose="020B0503020204020204" pitchFamily="34" charset="-122"/>
              </a:rPr>
              <a:t>工作報告</a:t>
            </a:r>
            <a:endParaRPr kumimoji="1" lang="zh-TW" altLang="en-US" sz="5200" u="none" strike="noStrike" kern="1200" cap="none" spc="200" normalizeH="0" noProof="0" dirty="0">
              <a:ln w="12700">
                <a:noFill/>
              </a:ln>
              <a:solidFill>
                <a:schemeClr val="bg1"/>
              </a:solidFill>
              <a:effectLst/>
              <a:uLnTx/>
              <a:uFillTx/>
              <a:latin typeface="YouSheBiaoTiHei" pitchFamily="2" charset="-122"/>
              <a:ea typeface="Microsoft YaHei" panose="020B0503020204020204" pitchFamily="34" charset="-122"/>
              <a:sym typeface="Microsoft YaHei"/>
            </a:endParaRP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E0A2E446-4751-E33F-D183-725D873D25C5}"/>
              </a:ext>
            </a:extLst>
          </p:cNvPr>
          <p:cNvCxnSpPr>
            <a:cxnSpLocks/>
          </p:cNvCxnSpPr>
          <p:nvPr/>
        </p:nvCxnSpPr>
        <p:spPr>
          <a:xfrm>
            <a:off x="3068053" y="3485709"/>
            <a:ext cx="6087979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bject 5">
            <a:extLst>
              <a:ext uri="{FF2B5EF4-FFF2-40B4-BE49-F238E27FC236}">
                <a16:creationId xmlns:a16="http://schemas.microsoft.com/office/drawing/2014/main" id="{2CECBF89-8B0D-8AC7-4C16-065AE95B0BD7}"/>
              </a:ext>
            </a:extLst>
          </p:cNvPr>
          <p:cNvSpPr txBox="1"/>
          <p:nvPr/>
        </p:nvSpPr>
        <p:spPr>
          <a:xfrm>
            <a:off x="3043989" y="3578515"/>
            <a:ext cx="1888958" cy="295497"/>
          </a:xfrm>
          <a:prstGeom prst="rect">
            <a:avLst/>
          </a:prstGeom>
          <a:effectLst/>
        </p:spPr>
        <p:txBody>
          <a:bodyPr vert="horz" wrap="square" lIns="0" tIns="18319" rIns="0" bIns="0" rtlCol="0">
            <a:spAutoFit/>
          </a:bodyPr>
          <a:lstStyle/>
          <a:p>
            <a:pPr marL="17446" marR="0" lvl="0" indent="0" defTabSz="914400" rtl="0" eaLnBrk="1" fontAlgn="auto" latinLnBrk="0" hangingPunct="1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b="1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Speaker: Linda</a:t>
            </a:r>
            <a:endParaRPr kumimoji="0" lang="en-US" altLang="zh-TW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8F0CC0BA-20C4-FE09-9530-16045AC70C23}"/>
              </a:ext>
            </a:extLst>
          </p:cNvPr>
          <p:cNvSpPr txBox="1"/>
          <p:nvPr/>
        </p:nvSpPr>
        <p:spPr>
          <a:xfrm>
            <a:off x="7277013" y="3578515"/>
            <a:ext cx="1888958" cy="295497"/>
          </a:xfrm>
          <a:prstGeom prst="rect">
            <a:avLst/>
          </a:prstGeom>
          <a:effectLst/>
        </p:spPr>
        <p:txBody>
          <a:bodyPr vert="horz" wrap="square" lIns="0" tIns="18319" rIns="0" bIns="0" rtlCol="0">
            <a:spAutoFit/>
          </a:bodyPr>
          <a:lstStyle/>
          <a:p>
            <a:pPr marL="17446" marR="0" lvl="0" indent="0" algn="r" defTabSz="914400" rtl="0" eaLnBrk="1" fontAlgn="auto" latinLnBrk="0" hangingPunct="1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Oct</a:t>
            </a:r>
            <a:r>
              <a:rPr kumimoji="0" lang="en-US" altLang="zh-TW" b="1" u="none" strike="noStrike" kern="1200" cap="none" spc="-15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.  </a:t>
            </a:r>
            <a:r>
              <a:rPr kumimoji="0" lang="en-US" altLang="zh-TW" b="1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29</a:t>
            </a:r>
            <a:r>
              <a:rPr kumimoji="0" lang="en-US" altLang="zh-TW" b="1" u="none" strike="noStrike" kern="1200" cap="none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kumimoji="0" lang="en-US" altLang="zh-TW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4083572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3A6E65A9-7BCA-7FA2-ED0E-ABE69576E0B7}"/>
              </a:ext>
            </a:extLst>
          </p:cNvPr>
          <p:cNvCxnSpPr>
            <a:cxnSpLocks/>
          </p:cNvCxnSpPr>
          <p:nvPr/>
        </p:nvCxnSpPr>
        <p:spPr>
          <a:xfrm>
            <a:off x="7538109" y="2089773"/>
            <a:ext cx="0" cy="2008910"/>
          </a:xfrm>
          <a:prstGeom prst="line">
            <a:avLst/>
          </a:prstGeom>
          <a:ln>
            <a:solidFill>
              <a:srgbClr val="00D5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Holder 6">
            <a:extLst>
              <a:ext uri="{FF2B5EF4-FFF2-40B4-BE49-F238E27FC236}">
                <a16:creationId xmlns:a16="http://schemas.microsoft.com/office/drawing/2014/main" id="{40205715-7071-90C2-93D2-6E832E6B2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2</a:t>
            </a:fld>
            <a:r>
              <a:rPr lang="en-US" altLang="zh-TW" dirty="0"/>
              <a:t> /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5F6276C-391F-34B3-9E71-58D66B6B7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216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765CBD-ED2D-51A8-EFF0-7B905DEDD673}"/>
              </a:ext>
            </a:extLst>
          </p:cNvPr>
          <p:cNvSpPr/>
          <p:nvPr/>
        </p:nvSpPr>
        <p:spPr>
          <a:xfrm>
            <a:off x="7693773" y="2033223"/>
            <a:ext cx="4168026" cy="2196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Clr>
                <a:srgbClr val="00D5EE"/>
              </a:buClr>
              <a:buFont typeface="+mj-lt"/>
              <a:buAutoNum type="arabicPeriod"/>
            </a:pPr>
            <a:r>
              <a:rPr lang="en-US" altLang="zh-TW" sz="2400" b="1" dirty="0" smtClean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2024</a:t>
            </a:r>
            <a:r>
              <a:rPr lang="zh-CN" altLang="en-US" sz="2400" b="1" dirty="0" smtClean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年工作簡述</a:t>
            </a:r>
            <a:endParaRPr lang="en-US" altLang="zh-TW" sz="2400" b="1" spc="2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  <a:p>
            <a:pPr marL="514350" indent="-514350">
              <a:lnSpc>
                <a:spcPct val="150000"/>
              </a:lnSpc>
              <a:buClr>
                <a:srgbClr val="00D5EE"/>
              </a:buClr>
              <a:buFont typeface="+mj-lt"/>
              <a:buAutoNum type="arabicPeriod"/>
            </a:pPr>
            <a:endParaRPr lang="en-US" altLang="zh-TW" sz="1100" b="1" spc="2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  <a:p>
            <a:pPr marL="514350" indent="-514350">
              <a:lnSpc>
                <a:spcPct val="150000"/>
              </a:lnSpc>
              <a:buClr>
                <a:srgbClr val="00D5EE"/>
              </a:buClr>
              <a:buFont typeface="+mj-lt"/>
              <a:buAutoNum type="arabicPeriod"/>
            </a:pPr>
            <a:r>
              <a:rPr lang="zh-CN" altLang="en-US" sz="2400" b="1" dirty="0" smtClean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重點專案及改善</a:t>
            </a:r>
            <a:endParaRPr lang="zh-TW" altLang="en-US" sz="1100" b="1" spc="2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  <a:p>
            <a:pPr marL="228600" indent="-228600">
              <a:lnSpc>
                <a:spcPct val="150000"/>
              </a:lnSpc>
              <a:buClr>
                <a:srgbClr val="00D5EE"/>
              </a:buClr>
              <a:buFont typeface="+mj-lt"/>
              <a:buAutoNum type="arabicPeriod"/>
            </a:pPr>
            <a:endParaRPr lang="en-US" altLang="zh-TW" sz="1100" b="1" spc="2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  <a:p>
            <a:pPr marL="514350" indent="-514350">
              <a:lnSpc>
                <a:spcPct val="150000"/>
              </a:lnSpc>
              <a:buClr>
                <a:srgbClr val="00D5EE"/>
              </a:buClr>
              <a:buFont typeface="+mj-lt"/>
              <a:buAutoNum type="arabicPeriod"/>
            </a:pPr>
            <a:r>
              <a:rPr lang="zh-CN" altLang="en-US" sz="2400" b="1" spc="2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待優化工作事項</a:t>
            </a:r>
            <a:endParaRPr lang="zh-TW" altLang="en-US" sz="2400" b="1" spc="2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</p:txBody>
      </p:sp>
      <p:sp>
        <p:nvSpPr>
          <p:cNvPr id="10" name="標題 4">
            <a:extLst>
              <a:ext uri="{FF2B5EF4-FFF2-40B4-BE49-F238E27FC236}">
                <a16:creationId xmlns:a16="http://schemas.microsoft.com/office/drawing/2014/main" id="{6CBD3025-A729-843F-3531-CFAD2590F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908670" cy="770259"/>
          </a:xfrm>
        </p:spPr>
        <p:txBody>
          <a:bodyPr/>
          <a:lstStyle/>
          <a:p>
            <a:r>
              <a:rPr lang="zh-TW" altLang="en-US" sz="4000" spc="300" dirty="0">
                <a:solidFill>
                  <a:prstClr val="white"/>
                </a:solidFill>
                <a:cs typeface="Microsoft JhengHei" charset="-120"/>
              </a:rPr>
              <a:t>目录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2278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5">
            <a:extLst>
              <a:ext uri="{FF2B5EF4-FFF2-40B4-BE49-F238E27FC236}">
                <a16:creationId xmlns:a16="http://schemas.microsoft.com/office/drawing/2014/main" id="{281F04F4-EEBB-F450-ACC8-439259ED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kumimoji="1" lang="en-US" altLang="zh-TW" sz="3200" kern="0" spc="300" dirty="0" smtClean="0"/>
              <a:t>1. 2024</a:t>
            </a:r>
            <a:r>
              <a:rPr kumimoji="1" lang="zh-CN" altLang="en-US" sz="3200" kern="0" spc="300" dirty="0" smtClean="0"/>
              <a:t>年工作簡述</a:t>
            </a:r>
            <a:r>
              <a:rPr kumimoji="1" lang="en-US" altLang="zh-CN" sz="3200" kern="0" spc="300" dirty="0" smtClean="0"/>
              <a:t>_</a:t>
            </a:r>
            <a:r>
              <a:rPr kumimoji="1" lang="zh-CN" altLang="en-US" sz="2000" kern="0" spc="300" dirty="0" smtClean="0"/>
              <a:t>不要更賣力工作，而是更聰明工作</a:t>
            </a:r>
            <a:r>
              <a:rPr kumimoji="1" lang="en-US" altLang="zh-TW" sz="3200" kern="0" spc="300" dirty="0" smtClean="0"/>
              <a:t>
</a:t>
            </a:r>
            <a:endParaRPr lang="zh-TW" altLang="en-US" sz="2800" dirty="0"/>
          </a:p>
        </p:txBody>
      </p:sp>
      <p:sp>
        <p:nvSpPr>
          <p:cNvPr id="36" name="TextBox 98"/>
          <p:cNvSpPr txBox="1"/>
          <p:nvPr/>
        </p:nvSpPr>
        <p:spPr>
          <a:xfrm>
            <a:off x="2190328" y="7890561"/>
            <a:ext cx="856041" cy="358788"/>
          </a:xfrm>
          <a:prstGeom prst="rect">
            <a:avLst/>
          </a:prstGeom>
          <a:noFill/>
        </p:spPr>
        <p:txBody>
          <a:bodyPr wrap="none" lIns="81060" tIns="40531" rIns="81060" bIns="40531" rtlCol="0">
            <a:spAutoFit/>
          </a:bodyPr>
          <a:lstStyle/>
          <a:p>
            <a:pPr defTabSz="914217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延迟符</a:t>
            </a:r>
          </a:p>
        </p:txBody>
      </p:sp>
      <p:sp>
        <p:nvSpPr>
          <p:cNvPr id="48" name="椭圆 112"/>
          <p:cNvSpPr/>
          <p:nvPr/>
        </p:nvSpPr>
        <p:spPr>
          <a:xfrm>
            <a:off x="3532849" y="1496156"/>
            <a:ext cx="1418211" cy="1392176"/>
          </a:xfrm>
          <a:prstGeom prst="ellipse">
            <a:avLst/>
          </a:prstGeom>
          <a:noFill/>
          <a:ln>
            <a:noFill/>
          </a:ln>
          <a:effectLst>
            <a:innerShdw blurRad="88900" dist="635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217" fontAlgn="base">
              <a:spcBef>
                <a:spcPct val="0"/>
              </a:spcBef>
              <a:spcAft>
                <a:spcPct val="0"/>
              </a:spcAft>
            </a:pPr>
            <a:endParaRPr lang="zh-CN" altLang="en-US" sz="3999" dirty="0">
              <a:solidFill>
                <a:srgbClr val="0087C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圆角矩形 121"/>
          <p:cNvSpPr/>
          <p:nvPr/>
        </p:nvSpPr>
        <p:spPr>
          <a:xfrm>
            <a:off x="8012164" y="1054444"/>
            <a:ext cx="2620997" cy="5089737"/>
          </a:xfrm>
          <a:prstGeom prst="roundRect">
            <a:avLst/>
          </a:prstGeom>
          <a:noFill/>
          <a:ln w="38100">
            <a:noFill/>
          </a:ln>
          <a:effectLst>
            <a:outerShdw blurRad="190500" dist="635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椭圆 124"/>
          <p:cNvSpPr/>
          <p:nvPr/>
        </p:nvSpPr>
        <p:spPr>
          <a:xfrm>
            <a:off x="8428639" y="1547590"/>
            <a:ext cx="1418211" cy="1520316"/>
          </a:xfrm>
          <a:prstGeom prst="ellipse">
            <a:avLst/>
          </a:prstGeom>
          <a:noFill/>
          <a:ln>
            <a:noFill/>
          </a:ln>
          <a:effectLst>
            <a:innerShdw blurRad="88900" dist="635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217" fontAlgn="base">
              <a:spcBef>
                <a:spcPct val="0"/>
              </a:spcBef>
              <a:spcAft>
                <a:spcPct val="0"/>
              </a:spcAft>
            </a:pPr>
            <a:endParaRPr lang="zh-CN" altLang="en-US" sz="3999" dirty="0">
              <a:solidFill>
                <a:srgbClr val="0087C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文本框 55"/>
          <p:cNvSpPr txBox="1"/>
          <p:nvPr/>
        </p:nvSpPr>
        <p:spPr>
          <a:xfrm>
            <a:off x="8982973" y="5873578"/>
            <a:ext cx="15247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17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＞</a:t>
            </a:r>
            <a:r>
              <a:rPr lang="en-US" altLang="zh-CN" sz="20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100</a:t>
            </a:r>
            <a:r>
              <a:rPr lang="zh-CN" altLang="en-US" sz="20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份</a:t>
            </a:r>
            <a:r>
              <a:rPr lang="en-US" altLang="zh-CN" sz="20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CN" altLang="en-US" sz="20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zh-CN" altLang="en-US" sz="2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55" name="组合 126"/>
          <p:cNvGrpSpPr/>
          <p:nvPr/>
        </p:nvGrpSpPr>
        <p:grpSpPr>
          <a:xfrm>
            <a:off x="8209749" y="-14987430"/>
            <a:ext cx="2802238" cy="20831517"/>
            <a:chOff x="3060700" y="4724400"/>
            <a:chExt cx="6435506" cy="20831517"/>
          </a:xfrm>
        </p:grpSpPr>
        <p:cxnSp>
          <p:nvCxnSpPr>
            <p:cNvPr id="59" name="直接连接符 130"/>
            <p:cNvCxnSpPr/>
            <p:nvPr/>
          </p:nvCxnSpPr>
          <p:spPr>
            <a:xfrm>
              <a:off x="3060700" y="4724400"/>
              <a:ext cx="5955507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131"/>
            <p:cNvCxnSpPr/>
            <p:nvPr/>
          </p:nvCxnSpPr>
          <p:spPr>
            <a:xfrm>
              <a:off x="3540699" y="25555917"/>
              <a:ext cx="5955507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矩形 55"/>
          <p:cNvSpPr/>
          <p:nvPr/>
        </p:nvSpPr>
        <p:spPr>
          <a:xfrm>
            <a:off x="8335847" y="1039017"/>
            <a:ext cx="3417923" cy="969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17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u="sng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例行工作</a:t>
            </a:r>
            <a:r>
              <a:rPr lang="en-US" altLang="zh-CN" sz="20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CN" altLang="en-US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正確良好的工作方法</a:t>
            </a:r>
            <a:endParaRPr lang="en-US" altLang="zh-CN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914217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  能促成高效能</a:t>
            </a:r>
            <a:r>
              <a:rPr lang="en-US" altLang="zh-CN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zh-CN" altLang="en-US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Rectangle 5"/>
          <p:cNvSpPr>
            <a:spLocks/>
          </p:cNvSpPr>
          <p:nvPr/>
        </p:nvSpPr>
        <p:spPr bwMode="auto">
          <a:xfrm>
            <a:off x="8449301" y="2567902"/>
            <a:ext cx="2504043" cy="1489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>
              <a:lnSpc>
                <a:spcPct val="150000"/>
              </a:lnSpc>
            </a:pPr>
            <a:r>
              <a:rPr lang="en-US" altLang="zh-TW" sz="1400" dirty="0">
                <a:solidFill>
                  <a:srgbClr val="FFC000"/>
                </a:solidFill>
                <a:latin typeface="微軟正黑體" panose="020B0604030504040204" pitchFamily="34" charset="-120"/>
                <a:cs typeface="Roboto"/>
              </a:rPr>
              <a:t>1. FIH </a:t>
            </a:r>
            <a:r>
              <a:rPr lang="zh-TW" altLang="en-US" sz="1400" dirty="0">
                <a:solidFill>
                  <a:srgbClr val="FFC000"/>
                </a:solidFill>
                <a:latin typeface="微軟正黑體" panose="020B0604030504040204" pitchFamily="34" charset="-120"/>
                <a:cs typeface="Roboto"/>
              </a:rPr>
              <a:t>海外人力月報</a:t>
            </a:r>
            <a:endParaRPr lang="en-US" altLang="zh-TW" sz="1400" dirty="0">
              <a:solidFill>
                <a:srgbClr val="FFC000"/>
              </a:solidFill>
              <a:latin typeface="微軟正黑體" panose="020B0604030504040204" pitchFamily="34" charset="-120"/>
              <a:cs typeface="Roboto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2</a:t>
            </a:r>
            <a:r>
              <a: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. </a:t>
            </a: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美</a:t>
            </a:r>
            <a:r>
              <a: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、墨人事資料對接富學寶典</a:t>
            </a:r>
            <a:endParaRPr lang="en-US" altLang="zh-CN" sz="1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Roboto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 smtClean="0">
                <a:solidFill>
                  <a:schemeClr val="bg1"/>
                </a:solidFill>
                <a:latin typeface="微軟正黑體" panose="020B0604030504040204" pitchFamily="34" charset="-120"/>
                <a:cs typeface="Roboto"/>
              </a:rPr>
              <a:t>3. </a:t>
            </a:r>
            <a:r>
              <a:rPr lang="zh-TW" altLang="en-US" sz="1400" dirty="0">
                <a:solidFill>
                  <a:schemeClr val="bg1"/>
                </a:solidFill>
                <a:latin typeface="微軟正黑體" panose="020B0604030504040204" pitchFamily="34" charset="-120"/>
                <a:cs typeface="Roboto"/>
              </a:rPr>
              <a:t>集團</a:t>
            </a:r>
            <a:r>
              <a: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海外人力統計系統週</a:t>
            </a: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報</a:t>
            </a:r>
            <a:endParaRPr lang="en-US" altLang="zh-CN" sz="1400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Roboto"/>
            </a:endParaRPr>
          </a:p>
          <a:p>
            <a:pPr>
              <a:lnSpc>
                <a:spcPct val="150000"/>
              </a:lnSpc>
            </a:pPr>
            <a:endParaRPr lang="zh-TW" altLang="en-US" sz="1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Roboto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Roboto"/>
            </a:endParaRPr>
          </a:p>
        </p:txBody>
      </p:sp>
      <p:sp>
        <p:nvSpPr>
          <p:cNvPr id="63" name="圆角矩形 109"/>
          <p:cNvSpPr/>
          <p:nvPr/>
        </p:nvSpPr>
        <p:spPr>
          <a:xfrm>
            <a:off x="4409417" y="1009855"/>
            <a:ext cx="2621605" cy="5090915"/>
          </a:xfrm>
          <a:prstGeom prst="roundRect">
            <a:avLst/>
          </a:prstGeom>
          <a:noFill/>
          <a:ln w="38100">
            <a:noFill/>
          </a:ln>
          <a:effectLst>
            <a:outerShdw blurRad="190500" dist="635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" name="椭圆 112"/>
          <p:cNvSpPr/>
          <p:nvPr/>
        </p:nvSpPr>
        <p:spPr>
          <a:xfrm>
            <a:off x="5124847" y="1528786"/>
            <a:ext cx="1418540" cy="1520668"/>
          </a:xfrm>
          <a:prstGeom prst="ellipse">
            <a:avLst/>
          </a:prstGeom>
          <a:noFill/>
          <a:ln>
            <a:noFill/>
          </a:ln>
          <a:effectLst>
            <a:innerShdw blurRad="88900" dist="635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4000" dirty="0">
              <a:solidFill>
                <a:srgbClr val="0087C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文本框 49"/>
          <p:cNvSpPr txBox="1"/>
          <p:nvPr/>
        </p:nvSpPr>
        <p:spPr>
          <a:xfrm>
            <a:off x="5393754" y="5887652"/>
            <a:ext cx="15584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員工異常≤</a:t>
            </a:r>
            <a:r>
              <a:rPr lang="en-US" altLang="zh-CN" sz="20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CN" altLang="en-US" sz="2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68" name="组合 114"/>
          <p:cNvGrpSpPr/>
          <p:nvPr/>
        </p:nvGrpSpPr>
        <p:grpSpPr>
          <a:xfrm>
            <a:off x="4932034" y="-16878369"/>
            <a:ext cx="2593833" cy="7880"/>
            <a:chOff x="3060700" y="4724400"/>
            <a:chExt cx="5955507" cy="7880"/>
          </a:xfrm>
        </p:grpSpPr>
        <p:cxnSp>
          <p:nvCxnSpPr>
            <p:cNvPr id="72" name="直接连接符 118"/>
            <p:cNvCxnSpPr/>
            <p:nvPr/>
          </p:nvCxnSpPr>
          <p:spPr>
            <a:xfrm>
              <a:off x="3060700" y="4724400"/>
              <a:ext cx="5955507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119"/>
            <p:cNvCxnSpPr/>
            <p:nvPr/>
          </p:nvCxnSpPr>
          <p:spPr>
            <a:xfrm>
              <a:off x="3060700" y="4732280"/>
              <a:ext cx="5955507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矩形 68"/>
          <p:cNvSpPr/>
          <p:nvPr/>
        </p:nvSpPr>
        <p:spPr>
          <a:xfrm>
            <a:off x="4831772" y="1066387"/>
            <a:ext cx="3312214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17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u="sng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差旅管理</a:t>
            </a:r>
            <a:r>
              <a:rPr lang="en-US" altLang="zh-CN" sz="20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CN" altLang="en-US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時間的利用</a:t>
            </a:r>
            <a:endParaRPr lang="en-US" altLang="zh-CN" b="1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914217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CN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 </a:t>
            </a:r>
            <a:r>
              <a:rPr lang="zh-CN" altLang="en-US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做更少以成就更多</a:t>
            </a:r>
            <a:endParaRPr lang="zh-CN" altLang="en-US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Rectangle 5"/>
          <p:cNvSpPr>
            <a:spLocks/>
          </p:cNvSpPr>
          <p:nvPr/>
        </p:nvSpPr>
        <p:spPr bwMode="auto">
          <a:xfrm>
            <a:off x="4879502" y="2571138"/>
            <a:ext cx="2788819" cy="1743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1. </a:t>
            </a:r>
            <a:r>
              <a:rPr lang="zh-CN" altLang="en-US" sz="14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廊坊</a:t>
            </a:r>
            <a:r>
              <a:rPr lang="zh-CN" altLang="en-US" sz="1400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廠區中幹海外出差總</a:t>
            </a:r>
            <a:r>
              <a:rPr lang="zh-CN" altLang="en-US" sz="14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窗口</a:t>
            </a:r>
            <a:r>
              <a:rPr lang="en-US" altLang="zh-CN" sz="14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(100</a:t>
            </a:r>
            <a:r>
              <a:rPr lang="zh-CN" altLang="en-US" sz="14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餘人次</a:t>
            </a:r>
            <a:r>
              <a:rPr lang="en-US" altLang="zh-CN" sz="14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)</a:t>
            </a:r>
            <a:endParaRPr lang="en-US" altLang="zh-CN" sz="1400" dirty="0">
              <a:solidFill>
                <a:srgbClr val="FFC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Roboto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(</a:t>
            </a: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出</a:t>
            </a:r>
            <a:r>
              <a:rPr lang="en-US" altLang="zh-CN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/</a:t>
            </a:r>
            <a:r>
              <a: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銷差申請系統審核、證件辦理、機票、保險、友誼關</a:t>
            </a:r>
            <a:r>
              <a:rPr lang="en-US" altLang="zh-CN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29</a:t>
            </a:r>
            <a:r>
              <a: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天出入境管控、員工關愛</a:t>
            </a: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等</a:t>
            </a:r>
            <a:r>
              <a: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2. </a:t>
            </a: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海外</a:t>
            </a:r>
            <a:r>
              <a: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出差員工雙節慰</a:t>
            </a: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問</a:t>
            </a:r>
            <a:endParaRPr lang="en-US" altLang="zh-CN" sz="1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Roboto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 </a:t>
            </a:r>
            <a:r>
              <a: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(</a:t>
            </a: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一</a:t>
            </a:r>
            <a:r>
              <a: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對一賀卡發</a:t>
            </a: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送</a:t>
            </a:r>
            <a:r>
              <a: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)</a:t>
            </a:r>
            <a:endParaRPr lang="en-US" altLang="zh-CN" sz="1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Roboto"/>
            </a:endParaRPr>
          </a:p>
        </p:txBody>
      </p:sp>
      <p:sp>
        <p:nvSpPr>
          <p:cNvPr id="76" name="圆角矩形 109"/>
          <p:cNvSpPr/>
          <p:nvPr/>
        </p:nvSpPr>
        <p:spPr>
          <a:xfrm>
            <a:off x="772446" y="1035561"/>
            <a:ext cx="2621605" cy="5090915"/>
          </a:xfrm>
          <a:prstGeom prst="roundRect">
            <a:avLst/>
          </a:prstGeom>
          <a:noFill/>
          <a:ln w="38100">
            <a:noFill/>
          </a:ln>
          <a:effectLst>
            <a:outerShdw blurRad="190500" dist="635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椭圆 112"/>
          <p:cNvSpPr/>
          <p:nvPr/>
        </p:nvSpPr>
        <p:spPr>
          <a:xfrm>
            <a:off x="1189018" y="1528785"/>
            <a:ext cx="1418540" cy="1520668"/>
          </a:xfrm>
          <a:prstGeom prst="ellipse">
            <a:avLst/>
          </a:prstGeom>
          <a:noFill/>
          <a:ln>
            <a:noFill/>
          </a:ln>
          <a:effectLst>
            <a:innerShdw blurRad="88900" dist="635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4000" dirty="0">
              <a:solidFill>
                <a:srgbClr val="0087C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文本框 49"/>
          <p:cNvSpPr txBox="1"/>
          <p:nvPr/>
        </p:nvSpPr>
        <p:spPr>
          <a:xfrm>
            <a:off x="1512449" y="5887651"/>
            <a:ext cx="19319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HR</a:t>
            </a:r>
            <a:r>
              <a:rPr lang="zh-CN" altLang="en-US" sz="20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重大缺失≤</a:t>
            </a:r>
            <a:r>
              <a:rPr lang="en-US" altLang="zh-CN" sz="20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CN" altLang="en-US" sz="2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85" name="直接连接符 118"/>
          <p:cNvCxnSpPr/>
          <p:nvPr/>
        </p:nvCxnSpPr>
        <p:spPr>
          <a:xfrm>
            <a:off x="826386" y="-16865307"/>
            <a:ext cx="2593833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81"/>
          <p:cNvSpPr/>
          <p:nvPr/>
        </p:nvSpPr>
        <p:spPr>
          <a:xfrm>
            <a:off x="1077080" y="1058005"/>
            <a:ext cx="3675757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 u="sng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CSR/ESG</a:t>
            </a:r>
            <a:r>
              <a:rPr lang="en-US" altLang="zh-CN" sz="20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CN" altLang="en-US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明</a:t>
            </a:r>
            <a:r>
              <a:rPr lang="zh-CN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確角色與職責</a:t>
            </a:r>
            <a:endParaRPr lang="en-US" altLang="zh-CN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   有效溝</a:t>
            </a:r>
            <a:r>
              <a:rPr lang="zh-CN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通與協作</a:t>
            </a:r>
            <a:endParaRPr lang="en-US" altLang="zh-CN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   持</a:t>
            </a:r>
            <a:r>
              <a:rPr lang="zh-CN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續學習與創新</a:t>
            </a:r>
            <a:endParaRPr lang="en-US" altLang="zh-TW" b="1" kern="0" dirty="0">
              <a:solidFill>
                <a:schemeClr val="bg1"/>
              </a:solidFill>
              <a:latin typeface="微軟正黑體" panose="020B0604030504040204" pitchFamily="34" charset="-120"/>
              <a:cs typeface="Arial" pitchFamily="34" charset="0"/>
            </a:endParaRPr>
          </a:p>
          <a:p>
            <a:pPr defTabSz="914217" fontAlgn="base">
              <a:spcBef>
                <a:spcPct val="0"/>
              </a:spcBef>
              <a:spcAft>
                <a:spcPct val="0"/>
              </a:spcAft>
            </a:pPr>
            <a:endParaRPr lang="zh-CN" altLang="en-US" sz="2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4" name="Rectangle 5"/>
          <p:cNvSpPr>
            <a:spLocks/>
          </p:cNvSpPr>
          <p:nvPr/>
        </p:nvSpPr>
        <p:spPr bwMode="auto">
          <a:xfrm>
            <a:off x="1124082" y="2582653"/>
            <a:ext cx="3437127" cy="2818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defTabSz="914217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Gill Sans" charset="0"/>
              </a:rPr>
              <a:t>1. </a:t>
            </a:r>
            <a:r>
              <a:rPr lang="zh-CN" altLang="en-US" sz="14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Gill Sans" charset="0"/>
              </a:rPr>
              <a:t>體系文件管理與更新</a:t>
            </a:r>
            <a:endParaRPr lang="en-US" altLang="zh-CN" sz="1400" dirty="0" smtClean="0">
              <a:solidFill>
                <a:srgbClr val="FFC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Gill Sans" charset="0"/>
            </a:endParaRPr>
          </a:p>
          <a:p>
            <a:pPr defTabSz="914217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 ESG</a:t>
            </a:r>
            <a:r>
              <a:rPr lang="zh-CN" altLang="en-US" sz="14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相關報告大陸廠區</a:t>
            </a:r>
            <a:r>
              <a:rPr lang="en-US" altLang="zh-CN" sz="14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zh-CN" altLang="en-US" sz="14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組資料彙整</a:t>
            </a:r>
            <a:endParaRPr lang="en-US" altLang="zh-TW" sz="1400" dirty="0">
              <a:solidFill>
                <a:srgbClr val="FFC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914217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CN" altLang="en-US" sz="14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集團</a:t>
            </a:r>
            <a:r>
              <a:rPr lang="en-US" altLang="zh-CN" sz="14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ESG</a:t>
            </a:r>
            <a:r>
              <a:rPr lang="zh-CN" altLang="en-US" sz="14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執行月會</a:t>
            </a:r>
            <a:r>
              <a:rPr lang="en-US" altLang="zh-CN" sz="14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/FIH ESG </a:t>
            </a:r>
            <a:r>
              <a:rPr lang="zh-CN" altLang="en-US" sz="14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月會</a:t>
            </a:r>
            <a:endParaRPr lang="en-US" altLang="zh-CN" sz="1400" dirty="0" smtClean="0">
              <a:solidFill>
                <a:srgbClr val="FFC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914217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4. </a:t>
            </a:r>
            <a:r>
              <a:rPr lang="zh-CN" altLang="en-US" sz="14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集團</a:t>
            </a:r>
            <a:r>
              <a:rPr lang="en-US" altLang="zh-CN" sz="14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ESG</a:t>
            </a:r>
            <a:r>
              <a:rPr lang="zh-CN" altLang="en-US" sz="14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目標管理系統</a:t>
            </a:r>
            <a:r>
              <a:rPr lang="en-US" altLang="zh-CN" sz="14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CN" altLang="en-US" sz="14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大陸廠區</a:t>
            </a:r>
            <a:r>
              <a:rPr lang="en-US" altLang="zh-CN" sz="14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defTabSz="914217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5. </a:t>
            </a: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全球</a:t>
            </a:r>
            <a:r>
              <a:rPr lang="zh-TW" altLang="en-US" sz="1400" dirty="0">
                <a:solidFill>
                  <a:schemeClr val="bg1"/>
                </a:solidFill>
                <a:latin typeface="微軟正黑體" panose="020B0604030504040204" pitchFamily="34" charset="-120"/>
                <a:cs typeface="Roboto"/>
              </a:rPr>
              <a:t>反腐</a:t>
            </a:r>
            <a:r>
              <a:rPr lang="en-US" altLang="zh-TW" sz="1400" dirty="0">
                <a:solidFill>
                  <a:schemeClr val="bg1"/>
                </a:solidFill>
                <a:latin typeface="微軟正黑體" panose="020B0604030504040204" pitchFamily="34" charset="-120"/>
                <a:cs typeface="Roboto"/>
              </a:rPr>
              <a:t>/</a:t>
            </a:r>
            <a:r>
              <a:rPr lang="en-US" altLang="zh-TW" sz="1400" dirty="0" err="1">
                <a:solidFill>
                  <a:schemeClr val="bg1"/>
                </a:solidFill>
                <a:latin typeface="微軟正黑體" panose="020B0604030504040204" pitchFamily="34" charset="-120"/>
                <a:cs typeface="Roboto"/>
              </a:rPr>
              <a:t>CoC</a:t>
            </a:r>
            <a:r>
              <a:rPr lang="zh-TW" altLang="en-US" sz="1400" dirty="0">
                <a:solidFill>
                  <a:schemeClr val="bg1"/>
                </a:solidFill>
                <a:latin typeface="微軟正黑體" panose="020B0604030504040204" pitchFamily="34" charset="-120"/>
                <a:cs typeface="Roboto"/>
              </a:rPr>
              <a:t>培訓</a:t>
            </a:r>
            <a:r>
              <a: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達成統</a:t>
            </a: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計</a:t>
            </a:r>
            <a:endParaRPr lang="en-US" altLang="zh-CN" sz="1400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914217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6. FIH</a:t>
            </a: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各廠區人資內部稽核</a:t>
            </a:r>
            <a:endParaRPr lang="en-US" altLang="zh-CN" sz="1400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914217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 smtClean="0">
                <a:solidFill>
                  <a:schemeClr val="bg1"/>
                </a:solidFill>
                <a:latin typeface="微軟正黑體" panose="020B0604030504040204" pitchFamily="34" charset="-120"/>
                <a:cs typeface="Roboto"/>
              </a:rPr>
              <a:t>7. </a:t>
            </a:r>
            <a:r>
              <a:rPr lang="zh-TW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cs typeface="Roboto"/>
              </a:rPr>
              <a:t>廊</a:t>
            </a:r>
            <a:r>
              <a:rPr lang="zh-TW" altLang="en-US" sz="1400" dirty="0">
                <a:solidFill>
                  <a:schemeClr val="bg1"/>
                </a:solidFill>
                <a:latin typeface="微軟正黑體" panose="020B0604030504040204" pitchFamily="34" charset="-120"/>
                <a:cs typeface="Roboto"/>
              </a:rPr>
              <a:t>坊廠區</a:t>
            </a:r>
            <a:r>
              <a: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女職工權益保護專項</a:t>
            </a:r>
            <a:r>
              <a:rPr lang="zh-TW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cs typeface="Roboto"/>
              </a:rPr>
              <a:t>稽核</a:t>
            </a:r>
            <a:endParaRPr lang="en-US" altLang="zh-TW" sz="1400" dirty="0" smtClean="0">
              <a:solidFill>
                <a:schemeClr val="bg1"/>
              </a:solidFill>
              <a:latin typeface="微軟正黑體" panose="020B0604030504040204" pitchFamily="34" charset="-120"/>
              <a:cs typeface="Roboto"/>
            </a:endParaRPr>
          </a:p>
          <a:p>
            <a:pPr defTabSz="914217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 smtClean="0">
                <a:solidFill>
                  <a:schemeClr val="bg1"/>
                </a:solidFill>
                <a:latin typeface="微軟正黑體" panose="020B0604030504040204" pitchFamily="34" charset="-120"/>
                <a:cs typeface="Roboto"/>
              </a:rPr>
              <a:t>8. EHS</a:t>
            </a:r>
            <a:r>
              <a:rPr lang="en-US" altLang="zh-TW" sz="1400" dirty="0">
                <a:solidFill>
                  <a:schemeClr val="bg1"/>
                </a:solidFill>
                <a:latin typeface="微軟正黑體" panose="020B0604030504040204" pitchFamily="34" charset="-120"/>
                <a:cs typeface="Roboto"/>
              </a:rPr>
              <a:t>/</a:t>
            </a:r>
            <a:r>
              <a: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能源管理</a:t>
            </a:r>
            <a:r>
              <a:rPr lang="zh-TW" altLang="en-US" sz="1400" dirty="0">
                <a:solidFill>
                  <a:schemeClr val="bg1"/>
                </a:solidFill>
                <a:latin typeface="微軟正黑體" panose="020B0604030504040204" pitchFamily="34" charset="-120"/>
                <a:cs typeface="Roboto"/>
              </a:rPr>
              <a:t>體系</a:t>
            </a:r>
            <a:r>
              <a: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內</a:t>
            </a:r>
            <a:r>
              <a:rPr lang="en-US" altLang="zh-CN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/</a:t>
            </a:r>
            <a:r>
              <a:rPr lang="zh-TW" altLang="en-US" sz="1400" dirty="0">
                <a:solidFill>
                  <a:schemeClr val="bg1"/>
                </a:solidFill>
                <a:latin typeface="微軟正黑體" panose="020B0604030504040204" pitchFamily="34" charset="-120"/>
                <a:cs typeface="Roboto"/>
              </a:rPr>
              <a:t>外審</a:t>
            </a: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</a:rPr>
              <a:t>核</a:t>
            </a:r>
            <a:endParaRPr lang="en-US" altLang="zh-CN" sz="1400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Roboto"/>
            </a:endParaRPr>
          </a:p>
          <a:p>
            <a:pPr defTabSz="914217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 smtClean="0">
                <a:solidFill>
                  <a:schemeClr val="bg1"/>
                </a:solidFill>
                <a:latin typeface="微軟正黑體" panose="020B0604030504040204" pitchFamily="34" charset="-120"/>
                <a:cs typeface="Roboto"/>
              </a:rPr>
              <a:t>9. </a:t>
            </a: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cs typeface="Roboto"/>
              </a:rPr>
              <a:t>客戶</a:t>
            </a:r>
            <a:r>
              <a: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cs typeface="Roboto"/>
              </a:rPr>
              <a:t>/</a:t>
            </a: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cs typeface="Roboto"/>
              </a:rPr>
              <a:t>終端供應商等自評</a:t>
            </a:r>
            <a:endParaRPr lang="en-US" altLang="zh-TW" sz="1400" dirty="0" smtClean="0">
              <a:solidFill>
                <a:schemeClr val="bg1"/>
              </a:solidFill>
              <a:latin typeface="微軟正黑體" panose="020B0604030504040204" pitchFamily="34" charset="-120"/>
              <a:cs typeface="Roboto"/>
            </a:endParaRPr>
          </a:p>
          <a:p>
            <a:pPr defTabSz="914217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cs typeface="Roboto"/>
              </a:rPr>
              <a:t>10. </a:t>
            </a: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cs typeface="Roboto"/>
              </a:rPr>
              <a:t>海外</a:t>
            </a:r>
            <a:r>
              <a: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cs typeface="Roboto"/>
              </a:rPr>
              <a:t>廠區</a:t>
            </a:r>
            <a:r>
              <a:rPr lang="en-US" altLang="zh-CN" sz="1400" dirty="0">
                <a:solidFill>
                  <a:schemeClr val="bg1"/>
                </a:solidFill>
                <a:latin typeface="微軟正黑體" panose="020B0604030504040204" pitchFamily="34" charset="-120"/>
                <a:cs typeface="Roboto"/>
              </a:rPr>
              <a:t>RBA Online SAQ</a:t>
            </a:r>
            <a:r>
              <a: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cs typeface="Roboto"/>
              </a:rPr>
              <a:t>等協助</a:t>
            </a:r>
            <a:endParaRPr lang="en-US" altLang="zh-TW" sz="1400" dirty="0">
              <a:solidFill>
                <a:schemeClr val="bg1"/>
              </a:solidFill>
              <a:latin typeface="微軟正黑體" panose="020B0604030504040204" pitchFamily="34" charset="-120"/>
              <a:cs typeface="Roboto"/>
            </a:endParaRPr>
          </a:p>
          <a:p>
            <a:pPr defTabSz="914217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TW" sz="1400" dirty="0" smtClean="0">
              <a:solidFill>
                <a:schemeClr val="bg1"/>
              </a:solidFill>
              <a:latin typeface="微軟正黑體" panose="020B0604030504040204" pitchFamily="34" charset="-120"/>
              <a:cs typeface="Roboto"/>
            </a:endParaRPr>
          </a:p>
          <a:p>
            <a:pPr defTabSz="914217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TW" sz="1400" dirty="0">
              <a:solidFill>
                <a:schemeClr val="bg1"/>
              </a:solidFill>
              <a:latin typeface="微軟正黑體" panose="020B0604030504040204" pitchFamily="34" charset="-120"/>
              <a:cs typeface="Roboto"/>
            </a:endParaRPr>
          </a:p>
          <a:p>
            <a:pPr defTabSz="914217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400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914217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TW" sz="1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00" name="Straight Connector 101">
            <a:extLst>
              <a:ext uri="{FF2B5EF4-FFF2-40B4-BE49-F238E27FC236}">
                <a16:creationId xmlns:a16="http://schemas.microsoft.com/office/drawing/2014/main" id="{877C2221-9B6B-48C9-8CA6-1989102EB5A5}"/>
              </a:ext>
            </a:extLst>
          </p:cNvPr>
          <p:cNvCxnSpPr>
            <a:cxnSpLocks/>
          </p:cNvCxnSpPr>
          <p:nvPr/>
        </p:nvCxnSpPr>
        <p:spPr>
          <a:xfrm>
            <a:off x="4516885" y="1240722"/>
            <a:ext cx="48465" cy="4603365"/>
          </a:xfrm>
          <a:prstGeom prst="line">
            <a:avLst/>
          </a:prstGeom>
          <a:ln w="19050">
            <a:solidFill>
              <a:schemeClr val="bg1"/>
            </a:solidFill>
            <a:prstDash val="sysDot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1">
            <a:extLst>
              <a:ext uri="{FF2B5EF4-FFF2-40B4-BE49-F238E27FC236}">
                <a16:creationId xmlns:a16="http://schemas.microsoft.com/office/drawing/2014/main" id="{877C2221-9B6B-48C9-8CA6-1989102EB5A5}"/>
              </a:ext>
            </a:extLst>
          </p:cNvPr>
          <p:cNvCxnSpPr>
            <a:cxnSpLocks/>
          </p:cNvCxnSpPr>
          <p:nvPr/>
        </p:nvCxnSpPr>
        <p:spPr>
          <a:xfrm>
            <a:off x="8137097" y="1184114"/>
            <a:ext cx="48465" cy="4659973"/>
          </a:xfrm>
          <a:prstGeom prst="line">
            <a:avLst/>
          </a:prstGeom>
          <a:ln w="19050">
            <a:solidFill>
              <a:schemeClr val="bg1"/>
            </a:solidFill>
            <a:prstDash val="sysDot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31"/>
          <p:cNvCxnSpPr/>
          <p:nvPr/>
        </p:nvCxnSpPr>
        <p:spPr>
          <a:xfrm>
            <a:off x="4909695" y="5849098"/>
            <a:ext cx="259323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31"/>
          <p:cNvCxnSpPr/>
          <p:nvPr/>
        </p:nvCxnSpPr>
        <p:spPr>
          <a:xfrm>
            <a:off x="1049018" y="5870848"/>
            <a:ext cx="259323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Holder 6">
            <a:extLst>
              <a:ext uri="{FF2B5EF4-FFF2-40B4-BE49-F238E27FC236}">
                <a16:creationId xmlns:a16="http://schemas.microsoft.com/office/drawing/2014/main" id="{40205715-7071-90C2-93D2-6E832E6B2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3</a:t>
            </a:fld>
            <a:r>
              <a:rPr lang="en-US" altLang="zh-TW" dirty="0"/>
              <a:t> /</a:t>
            </a:r>
          </a:p>
        </p:txBody>
      </p:sp>
      <p:sp>
        <p:nvSpPr>
          <p:cNvPr id="34" name="頁尾版面配置區 2">
            <a:extLst>
              <a:ext uri="{FF2B5EF4-FFF2-40B4-BE49-F238E27FC236}">
                <a16:creationId xmlns:a16="http://schemas.microsoft.com/office/drawing/2014/main" id="{F5F6276C-391F-34B3-9E71-58D66B6B7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216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 dirty="0"/>
              <a:t>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52510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4</a:t>
            </a:fld>
            <a:r>
              <a:rPr lang="en-US" altLang="zh-TW" dirty="0"/>
              <a:t> /</a:t>
            </a:r>
          </a:p>
        </p:txBody>
      </p:sp>
      <p:sp>
        <p:nvSpPr>
          <p:cNvPr id="5" name="頁尾版面配置區 2">
            <a:extLst>
              <a:ext uri="{FF2B5EF4-FFF2-40B4-BE49-F238E27FC236}">
                <a16:creationId xmlns:a16="http://schemas.microsoft.com/office/drawing/2014/main" id="{855601F4-FD62-E150-BE99-41E72B40D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10" name="標題 5">
            <a:extLst>
              <a:ext uri="{FF2B5EF4-FFF2-40B4-BE49-F238E27FC236}">
                <a16:creationId xmlns:a16="http://schemas.microsoft.com/office/drawing/2014/main" id="{281F04F4-EEBB-F450-ACC8-439259ED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kumimoji="1" lang="en-US" altLang="zh-CN" sz="3200" kern="0" spc="300" dirty="0" smtClean="0"/>
              <a:t>2. </a:t>
            </a:r>
            <a:r>
              <a:rPr kumimoji="1" lang="zh-CN" altLang="en-US" sz="3200" kern="0" spc="300" dirty="0" smtClean="0"/>
              <a:t>重點專案及改善</a:t>
            </a:r>
            <a:r>
              <a:rPr kumimoji="1" lang="en-US" altLang="zh-CN" sz="3200" kern="0" spc="300" dirty="0" smtClean="0"/>
              <a:t>_</a:t>
            </a:r>
            <a:r>
              <a:rPr kumimoji="1" lang="zh-CN" altLang="en-US" sz="2000" kern="0" spc="300" dirty="0" smtClean="0"/>
              <a:t>專注於少數事項，做好時間管理，資源最有效利用</a:t>
            </a:r>
            <a:r>
              <a:rPr kumimoji="1" lang="en-US" altLang="zh-TW" sz="3200" kern="0" spc="300" dirty="0"/>
              <a:t>
</a:t>
            </a:r>
            <a:endParaRPr lang="zh-TW" altLang="en-US" sz="2800" dirty="0"/>
          </a:p>
        </p:txBody>
      </p:sp>
      <p:grpSp>
        <p:nvGrpSpPr>
          <p:cNvPr id="6" name="群組 5"/>
          <p:cNvGrpSpPr/>
          <p:nvPr/>
        </p:nvGrpSpPr>
        <p:grpSpPr>
          <a:xfrm>
            <a:off x="1252148" y="1558460"/>
            <a:ext cx="10021097" cy="4223553"/>
            <a:chOff x="1526470" y="2250797"/>
            <a:chExt cx="9499772" cy="4223553"/>
          </a:xfrm>
        </p:grpSpPr>
        <p:sp>
          <p:nvSpPr>
            <p:cNvPr id="7" name="TextBox 54"/>
            <p:cNvSpPr txBox="1"/>
            <p:nvPr/>
          </p:nvSpPr>
          <p:spPr>
            <a:xfrm>
              <a:off x="5810562" y="2319791"/>
              <a:ext cx="5215679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algn="just" defTabSz="912495">
                <a:lnSpc>
                  <a:spcPct val="150000"/>
                </a:lnSpc>
                <a:defRPr/>
              </a:pPr>
              <a:r>
                <a:rPr lang="zh-CN" altLang="en-US" sz="2000" b="1" dirty="0">
                  <a:solidFill>
                    <a:srgbClr val="FFC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文件：</a:t>
              </a:r>
              <a:r>
                <a:rPr lang="en-US" altLang="zh-CN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《</a:t>
              </a:r>
              <a:r>
                <a:rPr lang="zh-TW" altLang="zh-TW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 FIH大陸幹部國外出差異常處理作業</a:t>
              </a:r>
              <a:r>
                <a:rPr lang="zh-TW" altLang="zh-TW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規範</a:t>
              </a:r>
              <a:r>
                <a:rPr lang="en-US" altLang="zh-CN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》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：</a:t>
              </a:r>
              <a:r>
                <a:rPr lang="en-US" altLang="zh-TW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Q3</a:t>
              </a:r>
              <a:r>
                <a:rPr lang="zh-CN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已發行</a:t>
              </a:r>
              <a:endParaRPr lang="en-US" altLang="zh-CN" sz="16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endParaRPr>
            </a:p>
            <a:p>
              <a:pPr algn="just" defTabSz="912495">
                <a:lnSpc>
                  <a:spcPct val="150000"/>
                </a:lnSpc>
                <a:defRPr/>
              </a:pPr>
              <a:endParaRPr lang="en-US" altLang="zh-CN" sz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思源黑体 CN Medium"/>
                <a:sym typeface="思源黑体 CN Medium"/>
              </a:endParaRPr>
            </a:p>
          </p:txBody>
        </p:sp>
        <p:sp>
          <p:nvSpPr>
            <p:cNvPr id="8" name="Freeform 5"/>
            <p:cNvSpPr/>
            <p:nvPr/>
          </p:nvSpPr>
          <p:spPr>
            <a:xfrm rot="5400000">
              <a:off x="1493703" y="2551115"/>
              <a:ext cx="3067840" cy="276514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9525" cap="flat">
              <a:noFill/>
              <a:prstDash val="solid"/>
              <a:miter lim="800000"/>
            </a:ln>
          </p:spPr>
          <p:txBody>
            <a:bodyPr vert="horz" wrap="square" lIns="121792" tIns="60893" rIns="121792" bIns="60893" numCol="1" anchor="t" anchorCtr="0" compatLnSpc="1"/>
            <a:lstStyle/>
            <a:p>
              <a:pPr defTabSz="1217295">
                <a:defRPr/>
              </a:pPr>
              <a:endParaRPr lang="zh-CN" altLang="en-US" sz="240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思源黑体 CN Medium"/>
                <a:sym typeface="思源黑体 CN Medium"/>
              </a:endParaRPr>
            </a:p>
          </p:txBody>
        </p:sp>
        <p:sp>
          <p:nvSpPr>
            <p:cNvPr id="9" name="TextBox 56"/>
            <p:cNvSpPr txBox="1"/>
            <p:nvPr/>
          </p:nvSpPr>
          <p:spPr>
            <a:xfrm>
              <a:off x="2328606" y="3343884"/>
              <a:ext cx="1398029" cy="11480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2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algn="ctr" defTabSz="1217295">
                <a:defRPr/>
              </a:pPr>
              <a:r>
                <a:rPr lang="zh-CN" altLang="en-US" sz="3730" dirty="0" smtClean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思源黑体 CN Medium"/>
                  <a:sym typeface="思源黑体 CN Medium"/>
                </a:rPr>
                <a:t>專案</a:t>
              </a:r>
              <a:endParaRPr lang="en-US" altLang="zh-CN" sz="373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思源黑体 CN Medium"/>
                <a:sym typeface="思源黑体 CN Medium"/>
              </a:endParaRPr>
            </a:p>
            <a:p>
              <a:pPr algn="ctr" defTabSz="1217295">
                <a:defRPr/>
              </a:pPr>
              <a:r>
                <a:rPr lang="zh-CN" altLang="en-US" sz="373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思源黑体 CN Medium"/>
                  <a:sym typeface="思源黑体 CN Medium"/>
                </a:rPr>
                <a:t>改善</a:t>
              </a:r>
            </a:p>
          </p:txBody>
        </p:sp>
        <p:sp>
          <p:nvSpPr>
            <p:cNvPr id="11" name="Freeform 5"/>
            <p:cNvSpPr/>
            <p:nvPr/>
          </p:nvSpPr>
          <p:spPr>
            <a:xfrm rot="5400000">
              <a:off x="1344727" y="2432540"/>
              <a:ext cx="3365784" cy="300229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</p:spPr>
          <p:txBody>
            <a:bodyPr vert="horz" wrap="square" lIns="121792" tIns="60893" rIns="121792" bIns="60893" numCol="1" anchor="t" anchorCtr="0" compatLnSpc="1"/>
            <a:lstStyle/>
            <a:p>
              <a:pPr defTabSz="1217295">
                <a:defRPr/>
              </a:pPr>
              <a:endParaRPr lang="zh-CN" altLang="en-US" sz="240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思源黑体 CN Medium"/>
                <a:sym typeface="思源黑体 CN Medium"/>
              </a:endParaRPr>
            </a:p>
          </p:txBody>
        </p:sp>
        <p:sp>
          <p:nvSpPr>
            <p:cNvPr id="12" name="椭圆 10"/>
            <p:cNvSpPr/>
            <p:nvPr/>
          </p:nvSpPr>
          <p:spPr>
            <a:xfrm>
              <a:off x="3603033" y="2292647"/>
              <a:ext cx="570243" cy="570419"/>
            </a:xfrm>
            <a:prstGeom prst="ellipse">
              <a:avLst/>
            </a:prstGeom>
            <a:solidFill>
              <a:schemeClr val="accent2"/>
            </a:solidFill>
            <a:ln w="254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lIns="91346" tIns="45673" rIns="91346" bIns="45673" rtlCol="0" anchor="ctr"/>
            <a:lstStyle/>
            <a:p>
              <a:pPr algn="ctr" defTabSz="1217295">
                <a:defRPr/>
              </a:pPr>
              <a:r>
                <a:rPr lang="en-US" altLang="zh-CN" sz="2400" b="1">
                  <a:solidFill>
                    <a:sysClr val="window" lastClr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思源黑体 CN Medium"/>
                  <a:sym typeface="思源黑体 CN Medium"/>
                </a:rPr>
                <a:t>1</a:t>
              </a:r>
              <a:endParaRPr lang="zh-CN" altLang="en-US" sz="2400" b="1">
                <a:solidFill>
                  <a:sysClr val="window" lastClr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思源黑体 CN Medium"/>
                <a:sym typeface="思源黑体 CN Medium"/>
              </a:endParaRPr>
            </a:p>
          </p:txBody>
        </p:sp>
        <p:sp>
          <p:nvSpPr>
            <p:cNvPr id="13" name="椭圆 11"/>
            <p:cNvSpPr/>
            <p:nvPr/>
          </p:nvSpPr>
          <p:spPr>
            <a:xfrm>
              <a:off x="4328937" y="3648484"/>
              <a:ext cx="570243" cy="570419"/>
            </a:xfrm>
            <a:prstGeom prst="ellipse">
              <a:avLst/>
            </a:prstGeom>
            <a:solidFill>
              <a:schemeClr val="accent2"/>
            </a:solidFill>
            <a:ln w="254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lIns="91346" tIns="45673" rIns="91346" bIns="45673" rtlCol="0" anchor="ctr"/>
            <a:lstStyle/>
            <a:p>
              <a:pPr algn="ctr" defTabSz="1217295">
                <a:defRPr/>
              </a:pPr>
              <a:r>
                <a:rPr lang="en-US" altLang="zh-CN" sz="2400" b="1">
                  <a:solidFill>
                    <a:sysClr val="window" lastClr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思源黑体 CN Medium"/>
                  <a:sym typeface="思源黑体 CN Medium"/>
                </a:rPr>
                <a:t>2</a:t>
              </a:r>
              <a:endParaRPr lang="zh-CN" altLang="en-US" sz="2400" b="1">
                <a:solidFill>
                  <a:sysClr val="window" lastClr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思源黑体 CN Medium"/>
                <a:sym typeface="思源黑体 CN Medium"/>
              </a:endParaRPr>
            </a:p>
          </p:txBody>
        </p:sp>
        <p:sp>
          <p:nvSpPr>
            <p:cNvPr id="14" name="椭圆 12"/>
            <p:cNvSpPr/>
            <p:nvPr/>
          </p:nvSpPr>
          <p:spPr>
            <a:xfrm>
              <a:off x="3603033" y="4996296"/>
              <a:ext cx="570243" cy="570419"/>
            </a:xfrm>
            <a:prstGeom prst="ellipse">
              <a:avLst/>
            </a:prstGeom>
            <a:solidFill>
              <a:schemeClr val="accent2"/>
            </a:solidFill>
            <a:ln w="254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lIns="91346" tIns="45673" rIns="91346" bIns="45673" rtlCol="0" anchor="ctr"/>
            <a:lstStyle/>
            <a:p>
              <a:pPr algn="ctr" defTabSz="1217295">
                <a:defRPr/>
              </a:pPr>
              <a:r>
                <a:rPr lang="en-US" altLang="zh-CN" sz="2400" b="1">
                  <a:solidFill>
                    <a:sysClr val="window" lastClr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思源黑体 CN Medium"/>
                  <a:sym typeface="思源黑体 CN Medium"/>
                </a:rPr>
                <a:t>3</a:t>
              </a:r>
              <a:endParaRPr lang="zh-CN" altLang="en-US" sz="2400" b="1">
                <a:solidFill>
                  <a:sysClr val="window" lastClr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思源黑体 CN Medium"/>
                <a:sym typeface="思源黑体 CN Medium"/>
              </a:endParaRPr>
            </a:p>
          </p:txBody>
        </p:sp>
        <p:grpSp>
          <p:nvGrpSpPr>
            <p:cNvPr id="15" name="组合 13"/>
            <p:cNvGrpSpPr/>
            <p:nvPr/>
          </p:nvGrpSpPr>
          <p:grpSpPr>
            <a:xfrm>
              <a:off x="4173282" y="2341441"/>
              <a:ext cx="1401873" cy="472823"/>
              <a:chOff x="3513818" y="1963801"/>
              <a:chExt cx="1051729" cy="354618"/>
            </a:xfrm>
          </p:grpSpPr>
          <p:cxnSp>
            <p:nvCxnSpPr>
              <p:cNvPr id="24" name="直接连接符 14"/>
              <p:cNvCxnSpPr/>
              <p:nvPr/>
            </p:nvCxnSpPr>
            <p:spPr>
              <a:xfrm>
                <a:off x="3513818" y="2141110"/>
                <a:ext cx="1051729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FFC000"/>
                </a:solidFill>
                <a:prstDash val="sysDot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" name="直接连接符 15"/>
              <p:cNvCxnSpPr/>
              <p:nvPr/>
            </p:nvCxnSpPr>
            <p:spPr>
              <a:xfrm>
                <a:off x="4565547" y="1963801"/>
                <a:ext cx="0" cy="354618"/>
              </a:xfrm>
              <a:prstGeom prst="line">
                <a:avLst/>
              </a:prstGeom>
              <a:noFill/>
              <a:ln w="9525" cap="flat" cmpd="sng" algn="ctr">
                <a:solidFill>
                  <a:srgbClr val="FFC000"/>
                </a:solidFill>
                <a:prstDash val="sysDot"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6" name="TextBox 64"/>
            <p:cNvSpPr txBox="1"/>
            <p:nvPr/>
          </p:nvSpPr>
          <p:spPr>
            <a:xfrm>
              <a:off x="6515130" y="3703980"/>
              <a:ext cx="4511112" cy="7848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FFC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系統</a:t>
              </a:r>
              <a:r>
                <a:rPr lang="zh-CN" altLang="en-US" sz="1600" b="1" dirty="0">
                  <a:solidFill>
                    <a:srgbClr val="FFC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：</a:t>
              </a:r>
              <a:r>
                <a:rPr lang="zh-CN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人力資源全球文控系統四階專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區</a:t>
              </a:r>
              <a:r>
                <a:rPr lang="zh-CN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：</a:t>
              </a:r>
              <a:r>
                <a:rPr lang="en-US" altLang="zh-CN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Q2</a:t>
              </a:r>
              <a:r>
                <a:rPr lang="zh-CN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上線運行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，</a:t>
              </a:r>
              <a:endPara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endParaRPr>
            </a:p>
            <a:p>
              <a:pPr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 </a:t>
              </a:r>
              <a:r>
                <a:rPr lang="en-US" altLang="zh-CN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               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系</a:t>
              </a:r>
              <a:r>
                <a:rPr lang="zh-CN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統現有四階文件</a:t>
              </a:r>
              <a:r>
                <a:rPr lang="en-US" altLang="zh-CN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90</a:t>
              </a:r>
              <a:r>
                <a:rPr lang="zh-CN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餘份</a:t>
              </a:r>
              <a:endParaRPr lang="en-US" altLang="zh-CN" sz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7" name="TextBox 65"/>
            <p:cNvSpPr txBox="1"/>
            <p:nvPr/>
          </p:nvSpPr>
          <p:spPr>
            <a:xfrm>
              <a:off x="5840980" y="5043189"/>
              <a:ext cx="5011897" cy="143116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FFC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業務</a:t>
              </a:r>
              <a:r>
                <a:rPr lang="zh-CN" altLang="en-US" sz="1600" b="1" dirty="0" smtClean="0">
                  <a:solidFill>
                    <a:srgbClr val="FFC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：  </a:t>
              </a:r>
              <a:r>
                <a:rPr lang="en-US" altLang="zh-CN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1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）集</a:t>
              </a:r>
              <a:r>
                <a:rPr lang="zh-CN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團員工差旅暨費用報銷系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統</a:t>
              </a:r>
              <a:r>
                <a:rPr lang="zh-CN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：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由</a:t>
              </a:r>
              <a:r>
                <a:rPr lang="zh-CN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各部門窗口</a:t>
              </a:r>
              <a:r>
                <a:rPr lang="en-US" altLang="zh-CN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/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助理自行設置</a:t>
              </a:r>
              <a:r>
                <a:rPr lang="zh-CN" altLang="en-US" sz="1400" dirty="0">
                  <a:solidFill>
                    <a:srgbClr val="FFC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出</a:t>
              </a:r>
              <a:r>
                <a:rPr lang="en-US" altLang="zh-CN" sz="1400" dirty="0">
                  <a:solidFill>
                    <a:srgbClr val="FFC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/</a:t>
              </a:r>
              <a:r>
                <a:rPr lang="zh-CN" altLang="en-US" sz="1400" dirty="0">
                  <a:solidFill>
                    <a:srgbClr val="FFC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銷差簽核流程及對應簽核主管</a:t>
              </a:r>
              <a:endParaRPr lang="en-US" altLang="zh-CN" sz="1400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endParaRPr>
            </a:p>
            <a:p>
              <a:pPr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                  </a:t>
              </a:r>
              <a:r>
                <a:rPr lang="en-US" altLang="zh-TW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2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）持</a:t>
              </a:r>
              <a:r>
                <a:rPr lang="zh-CN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越南商務簽出差之中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幹</a:t>
              </a:r>
              <a:r>
                <a:rPr lang="zh-CN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：</a:t>
              </a:r>
              <a:r>
                <a:rPr lang="zh-CN" altLang="en-US" sz="1400" dirty="0" smtClean="0">
                  <a:solidFill>
                    <a:srgbClr val="FFC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友</a:t>
              </a:r>
              <a:r>
                <a:rPr lang="zh-CN" altLang="en-US" sz="1400" dirty="0">
                  <a:solidFill>
                    <a:srgbClr val="FFC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誼關</a:t>
              </a:r>
              <a:r>
                <a:rPr lang="en-US" altLang="zh-CN" sz="1400" dirty="0">
                  <a:solidFill>
                    <a:srgbClr val="FFC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29</a:t>
              </a:r>
              <a:r>
                <a:rPr lang="zh-CN" altLang="en-US" sz="1400" dirty="0">
                  <a:solidFill>
                    <a:srgbClr val="FFC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天出入境</a:t>
              </a:r>
              <a:r>
                <a:rPr lang="zh-CN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統一由部門助理聯絡越南總務安排車輛</a:t>
              </a:r>
              <a:endParaRPr lang="en-US" altLang="zh-TW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grpSp>
          <p:nvGrpSpPr>
            <p:cNvPr id="18" name="组合 18"/>
            <p:cNvGrpSpPr/>
            <p:nvPr/>
          </p:nvGrpSpPr>
          <p:grpSpPr>
            <a:xfrm>
              <a:off x="4905284" y="3697277"/>
              <a:ext cx="1401873" cy="472823"/>
              <a:chOff x="3513818" y="1963801"/>
              <a:chExt cx="1051729" cy="354618"/>
            </a:xfrm>
          </p:grpSpPr>
          <p:cxnSp>
            <p:nvCxnSpPr>
              <p:cNvPr id="22" name="直接连接符 19"/>
              <p:cNvCxnSpPr/>
              <p:nvPr/>
            </p:nvCxnSpPr>
            <p:spPr>
              <a:xfrm>
                <a:off x="3513818" y="2141110"/>
                <a:ext cx="1051729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FFC000"/>
                </a:solidFill>
                <a:prstDash val="sysDot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" name="直接连接符 20"/>
              <p:cNvCxnSpPr/>
              <p:nvPr/>
            </p:nvCxnSpPr>
            <p:spPr>
              <a:xfrm>
                <a:off x="4565547" y="1963801"/>
                <a:ext cx="0" cy="354618"/>
              </a:xfrm>
              <a:prstGeom prst="line">
                <a:avLst/>
              </a:prstGeom>
              <a:noFill/>
              <a:ln w="6350" cap="flat" cmpd="sng" algn="ctr">
                <a:solidFill>
                  <a:srgbClr val="FFC000"/>
                </a:solidFill>
                <a:prstDash val="sysDot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9" name="组合 21"/>
            <p:cNvGrpSpPr/>
            <p:nvPr/>
          </p:nvGrpSpPr>
          <p:grpSpPr>
            <a:xfrm>
              <a:off x="4173282" y="5045089"/>
              <a:ext cx="1401873" cy="472823"/>
              <a:chOff x="3513818" y="1963801"/>
              <a:chExt cx="1051729" cy="354618"/>
            </a:xfrm>
          </p:grpSpPr>
          <p:cxnSp>
            <p:nvCxnSpPr>
              <p:cNvPr id="20" name="直接连接符 22"/>
              <p:cNvCxnSpPr/>
              <p:nvPr/>
            </p:nvCxnSpPr>
            <p:spPr>
              <a:xfrm>
                <a:off x="3513818" y="2141110"/>
                <a:ext cx="1051729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FFC000"/>
                </a:solidFill>
                <a:prstDash val="sysDot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1" name="直接连接符 23"/>
              <p:cNvCxnSpPr/>
              <p:nvPr/>
            </p:nvCxnSpPr>
            <p:spPr>
              <a:xfrm>
                <a:off x="4565547" y="1963801"/>
                <a:ext cx="0" cy="354618"/>
              </a:xfrm>
              <a:prstGeom prst="line">
                <a:avLst/>
              </a:prstGeom>
              <a:noFill/>
              <a:ln w="9525" cap="flat" cmpd="sng" algn="ctr">
                <a:solidFill>
                  <a:srgbClr val="FFC000"/>
                </a:solidFill>
                <a:prstDash val="sysDot"/>
                <a:headEnd type="none" w="med" len="med"/>
                <a:tailEnd type="none" w="med" len="med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1752150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792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5</a:t>
            </a:fld>
            <a:r>
              <a:rPr lang="en-US" altLang="zh-TW" dirty="0"/>
              <a:t> /</a:t>
            </a:r>
          </a:p>
        </p:txBody>
      </p:sp>
      <p:sp>
        <p:nvSpPr>
          <p:cNvPr id="5" name="頁尾版面配置區 2">
            <a:extLst>
              <a:ext uri="{FF2B5EF4-FFF2-40B4-BE49-F238E27FC236}">
                <a16:creationId xmlns:a16="http://schemas.microsoft.com/office/drawing/2014/main" id="{855601F4-FD62-E150-BE99-41E72B40D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22556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10" name="標題 5">
            <a:extLst>
              <a:ext uri="{FF2B5EF4-FFF2-40B4-BE49-F238E27FC236}">
                <a16:creationId xmlns:a16="http://schemas.microsoft.com/office/drawing/2014/main" id="{281F04F4-EEBB-F450-ACC8-439259ED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kumimoji="1" lang="en-US" altLang="zh-CN" sz="3200" kern="0" spc="300" dirty="0" smtClean="0"/>
              <a:t>3. </a:t>
            </a:r>
            <a:r>
              <a:rPr kumimoji="1" lang="zh-CN" altLang="en-US" sz="3200" kern="0" spc="300" dirty="0" smtClean="0"/>
              <a:t>待優化工作事項</a:t>
            </a:r>
            <a:r>
              <a:rPr kumimoji="1" lang="en-US" altLang="zh-CN" sz="3200" kern="0" spc="300" dirty="0" smtClean="0"/>
              <a:t>_</a:t>
            </a:r>
            <a:r>
              <a:rPr kumimoji="1" lang="zh-CN" altLang="en-US" sz="2000" kern="0" spc="300" dirty="0" smtClean="0"/>
              <a:t>利用既有長處，高效達到最佳績效</a:t>
            </a:r>
            <a:r>
              <a:rPr kumimoji="1" lang="en-US" altLang="zh-TW" sz="3200" kern="0" spc="300" dirty="0"/>
              <a:t>
</a:t>
            </a:r>
            <a:endParaRPr lang="zh-TW" altLang="en-US" sz="2800" dirty="0"/>
          </a:p>
        </p:txBody>
      </p:sp>
      <p:sp>
        <p:nvSpPr>
          <p:cNvPr id="24" name="1"/>
          <p:cNvSpPr txBox="1"/>
          <p:nvPr/>
        </p:nvSpPr>
        <p:spPr>
          <a:xfrm>
            <a:off x="828217" y="1604374"/>
            <a:ext cx="1732102" cy="415833"/>
          </a:xfrm>
          <a:prstGeom prst="rect">
            <a:avLst/>
          </a:prstGeom>
          <a:noFill/>
          <a:ln w="19050">
            <a:solidFill>
              <a:srgbClr val="FFC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思源黑体 CN Medium"/>
                <a:sym typeface="思源黑体 CN Medium"/>
              </a:rPr>
              <a:t>業務</a:t>
            </a:r>
            <a:endParaRPr lang="zh-CN" altLang="en-US" sz="2000" b="1" dirty="0">
              <a:solidFill>
                <a:srgbClr val="FFC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思源黑体 CN Medium"/>
              <a:sym typeface="思源黑体 CN Medium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838165" y="1430888"/>
            <a:ext cx="3510381" cy="2095952"/>
          </a:xfrm>
          <a:prstGeom prst="rect">
            <a:avLst/>
          </a:prstGeom>
        </p:spPr>
        <p:txBody>
          <a:bodyPr wrap="square" lIns="91435" tIns="45717" rIns="91435" bIns="45717"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cs typeface="Calibri" panose="020F0502020204030204" pitchFamily="34" charset="0"/>
              </a:rPr>
              <a:t>）</a:t>
            </a:r>
            <a:r>
              <a: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cs typeface="Calibri" panose="020F0502020204030204" pitchFamily="34" charset="0"/>
              </a:rPr>
              <a:t>《</a:t>
            </a:r>
            <a:r>
              <a:rPr lang="zh-TW" altLang="zh-TW" sz="1400" dirty="0" smtClean="0">
                <a:solidFill>
                  <a:schemeClr val="bg1"/>
                </a:solidFill>
                <a:latin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zh-TW" altLang="zh-TW" sz="1400" dirty="0">
                <a:solidFill>
                  <a:schemeClr val="bg1"/>
                </a:solidFill>
                <a:latin typeface="微軟正黑體" panose="020B0604030504040204" pitchFamily="34" charset="-120"/>
                <a:cs typeface="Calibri" panose="020F0502020204030204" pitchFamily="34" charset="0"/>
              </a:rPr>
              <a:t>FIH大陸幹部國外出差異常處理作業規範</a:t>
            </a:r>
            <a:r>
              <a: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cs typeface="Calibri" panose="020F0502020204030204" pitchFamily="34" charset="0"/>
              </a:rPr>
              <a:t>》</a:t>
            </a: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：英文版</a:t>
            </a:r>
            <a:r>
              <a: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翻譯</a:t>
            </a:r>
            <a:endParaRPr lang="en-US" altLang="zh-CN" sz="1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2</a:t>
            </a: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）</a:t>
            </a:r>
            <a:r>
              <a: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FIH</a:t>
            </a:r>
            <a:r>
              <a: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社會責任體系</a:t>
            </a: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文件：</a:t>
            </a:r>
            <a:r>
              <a: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依</a:t>
            </a:r>
            <a:r>
              <a:rPr lang="en-US" altLang="zh-CN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RBA </a:t>
            </a:r>
            <a:r>
              <a:rPr lang="en-US" altLang="zh-CN" sz="1400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CoC</a:t>
            </a:r>
            <a:r>
              <a: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及</a:t>
            </a:r>
            <a:r>
              <a:rPr lang="en-US" altLang="zh-CN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VAP</a:t>
            </a:r>
            <a:r>
              <a: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最新標準適時更新，</a:t>
            </a: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共享各</a:t>
            </a:r>
            <a:r>
              <a: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廠區</a:t>
            </a:r>
            <a:endParaRPr lang="en-US" altLang="zh-CN" sz="1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fontAlgn="auto">
              <a:lnSpc>
                <a:spcPct val="130000"/>
              </a:lnSpc>
            </a:pPr>
            <a:endParaRPr lang="en-US" altLang="zh-CN" sz="1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思源黑体 CN Medium"/>
              <a:sym typeface="思源黑体 CN Medium"/>
            </a:endParaRPr>
          </a:p>
        </p:txBody>
      </p:sp>
      <p:sp>
        <p:nvSpPr>
          <p:cNvPr id="21" name="1"/>
          <p:cNvSpPr txBox="1"/>
          <p:nvPr/>
        </p:nvSpPr>
        <p:spPr>
          <a:xfrm>
            <a:off x="828216" y="3646464"/>
            <a:ext cx="1732102" cy="415833"/>
          </a:xfrm>
          <a:prstGeom prst="rect">
            <a:avLst/>
          </a:prstGeom>
          <a:noFill/>
          <a:ln w="19050">
            <a:solidFill>
              <a:srgbClr val="FFC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50000"/>
                    <a:lumOff val="50000"/>
                  </a:schemeClr>
                </a:solidFill>
              </a14:hiddenFill>
            </a:ext>
          </a:extLst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思源黑体 CN Medium"/>
                <a:sym typeface="思源黑体 CN Medium"/>
              </a:rPr>
              <a:t>歷練</a:t>
            </a:r>
            <a:endParaRPr lang="zh-CN" altLang="en-US" sz="2000" b="1" dirty="0">
              <a:solidFill>
                <a:srgbClr val="FFC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思源黑体 CN Medium"/>
              <a:sym typeface="思源黑体 CN Medium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812038" y="3528897"/>
            <a:ext cx="2896427" cy="523214"/>
          </a:xfrm>
          <a:prstGeom prst="rect">
            <a:avLst/>
          </a:prstGeom>
        </p:spPr>
        <p:txBody>
          <a:bodyPr wrap="square" lIns="91435" tIns="45717" rIns="91435" bIns="45717"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提高專案參與，跨機能業務學習</a:t>
            </a:r>
            <a:endParaRPr lang="en-US" altLang="zh-CN" sz="1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grpSp>
        <p:nvGrpSpPr>
          <p:cNvPr id="28" name="组合 21"/>
          <p:cNvGrpSpPr/>
          <p:nvPr/>
        </p:nvGrpSpPr>
        <p:grpSpPr>
          <a:xfrm>
            <a:off x="7232368" y="1524313"/>
            <a:ext cx="4288656" cy="3827243"/>
            <a:chOff x="1658" y="4344"/>
            <a:chExt cx="5495" cy="5338"/>
          </a:xfrm>
        </p:grpSpPr>
        <p:sp>
          <p:nvSpPr>
            <p:cNvPr id="29" name="矩形 28"/>
            <p:cNvSpPr/>
            <p:nvPr/>
          </p:nvSpPr>
          <p:spPr>
            <a:xfrm>
              <a:off x="1658" y="4344"/>
              <a:ext cx="5495" cy="558"/>
            </a:xfrm>
            <a:prstGeom prst="rect">
              <a:avLst/>
            </a:prstGeom>
          </p:spPr>
          <p:txBody>
            <a:bodyPr wrap="none" lIns="91435" tIns="45717" rIns="91435" bIns="45717">
              <a:spAutoFit/>
            </a:bodyPr>
            <a:lstStyle/>
            <a:p>
              <a:pPr algn="l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b="1" dirty="0" smtClean="0">
                  <a:solidFill>
                    <a:srgbClr val="FFC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思源黑体 CN Medium"/>
                  <a:sym typeface="思源黑体 CN Medium"/>
                </a:rPr>
                <a:t>有效管理，實現從資源到價值的轉化</a:t>
              </a:r>
              <a:endParaRPr lang="zh-CN" altLang="en-US" sz="20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思源黑体 CN Medium"/>
                <a:sym typeface="思源黑体 CN Medium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1658" y="4956"/>
              <a:ext cx="4241" cy="4726"/>
            </a:xfrm>
            <a:prstGeom prst="rect">
              <a:avLst/>
            </a:prstGeom>
          </p:spPr>
          <p:txBody>
            <a:bodyPr wrap="square" lIns="91435" tIns="45717" rIns="91435" bIns="45717">
              <a:spAutoFit/>
            </a:bodyPr>
            <a:lstStyle/>
            <a:p>
              <a:pPr marL="171450" indent="-171450" fontAlgn="auto">
                <a:lnSpc>
                  <a:spcPct val="20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思源黑体 CN Medium"/>
                  <a:sym typeface="思源黑体 CN Medium"/>
                </a:rPr>
                <a:t>原則：遵循標準（</a:t>
              </a:r>
              <a:r>
                <a:rPr lang="en-US" altLang="zh-CN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思源黑体 CN Medium"/>
                  <a:sym typeface="思源黑体 CN Medium"/>
                </a:rPr>
                <a:t>SOP/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思源黑体 CN Medium"/>
                  <a:sym typeface="思源黑体 CN Medium"/>
                </a:rPr>
                <a:t>作業流程）</a:t>
              </a:r>
              <a:endPara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思源黑体 CN Medium"/>
                <a:sym typeface="思源黑体 CN Medium"/>
              </a:endParaRPr>
            </a:p>
            <a:p>
              <a:pPr marL="171450" indent="-171450" fontAlgn="auto">
                <a:lnSpc>
                  <a:spcPct val="20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思源黑体 CN Medium"/>
                  <a:sym typeface="思源黑体 CN Medium"/>
                </a:rPr>
                <a:t>任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思源黑体 CN Medium"/>
                  <a:sym typeface="思源黑体 CN Medium"/>
                </a:rPr>
                <a:t>務：目標管理（</a:t>
              </a:r>
              <a:r>
                <a:rPr lang="en-US" altLang="zh-CN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思源黑体 CN Medium"/>
                  <a:sym typeface="思源黑体 CN Medium"/>
                </a:rPr>
                <a:t>KPI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思源黑体 CN Medium"/>
                  <a:sym typeface="思源黑体 CN Medium"/>
                </a:rPr>
                <a:t>）</a:t>
              </a:r>
              <a:endPara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思源黑体 CN Medium"/>
                <a:sym typeface="思源黑体 CN Medium"/>
              </a:endParaRPr>
            </a:p>
            <a:p>
              <a:pPr marL="171450" indent="-171450" fontAlgn="auto">
                <a:lnSpc>
                  <a:spcPct val="20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思源黑体 CN Medium"/>
                  <a:sym typeface="思源黑体 CN Medium"/>
                </a:rPr>
                <a:t>工具：掌握方法（系統</a:t>
              </a:r>
              <a:r>
                <a:rPr lang="en-US" altLang="zh-CN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思源黑体 CN Medium"/>
                  <a:sym typeface="思源黑体 CN Medium"/>
                </a:rPr>
                <a:t>/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思源黑体 CN Medium"/>
                  <a:sym typeface="思源黑体 CN Medium"/>
                </a:rPr>
                <a:t>表單）</a:t>
              </a:r>
              <a:endPara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思源黑体 CN Medium"/>
                <a:sym typeface="思源黑体 CN Medium"/>
              </a:endParaRPr>
            </a:p>
            <a:p>
              <a:pPr marL="171450" indent="-171450" fontAlgn="auto">
                <a:lnSpc>
                  <a:spcPct val="20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思源黑体 CN Medium"/>
                  <a:sym typeface="思源黑体 CN Medium"/>
                </a:rPr>
                <a:t>責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思源黑体 CN Medium"/>
                  <a:sym typeface="思源黑体 CN Medium"/>
                </a:rPr>
                <a:t>任：職業倫理（擔當）</a:t>
              </a:r>
              <a:endPara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思源黑体 CN Medium"/>
                <a:sym typeface="思源黑体 CN Medium"/>
              </a:endParaRPr>
            </a:p>
            <a:p>
              <a:pPr marL="171450" indent="-171450" fontAlgn="auto">
                <a:lnSpc>
                  <a:spcPct val="20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思源黑体 CN Medium"/>
                  <a:sym typeface="思源黑体 CN Medium"/>
                </a:rPr>
                <a:t>溝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思源黑体 CN Medium"/>
                  <a:sym typeface="思源黑体 CN Medium"/>
                </a:rPr>
                <a:t>通：團隊協作（組織內外）</a:t>
              </a:r>
              <a:endPara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思源黑体 CN Medium"/>
                <a:sym typeface="思源黑体 CN Medium"/>
              </a:endParaRPr>
            </a:p>
            <a:p>
              <a:pPr marL="171450" indent="-171450" fontAlgn="auto">
                <a:lnSpc>
                  <a:spcPct val="20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思源黑体 CN Medium"/>
                  <a:sym typeface="思源黑体 CN Medium"/>
                </a:rPr>
                <a:t>應用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思源黑体 CN Medium"/>
                  <a:sym typeface="思源黑体 CN Medium"/>
                </a:rPr>
                <a:t>至新的和已知領域：創新管理（尋求突破）</a:t>
              </a:r>
              <a:endPara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思源黑体 CN Medium"/>
                <a:sym typeface="思源黑体 CN Medium"/>
              </a:endParaRPr>
            </a:p>
            <a:p>
              <a:pPr marL="171450" indent="-171450" fontAlgn="auto">
                <a:lnSpc>
                  <a:spcPct val="130000"/>
                </a:lnSpc>
                <a:buFont typeface="Wingdings" panose="05000000000000000000" pitchFamily="2" charset="2"/>
                <a:buChar char="Ø"/>
              </a:pPr>
              <a:endParaRPr lang="en-US" altLang="zh-CN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思源黑体 CN Medium"/>
                <a:sym typeface="思源黑体 CN Medium"/>
              </a:endParaRPr>
            </a:p>
          </p:txBody>
        </p:sp>
      </p:grpSp>
      <p:cxnSp>
        <p:nvCxnSpPr>
          <p:cNvPr id="34" name="直接连接符 2"/>
          <p:cNvCxnSpPr/>
          <p:nvPr/>
        </p:nvCxnSpPr>
        <p:spPr>
          <a:xfrm>
            <a:off x="6493318" y="1427889"/>
            <a:ext cx="0" cy="3666625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圖形 12" descr="頭顱中有齒輪">
            <a:extLst>
              <a:ext uri="{FF2B5EF4-FFF2-40B4-BE49-F238E27FC236}">
                <a16:creationId xmlns:a16="http://schemas.microsoft.com/office/drawing/2014/main" id="{C12CF518-B748-4811-B4D2-6740AF1ABA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626392" y="1453663"/>
            <a:ext cx="635000" cy="635000"/>
          </a:xfrm>
          <a:prstGeom prst="rect">
            <a:avLst/>
          </a:prstGeom>
        </p:spPr>
      </p:pic>
      <p:sp>
        <p:nvSpPr>
          <p:cNvPr id="41" name="矩形 40"/>
          <p:cNvSpPr/>
          <p:nvPr/>
        </p:nvSpPr>
        <p:spPr>
          <a:xfrm>
            <a:off x="1164350" y="5374722"/>
            <a:ext cx="9417953" cy="707880"/>
          </a:xfrm>
          <a:prstGeom prst="rect">
            <a:avLst/>
          </a:prstGeom>
        </p:spPr>
        <p:txBody>
          <a:bodyPr wrap="none" lIns="91435" tIns="45717" rIns="91435" bIns="45717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000" b="1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思源黑体 CN Medium"/>
                <a:sym typeface="思源黑体 CN Medium"/>
              </a:rPr>
              <a:t>利用自身優勢，盡己所能，獲得更多成就</a:t>
            </a:r>
            <a:endParaRPr lang="zh-CN" altLang="en-US" sz="4000" b="1" dirty="0">
              <a:solidFill>
                <a:srgbClr val="FFC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思源黑体 CN Medium"/>
              <a:sym typeface="思源黑体 CN Medium"/>
            </a:endParaRPr>
          </a:p>
        </p:txBody>
      </p:sp>
    </p:spTree>
    <p:extLst>
      <p:ext uri="{BB962C8B-B14F-4D97-AF65-F5344CB8AC3E}">
        <p14:creationId xmlns:p14="http://schemas.microsoft.com/office/powerpoint/2010/main" val="2219852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0318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Office 佈景主題">
  <a:themeElements>
    <a:clrScheme name="Foxconn2023">
      <a:dk1>
        <a:srgbClr val="000000"/>
      </a:dk1>
      <a:lt1>
        <a:srgbClr val="FFFFFF"/>
      </a:lt1>
      <a:dk2>
        <a:srgbClr val="4B4B4B"/>
      </a:dk2>
      <a:lt2>
        <a:srgbClr val="E7E6E6"/>
      </a:lt2>
      <a:accent1>
        <a:srgbClr val="FB0C24"/>
      </a:accent1>
      <a:accent2>
        <a:srgbClr val="3698E1"/>
      </a:accent2>
      <a:accent3>
        <a:srgbClr val="00ECFF"/>
      </a:accent3>
      <a:accent4>
        <a:srgbClr val="002A88"/>
      </a:accent4>
      <a:accent5>
        <a:srgbClr val="4472C4"/>
      </a:accent5>
      <a:accent6>
        <a:srgbClr val="FFFFFF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761830E8B28710429A03C47BC3AF496B" ma:contentTypeVersion="15" ma:contentTypeDescription="建立新的文件。" ma:contentTypeScope="" ma:versionID="c5c7cf66049908f597442d06e9fb9101">
  <xsd:schema xmlns:xsd="http://www.w3.org/2001/XMLSchema" xmlns:xs="http://www.w3.org/2001/XMLSchema" xmlns:p="http://schemas.microsoft.com/office/2006/metadata/properties" xmlns:ns3="999fdead-0321-44fd-be72-0f87e2f34cac" targetNamespace="http://schemas.microsoft.com/office/2006/metadata/properties" ma:root="true" ma:fieldsID="b03296d6332c36f5ea34dff26046e668" ns3:_="">
    <xsd:import namespace="999fdead-0321-44fd-be72-0f87e2f34ca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Location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9fdead-0321-44fd-be72-0f87e2f34c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99fdead-0321-44fd-be72-0f87e2f34cac" xsi:nil="true"/>
  </documentManagement>
</p:properties>
</file>

<file path=customXml/itemProps1.xml><?xml version="1.0" encoding="utf-8"?>
<ds:datastoreItem xmlns:ds="http://schemas.openxmlformats.org/officeDocument/2006/customXml" ds:itemID="{F9C97D1C-08F9-4334-94E4-C1361328E1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9fdead-0321-44fd-be72-0f87e2f34c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1AA1840-26A9-4EBE-82FD-3B9FDF7079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C0F7E1-9319-452E-8E07-45B1E0A0FBE0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999fdead-0321-44fd-be72-0f87e2f34cac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28129</TotalTime>
  <Words>712</Words>
  <Application>Microsoft Office PowerPoint</Application>
  <PresentationFormat>寬螢幕</PresentationFormat>
  <Paragraphs>74</Paragraphs>
  <Slides>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21" baseType="lpstr">
      <vt:lpstr>Gill Sans</vt:lpstr>
      <vt:lpstr>微软雅黑</vt:lpstr>
      <vt:lpstr>微软雅黑</vt:lpstr>
      <vt:lpstr>Roboto</vt:lpstr>
      <vt:lpstr>黑体</vt:lpstr>
      <vt:lpstr>YouSheBiaoTiHei</vt:lpstr>
      <vt:lpstr>思源黑体 CN Medium</vt:lpstr>
      <vt:lpstr>Microsoft JhengHei</vt:lpstr>
      <vt:lpstr>Microsoft JhengHei</vt:lpstr>
      <vt:lpstr>新細明體</vt:lpstr>
      <vt:lpstr>Arial</vt:lpstr>
      <vt:lpstr>Calibri</vt:lpstr>
      <vt:lpstr>Tahoma</vt:lpstr>
      <vt:lpstr>Wingdings</vt:lpstr>
      <vt:lpstr>2_Office 佈景主題</vt:lpstr>
      <vt:lpstr>PowerPoint 簡報</vt:lpstr>
      <vt:lpstr>目录</vt:lpstr>
      <vt:lpstr>1. 2024年工作簡述_不要更賣力工作，而是更聰明工作
</vt:lpstr>
      <vt:lpstr>2. 重點專案及改善_專注於少數事項，做好時間管理，資源最有效利用
</vt:lpstr>
      <vt:lpstr>3. 待優化工作事項_利用既有長處，高效達到最佳績效
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Allenblue Lan (藍子翔)</dc:creator>
  <cp:lastModifiedBy>高林</cp:lastModifiedBy>
  <cp:revision>492</cp:revision>
  <dcterms:created xsi:type="dcterms:W3CDTF">2021-12-10T01:00:26Z</dcterms:created>
  <dcterms:modified xsi:type="dcterms:W3CDTF">2024-10-21T07:14:32Z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ContentTypeId">
    <vt:lpwstr>0x010100761830E8B28710429A03C47BC3AF496B</vt:lpwstr>
  </property>
  <property fmtid="{D5CDD505-2E9C-101B-9397-08002B2CF9AE}" pid="4" name="MediaServiceImageTags">
    <vt:lpwstr/>
  </property>
</Properties>
</file>