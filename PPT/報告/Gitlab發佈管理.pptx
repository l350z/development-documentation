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6" r:id="rId1"/>
  </p:sldMasterIdLst>
  <p:sldIdLst>
    <p:sldId id="256" r:id="rId2"/>
    <p:sldId id="262" r:id="rId3"/>
    <p:sldId id="257" r:id="rId4"/>
    <p:sldId id="265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0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3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4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73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8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0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34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8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9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48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361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5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16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964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408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8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099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37" r:id="rId1"/>
    <p:sldLayoutId id="2147484538" r:id="rId2"/>
    <p:sldLayoutId id="2147484539" r:id="rId3"/>
    <p:sldLayoutId id="2147484540" r:id="rId4"/>
    <p:sldLayoutId id="2147484541" r:id="rId5"/>
    <p:sldLayoutId id="2147484542" r:id="rId6"/>
    <p:sldLayoutId id="2147484543" r:id="rId7"/>
    <p:sldLayoutId id="2147484544" r:id="rId8"/>
    <p:sldLayoutId id="2147484545" r:id="rId9"/>
    <p:sldLayoutId id="2147484546" r:id="rId10"/>
    <p:sldLayoutId id="2147484547" r:id="rId11"/>
    <p:sldLayoutId id="2147484548" r:id="rId12"/>
    <p:sldLayoutId id="2147484549" r:id="rId13"/>
    <p:sldLayoutId id="2147484550" r:id="rId14"/>
    <p:sldLayoutId id="2147484551" r:id="rId15"/>
    <p:sldLayoutId id="2147484552" r:id="rId16"/>
    <p:sldLayoutId id="21474845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Gitlab</a:t>
            </a:r>
            <a:r>
              <a:rPr lang="zh-CN" altLang="en-US" dirty="0" smtClean="0"/>
              <a:t>發佈管理</a:t>
            </a:r>
            <a:endParaRPr lang="zh-CN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應用系統開發部</a:t>
            </a:r>
            <a:endParaRPr lang="en-US" altLang="zh-CN" dirty="0" smtClean="0"/>
          </a:p>
          <a:p>
            <a:r>
              <a:rPr lang="en-US" altLang="zh-CN" dirty="0" smtClean="0"/>
              <a:t>2020-12-26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70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722" y="1794456"/>
            <a:ext cx="8743864" cy="495657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標籤管理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 smtClean="0"/>
              <a:t>    -</a:t>
            </a:r>
            <a:r>
              <a:rPr lang="zh-CN" altLang="en-US" sz="3600" dirty="0" smtClean="0"/>
              <a:t>為</a:t>
            </a:r>
            <a:r>
              <a:rPr lang="zh-CN" altLang="en-US" sz="3600" dirty="0"/>
              <a:t>每次發佈建立版本</a:t>
            </a:r>
            <a:r>
              <a:rPr lang="zh-CN" altLang="en-US" sz="3600" dirty="0" smtClean="0"/>
              <a:t>標籤，便於查詢恢復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1239722" y="2669770"/>
            <a:ext cx="2854956" cy="4081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圓角矩形圖說文字 5"/>
          <p:cNvSpPr/>
          <p:nvPr/>
        </p:nvSpPr>
        <p:spPr>
          <a:xfrm>
            <a:off x="4410921" y="4173045"/>
            <a:ext cx="5256421" cy="1995054"/>
          </a:xfrm>
          <a:prstGeom prst="wedgeRoundRectCallout">
            <a:avLst>
              <a:gd name="adj1" fmla="val -55638"/>
              <a:gd name="adj2" fmla="val -3489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版本標籤命名規則：主版本</a:t>
            </a:r>
            <a:r>
              <a:rPr lang="en-US" altLang="zh-CN" dirty="0" smtClean="0"/>
              <a:t>+</a:t>
            </a:r>
            <a:r>
              <a:rPr lang="zh-CN" altLang="en-US" dirty="0" smtClean="0"/>
              <a:t>次版本</a:t>
            </a:r>
            <a:r>
              <a:rPr lang="en-US" altLang="zh-CN" dirty="0" smtClean="0"/>
              <a:t>+</a:t>
            </a:r>
            <a:r>
              <a:rPr lang="zh-CN" altLang="en-US" dirty="0" smtClean="0"/>
              <a:t>小版本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主版本變更：系統上線、系統升級、移植推廣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次版本變更：</a:t>
            </a:r>
            <a:r>
              <a:rPr lang="zh-CN" altLang="en-US" dirty="0"/>
              <a:t>用戶</a:t>
            </a:r>
            <a:r>
              <a:rPr lang="zh-CN" altLang="en-US" dirty="0" smtClean="0"/>
              <a:t>需求變更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小版本變更：缺陷修復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76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384878" cy="1400530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功能開發及變更發佈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 smtClean="0"/>
              <a:t>    -</a:t>
            </a:r>
            <a:r>
              <a:rPr lang="zh-CN" altLang="en-US" sz="3200" dirty="0" smtClean="0"/>
              <a:t>使用</a:t>
            </a:r>
            <a:r>
              <a:rPr lang="en-US" altLang="zh-CN" sz="3600" dirty="0" err="1"/>
              <a:t>g</a:t>
            </a:r>
            <a:r>
              <a:rPr lang="en-US" altLang="zh-CN" sz="3600" dirty="0" err="1" smtClean="0"/>
              <a:t>itflow</a:t>
            </a:r>
            <a:r>
              <a:rPr lang="zh-CN" altLang="en-US" sz="3600" dirty="0" smtClean="0"/>
              <a:t>方式發佈：</a:t>
            </a:r>
            <a:r>
              <a:rPr lang="en-US" altLang="zh-CN" sz="3600" dirty="0" smtClean="0"/>
              <a:t>feature + release</a:t>
            </a:r>
            <a:endParaRPr lang="zh-CN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1103312" y="2052918"/>
            <a:ext cx="10634259" cy="4489198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1. feature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:</a:t>
            </a:r>
          </a:p>
          <a:p>
            <a:pPr lvl="1"/>
            <a:r>
              <a:rPr lang="zh-CN" altLang="en-US" dirty="0" smtClean="0"/>
              <a:t>目的：避免與其他開發中功能衝突，從</a:t>
            </a:r>
            <a:r>
              <a:rPr lang="zh-CN" altLang="en-US" dirty="0"/>
              <a:t>開發</a:t>
            </a:r>
            <a:r>
              <a:rPr lang="zh-CN" altLang="en-US" dirty="0" smtClean="0"/>
              <a:t>分支中簽出新的功能分支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git</a:t>
            </a:r>
            <a:r>
              <a:rPr lang="zh-CN" altLang="en-US" dirty="0" smtClean="0"/>
              <a:t>命令：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git</a:t>
            </a:r>
            <a:r>
              <a:rPr lang="en-US" altLang="zh-CN" dirty="0" smtClean="0"/>
              <a:t> flow feature start </a:t>
            </a:r>
            <a:r>
              <a:rPr lang="zh-CN" altLang="en-US" dirty="0" smtClean="0"/>
              <a:t>分支名稱</a:t>
            </a:r>
            <a:r>
              <a:rPr lang="en-US" altLang="zh-CN" dirty="0" smtClean="0"/>
              <a:t>: </a:t>
            </a:r>
            <a:r>
              <a:rPr lang="zh-CN" altLang="en-US" dirty="0" smtClean="0"/>
              <a:t>從本地</a:t>
            </a:r>
            <a:r>
              <a:rPr lang="en-US" altLang="zh-CN" dirty="0" smtClean="0"/>
              <a:t>develop</a:t>
            </a:r>
            <a:r>
              <a:rPr lang="zh-CN" altLang="en-US" dirty="0" smtClean="0"/>
              <a:t>分支建立新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分支，例：</a:t>
            </a:r>
            <a:r>
              <a:rPr lang="en-US" altLang="zh-CN" dirty="0"/>
              <a:t> </a:t>
            </a:r>
            <a:r>
              <a:rPr lang="en-US" altLang="zh-CN" dirty="0" err="1"/>
              <a:t>git</a:t>
            </a:r>
            <a:r>
              <a:rPr lang="en-US" altLang="zh-CN" dirty="0"/>
              <a:t> flow feature start </a:t>
            </a:r>
            <a:r>
              <a:rPr lang="en-US" altLang="zh-CN" dirty="0" smtClean="0"/>
              <a:t>post</a:t>
            </a:r>
          </a:p>
          <a:p>
            <a:pPr lvl="2"/>
            <a:r>
              <a:rPr lang="en-US" altLang="zh-CN" dirty="0" err="1" smtClean="0"/>
              <a:t>git</a:t>
            </a:r>
            <a:r>
              <a:rPr lang="en-US" altLang="zh-CN" dirty="0" smtClean="0"/>
              <a:t> flow feature finish </a:t>
            </a:r>
            <a:r>
              <a:rPr lang="zh-CN" altLang="en-US" dirty="0" smtClean="0"/>
              <a:t>分支名稱：後將</a:t>
            </a:r>
            <a:r>
              <a:rPr lang="en-US" altLang="zh-CN" dirty="0"/>
              <a:t>feature</a:t>
            </a:r>
            <a:r>
              <a:rPr lang="zh-CN" altLang="en-US" dirty="0" smtClean="0"/>
              <a:t>分支合併到</a:t>
            </a:r>
            <a:r>
              <a:rPr lang="zh-CN" altLang="en-US" dirty="0"/>
              <a:t>本地</a:t>
            </a:r>
            <a:r>
              <a:rPr lang="en-US" altLang="zh-CN" dirty="0"/>
              <a:t>develop</a:t>
            </a:r>
            <a:r>
              <a:rPr lang="zh-CN" altLang="en-US" dirty="0" smtClean="0"/>
              <a:t>分支，並自動刪除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注意事項：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flow</a:t>
            </a:r>
            <a:r>
              <a:rPr lang="zh-CN" altLang="en-US" dirty="0" smtClean="0"/>
              <a:t>都是本地操作命令，如需與遠端同步需手動推送</a:t>
            </a:r>
            <a:endParaRPr lang="en-US" altLang="zh-CN" dirty="0" smtClean="0"/>
          </a:p>
          <a:p>
            <a:r>
              <a:rPr lang="en-US" altLang="zh-CN" dirty="0" smtClean="0"/>
              <a:t>2. release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:</a:t>
            </a:r>
          </a:p>
          <a:p>
            <a:pPr lvl="1"/>
            <a:r>
              <a:rPr lang="zh-CN" altLang="en-US" dirty="0"/>
              <a:t>目的</a:t>
            </a:r>
            <a:r>
              <a:rPr lang="zh-CN" altLang="en-US" dirty="0" smtClean="0"/>
              <a:t>：發行分支，可將多個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分支的結果合併為一個版本進行整合測試、變更及發佈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git</a:t>
            </a:r>
            <a:r>
              <a:rPr lang="zh-CN" altLang="en-US" dirty="0" smtClean="0"/>
              <a:t>命令：</a:t>
            </a:r>
            <a:endParaRPr lang="en-US" altLang="zh-CN" dirty="0" smtClean="0"/>
          </a:p>
          <a:p>
            <a:pPr lvl="2"/>
            <a:r>
              <a:rPr lang="en-US" altLang="zh-CN" dirty="0" err="1"/>
              <a:t>git</a:t>
            </a:r>
            <a:r>
              <a:rPr lang="en-US" altLang="zh-CN" dirty="0"/>
              <a:t> flow </a:t>
            </a:r>
            <a:r>
              <a:rPr lang="en-US" altLang="zh-CN" dirty="0" smtClean="0"/>
              <a:t>release </a:t>
            </a:r>
            <a:r>
              <a:rPr lang="en-US" altLang="zh-CN" dirty="0"/>
              <a:t>start </a:t>
            </a:r>
            <a:r>
              <a:rPr lang="zh-CN" altLang="en-US" dirty="0"/>
              <a:t>分支名稱</a:t>
            </a:r>
            <a:r>
              <a:rPr lang="en-US" altLang="zh-CN" dirty="0"/>
              <a:t>: </a:t>
            </a:r>
            <a:r>
              <a:rPr lang="zh-CN" altLang="en-US" dirty="0"/>
              <a:t>從本地</a:t>
            </a:r>
            <a:r>
              <a:rPr lang="en-US" altLang="zh-CN" dirty="0"/>
              <a:t>develop</a:t>
            </a:r>
            <a:r>
              <a:rPr lang="zh-CN" altLang="en-US" dirty="0"/>
              <a:t>分支建立</a:t>
            </a:r>
            <a:r>
              <a:rPr lang="zh-CN" altLang="en-US" dirty="0" smtClean="0"/>
              <a:t>新</a:t>
            </a:r>
            <a:r>
              <a:rPr lang="en-US" altLang="zh-CN" dirty="0" smtClean="0"/>
              <a:t>release</a:t>
            </a:r>
            <a:r>
              <a:rPr lang="zh-CN" altLang="en-US" dirty="0" smtClean="0"/>
              <a:t>分支，分支名稱會自動作為標籤名稱，例：</a:t>
            </a:r>
            <a:r>
              <a:rPr lang="en-US" altLang="zh-CN" dirty="0" smtClean="0"/>
              <a:t> </a:t>
            </a:r>
            <a:r>
              <a:rPr lang="en-US" altLang="zh-CN" dirty="0" err="1"/>
              <a:t>git</a:t>
            </a:r>
            <a:r>
              <a:rPr lang="en-US" altLang="zh-CN" dirty="0"/>
              <a:t> flow release start </a:t>
            </a:r>
            <a:r>
              <a:rPr lang="en-US" altLang="zh-CN" dirty="0" smtClean="0"/>
              <a:t>1.2</a:t>
            </a:r>
            <a:endParaRPr lang="en-US" altLang="zh-CN" dirty="0"/>
          </a:p>
          <a:p>
            <a:pPr lvl="2"/>
            <a:r>
              <a:rPr lang="en-US" altLang="zh-CN" dirty="0" err="1"/>
              <a:t>git</a:t>
            </a:r>
            <a:r>
              <a:rPr lang="en-US" altLang="zh-CN" dirty="0"/>
              <a:t> flow release</a:t>
            </a:r>
            <a:r>
              <a:rPr lang="en-US" altLang="zh-CN" dirty="0" smtClean="0"/>
              <a:t> </a:t>
            </a:r>
            <a:r>
              <a:rPr lang="en-US" altLang="zh-CN" dirty="0"/>
              <a:t>finish </a:t>
            </a:r>
            <a:r>
              <a:rPr lang="zh-CN" altLang="en-US" dirty="0"/>
              <a:t>分支名稱</a:t>
            </a:r>
            <a:r>
              <a:rPr lang="zh-CN" altLang="en-US" dirty="0" smtClean="0"/>
              <a:t>：後將</a:t>
            </a:r>
            <a:r>
              <a:rPr lang="en-US" altLang="zh-CN" dirty="0" smtClean="0"/>
              <a:t>release</a:t>
            </a:r>
            <a:r>
              <a:rPr lang="zh-CN" altLang="en-US" dirty="0" smtClean="0"/>
              <a:t>分支</a:t>
            </a:r>
            <a:r>
              <a:rPr lang="zh-CN" altLang="en-US" dirty="0"/>
              <a:t>合併到本地</a:t>
            </a:r>
            <a:r>
              <a:rPr lang="en-US" altLang="zh-CN" dirty="0"/>
              <a:t>develop</a:t>
            </a:r>
            <a:r>
              <a:rPr lang="zh-CN" altLang="en-US" dirty="0"/>
              <a:t>分支</a:t>
            </a:r>
            <a:r>
              <a:rPr lang="zh-CN" altLang="en-US" dirty="0" smtClean="0"/>
              <a:t>，同時合併到本地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分支，自動打標籤，並</a:t>
            </a:r>
            <a:r>
              <a:rPr lang="zh-CN" altLang="en-US" dirty="0"/>
              <a:t>自動刪除</a:t>
            </a:r>
            <a:r>
              <a:rPr lang="en-US" altLang="zh-CN" dirty="0"/>
              <a:t>feature</a:t>
            </a:r>
            <a:r>
              <a:rPr lang="zh-CN" altLang="en-US" dirty="0" smtClean="0"/>
              <a:t>分支</a:t>
            </a:r>
            <a:endParaRPr lang="en-US" altLang="zh-CN" dirty="0" smtClean="0"/>
          </a:p>
          <a:p>
            <a:pPr lvl="1"/>
            <a:r>
              <a:rPr lang="zh-CN" altLang="en-US" dirty="0"/>
              <a:t>注意事項</a:t>
            </a:r>
            <a:r>
              <a:rPr lang="zh-CN" altLang="en-US" dirty="0" smtClean="0"/>
              <a:t>：命令執行過程中會提示輸入標籤描述說明、分支合併說明；標籤生成後同樣需手動推送到遠端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28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384878" cy="1400530"/>
          </a:xfrm>
        </p:spPr>
        <p:txBody>
          <a:bodyPr/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缺陷修復變更發佈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 smtClean="0"/>
              <a:t>    -</a:t>
            </a:r>
            <a:r>
              <a:rPr lang="zh-CN" altLang="en-US" sz="3200" dirty="0" smtClean="0"/>
              <a:t>使用</a:t>
            </a:r>
            <a:r>
              <a:rPr lang="en-US" altLang="zh-CN" sz="3600" dirty="0" err="1"/>
              <a:t>g</a:t>
            </a:r>
            <a:r>
              <a:rPr lang="en-US" altLang="zh-CN" sz="3600" dirty="0" err="1" smtClean="0"/>
              <a:t>itflow</a:t>
            </a:r>
            <a:r>
              <a:rPr lang="zh-CN" altLang="en-US" sz="3600" dirty="0" smtClean="0"/>
              <a:t>方式發佈：</a:t>
            </a:r>
            <a:r>
              <a:rPr lang="en-US" altLang="zh-CN" sz="3600" dirty="0" smtClean="0"/>
              <a:t>hotfix</a:t>
            </a:r>
            <a:endParaRPr lang="zh-CN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646111" y="1936540"/>
            <a:ext cx="7575176" cy="448919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hotfix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:</a:t>
            </a:r>
          </a:p>
          <a:p>
            <a:pPr lvl="1"/>
            <a:r>
              <a:rPr lang="zh-CN" altLang="en-US" dirty="0" smtClean="0"/>
              <a:t>目的：用於快速修復在線系統中的</a:t>
            </a:r>
            <a:r>
              <a:rPr lang="en-US" altLang="zh-CN" dirty="0" smtClean="0"/>
              <a:t>bug, </a:t>
            </a:r>
            <a:r>
              <a:rPr lang="zh-CN" altLang="en-US" dirty="0" smtClean="0"/>
              <a:t>直接從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分支簽出，避免與正在開發中功能產生衝突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git</a:t>
            </a:r>
            <a:r>
              <a:rPr lang="zh-CN" altLang="en-US" dirty="0" smtClean="0"/>
              <a:t>命令：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git</a:t>
            </a:r>
            <a:r>
              <a:rPr lang="en-US" altLang="zh-CN" dirty="0" smtClean="0"/>
              <a:t> flow hotfix start </a:t>
            </a:r>
            <a:r>
              <a:rPr lang="zh-CN" altLang="en-US" dirty="0" smtClean="0"/>
              <a:t>分支名稱</a:t>
            </a:r>
            <a:r>
              <a:rPr lang="en-US" altLang="zh-CN" dirty="0" smtClean="0"/>
              <a:t>: </a:t>
            </a:r>
            <a:r>
              <a:rPr lang="zh-CN" altLang="en-US" dirty="0" smtClean="0"/>
              <a:t>從本地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分支建立新</a:t>
            </a:r>
            <a:r>
              <a:rPr lang="en-US" altLang="zh-CN" dirty="0" smtClean="0"/>
              <a:t>hotfix</a:t>
            </a:r>
            <a:r>
              <a:rPr lang="zh-CN" altLang="en-US" dirty="0" smtClean="0"/>
              <a:t>分支，</a:t>
            </a:r>
            <a:r>
              <a:rPr lang="zh-CN" altLang="en-US" dirty="0"/>
              <a:t>分支名稱會自動作為標籤名稱，例：</a:t>
            </a:r>
            <a:r>
              <a:rPr lang="en-US" altLang="zh-CN" dirty="0"/>
              <a:t> </a:t>
            </a:r>
            <a:r>
              <a:rPr lang="en-US" altLang="zh-CN" dirty="0" err="1"/>
              <a:t>git</a:t>
            </a:r>
            <a:r>
              <a:rPr lang="en-US" altLang="zh-CN" dirty="0"/>
              <a:t> flow </a:t>
            </a:r>
            <a:r>
              <a:rPr lang="en-US" altLang="zh-CN" dirty="0" smtClean="0"/>
              <a:t>hotfix </a:t>
            </a:r>
            <a:r>
              <a:rPr lang="en-US" altLang="zh-CN" dirty="0"/>
              <a:t>start </a:t>
            </a:r>
            <a:r>
              <a:rPr lang="en-US" altLang="zh-CN" dirty="0" smtClean="0"/>
              <a:t>1.2.1</a:t>
            </a:r>
          </a:p>
          <a:p>
            <a:pPr lvl="2"/>
            <a:r>
              <a:rPr lang="en-US" altLang="zh-CN" dirty="0" err="1" smtClean="0"/>
              <a:t>git</a:t>
            </a:r>
            <a:r>
              <a:rPr lang="en-US" altLang="zh-CN" dirty="0" smtClean="0"/>
              <a:t> flow hotfix finish </a:t>
            </a:r>
            <a:r>
              <a:rPr lang="zh-CN" altLang="en-US" dirty="0" smtClean="0"/>
              <a:t>分支名稱：後將</a:t>
            </a:r>
            <a:r>
              <a:rPr lang="en-US" altLang="zh-CN" dirty="0"/>
              <a:t>hotfix</a:t>
            </a:r>
            <a:r>
              <a:rPr lang="zh-CN" altLang="en-US" dirty="0" smtClean="0"/>
              <a:t>分支合併到本地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分支，</a:t>
            </a:r>
            <a:r>
              <a:rPr lang="zh-CN" altLang="en-US" dirty="0"/>
              <a:t>同時合併到</a:t>
            </a:r>
            <a:r>
              <a:rPr lang="zh-CN" altLang="en-US" dirty="0" smtClean="0"/>
              <a:t>本地</a:t>
            </a:r>
            <a:r>
              <a:rPr lang="en-US" altLang="zh-CN" dirty="0" smtClean="0"/>
              <a:t>develop</a:t>
            </a:r>
            <a:r>
              <a:rPr lang="zh-CN" altLang="en-US" dirty="0" smtClean="0"/>
              <a:t>分支</a:t>
            </a:r>
            <a:r>
              <a:rPr lang="zh-CN" altLang="en-US" dirty="0"/>
              <a:t>，</a:t>
            </a:r>
            <a:r>
              <a:rPr lang="zh-CN" altLang="en-US" dirty="0" smtClean="0"/>
              <a:t>並自動刪除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</a:t>
            </a:r>
            <a:r>
              <a:rPr lang="zh-CN" altLang="en-US" dirty="0"/>
              <a:t>，自動打標籤</a:t>
            </a:r>
            <a:r>
              <a:rPr lang="zh-CN" altLang="en-US" dirty="0" smtClean="0"/>
              <a:t>，</a:t>
            </a:r>
            <a:r>
              <a:rPr lang="zh-CN" altLang="en-US" dirty="0"/>
              <a:t>並自動</a:t>
            </a:r>
            <a:r>
              <a:rPr lang="zh-CN" altLang="en-US" dirty="0" smtClean="0"/>
              <a:t>刪除</a:t>
            </a:r>
            <a:r>
              <a:rPr lang="en-US" altLang="zh-CN" dirty="0"/>
              <a:t>hotfix</a:t>
            </a:r>
            <a:r>
              <a:rPr lang="zh-CN" altLang="en-US" dirty="0" smtClean="0"/>
              <a:t>分支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注意事項：命令執行過程中會提示輸入標籤描述說明、分支合併說明；標籤生成後同樣需手動推送到遠端</a:t>
            </a:r>
            <a:endParaRPr lang="zh-CN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415" y="1936540"/>
            <a:ext cx="3473538" cy="4605285"/>
          </a:xfrm>
          <a:prstGeom prst="rect">
            <a:avLst/>
          </a:prstGeom>
        </p:spPr>
      </p:pic>
      <p:sp>
        <p:nvSpPr>
          <p:cNvPr id="5" name="圓角矩形圖說文字 4"/>
          <p:cNvSpPr/>
          <p:nvPr/>
        </p:nvSpPr>
        <p:spPr>
          <a:xfrm>
            <a:off x="10041774" y="4638503"/>
            <a:ext cx="1429429" cy="532068"/>
          </a:xfrm>
          <a:prstGeom prst="wedgeRoundRectCallout">
            <a:avLst>
              <a:gd name="adj1" fmla="val 7079"/>
              <a:gd name="adj2" fmla="val 1012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標籤推送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01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分支管理與使用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-</a:t>
            </a:r>
            <a:r>
              <a:rPr lang="zh-CN" altLang="en-US" sz="3600" dirty="0" smtClean="0"/>
              <a:t>生產版本與開發版本分離原則</a:t>
            </a:r>
            <a:endParaRPr lang="zh-CN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312" y="2052918"/>
            <a:ext cx="9445539" cy="4195481"/>
          </a:xfrm>
        </p:spPr>
        <p:txBody>
          <a:bodyPr/>
          <a:lstStyle/>
          <a:p>
            <a:r>
              <a:rPr lang="zh-CN" altLang="en-US" dirty="0" smtClean="0"/>
              <a:t>生產版本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master</a:t>
            </a:r>
            <a:r>
              <a:rPr lang="zh-CN" altLang="en-US" dirty="0" smtClean="0"/>
              <a:t>分支：用於發佈正式系統，內容要求與正式生產系統保持一致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不應在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分支上直接變更代碼</a:t>
            </a:r>
            <a:r>
              <a:rPr lang="zh-CN" altLang="en-US" dirty="0"/>
              <a:t>，應簽</a:t>
            </a:r>
            <a:r>
              <a:rPr lang="zh-CN" altLang="en-US" dirty="0" smtClean="0"/>
              <a:t>出</a:t>
            </a:r>
            <a:r>
              <a:rPr lang="en-US" altLang="zh-CN" dirty="0" smtClean="0"/>
              <a:t>hotfix</a:t>
            </a:r>
            <a:r>
              <a:rPr lang="zh-CN" altLang="en-US" dirty="0" smtClean="0"/>
              <a:t>分支</a:t>
            </a:r>
            <a:r>
              <a:rPr lang="zh-CN" altLang="en-US" dirty="0"/>
              <a:t>做變更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每次發佈到正式系統，都應由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分支發佈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每次發佈都應打標籤並說明變更原因</a:t>
            </a:r>
            <a:endParaRPr lang="en-US" altLang="zh-CN" dirty="0" smtClean="0"/>
          </a:p>
          <a:p>
            <a:r>
              <a:rPr lang="zh-CN" altLang="en-US" dirty="0" smtClean="0"/>
              <a:t>開發版本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develop</a:t>
            </a:r>
            <a:r>
              <a:rPr lang="zh-CN" altLang="en-US" dirty="0" smtClean="0"/>
              <a:t>分支：用於開發中功能，可與正式系統不同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不應在</a:t>
            </a:r>
            <a:r>
              <a:rPr lang="en-US" altLang="zh-CN" dirty="0" smtClean="0"/>
              <a:t>develop</a:t>
            </a:r>
            <a:r>
              <a:rPr lang="zh-CN" altLang="en-US" dirty="0" smtClean="0"/>
              <a:t>分支上直接變更代碼，應簽出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分支或</a:t>
            </a:r>
            <a:r>
              <a:rPr lang="en-US" altLang="zh-CN" dirty="0" smtClean="0"/>
              <a:t>release</a:t>
            </a:r>
            <a:r>
              <a:rPr lang="zh-CN" altLang="en-US" dirty="0" smtClean="0"/>
              <a:t>分支做變更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沒有開發變更時，</a:t>
            </a:r>
            <a:r>
              <a:rPr lang="en-US" altLang="zh-CN" dirty="0" smtClean="0"/>
              <a:t>develop</a:t>
            </a:r>
            <a:r>
              <a:rPr lang="zh-CN" altLang="en-US" dirty="0" smtClean="0"/>
              <a:t>分支內容應與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分支保持一致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67560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186</TotalTime>
  <Words>563</Words>
  <Application>Microsoft Office PowerPoint</Application>
  <PresentationFormat>寬螢幕</PresentationFormat>
  <Paragraphs>39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新細明體</vt:lpstr>
      <vt:lpstr>宋体</vt:lpstr>
      <vt:lpstr>Arial</vt:lpstr>
      <vt:lpstr>Century Gothic</vt:lpstr>
      <vt:lpstr>Wingdings 3</vt:lpstr>
      <vt:lpstr>離子</vt:lpstr>
      <vt:lpstr>Gitlab發佈管理</vt:lpstr>
      <vt:lpstr>1. 標籤管理     -為每次發佈建立版本標籤，便於查詢恢復</vt:lpstr>
      <vt:lpstr>2.功能開發及變更發佈     -使用gitflow方式發佈：feature + release</vt:lpstr>
      <vt:lpstr>3.缺陷修復變更發佈     -使用gitflow方式發佈：hotfix</vt:lpstr>
      <vt:lpstr>4. 分支管理與使用     -生產版本與開發版本分離原則</vt:lpstr>
    </vt:vector>
  </TitlesOfParts>
  <Company>FoxconnIT-Team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Redmine Issue管理規範</dc:title>
  <dc:creator>查志勇</dc:creator>
  <cp:lastModifiedBy>查志勇</cp:lastModifiedBy>
  <cp:revision>28</cp:revision>
  <dcterms:created xsi:type="dcterms:W3CDTF">2020-12-26T00:55:57Z</dcterms:created>
  <dcterms:modified xsi:type="dcterms:W3CDTF">2020-12-26T04:02:54Z</dcterms:modified>
</cp:coreProperties>
</file>