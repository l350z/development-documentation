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43" r:id="rId2"/>
    <p:sldId id="309" r:id="rId3"/>
    <p:sldId id="317" r:id="rId4"/>
    <p:sldId id="344" r:id="rId5"/>
    <p:sldId id="322" r:id="rId6"/>
    <p:sldId id="323" r:id="rId7"/>
    <p:sldId id="325" r:id="rId8"/>
    <p:sldId id="345" r:id="rId9"/>
    <p:sldId id="330" r:id="rId10"/>
    <p:sldId id="331" r:id="rId11"/>
    <p:sldId id="332" r:id="rId12"/>
    <p:sldId id="329" r:id="rId13"/>
    <p:sldId id="333" r:id="rId14"/>
    <p:sldId id="347" r:id="rId15"/>
    <p:sldId id="346" r:id="rId16"/>
    <p:sldId id="301" r:id="rId17"/>
  </p:sldIdLst>
  <p:sldSz cx="12192000" cy="6858000"/>
  <p:notesSz cx="6858000" cy="9144000"/>
  <p:custDataLst>
    <p:tags r:id="rId2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57AE"/>
    <a:srgbClr val="0066CC"/>
    <a:srgbClr val="0000FF"/>
    <a:srgbClr val="0033C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36" y="102"/>
      </p:cViewPr>
      <p:guideLst>
        <p:guide orient="horz" pos="23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656E6-0955-41EF-94C3-DFEA1E0EE674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DFBCB-0027-4693-B56B-3ECE0257E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583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BEA77D2-31BA-45F2-8C2A-4D149D6B0E6F}" type="datetime1">
              <a:rPr lang="zh-CN" altLang="en-US"/>
              <a:pPr>
                <a:defRPr/>
              </a:pPr>
              <a:t>2024/3/21</a:t>
            </a:fld>
            <a:endParaRPr lang="zh-CN" altLang="en-US" sz="1200"/>
          </a:p>
        </p:txBody>
      </p:sp>
      <p:sp>
        <p:nvSpPr>
          <p:cNvPr id="71684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685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zh-CN" sz="1200"/>
              <a:t>单击此处编辑母版文本样式</a:t>
            </a:r>
          </a:p>
          <a:p>
            <a:pPr>
              <a:spcBef>
                <a:spcPct val="30000"/>
              </a:spcBef>
            </a:pPr>
            <a:r>
              <a:rPr lang="zh-CN" altLang="zh-CN" sz="1200"/>
              <a:t>第二级</a:t>
            </a:r>
          </a:p>
          <a:p>
            <a:pPr>
              <a:spcBef>
                <a:spcPct val="30000"/>
              </a:spcBef>
            </a:pPr>
            <a:r>
              <a:rPr lang="zh-CN" altLang="zh-CN" sz="1200"/>
              <a:t>第三级</a:t>
            </a:r>
          </a:p>
          <a:p>
            <a:pPr>
              <a:spcBef>
                <a:spcPct val="30000"/>
              </a:spcBef>
            </a:pPr>
            <a:r>
              <a:rPr lang="zh-CN" altLang="zh-CN" sz="1200"/>
              <a:t>第四级</a:t>
            </a:r>
          </a:p>
          <a:p>
            <a:pPr>
              <a:spcBef>
                <a:spcPct val="30000"/>
              </a:spcBef>
            </a:pPr>
            <a:r>
              <a:rPr lang="zh-CN" altLang="zh-CN" sz="1200"/>
              <a:t>第五级</a:t>
            </a:r>
          </a:p>
        </p:txBody>
      </p:sp>
      <p:sp>
        <p:nvSpPr>
          <p:cNvPr id="1331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4AC6BF3C-37ED-4868-8C8C-07B54E59A2F4}" type="slidenum">
              <a:rPr lang="zh-CN" altLang="en-US"/>
              <a:pPr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1338449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286D78-31DF-493B-968A-39C1B25069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27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6BF3C-37ED-4868-8C8C-07B54E59A2F4}" type="slidenum">
              <a:rPr lang="zh-CN" altLang="en-US" smtClean="0"/>
              <a:pPr/>
              <a:t>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108362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6BF3C-37ED-4868-8C8C-07B54E59A2F4}" type="slidenum">
              <a:rPr lang="zh-CN" altLang="en-US" smtClean="0"/>
              <a:pPr/>
              <a:t>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26851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CD64D-B72C-4FF8-85BB-4AA899BC1D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984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A591352-EF2D-4012-B9EB-C44608C46CF8}" type="slidenum">
              <a:rPr lang="zh-CN" altLang="en-US">
                <a:solidFill>
                  <a:srgbClr val="000000"/>
                </a:solidFill>
              </a:rPr>
              <a:pPr eaLnBrk="1" hangingPunct="1"/>
              <a:t>5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493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8FE6A6-164E-45E6-8E80-C7A23301ED7E}" type="slidenum">
              <a:rPr lang="zh-CN" altLang="en-US">
                <a:solidFill>
                  <a:srgbClr val="000000"/>
                </a:solidFill>
              </a:rPr>
              <a:pPr eaLnBrk="1" hangingPunct="1"/>
              <a:t>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296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0760AC-A48F-43D9-A18D-A630D45AAEE6}" type="slidenum">
              <a:rPr lang="zh-CN" altLang="en-US">
                <a:solidFill>
                  <a:srgbClr val="000000"/>
                </a:solidFill>
              </a:rPr>
              <a:pPr eaLnBrk="1" hangingPunct="1"/>
              <a:t>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75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6BF3C-37ED-4868-8C8C-07B54E59A2F4}" type="slidenum">
              <a:rPr lang="zh-CN" altLang="en-US" smtClean="0"/>
              <a:pPr/>
              <a:t>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766529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55B25FE-77DB-4ADB-9C98-17C19A98F655}" type="slidenum">
              <a:rPr lang="zh-CN" altLang="en-US">
                <a:solidFill>
                  <a:srgbClr val="000000"/>
                </a:solidFill>
              </a:rPr>
              <a:pPr eaLnBrk="1" hangingPunct="1"/>
              <a:t>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451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6BF3C-37ED-4868-8C8C-07B54E59A2F4}" type="slidenum">
              <a:rPr lang="zh-CN" altLang="en-US" smtClean="0"/>
              <a:pPr/>
              <a:t>10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308194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6BF3C-37ED-4868-8C8C-07B54E59A2F4}" type="slidenum">
              <a:rPr lang="zh-CN" altLang="en-US" smtClean="0"/>
              <a:pPr/>
              <a:t>11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989830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8A0876-F37E-4FEC-A93A-7C8D6114E2CA}" type="slidenum">
              <a:rPr lang="zh-CN" altLang="en-US">
                <a:solidFill>
                  <a:srgbClr val="000000"/>
                </a:solidFill>
              </a:rPr>
              <a:pPr eaLnBrk="1" hangingPunct="1"/>
              <a:t>12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736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DB9ADE1-4249-4F64-B0A4-0D3D766DCA1C}" type="slidenum">
              <a:rPr lang="zh-CN" altLang="en-US">
                <a:solidFill>
                  <a:srgbClr val="000000"/>
                </a:solidFill>
              </a:rPr>
              <a:pPr eaLnBrk="1" hangingPunct="1"/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134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DB9ADE1-4249-4F64-B0A4-0D3D766DCA1C}" type="slidenum">
              <a:rPr lang="zh-CN" altLang="en-US">
                <a:solidFill>
                  <a:srgbClr val="000000"/>
                </a:solidFill>
              </a:rPr>
              <a:pPr eaLnBrk="1" hangingPunct="1"/>
              <a:t>14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210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6BF3C-37ED-4868-8C8C-07B54E59A2F4}" type="slidenum">
              <a:rPr lang="zh-CN" altLang="en-US" smtClean="0"/>
              <a:pPr/>
              <a:t>15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33446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6BF3C-37ED-4868-8C8C-07B54E59A2F4}" type="slidenum">
              <a:rPr lang="zh-CN" altLang="en-US" smtClean="0"/>
              <a:pPr/>
              <a:t>16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49904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11F5E-D749-4137-B756-9AAD8C886D7E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AEC35A-5682-4F17-A5AB-C9E9AF69535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4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4D55F-C23B-40AB-BAAB-38C4B654E624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A5CE9-ECEE-46DA-AF75-4E9A5D9FF56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28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AE3082-D925-431A-8259-3815CAF33930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2E075C-E9B8-4F62-BA85-8B5FA56C8C7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4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25F8CD-82AB-442A-820D-3BE2658FF08E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68BDB-6830-4116-AA9A-DB8303DEB5C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29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CFD49-45A7-419C-A6C5-B15C8FC6F5F0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5396C9-17AF-47CA-A2A8-773574A051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290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ECA0FD-F51F-4C71-8395-0CB15C369598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F69C8D-9696-4284-BE11-55AEF1E18DA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18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7C1D9-947C-48DD-8EAE-4D8315C2BCB8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B6A1ED-02BB-4ED0-8832-6A23D34BFEB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744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7E5BF-EEC9-4F92-8140-E5C484FBF76E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D0C606-10B4-4F0B-B4DD-2D6E2FBA531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93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30C00-2554-435C-87A5-DDF50042A1AB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C9E1F8-3F99-4052-8168-96A7E6A5D5A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035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77360-1DB7-4EDE-A4F0-73DF19AF951D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070EA6-541C-440E-9F91-7FD6A3344A0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8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059A9-847B-4C54-BF37-D0CA150EED2E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598AF1-EBD8-49B5-A0CF-DCFA712BE91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935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6"/>
          <p:cNvSpPr txBox="1">
            <a:spLocks noChangeArrowheads="1"/>
          </p:cNvSpPr>
          <p:nvPr userDrawn="1"/>
        </p:nvSpPr>
        <p:spPr bwMode="auto">
          <a:xfrm>
            <a:off x="788988" y="549275"/>
            <a:ext cx="12493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500">
                <a:latin typeface="Calibri" panose="020F0502020204030204" pitchFamily="34" charset="0"/>
              </a:rPr>
              <a:t>PARK 01</a:t>
            </a:r>
            <a:endParaRPr lang="zh-CN" altLang="en-US" sz="2500">
              <a:latin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240213" y="835025"/>
            <a:ext cx="5178425" cy="1270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26"/>
          <p:cNvGrpSpPr>
            <a:grpSpLocks/>
          </p:cNvGrpSpPr>
          <p:nvPr userDrawn="1"/>
        </p:nvGrpSpPr>
        <p:grpSpPr bwMode="auto">
          <a:xfrm flipH="1">
            <a:off x="-12700" y="549275"/>
            <a:ext cx="825500" cy="439738"/>
            <a:chOff x="0" y="0"/>
            <a:chExt cx="1787532" cy="1257300"/>
          </a:xfrm>
        </p:grpSpPr>
        <p:sp>
          <p:nvSpPr>
            <p:cNvPr id="10" name="矩形 127"/>
            <p:cNvSpPr>
              <a:spLocks noChangeArrowheads="1"/>
            </p:cNvSpPr>
            <p:nvPr/>
          </p:nvSpPr>
          <p:spPr bwMode="auto">
            <a:xfrm>
              <a:off x="0" y="0"/>
              <a:ext cx="364382" cy="1257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1" name="矩形 128"/>
            <p:cNvSpPr>
              <a:spLocks noChangeArrowheads="1"/>
            </p:cNvSpPr>
            <p:nvPr/>
          </p:nvSpPr>
          <p:spPr bwMode="auto">
            <a:xfrm>
              <a:off x="446883" y="0"/>
              <a:ext cx="577510" cy="12573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2" name="矩形 129"/>
            <p:cNvSpPr>
              <a:spLocks noChangeArrowheads="1"/>
            </p:cNvSpPr>
            <p:nvPr/>
          </p:nvSpPr>
          <p:spPr bwMode="auto">
            <a:xfrm>
              <a:off x="1106895" y="0"/>
              <a:ext cx="680637" cy="12573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6385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6"/>
          <p:cNvSpPr txBox="1">
            <a:spLocks noChangeArrowheads="1"/>
          </p:cNvSpPr>
          <p:nvPr userDrawn="1"/>
        </p:nvSpPr>
        <p:spPr bwMode="auto">
          <a:xfrm>
            <a:off x="788988" y="549275"/>
            <a:ext cx="12493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500">
                <a:latin typeface="Calibri" panose="020F0502020204030204" pitchFamily="34" charset="0"/>
              </a:rPr>
              <a:t>PARK 02</a:t>
            </a:r>
            <a:endParaRPr lang="zh-CN" altLang="en-US" sz="2500">
              <a:latin typeface="Calibri" panose="020F0502020204030204" pitchFamily="34" charset="0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240213" y="835025"/>
            <a:ext cx="5178425" cy="1270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126"/>
          <p:cNvGrpSpPr>
            <a:grpSpLocks/>
          </p:cNvGrpSpPr>
          <p:nvPr userDrawn="1"/>
        </p:nvGrpSpPr>
        <p:grpSpPr bwMode="auto">
          <a:xfrm flipH="1">
            <a:off x="-12700" y="549275"/>
            <a:ext cx="825500" cy="439738"/>
            <a:chOff x="0" y="0"/>
            <a:chExt cx="1787532" cy="1257300"/>
          </a:xfrm>
        </p:grpSpPr>
        <p:sp>
          <p:nvSpPr>
            <p:cNvPr id="9" name="矩形 127"/>
            <p:cNvSpPr>
              <a:spLocks noChangeArrowheads="1"/>
            </p:cNvSpPr>
            <p:nvPr/>
          </p:nvSpPr>
          <p:spPr bwMode="auto">
            <a:xfrm>
              <a:off x="0" y="0"/>
              <a:ext cx="364382" cy="1257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0" name="矩形 128"/>
            <p:cNvSpPr>
              <a:spLocks noChangeArrowheads="1"/>
            </p:cNvSpPr>
            <p:nvPr/>
          </p:nvSpPr>
          <p:spPr bwMode="auto">
            <a:xfrm>
              <a:off x="446883" y="0"/>
              <a:ext cx="577510" cy="12573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1" name="矩形 129"/>
            <p:cNvSpPr>
              <a:spLocks noChangeArrowheads="1"/>
            </p:cNvSpPr>
            <p:nvPr/>
          </p:nvSpPr>
          <p:spPr bwMode="auto">
            <a:xfrm>
              <a:off x="1106895" y="0"/>
              <a:ext cx="680637" cy="12573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5176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6"/>
          <p:cNvSpPr txBox="1">
            <a:spLocks noChangeArrowheads="1"/>
          </p:cNvSpPr>
          <p:nvPr userDrawn="1"/>
        </p:nvSpPr>
        <p:spPr bwMode="auto">
          <a:xfrm>
            <a:off x="788988" y="549275"/>
            <a:ext cx="12493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500">
                <a:latin typeface="Calibri" panose="020F0502020204030204" pitchFamily="34" charset="0"/>
              </a:rPr>
              <a:t>PARK 03</a:t>
            </a:r>
            <a:endParaRPr lang="zh-CN" altLang="en-US" sz="2500">
              <a:latin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240213" y="835025"/>
            <a:ext cx="5178425" cy="1270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26"/>
          <p:cNvGrpSpPr>
            <a:grpSpLocks/>
          </p:cNvGrpSpPr>
          <p:nvPr userDrawn="1"/>
        </p:nvGrpSpPr>
        <p:grpSpPr bwMode="auto">
          <a:xfrm flipH="1">
            <a:off x="-12700" y="549275"/>
            <a:ext cx="825500" cy="439738"/>
            <a:chOff x="0" y="0"/>
            <a:chExt cx="1787532" cy="1257300"/>
          </a:xfrm>
        </p:grpSpPr>
        <p:sp>
          <p:nvSpPr>
            <p:cNvPr id="10" name="矩形 127"/>
            <p:cNvSpPr>
              <a:spLocks noChangeArrowheads="1"/>
            </p:cNvSpPr>
            <p:nvPr/>
          </p:nvSpPr>
          <p:spPr bwMode="auto">
            <a:xfrm>
              <a:off x="0" y="0"/>
              <a:ext cx="364382" cy="1257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1" name="矩形 128"/>
            <p:cNvSpPr>
              <a:spLocks noChangeArrowheads="1"/>
            </p:cNvSpPr>
            <p:nvPr/>
          </p:nvSpPr>
          <p:spPr bwMode="auto">
            <a:xfrm>
              <a:off x="446883" y="0"/>
              <a:ext cx="577510" cy="12573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2" name="矩形 129"/>
            <p:cNvSpPr>
              <a:spLocks noChangeArrowheads="1"/>
            </p:cNvSpPr>
            <p:nvPr/>
          </p:nvSpPr>
          <p:spPr bwMode="auto">
            <a:xfrm>
              <a:off x="1106895" y="0"/>
              <a:ext cx="680637" cy="12573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2684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6"/>
          <p:cNvSpPr txBox="1">
            <a:spLocks noChangeArrowheads="1"/>
          </p:cNvSpPr>
          <p:nvPr userDrawn="1"/>
        </p:nvSpPr>
        <p:spPr bwMode="auto">
          <a:xfrm>
            <a:off x="788988" y="549275"/>
            <a:ext cx="12493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500">
                <a:latin typeface="Calibri" panose="020F0502020204030204" pitchFamily="34" charset="0"/>
              </a:rPr>
              <a:t>PARK 04</a:t>
            </a:r>
            <a:endParaRPr lang="zh-CN" altLang="en-US" sz="2500">
              <a:latin typeface="Calibri" panose="020F050202020403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240213" y="835025"/>
            <a:ext cx="5178425" cy="1270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26"/>
          <p:cNvGrpSpPr>
            <a:grpSpLocks/>
          </p:cNvGrpSpPr>
          <p:nvPr userDrawn="1"/>
        </p:nvGrpSpPr>
        <p:grpSpPr bwMode="auto">
          <a:xfrm flipH="1">
            <a:off x="-12700" y="549275"/>
            <a:ext cx="825500" cy="439738"/>
            <a:chOff x="0" y="0"/>
            <a:chExt cx="1787532" cy="1257300"/>
          </a:xfrm>
        </p:grpSpPr>
        <p:sp>
          <p:nvSpPr>
            <p:cNvPr id="10" name="矩形 127"/>
            <p:cNvSpPr>
              <a:spLocks noChangeArrowheads="1"/>
            </p:cNvSpPr>
            <p:nvPr/>
          </p:nvSpPr>
          <p:spPr bwMode="auto">
            <a:xfrm>
              <a:off x="0" y="0"/>
              <a:ext cx="364382" cy="1257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1" name="矩形 128"/>
            <p:cNvSpPr>
              <a:spLocks noChangeArrowheads="1"/>
            </p:cNvSpPr>
            <p:nvPr/>
          </p:nvSpPr>
          <p:spPr bwMode="auto">
            <a:xfrm>
              <a:off x="446883" y="0"/>
              <a:ext cx="577510" cy="12573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2" name="矩形 129"/>
            <p:cNvSpPr>
              <a:spLocks noChangeArrowheads="1"/>
            </p:cNvSpPr>
            <p:nvPr/>
          </p:nvSpPr>
          <p:spPr bwMode="auto">
            <a:xfrm>
              <a:off x="1106895" y="0"/>
              <a:ext cx="680637" cy="12573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15506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842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 userDrawn="1"/>
        </p:nvGrpSpPr>
        <p:grpSpPr bwMode="auto">
          <a:xfrm>
            <a:off x="236538" y="90487"/>
            <a:ext cx="900112" cy="831851"/>
            <a:chOff x="2506532" y="465192"/>
            <a:chExt cx="675190" cy="623007"/>
          </a:xfrm>
        </p:grpSpPr>
        <p:sp>
          <p:nvSpPr>
            <p:cNvPr id="3" name="文本框 2"/>
            <p:cNvSpPr txBox="1">
              <a:spLocks noChangeArrowheads="1"/>
            </p:cNvSpPr>
            <p:nvPr/>
          </p:nvSpPr>
          <p:spPr bwMode="auto">
            <a:xfrm>
              <a:off x="2506532" y="465192"/>
              <a:ext cx="236971" cy="6230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zh-CN" sz="4799" dirty="0">
                  <a:solidFill>
                    <a:srgbClr val="005292"/>
                  </a:solidFill>
                  <a:latin typeface="Impact" pitchFamily="34" charset="0"/>
                  <a:ea typeface="宋体"/>
                </a:rPr>
                <a:t>1</a:t>
              </a:r>
              <a:endParaRPr lang="zh-CN" altLang="en-US" sz="4799" dirty="0">
                <a:solidFill>
                  <a:srgbClr val="005292"/>
                </a:solidFill>
                <a:latin typeface="Impact" pitchFamily="34" charset="0"/>
                <a:ea typeface="宋体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 flipH="1">
              <a:off x="2722069" y="599543"/>
              <a:ext cx="459653" cy="458932"/>
            </a:xfrm>
            <a:prstGeom prst="line">
              <a:avLst/>
            </a:prstGeom>
            <a:ln w="28575">
              <a:solidFill>
                <a:srgbClr val="00529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/>
          <p:cNvSpPr/>
          <p:nvPr userDrawn="1"/>
        </p:nvSpPr>
        <p:spPr>
          <a:xfrm>
            <a:off x="7937" y="900113"/>
            <a:ext cx="12184063" cy="44450"/>
          </a:xfrm>
          <a:prstGeom prst="rect">
            <a:avLst/>
          </a:prstGeom>
          <a:solidFill>
            <a:srgbClr val="005292"/>
          </a:solidFill>
          <a:ln>
            <a:solidFill>
              <a:srgbClr val="0052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70" tIns="60934" rIns="121870" bIns="60934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603413"/>
      </p:ext>
    </p:extLst>
  </p:cSld>
  <p:clrMapOvr>
    <a:masterClrMapping/>
  </p:clrMapOvr>
  <p:transition spd="slow" advClick="0" advTm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 userDrawn="1"/>
        </p:nvGrpSpPr>
        <p:grpSpPr bwMode="auto">
          <a:xfrm>
            <a:off x="116465" y="112712"/>
            <a:ext cx="900112" cy="831851"/>
            <a:chOff x="2506532" y="465192"/>
            <a:chExt cx="675190" cy="623007"/>
          </a:xfrm>
        </p:grpSpPr>
        <p:sp>
          <p:nvSpPr>
            <p:cNvPr id="3" name="文本框 2"/>
            <p:cNvSpPr txBox="1">
              <a:spLocks noChangeArrowheads="1"/>
            </p:cNvSpPr>
            <p:nvPr/>
          </p:nvSpPr>
          <p:spPr bwMode="auto">
            <a:xfrm>
              <a:off x="2506532" y="465192"/>
              <a:ext cx="236971" cy="6230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zh-CN" sz="4799" dirty="0">
                  <a:solidFill>
                    <a:srgbClr val="005292"/>
                  </a:solidFill>
                  <a:latin typeface="Impact" pitchFamily="34" charset="0"/>
                  <a:ea typeface="宋体"/>
                </a:rPr>
                <a:t>1</a:t>
              </a:r>
              <a:endParaRPr lang="zh-CN" altLang="en-US" sz="4799" dirty="0">
                <a:solidFill>
                  <a:srgbClr val="005292"/>
                </a:solidFill>
                <a:latin typeface="Impact" pitchFamily="34" charset="0"/>
                <a:ea typeface="宋体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 flipH="1">
              <a:off x="2722069" y="599543"/>
              <a:ext cx="459653" cy="458932"/>
            </a:xfrm>
            <a:prstGeom prst="line">
              <a:avLst/>
            </a:prstGeom>
            <a:ln w="28575">
              <a:solidFill>
                <a:srgbClr val="00529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/>
          <p:cNvSpPr/>
          <p:nvPr userDrawn="1"/>
        </p:nvSpPr>
        <p:spPr>
          <a:xfrm>
            <a:off x="7937" y="900113"/>
            <a:ext cx="12184063" cy="44450"/>
          </a:xfrm>
          <a:prstGeom prst="rect">
            <a:avLst/>
          </a:prstGeom>
          <a:solidFill>
            <a:srgbClr val="005292"/>
          </a:solidFill>
          <a:ln>
            <a:solidFill>
              <a:srgbClr val="0052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70" tIns="60934" rIns="121870" bIns="60934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17977"/>
      </p:ext>
    </p:extLst>
  </p:cSld>
  <p:clrMapOvr>
    <a:masterClrMapping/>
  </p:clrMapOvr>
  <p:transition spd="slow" advClick="0" advTm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894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713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073004"/>
      </p:ext>
    </p:extLst>
  </p:cSld>
  <p:clrMapOvr>
    <a:masterClrMapping/>
  </p:clrMapOvr>
  <p:transition spd="slow" advClick="0" advTm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1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02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2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3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41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1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02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2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3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9888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1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02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2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3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4872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1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02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2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3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9948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1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02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2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3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1311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241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26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01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27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28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072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3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04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4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5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8753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5613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6148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573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272701"/>
      </p:ext>
    </p:extLst>
  </p:cSld>
  <p:clrMapOvr>
    <a:masterClrMapping/>
  </p:clrMapOvr>
  <p:transition spd="slow" advClick="0" advTm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6607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6031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1318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252100"/>
      </p:ext>
    </p:extLst>
  </p:cSld>
  <p:clrMapOvr>
    <a:masterClrMapping/>
  </p:clrMapOvr>
  <p:transition spd="slow" advClick="0" advTm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3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04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4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5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419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3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04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4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5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9074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3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04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4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5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2386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3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04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4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5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3634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3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04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4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5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9601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4746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26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01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27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28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1562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0" y="579438"/>
            <a:ext cx="1360488" cy="366712"/>
            <a:chOff x="0" y="981610"/>
            <a:chExt cx="1360170" cy="367794"/>
          </a:xfrm>
        </p:grpSpPr>
        <p:sp>
          <p:nvSpPr>
            <p:cNvPr id="4" name="矩形 3"/>
            <p:cNvSpPr/>
            <p:nvPr/>
          </p:nvSpPr>
          <p:spPr>
            <a:xfrm>
              <a:off x="531689" y="1038929"/>
              <a:ext cx="828481" cy="253157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矩形 3"/>
            <p:cNvSpPr/>
            <p:nvPr/>
          </p:nvSpPr>
          <p:spPr>
            <a:xfrm>
              <a:off x="0" y="981610"/>
              <a:ext cx="1204631" cy="367794"/>
            </a:xfrm>
            <a:custGeom>
              <a:avLst/>
              <a:gdLst>
                <a:gd name="connsiteX0" fmla="*/ 0 w 1116330"/>
                <a:gd name="connsiteY0" fmla="*/ 0 h 363984"/>
                <a:gd name="connsiteX1" fmla="*/ 1116330 w 1116330"/>
                <a:gd name="connsiteY1" fmla="*/ 0 h 363984"/>
                <a:gd name="connsiteX2" fmla="*/ 1116330 w 1116330"/>
                <a:gd name="connsiteY2" fmla="*/ 363984 h 363984"/>
                <a:gd name="connsiteX3" fmla="*/ 0 w 1116330"/>
                <a:gd name="connsiteY3" fmla="*/ 363984 h 363984"/>
                <a:gd name="connsiteX4" fmla="*/ 0 w 1116330"/>
                <a:gd name="connsiteY4" fmla="*/ 0 h 363984"/>
                <a:gd name="connsiteX0" fmla="*/ 0 w 1205865"/>
                <a:gd name="connsiteY0" fmla="*/ 7620 h 371604"/>
                <a:gd name="connsiteX1" fmla="*/ 1205865 w 1205865"/>
                <a:gd name="connsiteY1" fmla="*/ 0 h 371604"/>
                <a:gd name="connsiteX2" fmla="*/ 1116330 w 1205865"/>
                <a:gd name="connsiteY2" fmla="*/ 371604 h 371604"/>
                <a:gd name="connsiteX3" fmla="*/ 0 w 1205865"/>
                <a:gd name="connsiteY3" fmla="*/ 371604 h 371604"/>
                <a:gd name="connsiteX4" fmla="*/ 0 w 1205865"/>
                <a:gd name="connsiteY4" fmla="*/ 7620 h 371604"/>
                <a:gd name="connsiteX0" fmla="*/ 0 w 1203960"/>
                <a:gd name="connsiteY0" fmla="*/ 3810 h 367794"/>
                <a:gd name="connsiteX1" fmla="*/ 1203960 w 1203960"/>
                <a:gd name="connsiteY1" fmla="*/ 0 h 367794"/>
                <a:gd name="connsiteX2" fmla="*/ 1116330 w 1203960"/>
                <a:gd name="connsiteY2" fmla="*/ 367794 h 367794"/>
                <a:gd name="connsiteX3" fmla="*/ 0 w 1203960"/>
                <a:gd name="connsiteY3" fmla="*/ 367794 h 367794"/>
                <a:gd name="connsiteX4" fmla="*/ 0 w 1203960"/>
                <a:gd name="connsiteY4" fmla="*/ 3810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3960" h="367794">
                  <a:moveTo>
                    <a:pt x="0" y="3810"/>
                  </a:moveTo>
                  <a:lnTo>
                    <a:pt x="1203960" y="0"/>
                  </a:lnTo>
                  <a:lnTo>
                    <a:pt x="1116330" y="367794"/>
                  </a:lnTo>
                  <a:lnTo>
                    <a:pt x="0" y="367794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矩形 3"/>
          <p:cNvSpPr/>
          <p:nvPr userDrawn="1"/>
        </p:nvSpPr>
        <p:spPr>
          <a:xfrm>
            <a:off x="10253663" y="661988"/>
            <a:ext cx="969962" cy="201612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矩形 3"/>
          <p:cNvSpPr/>
          <p:nvPr userDrawn="1"/>
        </p:nvSpPr>
        <p:spPr>
          <a:xfrm flipH="1" flipV="1">
            <a:off x="9299575" y="663575"/>
            <a:ext cx="1082675" cy="200025"/>
          </a:xfrm>
          <a:custGeom>
            <a:avLst/>
            <a:gdLst>
              <a:gd name="connsiteX0" fmla="*/ 0 w 1116330"/>
              <a:gd name="connsiteY0" fmla="*/ 0 h 363984"/>
              <a:gd name="connsiteX1" fmla="*/ 1116330 w 1116330"/>
              <a:gd name="connsiteY1" fmla="*/ 0 h 363984"/>
              <a:gd name="connsiteX2" fmla="*/ 1116330 w 1116330"/>
              <a:gd name="connsiteY2" fmla="*/ 363984 h 363984"/>
              <a:gd name="connsiteX3" fmla="*/ 0 w 1116330"/>
              <a:gd name="connsiteY3" fmla="*/ 363984 h 363984"/>
              <a:gd name="connsiteX4" fmla="*/ 0 w 1116330"/>
              <a:gd name="connsiteY4" fmla="*/ 0 h 363984"/>
              <a:gd name="connsiteX0" fmla="*/ 0 w 1205865"/>
              <a:gd name="connsiteY0" fmla="*/ 7620 h 371604"/>
              <a:gd name="connsiteX1" fmla="*/ 1205865 w 1205865"/>
              <a:gd name="connsiteY1" fmla="*/ 0 h 371604"/>
              <a:gd name="connsiteX2" fmla="*/ 1116330 w 1205865"/>
              <a:gd name="connsiteY2" fmla="*/ 371604 h 371604"/>
              <a:gd name="connsiteX3" fmla="*/ 0 w 1205865"/>
              <a:gd name="connsiteY3" fmla="*/ 371604 h 371604"/>
              <a:gd name="connsiteX4" fmla="*/ 0 w 1205865"/>
              <a:gd name="connsiteY4" fmla="*/ 7620 h 371604"/>
              <a:gd name="connsiteX0" fmla="*/ 0 w 1203960"/>
              <a:gd name="connsiteY0" fmla="*/ 3810 h 367794"/>
              <a:gd name="connsiteX1" fmla="*/ 1203960 w 1203960"/>
              <a:gd name="connsiteY1" fmla="*/ 0 h 367794"/>
              <a:gd name="connsiteX2" fmla="*/ 1116330 w 1203960"/>
              <a:gd name="connsiteY2" fmla="*/ 367794 h 367794"/>
              <a:gd name="connsiteX3" fmla="*/ 0 w 1203960"/>
              <a:gd name="connsiteY3" fmla="*/ 367794 h 367794"/>
              <a:gd name="connsiteX4" fmla="*/ 0 w 1203960"/>
              <a:gd name="connsiteY4" fmla="*/ 3810 h 367794"/>
              <a:gd name="connsiteX0" fmla="*/ 0 w 1203960"/>
              <a:gd name="connsiteY0" fmla="*/ 6423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  <a:gd name="connsiteX5" fmla="*/ 0 w 1203960"/>
              <a:gd name="connsiteY5" fmla="*/ 6423 h 370407"/>
              <a:gd name="connsiteX0" fmla="*/ 0 w 1203960"/>
              <a:gd name="connsiteY0" fmla="*/ 370407 h 370407"/>
              <a:gd name="connsiteX1" fmla="*/ 145383 w 1203960"/>
              <a:gd name="connsiteY1" fmla="*/ 0 h 370407"/>
              <a:gd name="connsiteX2" fmla="*/ 1203960 w 1203960"/>
              <a:gd name="connsiteY2" fmla="*/ 2613 h 370407"/>
              <a:gd name="connsiteX3" fmla="*/ 1116330 w 1203960"/>
              <a:gd name="connsiteY3" fmla="*/ 370407 h 370407"/>
              <a:gd name="connsiteX4" fmla="*/ 0 w 1203960"/>
              <a:gd name="connsiteY4" fmla="*/ 370407 h 37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960" h="370407">
                <a:moveTo>
                  <a:pt x="0" y="370407"/>
                </a:moveTo>
                <a:lnTo>
                  <a:pt x="145383" y="0"/>
                </a:lnTo>
                <a:lnTo>
                  <a:pt x="1203960" y="2613"/>
                </a:lnTo>
                <a:lnTo>
                  <a:pt x="1116330" y="370407"/>
                </a:lnTo>
                <a:lnTo>
                  <a:pt x="0" y="3704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文本框 11"/>
          <p:cNvSpPr txBox="1">
            <a:spLocks noChangeArrowheads="1"/>
          </p:cNvSpPr>
          <p:nvPr userDrawn="1"/>
        </p:nvSpPr>
        <p:spPr bwMode="auto">
          <a:xfrm>
            <a:off x="-34925" y="531813"/>
            <a:ext cx="1204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FFFFFF"/>
                </a:solidFill>
                <a:latin typeface="Calibri" panose="020F0502020204030204" pitchFamily="34" charset="0"/>
              </a:rPr>
              <a:t>PARK 02</a:t>
            </a:r>
            <a:endParaRPr lang="zh-CN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本框 12"/>
          <p:cNvSpPr txBox="1">
            <a:spLocks noChangeArrowheads="1"/>
          </p:cNvSpPr>
          <p:nvPr userDrawn="1"/>
        </p:nvSpPr>
        <p:spPr bwMode="auto">
          <a:xfrm>
            <a:off x="9386888" y="615950"/>
            <a:ext cx="852487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公司名字</a:t>
            </a:r>
          </a:p>
        </p:txBody>
      </p:sp>
      <p:sp>
        <p:nvSpPr>
          <p:cNvPr id="10" name="文本框 13"/>
          <p:cNvSpPr txBox="1">
            <a:spLocks noChangeArrowheads="1"/>
          </p:cNvSpPr>
          <p:nvPr userDrawn="1"/>
        </p:nvSpPr>
        <p:spPr bwMode="auto">
          <a:xfrm>
            <a:off x="10433050" y="636588"/>
            <a:ext cx="70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1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 </a:t>
            </a:r>
            <a:endParaRPr lang="zh-CN" altLang="en-US" sz="13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911600" y="863600"/>
            <a:ext cx="5475288" cy="0"/>
          </a:xfrm>
          <a:prstGeom prst="line">
            <a:avLst/>
          </a:prstGeom>
          <a:ln w="1905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5804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634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 userDrawn="1"/>
        </p:nvGrpSpPr>
        <p:grpSpPr bwMode="auto">
          <a:xfrm>
            <a:off x="338138" y="-26988"/>
            <a:ext cx="900112" cy="831851"/>
            <a:chOff x="2506532" y="465192"/>
            <a:chExt cx="675190" cy="623007"/>
          </a:xfrm>
        </p:grpSpPr>
        <p:sp>
          <p:nvSpPr>
            <p:cNvPr id="3" name="文本框 2"/>
            <p:cNvSpPr txBox="1">
              <a:spLocks noChangeArrowheads="1"/>
            </p:cNvSpPr>
            <p:nvPr/>
          </p:nvSpPr>
          <p:spPr bwMode="auto">
            <a:xfrm>
              <a:off x="2506532" y="465192"/>
              <a:ext cx="236971" cy="6230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zh-CN" sz="4799" dirty="0">
                  <a:solidFill>
                    <a:srgbClr val="005292"/>
                  </a:solidFill>
                  <a:latin typeface="Impact" pitchFamily="34" charset="0"/>
                  <a:ea typeface="宋体"/>
                </a:rPr>
                <a:t>1</a:t>
              </a:r>
              <a:endParaRPr lang="zh-CN" altLang="en-US" sz="4799" dirty="0">
                <a:solidFill>
                  <a:srgbClr val="005292"/>
                </a:solidFill>
                <a:latin typeface="Impact" pitchFamily="34" charset="0"/>
                <a:ea typeface="宋体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 flipH="1">
              <a:off x="2722069" y="599543"/>
              <a:ext cx="459653" cy="458932"/>
            </a:xfrm>
            <a:prstGeom prst="line">
              <a:avLst/>
            </a:prstGeom>
            <a:ln w="28575">
              <a:solidFill>
                <a:srgbClr val="00529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/>
          <p:cNvSpPr/>
          <p:nvPr userDrawn="1"/>
        </p:nvSpPr>
        <p:spPr>
          <a:xfrm>
            <a:off x="0" y="763588"/>
            <a:ext cx="12184063" cy="44450"/>
          </a:xfrm>
          <a:prstGeom prst="rect">
            <a:avLst/>
          </a:prstGeom>
          <a:solidFill>
            <a:srgbClr val="005292"/>
          </a:solidFill>
          <a:ln>
            <a:solidFill>
              <a:srgbClr val="0052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70" tIns="60934" rIns="121870" bIns="60934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386814"/>
      </p:ext>
    </p:extLst>
  </p:cSld>
  <p:clrMapOvr>
    <a:masterClrMapping/>
  </p:clrMapOvr>
  <p:transition spd="slow" advClick="0" advTm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 userDrawn="1"/>
        </p:nvGrpSpPr>
        <p:grpSpPr bwMode="auto">
          <a:xfrm>
            <a:off x="338138" y="-26988"/>
            <a:ext cx="900112" cy="831851"/>
            <a:chOff x="2506532" y="465192"/>
            <a:chExt cx="675190" cy="623007"/>
          </a:xfrm>
        </p:grpSpPr>
        <p:sp>
          <p:nvSpPr>
            <p:cNvPr id="3" name="文本框 2"/>
            <p:cNvSpPr txBox="1">
              <a:spLocks noChangeArrowheads="1"/>
            </p:cNvSpPr>
            <p:nvPr/>
          </p:nvSpPr>
          <p:spPr bwMode="auto">
            <a:xfrm>
              <a:off x="2506532" y="465192"/>
              <a:ext cx="236971" cy="6230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zh-CN" sz="4799" dirty="0">
                  <a:solidFill>
                    <a:srgbClr val="005292"/>
                  </a:solidFill>
                  <a:latin typeface="Impact" pitchFamily="34" charset="0"/>
                  <a:ea typeface="宋体"/>
                </a:rPr>
                <a:t>1</a:t>
              </a:r>
              <a:endParaRPr lang="zh-CN" altLang="en-US" sz="4799" dirty="0">
                <a:solidFill>
                  <a:srgbClr val="005292"/>
                </a:solidFill>
                <a:latin typeface="Impact" pitchFamily="34" charset="0"/>
                <a:ea typeface="宋体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 flipH="1">
              <a:off x="2722069" y="599543"/>
              <a:ext cx="459653" cy="458932"/>
            </a:xfrm>
            <a:prstGeom prst="line">
              <a:avLst/>
            </a:prstGeom>
            <a:ln w="28575">
              <a:solidFill>
                <a:srgbClr val="00529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/>
          <p:cNvSpPr/>
          <p:nvPr userDrawn="1"/>
        </p:nvSpPr>
        <p:spPr>
          <a:xfrm>
            <a:off x="0" y="763588"/>
            <a:ext cx="12184063" cy="44450"/>
          </a:xfrm>
          <a:prstGeom prst="rect">
            <a:avLst/>
          </a:prstGeom>
          <a:solidFill>
            <a:srgbClr val="005292"/>
          </a:solidFill>
          <a:ln>
            <a:solidFill>
              <a:srgbClr val="0052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70" tIns="60934" rIns="121870" bIns="60934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092771"/>
      </p:ext>
    </p:extLst>
  </p:cSld>
  <p:clrMapOvr>
    <a:masterClrMapping/>
  </p:clrMapOvr>
  <p:transition spd="slow" advClick="0" advTm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8461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7178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208327"/>
      </p:ext>
    </p:extLst>
  </p:cSld>
  <p:clrMapOvr>
    <a:masterClrMapping/>
  </p:clrMapOvr>
  <p:transition spd="slow" advClick="0" advTm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5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>
                <a:sym typeface="Calibri Light" panose="020F0302020204030204" pitchFamily="34" charset="0"/>
              </a:rPr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377A612-1B1F-4290-AA15-3321C3431C58}" type="datetime1">
              <a:rPr lang="zh-CN" altLang="en-US"/>
              <a:pPr>
                <a:defRPr/>
              </a:pPr>
              <a:t>2024/3/21</a:t>
            </a:fld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F171FB11-ECD9-4EB6-951B-FCC4E535DAB7}" type="slidenum">
              <a:rPr lang="zh-CN" altLang="en-US"/>
              <a:pPr/>
              <a:t>‹#›</a:t>
            </a:fld>
            <a:endParaRPr lang="zh-CN" altLang="en-US"/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488" y="365125"/>
            <a:ext cx="1350267" cy="4632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  <p:sldLayoutId id="2147483930" r:id="rId15"/>
    <p:sldLayoutId id="2147483931" r:id="rId16"/>
    <p:sldLayoutId id="2147483932" r:id="rId17"/>
    <p:sldLayoutId id="2147483933" r:id="rId18"/>
    <p:sldLayoutId id="2147483934" r:id="rId19"/>
    <p:sldLayoutId id="2147483935" r:id="rId20"/>
    <p:sldLayoutId id="2147483936" r:id="rId21"/>
    <p:sldLayoutId id="2147483937" r:id="rId22"/>
    <p:sldLayoutId id="2147483938" r:id="rId23"/>
    <p:sldLayoutId id="2147483939" r:id="rId24"/>
    <p:sldLayoutId id="2147483940" r:id="rId25"/>
    <p:sldLayoutId id="2147483941" r:id="rId26"/>
    <p:sldLayoutId id="2147483942" r:id="rId27"/>
    <p:sldLayoutId id="2147483943" r:id="rId28"/>
    <p:sldLayoutId id="2147483944" r:id="rId29"/>
    <p:sldLayoutId id="2147483945" r:id="rId30"/>
    <p:sldLayoutId id="2147483946" r:id="rId31"/>
    <p:sldLayoutId id="2147483947" r:id="rId32"/>
    <p:sldLayoutId id="2147483948" r:id="rId33"/>
    <p:sldLayoutId id="2147483949" r:id="rId34"/>
    <p:sldLayoutId id="2147483950" r:id="rId35"/>
    <p:sldLayoutId id="2147483951" r:id="rId36"/>
    <p:sldLayoutId id="2147483952" r:id="rId37"/>
    <p:sldLayoutId id="2147483953" r:id="rId38"/>
    <p:sldLayoutId id="2147483954" r:id="rId39"/>
    <p:sldLayoutId id="2147483955" r:id="rId40"/>
    <p:sldLayoutId id="2147483956" r:id="rId41"/>
    <p:sldLayoutId id="2147483957" r:id="rId42"/>
    <p:sldLayoutId id="2147483958" r:id="rId43"/>
    <p:sldLayoutId id="2147483959" r:id="rId44"/>
    <p:sldLayoutId id="2147483960" r:id="rId45"/>
    <p:sldLayoutId id="2147483961" r:id="rId46"/>
    <p:sldLayoutId id="2147483962" r:id="rId47"/>
    <p:sldLayoutId id="2147483963" r:id="rId48"/>
    <p:sldLayoutId id="2147483964" r:id="rId49"/>
    <p:sldLayoutId id="2147483965" r:id="rId50"/>
    <p:sldLayoutId id="2147483966" r:id="rId51"/>
  </p:sldLayoutIdLst>
  <p:txStyles>
    <p:titleStyle>
      <a:lvl1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anose="020F0302020204030204" pitchFamily="34" charset="0"/>
        </a:defRPr>
      </a:lvl2pPr>
      <a:lvl3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anose="020F0302020204030204" pitchFamily="34" charset="0"/>
        </a:defRPr>
      </a:lvl3pPr>
      <a:lvl4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anose="020F0302020204030204" pitchFamily="34" charset="0"/>
        </a:defRPr>
      </a:lvl4pPr>
      <a:lvl5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anose="020F0302020204030204" pitchFamily="34" charset="0"/>
        </a:defRPr>
      </a:lvl5pPr>
      <a:lvl6pPr marL="13716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6pPr>
      <a:lvl7pPr marL="18288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7pPr>
      <a:lvl8pPr marL="22860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8pPr>
      <a:lvl9pPr marL="27432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zh-cn/dotnet/api/microsoft.aspnetcore.components.web.mouseeventarg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66" t="22083" r="56876" b="67617"/>
          <a:stretch>
            <a:fillRect/>
          </a:stretch>
        </p:blipFill>
        <p:spPr>
          <a:xfrm>
            <a:off x="8170751" y="895"/>
            <a:ext cx="1883689" cy="941602"/>
          </a:xfrm>
          <a:custGeom>
            <a:avLst/>
            <a:gdLst>
              <a:gd name="connsiteX0" fmla="*/ 0 w 1413135"/>
              <a:gd name="connsiteY0" fmla="*/ 0 h 706385"/>
              <a:gd name="connsiteX1" fmla="*/ 1413135 w 1413135"/>
              <a:gd name="connsiteY1" fmla="*/ 0 h 706385"/>
              <a:gd name="connsiteX2" fmla="*/ 690511 w 1413135"/>
              <a:gd name="connsiteY2" fmla="*/ 706385 h 706385"/>
              <a:gd name="connsiteX3" fmla="*/ 0 w 1413135"/>
              <a:gd name="connsiteY3" fmla="*/ 0 h 70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3135" h="706385">
                <a:moveTo>
                  <a:pt x="0" y="0"/>
                </a:moveTo>
                <a:lnTo>
                  <a:pt x="1413135" y="0"/>
                </a:lnTo>
                <a:lnTo>
                  <a:pt x="690511" y="706385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98" t="22083" r="36072" b="33091"/>
          <a:stretch>
            <a:fillRect/>
          </a:stretch>
        </p:blipFill>
        <p:spPr>
          <a:xfrm>
            <a:off x="9658137" y="894"/>
            <a:ext cx="3420454" cy="4097784"/>
          </a:xfrm>
          <a:custGeom>
            <a:avLst/>
            <a:gdLst>
              <a:gd name="connsiteX0" fmla="*/ 468300 w 2566009"/>
              <a:gd name="connsiteY0" fmla="*/ 0 h 3074138"/>
              <a:gd name="connsiteX1" fmla="*/ 2566009 w 2566009"/>
              <a:gd name="connsiteY1" fmla="*/ 0 h 3074138"/>
              <a:gd name="connsiteX2" fmla="*/ 2566009 w 2566009"/>
              <a:gd name="connsiteY2" fmla="*/ 3065886 h 3074138"/>
              <a:gd name="connsiteX3" fmla="*/ 2557567 w 2566009"/>
              <a:gd name="connsiteY3" fmla="*/ 3074138 h 3074138"/>
              <a:gd name="connsiteX4" fmla="*/ 0 w 2566009"/>
              <a:gd name="connsiteY4" fmla="*/ 457776 h 3074138"/>
              <a:gd name="connsiteX5" fmla="*/ 468300 w 2566009"/>
              <a:gd name="connsiteY5" fmla="*/ 0 h 307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66009" h="3074138">
                <a:moveTo>
                  <a:pt x="468300" y="0"/>
                </a:moveTo>
                <a:lnTo>
                  <a:pt x="2566009" y="0"/>
                </a:lnTo>
                <a:lnTo>
                  <a:pt x="2566009" y="3065886"/>
                </a:lnTo>
                <a:lnTo>
                  <a:pt x="2557567" y="3074138"/>
                </a:lnTo>
                <a:lnTo>
                  <a:pt x="0" y="457776"/>
                </a:lnTo>
                <a:lnTo>
                  <a:pt x="468300" y="0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0" t="23467" r="64545" b="56491"/>
          <a:stretch>
            <a:fillRect/>
          </a:stretch>
        </p:blipFill>
        <p:spPr>
          <a:xfrm>
            <a:off x="7108654" y="127433"/>
            <a:ext cx="1830934" cy="1832092"/>
          </a:xfrm>
          <a:custGeom>
            <a:avLst/>
            <a:gdLst>
              <a:gd name="connsiteX0" fmla="*/ 675477 w 1373558"/>
              <a:gd name="connsiteY0" fmla="*/ 0 h 1374427"/>
              <a:gd name="connsiteX1" fmla="*/ 1373558 w 1373558"/>
              <a:gd name="connsiteY1" fmla="*/ 714129 h 1374427"/>
              <a:gd name="connsiteX2" fmla="*/ 698081 w 1373558"/>
              <a:gd name="connsiteY2" fmla="*/ 1374427 h 1374427"/>
              <a:gd name="connsiteX3" fmla="*/ 0 w 1373558"/>
              <a:gd name="connsiteY3" fmla="*/ 660298 h 1374427"/>
              <a:gd name="connsiteX4" fmla="*/ 675477 w 1373558"/>
              <a:gd name="connsiteY4" fmla="*/ 0 h 1374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3558" h="1374427">
                <a:moveTo>
                  <a:pt x="675477" y="0"/>
                </a:moveTo>
                <a:lnTo>
                  <a:pt x="1373558" y="714129"/>
                </a:lnTo>
                <a:lnTo>
                  <a:pt x="698081" y="1374427"/>
                </a:lnTo>
                <a:lnTo>
                  <a:pt x="0" y="660298"/>
                </a:lnTo>
                <a:lnTo>
                  <a:pt x="675477" y="0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26" t="30312" r="51245" b="40065"/>
          <a:stretch>
            <a:fillRect/>
          </a:stretch>
        </p:blipFill>
        <p:spPr>
          <a:xfrm>
            <a:off x="8164916" y="753175"/>
            <a:ext cx="2707963" cy="2707963"/>
          </a:xfrm>
          <a:custGeom>
            <a:avLst/>
            <a:gdLst>
              <a:gd name="connsiteX0" fmla="*/ 1027293 w 2031501"/>
              <a:gd name="connsiteY0" fmla="*/ 0 h 2031501"/>
              <a:gd name="connsiteX1" fmla="*/ 2031501 w 2031501"/>
              <a:gd name="connsiteY1" fmla="*/ 1027293 h 2031501"/>
              <a:gd name="connsiteX2" fmla="*/ 1004208 w 2031501"/>
              <a:gd name="connsiteY2" fmla="*/ 2031501 h 2031501"/>
              <a:gd name="connsiteX3" fmla="*/ 0 w 2031501"/>
              <a:gd name="connsiteY3" fmla="*/ 1004208 h 2031501"/>
              <a:gd name="connsiteX4" fmla="*/ 1027293 w 2031501"/>
              <a:gd name="connsiteY4" fmla="*/ 0 h 203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1501" h="2031501">
                <a:moveTo>
                  <a:pt x="1027293" y="0"/>
                </a:moveTo>
                <a:lnTo>
                  <a:pt x="2031501" y="1027293"/>
                </a:lnTo>
                <a:lnTo>
                  <a:pt x="1004208" y="2031501"/>
                </a:lnTo>
                <a:lnTo>
                  <a:pt x="0" y="1004208"/>
                </a:lnTo>
                <a:lnTo>
                  <a:pt x="1027293" y="0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9" t="34136" r="75228" b="56812"/>
          <a:stretch>
            <a:fillRect/>
          </a:stretch>
        </p:blipFill>
        <p:spPr>
          <a:xfrm>
            <a:off x="6559075" y="1102732"/>
            <a:ext cx="827488" cy="827488"/>
          </a:xfrm>
          <a:custGeom>
            <a:avLst/>
            <a:gdLst>
              <a:gd name="connsiteX0" fmla="*/ 313915 w 620777"/>
              <a:gd name="connsiteY0" fmla="*/ 0 h 620777"/>
              <a:gd name="connsiteX1" fmla="*/ 620777 w 620777"/>
              <a:gd name="connsiteY1" fmla="*/ 313915 h 620777"/>
              <a:gd name="connsiteX2" fmla="*/ 306861 w 620777"/>
              <a:gd name="connsiteY2" fmla="*/ 620777 h 620777"/>
              <a:gd name="connsiteX3" fmla="*/ 0 w 620777"/>
              <a:gd name="connsiteY3" fmla="*/ 306861 h 620777"/>
              <a:gd name="connsiteX4" fmla="*/ 313915 w 620777"/>
              <a:gd name="connsiteY4" fmla="*/ 0 h 62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777" h="620777">
                <a:moveTo>
                  <a:pt x="313915" y="0"/>
                </a:moveTo>
                <a:lnTo>
                  <a:pt x="620777" y="313915"/>
                </a:lnTo>
                <a:lnTo>
                  <a:pt x="306861" y="620777"/>
                </a:lnTo>
                <a:lnTo>
                  <a:pt x="0" y="306861"/>
                </a:lnTo>
                <a:lnTo>
                  <a:pt x="313915" y="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/>
        </p:nvSpPr>
        <p:spPr>
          <a:xfrm rot="2685974">
            <a:off x="10373870" y="2520336"/>
            <a:ext cx="1218883" cy="1218883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15" name="矩形 14"/>
          <p:cNvSpPr/>
          <p:nvPr/>
        </p:nvSpPr>
        <p:spPr>
          <a:xfrm rot="2685974">
            <a:off x="8720291" y="3232031"/>
            <a:ext cx="438590" cy="4385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16" name="矩形 15"/>
          <p:cNvSpPr/>
          <p:nvPr/>
        </p:nvSpPr>
        <p:spPr>
          <a:xfrm rot="2657183">
            <a:off x="7182848" y="1789165"/>
            <a:ext cx="641862" cy="5420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17" name="矩形 16"/>
          <p:cNvSpPr/>
          <p:nvPr/>
        </p:nvSpPr>
        <p:spPr>
          <a:xfrm rot="2685974">
            <a:off x="6047025" y="1340595"/>
            <a:ext cx="340847" cy="340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18" name="矩形 17"/>
          <p:cNvSpPr/>
          <p:nvPr/>
        </p:nvSpPr>
        <p:spPr>
          <a:xfrm rot="2685974">
            <a:off x="6017997" y="739169"/>
            <a:ext cx="165232" cy="16523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19" name="矩形 18"/>
          <p:cNvSpPr/>
          <p:nvPr/>
        </p:nvSpPr>
        <p:spPr>
          <a:xfrm rot="2685974">
            <a:off x="12264022" y="3630904"/>
            <a:ext cx="165232" cy="16523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0" name="矩形 19"/>
          <p:cNvSpPr/>
          <p:nvPr/>
        </p:nvSpPr>
        <p:spPr>
          <a:xfrm rot="2731766">
            <a:off x="7500264" y="2462608"/>
            <a:ext cx="1057433" cy="10723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1" name="矩形 20"/>
          <p:cNvSpPr/>
          <p:nvPr/>
        </p:nvSpPr>
        <p:spPr>
          <a:xfrm rot="2685974">
            <a:off x="6946874" y="3184097"/>
            <a:ext cx="438590" cy="4385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2" name="矩形 21"/>
          <p:cNvSpPr/>
          <p:nvPr/>
        </p:nvSpPr>
        <p:spPr>
          <a:xfrm rot="2685974">
            <a:off x="6561002" y="3320776"/>
            <a:ext cx="165232" cy="16523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sp>
        <p:nvSpPr>
          <p:cNvPr id="23" name="任意多边形 22"/>
          <p:cNvSpPr/>
          <p:nvPr/>
        </p:nvSpPr>
        <p:spPr>
          <a:xfrm rot="2680233">
            <a:off x="6742263" y="4871861"/>
            <a:ext cx="7189341" cy="6330688"/>
          </a:xfrm>
          <a:custGeom>
            <a:avLst/>
            <a:gdLst>
              <a:gd name="connsiteX0" fmla="*/ 0 w 5393410"/>
              <a:gd name="connsiteY0" fmla="*/ 0 h 4749253"/>
              <a:gd name="connsiteX1" fmla="*/ 4406292 w 5393410"/>
              <a:gd name="connsiteY1" fmla="*/ 0 h 4749253"/>
              <a:gd name="connsiteX2" fmla="*/ 5393410 w 5393410"/>
              <a:gd name="connsiteY2" fmla="*/ 998536 h 4749253"/>
              <a:gd name="connsiteX3" fmla="*/ 1599309 w 5393410"/>
              <a:gd name="connsiteY3" fmla="*/ 4749253 h 4749253"/>
              <a:gd name="connsiteX4" fmla="*/ 0 w 5393410"/>
              <a:gd name="connsiteY4" fmla="*/ 4749253 h 4749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3410" h="4749253">
                <a:moveTo>
                  <a:pt x="0" y="0"/>
                </a:moveTo>
                <a:lnTo>
                  <a:pt x="4406292" y="0"/>
                </a:lnTo>
                <a:lnTo>
                  <a:pt x="5393410" y="998536"/>
                </a:lnTo>
                <a:lnTo>
                  <a:pt x="1599309" y="4749253"/>
                </a:lnTo>
                <a:lnTo>
                  <a:pt x="0" y="4749253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9"/>
          </a:p>
        </p:txBody>
      </p:sp>
      <p:cxnSp>
        <p:nvCxnSpPr>
          <p:cNvPr id="24" name="直接连接符 23"/>
          <p:cNvCxnSpPr/>
          <p:nvPr/>
        </p:nvCxnSpPr>
        <p:spPr>
          <a:xfrm>
            <a:off x="10000463" y="3597100"/>
            <a:ext cx="4182434" cy="4082033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5930045" y="3637307"/>
            <a:ext cx="4072256" cy="409017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047881" y="7738836"/>
            <a:ext cx="4182434" cy="4082033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4890" y="2104551"/>
            <a:ext cx="4230645" cy="2061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796" b="1" dirty="0" smtClean="0">
                <a:solidFill>
                  <a:srgbClr val="1557AE"/>
                </a:solidFill>
                <a:latin typeface="微软雅黑" pitchFamily="34" charset="-122"/>
                <a:ea typeface="微软雅黑" pitchFamily="34" charset="-122"/>
              </a:rPr>
              <a:t>2024</a:t>
            </a:r>
            <a:endParaRPr lang="zh-CN" altLang="en-US" sz="12796" b="1" dirty="0">
              <a:solidFill>
                <a:srgbClr val="1557A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4889" y="3897317"/>
            <a:ext cx="8926667" cy="748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266" b="1" dirty="0" smtClean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BLAZOR </a:t>
            </a:r>
            <a:r>
              <a:rPr lang="zh-CN" altLang="en-US" sz="4266" b="1" dirty="0" smtClean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基礎培訓</a:t>
            </a:r>
            <a:endParaRPr lang="zh-CN" altLang="en-US" sz="4266" b="1" dirty="0">
              <a:solidFill>
                <a:srgbClr val="1557A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160706" y="5186908"/>
            <a:ext cx="2458751" cy="1241237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zh-CN" altLang="en-US" sz="1866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8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李振</a:t>
            </a:r>
            <a:r>
              <a: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66" dirty="0" smtClean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en-US" altLang="zh-CN" sz="1866" dirty="0" smtClean="0">
              <a:solidFill>
                <a:srgbClr val="1557A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2024-03-05</a:t>
            </a:r>
            <a:endParaRPr lang="zh-CN" altLang="en-US" sz="2800" dirty="0">
              <a:solidFill>
                <a:srgbClr val="1557A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333836" y="4833174"/>
            <a:ext cx="777786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8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u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7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70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200"/>
                            </p:stCondLst>
                            <p:childTnLst>
                              <p:par>
                                <p:cTn id="1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15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650"/>
                            </p:stCondLst>
                            <p:childTnLst>
                              <p:par>
                                <p:cTn id="1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7" grpId="0"/>
      <p:bldP spid="28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任意多边形 111"/>
          <p:cNvSpPr>
            <a:spLocks/>
          </p:cNvSpPr>
          <p:nvPr/>
        </p:nvSpPr>
        <p:spPr bwMode="auto">
          <a:xfrm rot="20300013">
            <a:off x="5292725" y="6192838"/>
            <a:ext cx="3878263" cy="630237"/>
          </a:xfrm>
          <a:custGeom>
            <a:avLst/>
            <a:gdLst>
              <a:gd name="T0" fmla="*/ 3877060 w 3877060"/>
              <a:gd name="T1" fmla="*/ 0 h 696658"/>
              <a:gd name="T2" fmla="*/ 3877060 w 3877060"/>
              <a:gd name="T3" fmla="*/ 696658 h 696658"/>
              <a:gd name="T4" fmla="*/ 1753615 w 3877060"/>
              <a:gd name="T5" fmla="*/ 696658 h 696658"/>
              <a:gd name="T6" fmla="*/ 0 w 3877060"/>
              <a:gd name="T7" fmla="*/ 0 h 696658"/>
              <a:gd name="T8" fmla="*/ 0 w 3877060"/>
              <a:gd name="T9" fmla="*/ 0 h 696658"/>
              <a:gd name="T10" fmla="*/ 3877060 w 3877060"/>
              <a:gd name="T11" fmla="*/ 696658 h 696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3877060" h="696658">
                <a:moveTo>
                  <a:pt x="3877060" y="0"/>
                </a:moveTo>
                <a:lnTo>
                  <a:pt x="3877060" y="696658"/>
                </a:lnTo>
                <a:lnTo>
                  <a:pt x="1753615" y="69665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15363" name="组合 112"/>
          <p:cNvGrpSpPr>
            <a:grpSpLocks/>
          </p:cNvGrpSpPr>
          <p:nvPr/>
        </p:nvGrpSpPr>
        <p:grpSpPr bwMode="auto">
          <a:xfrm>
            <a:off x="3270250" y="2667453"/>
            <a:ext cx="5768975" cy="1122363"/>
            <a:chOff x="0" y="0"/>
            <a:chExt cx="5770322" cy="1121542"/>
          </a:xfrm>
          <a:solidFill>
            <a:schemeClr val="bg1">
              <a:lumMod val="65000"/>
            </a:schemeClr>
          </a:solidFill>
        </p:grpSpPr>
        <p:sp>
          <p:nvSpPr>
            <p:cNvPr id="15364" name="任意多边形 113"/>
            <p:cNvSpPr>
              <a:spLocks/>
            </p:cNvSpPr>
            <p:nvPr/>
          </p:nvSpPr>
          <p:spPr bwMode="auto">
            <a:xfrm rot="21420000">
              <a:off x="0" y="9517"/>
              <a:ext cx="5434943" cy="1112025"/>
            </a:xfrm>
            <a:custGeom>
              <a:avLst/>
              <a:gdLst>
                <a:gd name="T0" fmla="*/ 5434943 w 5434943"/>
                <a:gd name="T1" fmla="*/ 0 h 1112025"/>
                <a:gd name="T2" fmla="*/ 2056877 w 5434943"/>
                <a:gd name="T3" fmla="*/ 1112025 h 1112025"/>
                <a:gd name="T4" fmla="*/ 0 w 5434943"/>
                <a:gd name="T5" fmla="*/ 1112025 h 1112025"/>
                <a:gd name="T6" fmla="*/ 0 w 5434943"/>
                <a:gd name="T7" fmla="*/ 754453 h 1112025"/>
                <a:gd name="T8" fmla="*/ 2291847 w 5434943"/>
                <a:gd name="T9" fmla="*/ 0 h 1112025"/>
                <a:gd name="T10" fmla="*/ 0 w 5434943"/>
                <a:gd name="T11" fmla="*/ 0 h 1112025"/>
                <a:gd name="T12" fmla="*/ 5434943 w 5434943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4943" h="1112025">
                  <a:moveTo>
                    <a:pt x="5434943" y="0"/>
                  </a:moveTo>
                  <a:lnTo>
                    <a:pt x="2056877" y="1112025"/>
                  </a:lnTo>
                  <a:lnTo>
                    <a:pt x="0" y="1112025"/>
                  </a:lnTo>
                  <a:lnTo>
                    <a:pt x="0" y="754453"/>
                  </a:lnTo>
                  <a:lnTo>
                    <a:pt x="22918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65" name="任意多边形 114"/>
            <p:cNvSpPr>
              <a:spLocks/>
            </p:cNvSpPr>
            <p:nvPr/>
          </p:nvSpPr>
          <p:spPr bwMode="auto">
            <a:xfrm rot="21420000">
              <a:off x="336822" y="0"/>
              <a:ext cx="5433500" cy="1112025"/>
            </a:xfrm>
            <a:custGeom>
              <a:avLst/>
              <a:gdLst>
                <a:gd name="T0" fmla="*/ 5433500 w 5433500"/>
                <a:gd name="T1" fmla="*/ 0 h 1112025"/>
                <a:gd name="T2" fmla="*/ 5433500 w 5433500"/>
                <a:gd name="T3" fmla="*/ 358047 h 1112025"/>
                <a:gd name="T4" fmla="*/ 3143096 w 5433500"/>
                <a:gd name="T5" fmla="*/ 1112025 h 1112025"/>
                <a:gd name="T6" fmla="*/ 0 w 5433500"/>
                <a:gd name="T7" fmla="*/ 1112025 h 1112025"/>
                <a:gd name="T8" fmla="*/ 3378066 w 5433500"/>
                <a:gd name="T9" fmla="*/ 0 h 1112025"/>
                <a:gd name="T10" fmla="*/ 0 w 5433500"/>
                <a:gd name="T11" fmla="*/ 0 h 1112025"/>
                <a:gd name="T12" fmla="*/ 5433500 w 5433500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3500" h="1112025">
                  <a:moveTo>
                    <a:pt x="5433500" y="0"/>
                  </a:moveTo>
                  <a:lnTo>
                    <a:pt x="5433500" y="358047"/>
                  </a:lnTo>
                  <a:lnTo>
                    <a:pt x="3143096" y="1112025"/>
                  </a:lnTo>
                  <a:lnTo>
                    <a:pt x="0" y="1112025"/>
                  </a:lnTo>
                  <a:lnTo>
                    <a:pt x="33780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5366" name="组合 115"/>
          <p:cNvGrpSpPr>
            <a:grpSpLocks/>
          </p:cNvGrpSpPr>
          <p:nvPr/>
        </p:nvGrpSpPr>
        <p:grpSpPr bwMode="auto">
          <a:xfrm>
            <a:off x="3328988" y="3743778"/>
            <a:ext cx="5770562" cy="1120775"/>
            <a:chOff x="0" y="0"/>
            <a:chExt cx="5770322" cy="1121542"/>
          </a:xfrm>
          <a:solidFill>
            <a:schemeClr val="bg1">
              <a:lumMod val="65000"/>
            </a:schemeClr>
          </a:solidFill>
        </p:grpSpPr>
        <p:sp>
          <p:nvSpPr>
            <p:cNvPr id="15367" name="任意多边形 116"/>
            <p:cNvSpPr>
              <a:spLocks/>
            </p:cNvSpPr>
            <p:nvPr/>
          </p:nvSpPr>
          <p:spPr bwMode="auto">
            <a:xfrm rot="21420000">
              <a:off x="0" y="9517"/>
              <a:ext cx="5434943" cy="1112025"/>
            </a:xfrm>
            <a:custGeom>
              <a:avLst/>
              <a:gdLst>
                <a:gd name="T0" fmla="*/ 5434943 w 5434943"/>
                <a:gd name="T1" fmla="*/ 0 h 1112025"/>
                <a:gd name="T2" fmla="*/ 2056877 w 5434943"/>
                <a:gd name="T3" fmla="*/ 1112025 h 1112025"/>
                <a:gd name="T4" fmla="*/ 0 w 5434943"/>
                <a:gd name="T5" fmla="*/ 1112025 h 1112025"/>
                <a:gd name="T6" fmla="*/ 0 w 5434943"/>
                <a:gd name="T7" fmla="*/ 754453 h 1112025"/>
                <a:gd name="T8" fmla="*/ 2291847 w 5434943"/>
                <a:gd name="T9" fmla="*/ 0 h 1112025"/>
                <a:gd name="T10" fmla="*/ 0 w 5434943"/>
                <a:gd name="T11" fmla="*/ 0 h 1112025"/>
                <a:gd name="T12" fmla="*/ 5434943 w 5434943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4943" h="1112025">
                  <a:moveTo>
                    <a:pt x="5434943" y="0"/>
                  </a:moveTo>
                  <a:lnTo>
                    <a:pt x="2056877" y="1112025"/>
                  </a:lnTo>
                  <a:lnTo>
                    <a:pt x="0" y="1112025"/>
                  </a:lnTo>
                  <a:lnTo>
                    <a:pt x="0" y="754453"/>
                  </a:lnTo>
                  <a:lnTo>
                    <a:pt x="22918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68" name="任意多边形 117"/>
            <p:cNvSpPr>
              <a:spLocks/>
            </p:cNvSpPr>
            <p:nvPr/>
          </p:nvSpPr>
          <p:spPr bwMode="auto">
            <a:xfrm rot="21420000">
              <a:off x="336822" y="0"/>
              <a:ext cx="5433500" cy="1112025"/>
            </a:xfrm>
            <a:custGeom>
              <a:avLst/>
              <a:gdLst>
                <a:gd name="T0" fmla="*/ 5433500 w 5433500"/>
                <a:gd name="T1" fmla="*/ 0 h 1112025"/>
                <a:gd name="T2" fmla="*/ 5433500 w 5433500"/>
                <a:gd name="T3" fmla="*/ 358047 h 1112025"/>
                <a:gd name="T4" fmla="*/ 3143096 w 5433500"/>
                <a:gd name="T5" fmla="*/ 1112025 h 1112025"/>
                <a:gd name="T6" fmla="*/ 0 w 5433500"/>
                <a:gd name="T7" fmla="*/ 1112025 h 1112025"/>
                <a:gd name="T8" fmla="*/ 3378066 w 5433500"/>
                <a:gd name="T9" fmla="*/ 0 h 1112025"/>
                <a:gd name="T10" fmla="*/ 0 w 5433500"/>
                <a:gd name="T11" fmla="*/ 0 h 1112025"/>
                <a:gd name="T12" fmla="*/ 5433500 w 5433500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3500" h="1112025">
                  <a:moveTo>
                    <a:pt x="5433500" y="0"/>
                  </a:moveTo>
                  <a:lnTo>
                    <a:pt x="5433500" y="358047"/>
                  </a:lnTo>
                  <a:lnTo>
                    <a:pt x="3143096" y="1112025"/>
                  </a:lnTo>
                  <a:lnTo>
                    <a:pt x="0" y="1112025"/>
                  </a:lnTo>
                  <a:lnTo>
                    <a:pt x="33780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5369" name="组合 118"/>
          <p:cNvGrpSpPr>
            <a:grpSpLocks/>
          </p:cNvGrpSpPr>
          <p:nvPr/>
        </p:nvGrpSpPr>
        <p:grpSpPr bwMode="auto">
          <a:xfrm>
            <a:off x="3378200" y="4804228"/>
            <a:ext cx="5770563" cy="1136650"/>
            <a:chOff x="0" y="0"/>
            <a:chExt cx="5770322" cy="1136374"/>
          </a:xfrm>
          <a:solidFill>
            <a:schemeClr val="bg1">
              <a:lumMod val="65000"/>
            </a:schemeClr>
          </a:solidFill>
        </p:grpSpPr>
        <p:sp>
          <p:nvSpPr>
            <p:cNvPr id="15370" name="任意多边形 119"/>
            <p:cNvSpPr>
              <a:spLocks/>
            </p:cNvSpPr>
            <p:nvPr/>
          </p:nvSpPr>
          <p:spPr bwMode="auto">
            <a:xfrm rot="21420000">
              <a:off x="0" y="0"/>
              <a:ext cx="5434943" cy="1112025"/>
            </a:xfrm>
            <a:custGeom>
              <a:avLst/>
              <a:gdLst>
                <a:gd name="T0" fmla="*/ 5434943 w 5434943"/>
                <a:gd name="T1" fmla="*/ 0 h 1112025"/>
                <a:gd name="T2" fmla="*/ 2056877 w 5434943"/>
                <a:gd name="T3" fmla="*/ 1112025 h 1112025"/>
                <a:gd name="T4" fmla="*/ 0 w 5434943"/>
                <a:gd name="T5" fmla="*/ 1112025 h 1112025"/>
                <a:gd name="T6" fmla="*/ 0 w 5434943"/>
                <a:gd name="T7" fmla="*/ 754453 h 1112025"/>
                <a:gd name="T8" fmla="*/ 2291847 w 5434943"/>
                <a:gd name="T9" fmla="*/ 0 h 1112025"/>
                <a:gd name="T10" fmla="*/ 0 w 5434943"/>
                <a:gd name="T11" fmla="*/ 0 h 1112025"/>
                <a:gd name="T12" fmla="*/ 5434943 w 5434943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4943" h="1112025">
                  <a:moveTo>
                    <a:pt x="5434943" y="0"/>
                  </a:moveTo>
                  <a:lnTo>
                    <a:pt x="2056877" y="1112025"/>
                  </a:lnTo>
                  <a:lnTo>
                    <a:pt x="0" y="1112025"/>
                  </a:lnTo>
                  <a:lnTo>
                    <a:pt x="0" y="754453"/>
                  </a:lnTo>
                  <a:lnTo>
                    <a:pt x="22918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1" name="任意多边形 120"/>
            <p:cNvSpPr>
              <a:spLocks/>
            </p:cNvSpPr>
            <p:nvPr/>
          </p:nvSpPr>
          <p:spPr bwMode="auto">
            <a:xfrm rot="21420000">
              <a:off x="336822" y="24349"/>
              <a:ext cx="5433500" cy="1112025"/>
            </a:xfrm>
            <a:custGeom>
              <a:avLst/>
              <a:gdLst>
                <a:gd name="T0" fmla="*/ 5433500 w 5433500"/>
                <a:gd name="T1" fmla="*/ 0 h 1112025"/>
                <a:gd name="T2" fmla="*/ 5433500 w 5433500"/>
                <a:gd name="T3" fmla="*/ 358047 h 1112025"/>
                <a:gd name="T4" fmla="*/ 3143096 w 5433500"/>
                <a:gd name="T5" fmla="*/ 1112025 h 1112025"/>
                <a:gd name="T6" fmla="*/ 0 w 5433500"/>
                <a:gd name="T7" fmla="*/ 1112025 h 1112025"/>
                <a:gd name="T8" fmla="*/ 3378066 w 5433500"/>
                <a:gd name="T9" fmla="*/ 0 h 1112025"/>
                <a:gd name="T10" fmla="*/ 0 w 5433500"/>
                <a:gd name="T11" fmla="*/ 0 h 1112025"/>
                <a:gd name="T12" fmla="*/ 5433500 w 5433500"/>
                <a:gd name="T13" fmla="*/ 1112025 h 1112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433500" h="1112025">
                  <a:moveTo>
                    <a:pt x="5433500" y="0"/>
                  </a:moveTo>
                  <a:lnTo>
                    <a:pt x="5433500" y="358047"/>
                  </a:lnTo>
                  <a:lnTo>
                    <a:pt x="3143096" y="1112025"/>
                  </a:lnTo>
                  <a:lnTo>
                    <a:pt x="0" y="1112025"/>
                  </a:lnTo>
                  <a:lnTo>
                    <a:pt x="33780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44038" name="组合 121"/>
          <p:cNvGrpSpPr>
            <a:grpSpLocks/>
          </p:cNvGrpSpPr>
          <p:nvPr/>
        </p:nvGrpSpPr>
        <p:grpSpPr bwMode="auto">
          <a:xfrm>
            <a:off x="8228013" y="0"/>
            <a:ext cx="1420812" cy="969963"/>
            <a:chOff x="-61334" y="0"/>
            <a:chExt cx="2763269" cy="1257300"/>
          </a:xfrm>
        </p:grpSpPr>
        <p:sp>
          <p:nvSpPr>
            <p:cNvPr id="15373" name="矩形 122"/>
            <p:cNvSpPr>
              <a:spLocks noChangeArrowheads="1"/>
            </p:cNvSpPr>
            <p:nvPr/>
          </p:nvSpPr>
          <p:spPr bwMode="auto">
            <a:xfrm>
              <a:off x="-61334" y="0"/>
              <a:ext cx="364319" cy="12573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5374" name="矩形 123"/>
            <p:cNvSpPr>
              <a:spLocks noChangeArrowheads="1"/>
            </p:cNvSpPr>
            <p:nvPr/>
          </p:nvSpPr>
          <p:spPr bwMode="auto">
            <a:xfrm>
              <a:off x="448095" y="0"/>
              <a:ext cx="577355" cy="12573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5375" name="矩形 124"/>
            <p:cNvSpPr>
              <a:spLocks noChangeArrowheads="1"/>
            </p:cNvSpPr>
            <p:nvPr/>
          </p:nvSpPr>
          <p:spPr bwMode="auto">
            <a:xfrm>
              <a:off x="1105723" y="0"/>
              <a:ext cx="682326" cy="12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5376" name="矩形 125"/>
            <p:cNvSpPr>
              <a:spLocks noChangeArrowheads="1"/>
            </p:cNvSpPr>
            <p:nvPr/>
          </p:nvSpPr>
          <p:spPr bwMode="auto">
            <a:xfrm>
              <a:off x="1868323" y="0"/>
              <a:ext cx="833612" cy="1257300"/>
            </a:xfrm>
            <a:prstGeom prst="rect">
              <a:avLst/>
            </a:prstGeom>
            <a:solidFill>
              <a:srgbClr val="1557AE"/>
            </a:solidFill>
            <a:ln w="12700" cmpd="sng">
              <a:solidFill>
                <a:srgbClr val="6C5B7B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  <p:grpSp>
        <p:nvGrpSpPr>
          <p:cNvPr id="44039" name="组合 126"/>
          <p:cNvGrpSpPr>
            <a:grpSpLocks/>
          </p:cNvGrpSpPr>
          <p:nvPr/>
        </p:nvGrpSpPr>
        <p:grpSpPr bwMode="auto">
          <a:xfrm flipH="1">
            <a:off x="2486025" y="0"/>
            <a:ext cx="1389063" cy="969963"/>
            <a:chOff x="0" y="0"/>
            <a:chExt cx="2701935" cy="1257300"/>
          </a:xfrm>
        </p:grpSpPr>
        <p:sp>
          <p:nvSpPr>
            <p:cNvPr id="15378" name="矩形 127"/>
            <p:cNvSpPr>
              <a:spLocks noChangeArrowheads="1"/>
            </p:cNvSpPr>
            <p:nvPr/>
          </p:nvSpPr>
          <p:spPr bwMode="auto">
            <a:xfrm>
              <a:off x="0" y="0"/>
              <a:ext cx="364375" cy="12573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5379" name="矩形 128"/>
            <p:cNvSpPr>
              <a:spLocks noChangeArrowheads="1"/>
            </p:cNvSpPr>
            <p:nvPr/>
          </p:nvSpPr>
          <p:spPr bwMode="auto">
            <a:xfrm>
              <a:off x="447750" y="0"/>
              <a:ext cx="577441" cy="12573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5380" name="矩形 129"/>
            <p:cNvSpPr>
              <a:spLocks noChangeArrowheads="1"/>
            </p:cNvSpPr>
            <p:nvPr/>
          </p:nvSpPr>
          <p:spPr bwMode="auto">
            <a:xfrm>
              <a:off x="1108566" y="0"/>
              <a:ext cx="679343" cy="12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5381" name="矩形 130"/>
            <p:cNvSpPr>
              <a:spLocks noChangeArrowheads="1"/>
            </p:cNvSpPr>
            <p:nvPr/>
          </p:nvSpPr>
          <p:spPr bwMode="auto">
            <a:xfrm>
              <a:off x="1868195" y="0"/>
              <a:ext cx="833740" cy="1257300"/>
            </a:xfrm>
            <a:prstGeom prst="rect">
              <a:avLst/>
            </a:prstGeom>
            <a:solidFill>
              <a:schemeClr val="accent1"/>
            </a:solidFill>
            <a:ln w="12700" cmpd="sng">
              <a:solidFill>
                <a:srgbClr val="6C5B7B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  <p:sp>
        <p:nvSpPr>
          <p:cNvPr id="15382" name="文本框 131"/>
          <p:cNvSpPr>
            <a:spLocks noChangeArrowheads="1"/>
          </p:cNvSpPr>
          <p:nvPr/>
        </p:nvSpPr>
        <p:spPr bwMode="auto">
          <a:xfrm>
            <a:off x="4197350" y="77788"/>
            <a:ext cx="37623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5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CON</a:t>
            </a:r>
            <a:r>
              <a:rPr lang="zh-CN" altLang="en-US" sz="5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T</a:t>
            </a:r>
            <a:r>
              <a:rPr lang="en-US" sz="5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ENTS</a:t>
            </a:r>
            <a:endParaRPr lang="zh-CN" altLang="en-US" sz="5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32150" y="2347913"/>
            <a:ext cx="5791200" cy="696912"/>
            <a:chOff x="3232150" y="2347913"/>
            <a:chExt cx="5791200" cy="696912"/>
          </a:xfrm>
        </p:grpSpPr>
        <p:sp>
          <p:nvSpPr>
            <p:cNvPr id="15383" name="矩形 132"/>
            <p:cNvSpPr>
              <a:spLocks noChangeArrowheads="1"/>
            </p:cNvSpPr>
            <p:nvPr/>
          </p:nvSpPr>
          <p:spPr bwMode="auto">
            <a:xfrm rot="21420000">
              <a:off x="3232150" y="2347913"/>
              <a:ext cx="5791200" cy="696912"/>
            </a:xfrm>
            <a:prstGeom prst="rect">
              <a:avLst/>
            </a:prstGeom>
            <a:solidFill>
              <a:srgbClr val="1557AE"/>
            </a:solidFill>
            <a:ln>
              <a:noFill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4045" name="矩形 136"/>
            <p:cNvSpPr>
              <a:spLocks noChangeArrowheads="1"/>
            </p:cNvSpPr>
            <p:nvPr/>
          </p:nvSpPr>
          <p:spPr bwMode="auto">
            <a:xfrm rot="21393103">
              <a:off x="5753538" y="2379197"/>
              <a:ext cx="23391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BLAZOR</a:t>
              </a:r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簡介</a:t>
              </a:r>
            </a:p>
          </p:txBody>
        </p:sp>
        <p:sp>
          <p:nvSpPr>
            <p:cNvPr id="44049" name="TextBox 1"/>
            <p:cNvSpPr txBox="1">
              <a:spLocks noChangeArrowheads="1"/>
            </p:cNvSpPr>
            <p:nvPr/>
          </p:nvSpPr>
          <p:spPr bwMode="auto">
            <a:xfrm rot="21365879">
              <a:off x="3714750" y="2482850"/>
              <a:ext cx="17018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chemeClr val="bg1"/>
                  </a:solidFill>
                </a:rPr>
                <a:t>PART  01</a:t>
              </a:r>
              <a:endParaRPr lang="zh-CN" altLang="en-US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87713" y="3416300"/>
            <a:ext cx="5791200" cy="696913"/>
            <a:chOff x="3287713" y="3416300"/>
            <a:chExt cx="5791200" cy="696913"/>
          </a:xfrm>
        </p:grpSpPr>
        <p:sp>
          <p:nvSpPr>
            <p:cNvPr id="15384" name="矩形 133"/>
            <p:cNvSpPr>
              <a:spLocks noChangeArrowheads="1"/>
            </p:cNvSpPr>
            <p:nvPr/>
          </p:nvSpPr>
          <p:spPr bwMode="auto">
            <a:xfrm rot="21420000">
              <a:off x="3287713" y="3416300"/>
              <a:ext cx="5791200" cy="696913"/>
            </a:xfrm>
            <a:prstGeom prst="rect">
              <a:avLst/>
            </a:prstGeom>
            <a:solidFill>
              <a:srgbClr val="1557AE"/>
            </a:solidFill>
            <a:ln>
              <a:noFill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4046" name="矩形 137"/>
            <p:cNvSpPr>
              <a:spLocks noChangeArrowheads="1"/>
            </p:cNvSpPr>
            <p:nvPr/>
          </p:nvSpPr>
          <p:spPr bwMode="auto">
            <a:xfrm rot="21418041">
              <a:off x="5669389" y="3451552"/>
              <a:ext cx="276139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在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.NET</a:t>
              </a:r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中的應用</a:t>
              </a:r>
              <a:endPara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050" name="TextBox 32"/>
            <p:cNvSpPr txBox="1">
              <a:spLocks noChangeArrowheads="1"/>
            </p:cNvSpPr>
            <p:nvPr/>
          </p:nvSpPr>
          <p:spPr bwMode="auto">
            <a:xfrm rot="21442336">
              <a:off x="3746500" y="3582988"/>
              <a:ext cx="17002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solidFill>
                    <a:schemeClr val="bg1"/>
                  </a:solidFill>
                </a:rPr>
                <a:t>PART  02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359129" y="4555681"/>
            <a:ext cx="5791200" cy="696913"/>
            <a:chOff x="3398838" y="5546725"/>
            <a:chExt cx="5791200" cy="696913"/>
          </a:xfrm>
        </p:grpSpPr>
        <p:sp>
          <p:nvSpPr>
            <p:cNvPr id="15386" name="矩形 135"/>
            <p:cNvSpPr>
              <a:spLocks noChangeArrowheads="1"/>
            </p:cNvSpPr>
            <p:nvPr/>
          </p:nvSpPr>
          <p:spPr bwMode="auto">
            <a:xfrm rot="21420000">
              <a:off x="3398838" y="5546725"/>
              <a:ext cx="5791200" cy="696913"/>
            </a:xfrm>
            <a:prstGeom prst="rect">
              <a:avLst/>
            </a:prstGeom>
            <a:solidFill>
              <a:srgbClr val="1557AE"/>
            </a:solidFill>
            <a:ln>
              <a:noFill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4048" name="矩形 139"/>
            <p:cNvSpPr>
              <a:spLocks noChangeArrowheads="1"/>
            </p:cNvSpPr>
            <p:nvPr/>
          </p:nvSpPr>
          <p:spPr bwMode="auto">
            <a:xfrm rot="21401977">
              <a:off x="5989991" y="5606593"/>
              <a:ext cx="194476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Demo</a:t>
              </a:r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演示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052" name="TextBox 34"/>
            <p:cNvSpPr txBox="1">
              <a:spLocks noChangeArrowheads="1"/>
            </p:cNvSpPr>
            <p:nvPr/>
          </p:nvSpPr>
          <p:spPr bwMode="auto">
            <a:xfrm rot="21442336">
              <a:off x="3928391" y="5680402"/>
              <a:ext cx="17015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solidFill>
                    <a:schemeClr val="bg1"/>
                  </a:solidFill>
                </a:rPr>
                <a:t>PART  </a:t>
              </a:r>
              <a:r>
                <a:rPr lang="en-US" altLang="zh-CN" sz="2800" dirty="0" smtClean="0">
                  <a:solidFill>
                    <a:schemeClr val="bg1"/>
                  </a:solidFill>
                </a:rPr>
                <a:t>03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0">
        <p:circle/>
      </p:transition>
    </mc:Choice>
    <mc:Fallback xmlns="">
      <p:transition spd="slow" advTm="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/>
      <p:bldP spid="153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框 2"/>
          <p:cNvSpPr>
            <a:spLocks noChangeArrowheads="1"/>
          </p:cNvSpPr>
          <p:nvPr/>
        </p:nvSpPr>
        <p:spPr bwMode="auto">
          <a:xfrm>
            <a:off x="5206774" y="877708"/>
            <a:ext cx="2630848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0" dirty="0" smtClean="0">
                <a:latin typeface="方正姚体" panose="02010601030101010101" pitchFamily="2" charset="-122"/>
                <a:ea typeface="方正姚体" panose="02010601030101010101" pitchFamily="2" charset="-122"/>
                <a:sym typeface="方正姚体" panose="02010601030101010101" pitchFamily="2" charset="-122"/>
              </a:rPr>
              <a:t>01</a:t>
            </a:r>
            <a:endParaRPr lang="zh-CN" altLang="en-US" sz="15000" dirty="0">
              <a:latin typeface="方正姚体" panose="02010601030101010101" pitchFamily="2" charset="-122"/>
              <a:ea typeface="方正姚体" panose="02010601030101010101" pitchFamily="2" charset="-122"/>
              <a:sym typeface="方正姚体" panose="02010601030101010101" pitchFamily="2" charset="-122"/>
            </a:endParaRPr>
          </a:p>
        </p:txBody>
      </p:sp>
      <p:sp>
        <p:nvSpPr>
          <p:cNvPr id="10" name="矩形 136"/>
          <p:cNvSpPr>
            <a:spLocks noChangeArrowheads="1"/>
          </p:cNvSpPr>
          <p:nvPr/>
        </p:nvSpPr>
        <p:spPr bwMode="auto">
          <a:xfrm>
            <a:off x="3639921" y="3392844"/>
            <a:ext cx="525823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6600" dirty="0" smtClean="0">
                <a:solidFill>
                  <a:srgbClr val="1557AE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BLAZOR</a:t>
            </a:r>
            <a:r>
              <a:rPr lang="zh-CN" altLang="en-US" sz="6600" dirty="0" smtClean="0">
                <a:solidFill>
                  <a:srgbClr val="1557AE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簡介</a:t>
            </a:r>
            <a:endParaRPr lang="zh-CN" altLang="en-US" sz="6600" dirty="0">
              <a:solidFill>
                <a:srgbClr val="1557AE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24375" y="4879975"/>
            <a:ext cx="793658" cy="353866"/>
          </a:xfrm>
          <a:prstGeom prst="rect">
            <a:avLst/>
          </a:prstGeom>
          <a:noFill/>
        </p:spPr>
        <p:txBody>
          <a:bodyPr wrap="non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zh-CN" altLang="en-US" sz="1700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概念</a:t>
            </a:r>
            <a:endParaRPr lang="en-US" altLang="zh-CN" sz="1700" dirty="0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07948" y="4813723"/>
            <a:ext cx="1229674" cy="353866"/>
          </a:xfrm>
          <a:prstGeom prst="rect">
            <a:avLst/>
          </a:prstGeom>
          <a:noFill/>
        </p:spPr>
        <p:txBody>
          <a:bodyPr wrap="non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zh-CN" altLang="en-US" sz="1700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核心技术</a:t>
            </a:r>
            <a:endParaRPr lang="en-US" altLang="zh-CN" sz="1700" dirty="0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4524354" y="5233841"/>
            <a:ext cx="925512" cy="353866"/>
          </a:xfrm>
          <a:prstGeom prst="rect">
            <a:avLst/>
          </a:prstGeom>
          <a:noFill/>
        </p:spPr>
        <p:txBody>
          <a:bodyPr wrap="squar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zh-CN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组件</a:t>
            </a:r>
            <a:endParaRPr lang="en-US" altLang="zh-CN" sz="1700" dirty="0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11"/>
          <p:cNvSpPr txBox="1"/>
          <p:nvPr/>
        </p:nvSpPr>
        <p:spPr>
          <a:xfrm>
            <a:off x="6607948" y="5233841"/>
            <a:ext cx="1447683" cy="353866"/>
          </a:xfrm>
          <a:prstGeom prst="rect">
            <a:avLst/>
          </a:prstGeom>
          <a:noFill/>
        </p:spPr>
        <p:txBody>
          <a:bodyPr wrap="non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zh-CN" altLang="en-US" sz="17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优</a:t>
            </a:r>
            <a:r>
              <a:rPr lang="zh-CN" altLang="en-US" sz="1700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势和特点</a:t>
            </a:r>
            <a:endParaRPr lang="en-US" altLang="zh-CN" sz="1700" dirty="0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3475038" y="4587875"/>
            <a:ext cx="511016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5065" name="组合 126"/>
          <p:cNvGrpSpPr>
            <a:grpSpLocks/>
          </p:cNvGrpSpPr>
          <p:nvPr/>
        </p:nvGrpSpPr>
        <p:grpSpPr bwMode="auto">
          <a:xfrm rot="10800000" flipH="1">
            <a:off x="3995692" y="992188"/>
            <a:ext cx="4238625" cy="2174875"/>
            <a:chOff x="-152726" y="0"/>
            <a:chExt cx="5865488" cy="1257300"/>
          </a:xfrm>
        </p:grpSpPr>
        <p:sp>
          <p:nvSpPr>
            <p:cNvPr id="21" name="矩形 127"/>
            <p:cNvSpPr>
              <a:spLocks noChangeArrowheads="1"/>
            </p:cNvSpPr>
            <p:nvPr/>
          </p:nvSpPr>
          <p:spPr bwMode="auto">
            <a:xfrm>
              <a:off x="-152726" y="918"/>
              <a:ext cx="364671" cy="12573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2" name="矩形 128"/>
            <p:cNvSpPr>
              <a:spLocks noChangeArrowheads="1"/>
            </p:cNvSpPr>
            <p:nvPr/>
          </p:nvSpPr>
          <p:spPr bwMode="auto">
            <a:xfrm>
              <a:off x="359131" y="918"/>
              <a:ext cx="579958" cy="12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3" name="矩形 129"/>
            <p:cNvSpPr>
              <a:spLocks noChangeArrowheads="1"/>
            </p:cNvSpPr>
            <p:nvPr/>
          </p:nvSpPr>
          <p:spPr bwMode="auto">
            <a:xfrm>
              <a:off x="1128015" y="0"/>
              <a:ext cx="681012" cy="1257300"/>
            </a:xfrm>
            <a:prstGeom prst="rect">
              <a:avLst/>
            </a:prstGeom>
            <a:solidFill>
              <a:srgbClr val="15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4" name="矩形 130"/>
            <p:cNvSpPr>
              <a:spLocks noChangeArrowheads="1"/>
            </p:cNvSpPr>
            <p:nvPr/>
          </p:nvSpPr>
          <p:spPr bwMode="auto">
            <a:xfrm>
              <a:off x="4877973" y="0"/>
              <a:ext cx="832591" cy="1257300"/>
            </a:xfrm>
            <a:prstGeom prst="rect">
              <a:avLst/>
            </a:prstGeom>
            <a:solidFill>
              <a:srgbClr val="1557AE"/>
            </a:solidFill>
            <a:ln w="12700" cmpd="sng">
              <a:solidFill>
                <a:srgbClr val="6C5B7B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Tm="0">
        <p15:prstTrans prst="origami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10" grpId="0"/>
      <p:bldP spid="12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41619" y="1806405"/>
            <a:ext cx="9334752" cy="3682399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9"/>
          <p:cNvSpPr>
            <a:spLocks noChangeArrowheads="1"/>
          </p:cNvSpPr>
          <p:nvPr/>
        </p:nvSpPr>
        <p:spPr bwMode="auto">
          <a:xfrm>
            <a:off x="2060740" y="2344017"/>
            <a:ext cx="8458974" cy="1251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ts val="2199"/>
              </a:lnSpc>
              <a:spcAft>
                <a:spcPts val="1200"/>
              </a:spcAft>
            </a:pPr>
            <a:r>
              <a:rPr lang="en-US" altLang="zh-CN" sz="2000" dirty="0" err="1">
                <a:solidFill>
                  <a:schemeClr val="accent3"/>
                </a:solidFill>
              </a:rPr>
              <a:t>Blazor</a:t>
            </a:r>
            <a:r>
              <a:rPr lang="zh-CN" altLang="en-US" sz="2000" dirty="0">
                <a:solidFill>
                  <a:schemeClr val="accent3"/>
                </a:solidFill>
              </a:rPr>
              <a:t>是一个使用 </a:t>
            </a:r>
            <a:r>
              <a:rPr lang="en-US" altLang="zh-CN" sz="2000" dirty="0">
                <a:solidFill>
                  <a:schemeClr val="accent3"/>
                </a:solidFill>
              </a:rPr>
              <a:t>.NET</a:t>
            </a:r>
            <a:r>
              <a:rPr lang="zh-CN" altLang="en-US" sz="2000" dirty="0" smtClean="0">
                <a:solidFill>
                  <a:schemeClr val="accent3"/>
                </a:solidFill>
              </a:rPr>
              <a:t>框架</a:t>
            </a:r>
            <a:r>
              <a:rPr lang="en-US" altLang="zh-CN" sz="2000" dirty="0" smtClean="0">
                <a:solidFill>
                  <a:schemeClr val="accent3"/>
                </a:solidFill>
              </a:rPr>
              <a:t>\C#</a:t>
            </a:r>
            <a:r>
              <a:rPr lang="zh-CN" altLang="en-US" sz="2000" dirty="0" smtClean="0">
                <a:solidFill>
                  <a:schemeClr val="accent3"/>
                </a:solidFill>
              </a:rPr>
              <a:t>语言</a:t>
            </a:r>
            <a:r>
              <a:rPr lang="en-US" altLang="zh-CN" sz="2000" dirty="0" smtClean="0">
                <a:solidFill>
                  <a:schemeClr val="accent3"/>
                </a:solidFill>
              </a:rPr>
              <a:t>\Razor</a:t>
            </a:r>
            <a:r>
              <a:rPr lang="zh-CN" altLang="en-US" sz="2000" dirty="0" smtClean="0">
                <a:solidFill>
                  <a:schemeClr val="accent3"/>
                </a:solidFill>
              </a:rPr>
              <a:t>组件构</a:t>
            </a:r>
            <a:r>
              <a:rPr lang="zh-CN" altLang="en-US" sz="2000" dirty="0">
                <a:solidFill>
                  <a:schemeClr val="accent3"/>
                </a:solidFill>
              </a:rPr>
              <a:t>建</a:t>
            </a:r>
            <a:r>
              <a:rPr lang="en-US" altLang="zh-CN" sz="2000" dirty="0">
                <a:solidFill>
                  <a:schemeClr val="accent3"/>
                </a:solidFill>
              </a:rPr>
              <a:t>Web</a:t>
            </a:r>
            <a:r>
              <a:rPr lang="zh-CN" altLang="en-US" sz="2000" dirty="0">
                <a:solidFill>
                  <a:schemeClr val="accent3"/>
                </a:solidFill>
              </a:rPr>
              <a:t>应用程序的</a:t>
            </a:r>
            <a:r>
              <a:rPr lang="en-US" altLang="zh-CN" sz="2000" dirty="0">
                <a:solidFill>
                  <a:schemeClr val="accent3"/>
                </a:solidFill>
              </a:rPr>
              <a:t>UI</a:t>
            </a:r>
            <a:r>
              <a:rPr lang="zh-CN" altLang="en-US" sz="2000" dirty="0">
                <a:solidFill>
                  <a:schemeClr val="accent3"/>
                </a:solidFill>
              </a:rPr>
              <a:t>框架，它可以用于构建单页应用（</a:t>
            </a:r>
            <a:r>
              <a:rPr lang="en-US" altLang="zh-CN" sz="2000" dirty="0">
                <a:solidFill>
                  <a:schemeClr val="accent3"/>
                </a:solidFill>
              </a:rPr>
              <a:t>SPA</a:t>
            </a:r>
            <a:r>
              <a:rPr lang="zh-CN" altLang="en-US" sz="2000" dirty="0">
                <a:solidFill>
                  <a:schemeClr val="accent3"/>
                </a:solidFill>
              </a:rPr>
              <a:t>）和 </a:t>
            </a:r>
            <a:r>
              <a:rPr lang="en-US" altLang="zh-CN" sz="2000" dirty="0">
                <a:solidFill>
                  <a:schemeClr val="accent3"/>
                </a:solidFill>
              </a:rPr>
              <a:t>Web</a:t>
            </a:r>
            <a:r>
              <a:rPr lang="zh-CN" altLang="en-US" sz="2000" dirty="0">
                <a:solidFill>
                  <a:schemeClr val="accent3"/>
                </a:solidFill>
              </a:rPr>
              <a:t>服务，它使用编译的</a:t>
            </a:r>
            <a:r>
              <a:rPr lang="en-US" altLang="zh-CN" sz="2000" dirty="0">
                <a:solidFill>
                  <a:schemeClr val="accent3"/>
                </a:solidFill>
              </a:rPr>
              <a:t>C#</a:t>
            </a:r>
            <a:r>
              <a:rPr lang="zh-CN" altLang="en-US" sz="2000" dirty="0">
                <a:solidFill>
                  <a:schemeClr val="accent3"/>
                </a:solidFill>
              </a:rPr>
              <a:t>来操纵</a:t>
            </a:r>
            <a:r>
              <a:rPr lang="en-US" altLang="zh-CN" sz="2000" dirty="0">
                <a:solidFill>
                  <a:schemeClr val="accent3"/>
                </a:solidFill>
              </a:rPr>
              <a:t>HTML DOM</a:t>
            </a:r>
            <a:r>
              <a:rPr lang="zh-CN" altLang="en-US" sz="2000" dirty="0">
                <a:solidFill>
                  <a:schemeClr val="accent3"/>
                </a:solidFill>
              </a:rPr>
              <a:t>来替代</a:t>
            </a:r>
            <a:r>
              <a:rPr lang="en-US" altLang="zh-CN" sz="2000" dirty="0">
                <a:solidFill>
                  <a:schemeClr val="accent3"/>
                </a:solidFill>
              </a:rPr>
              <a:t>JavaScript</a:t>
            </a:r>
            <a:r>
              <a:rPr lang="zh-CN" altLang="en-US" sz="2000" dirty="0" smtClean="0">
                <a:solidFill>
                  <a:schemeClr val="accent3"/>
                </a:solidFill>
              </a:rPr>
              <a:t>。</a:t>
            </a:r>
            <a:r>
              <a:rPr lang="zh-CN" altLang="en-US" sz="2000" dirty="0">
                <a:solidFill>
                  <a:schemeClr val="accent3"/>
                </a:solidFill>
              </a:rPr>
              <a:t>它采用</a:t>
            </a:r>
            <a:r>
              <a:rPr lang="zh-CN" altLang="en-US" sz="2000" dirty="0" smtClean="0">
                <a:solidFill>
                  <a:schemeClr val="accent3"/>
                </a:solidFill>
              </a:rPr>
              <a:t>了目前最新</a:t>
            </a:r>
            <a:r>
              <a:rPr lang="zh-CN" altLang="en-US" sz="2000" dirty="0">
                <a:solidFill>
                  <a:schemeClr val="accent3"/>
                </a:solidFill>
              </a:rPr>
              <a:t>的</a:t>
            </a:r>
            <a:r>
              <a:rPr lang="en-US" altLang="zh-CN" sz="2000" dirty="0">
                <a:solidFill>
                  <a:schemeClr val="accent3"/>
                </a:solidFill>
              </a:rPr>
              <a:t>Web</a:t>
            </a:r>
            <a:r>
              <a:rPr lang="zh-CN" altLang="en-US" sz="2000" dirty="0">
                <a:solidFill>
                  <a:schemeClr val="accent3"/>
                </a:solidFill>
              </a:rPr>
              <a:t>技术和</a:t>
            </a:r>
            <a:r>
              <a:rPr lang="en-US" altLang="zh-CN" sz="2000" dirty="0">
                <a:solidFill>
                  <a:schemeClr val="accent3"/>
                </a:solidFill>
              </a:rPr>
              <a:t>.NET</a:t>
            </a:r>
            <a:r>
              <a:rPr lang="zh-CN" altLang="en-US" sz="2000" dirty="0" smtClean="0">
                <a:solidFill>
                  <a:schemeClr val="accent3"/>
                </a:solidFill>
              </a:rPr>
              <a:t>框架，</a:t>
            </a:r>
            <a:r>
              <a:rPr lang="zh-CN" altLang="en-US" sz="2000" dirty="0">
                <a:solidFill>
                  <a:schemeClr val="accent3"/>
                </a:solidFill>
              </a:rPr>
              <a:t>可以使用</a:t>
            </a:r>
            <a:r>
              <a:rPr lang="en-US" altLang="zh-CN" sz="2000" dirty="0">
                <a:solidFill>
                  <a:schemeClr val="accent3"/>
                </a:solidFill>
              </a:rPr>
              <a:t>C# </a:t>
            </a:r>
            <a:r>
              <a:rPr lang="zh-CN" altLang="en-US" sz="2000" dirty="0" smtClean="0">
                <a:solidFill>
                  <a:schemeClr val="accent3"/>
                </a:solidFill>
              </a:rPr>
              <a:t>语</a:t>
            </a:r>
            <a:r>
              <a:rPr lang="zh-CN" altLang="en-US" sz="2000" dirty="0">
                <a:solidFill>
                  <a:schemeClr val="accent3"/>
                </a:solidFill>
              </a:rPr>
              <a:t>言编写</a:t>
            </a:r>
            <a:r>
              <a:rPr lang="en-US" altLang="zh-CN" sz="2000" dirty="0">
                <a:solidFill>
                  <a:schemeClr val="accent3"/>
                </a:solidFill>
              </a:rPr>
              <a:t>Web </a:t>
            </a:r>
            <a:r>
              <a:rPr lang="zh-CN" altLang="en-US" sz="2000" dirty="0">
                <a:solidFill>
                  <a:schemeClr val="accent3"/>
                </a:solidFill>
              </a:rPr>
              <a:t>应用</a:t>
            </a:r>
            <a:r>
              <a:rPr lang="zh-CN" altLang="en-US" sz="2000" dirty="0" smtClean="0">
                <a:solidFill>
                  <a:schemeClr val="accent3"/>
                </a:solidFill>
              </a:rPr>
              <a:t>程序。</a:t>
            </a:r>
            <a:endParaRPr lang="en-US" altLang="zh-CN" sz="2000" dirty="0">
              <a:solidFill>
                <a:schemeClr val="accent3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848634" y="549430"/>
            <a:ext cx="1756150" cy="1756150"/>
            <a:chOff x="4333987" y="2362200"/>
            <a:chExt cx="2905011" cy="2905012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  <a:effectLst>
            <a:outerShdw blurRad="177800" dist="889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6" name="任意多边形 15"/>
            <p:cNvSpPr/>
            <p:nvPr/>
          </p:nvSpPr>
          <p:spPr>
            <a:xfrm>
              <a:off x="4333987" y="2362200"/>
              <a:ext cx="2905011" cy="2905012"/>
            </a:xfrm>
            <a:custGeom>
              <a:avLst/>
              <a:gdLst>
                <a:gd name="connsiteX0" fmla="*/ 1452506 w 2905012"/>
                <a:gd name="connsiteY0" fmla="*/ 376181 h 2905012"/>
                <a:gd name="connsiteX1" fmla="*/ 376181 w 2905012"/>
                <a:gd name="connsiteY1" fmla="*/ 1452506 h 2905012"/>
                <a:gd name="connsiteX2" fmla="*/ 1452506 w 2905012"/>
                <a:gd name="connsiteY2" fmla="*/ 2528831 h 2905012"/>
                <a:gd name="connsiteX3" fmla="*/ 2528831 w 2905012"/>
                <a:gd name="connsiteY3" fmla="*/ 1452506 h 2905012"/>
                <a:gd name="connsiteX4" fmla="*/ 1452506 w 2905012"/>
                <a:gd name="connsiteY4" fmla="*/ 376181 h 2905012"/>
                <a:gd name="connsiteX5" fmla="*/ 1452506 w 2905012"/>
                <a:gd name="connsiteY5" fmla="*/ 0 h 2905012"/>
                <a:gd name="connsiteX6" fmla="*/ 1601017 w 2905012"/>
                <a:gd name="connsiteY6" fmla="*/ 7499 h 2905012"/>
                <a:gd name="connsiteX7" fmla="*/ 1643977 w 2905012"/>
                <a:gd name="connsiteY7" fmla="*/ 14056 h 2905012"/>
                <a:gd name="connsiteX8" fmla="*/ 1695533 w 2905012"/>
                <a:gd name="connsiteY8" fmla="*/ 284571 h 2905012"/>
                <a:gd name="connsiteX9" fmla="*/ 1769616 w 2905012"/>
                <a:gd name="connsiteY9" fmla="*/ 301003 h 2905012"/>
                <a:gd name="connsiteX10" fmla="*/ 1825934 w 2905012"/>
                <a:gd name="connsiteY10" fmla="*/ 319615 h 2905012"/>
                <a:gd name="connsiteX11" fmla="*/ 2006748 w 2905012"/>
                <a:gd name="connsiteY11" fmla="*/ 110068 h 2905012"/>
                <a:gd name="connsiteX12" fmla="*/ 2017887 w 2905012"/>
                <a:gd name="connsiteY12" fmla="*/ 114145 h 2905012"/>
                <a:gd name="connsiteX13" fmla="*/ 2264616 w 2905012"/>
                <a:gd name="connsiteY13" fmla="*/ 248065 h 2905012"/>
                <a:gd name="connsiteX14" fmla="*/ 2337523 w 2905012"/>
                <a:gd name="connsiteY14" fmla="*/ 302584 h 2905012"/>
                <a:gd name="connsiteX15" fmla="*/ 2247066 w 2905012"/>
                <a:gd name="connsiteY15" fmla="*/ 562199 h 2905012"/>
                <a:gd name="connsiteX16" fmla="*/ 2280217 w 2905012"/>
                <a:gd name="connsiteY16" fmla="*/ 591137 h 2905012"/>
                <a:gd name="connsiteX17" fmla="*/ 2343125 w 2905012"/>
                <a:gd name="connsiteY17" fmla="*/ 657838 h 2905012"/>
                <a:gd name="connsiteX18" fmla="*/ 2602428 w 2905012"/>
                <a:gd name="connsiteY18" fmla="*/ 567489 h 2905012"/>
                <a:gd name="connsiteX19" fmla="*/ 2656947 w 2905012"/>
                <a:gd name="connsiteY19" fmla="*/ 640396 h 2905012"/>
                <a:gd name="connsiteX20" fmla="*/ 2790867 w 2905012"/>
                <a:gd name="connsiteY20" fmla="*/ 887125 h 2905012"/>
                <a:gd name="connsiteX21" fmla="*/ 2794944 w 2905012"/>
                <a:gd name="connsiteY21" fmla="*/ 898265 h 2905012"/>
                <a:gd name="connsiteX22" fmla="*/ 2586495 w 2905012"/>
                <a:gd name="connsiteY22" fmla="*/ 1078131 h 2905012"/>
                <a:gd name="connsiteX23" fmla="*/ 2616181 w 2905012"/>
                <a:gd name="connsiteY23" fmla="*/ 1182468 h 2905012"/>
                <a:gd name="connsiteX24" fmla="*/ 2621126 w 2905012"/>
                <a:gd name="connsiteY24" fmla="*/ 1209611 h 2905012"/>
                <a:gd name="connsiteX25" fmla="*/ 2890957 w 2905012"/>
                <a:gd name="connsiteY25" fmla="*/ 1261036 h 2905012"/>
                <a:gd name="connsiteX26" fmla="*/ 2897513 w 2905012"/>
                <a:gd name="connsiteY26" fmla="*/ 1303996 h 2905012"/>
                <a:gd name="connsiteX27" fmla="*/ 2905012 w 2905012"/>
                <a:gd name="connsiteY27" fmla="*/ 1452506 h 2905012"/>
                <a:gd name="connsiteX28" fmla="*/ 2897513 w 2905012"/>
                <a:gd name="connsiteY28" fmla="*/ 1601016 h 2905012"/>
                <a:gd name="connsiteX29" fmla="*/ 2890957 w 2905012"/>
                <a:gd name="connsiteY29" fmla="*/ 1643977 h 2905012"/>
                <a:gd name="connsiteX30" fmla="*/ 2620440 w 2905012"/>
                <a:gd name="connsiteY30" fmla="*/ 1695533 h 2905012"/>
                <a:gd name="connsiteX31" fmla="*/ 2604008 w 2905012"/>
                <a:gd name="connsiteY31" fmla="*/ 1769614 h 2905012"/>
                <a:gd name="connsiteX32" fmla="*/ 2585396 w 2905012"/>
                <a:gd name="connsiteY32" fmla="*/ 1825933 h 2905012"/>
                <a:gd name="connsiteX33" fmla="*/ 2794944 w 2905012"/>
                <a:gd name="connsiteY33" fmla="*/ 2006748 h 2905012"/>
                <a:gd name="connsiteX34" fmla="*/ 2790867 w 2905012"/>
                <a:gd name="connsiteY34" fmla="*/ 2017887 h 2905012"/>
                <a:gd name="connsiteX35" fmla="*/ 2656947 w 2905012"/>
                <a:gd name="connsiteY35" fmla="*/ 2264616 h 2905012"/>
                <a:gd name="connsiteX36" fmla="*/ 2602428 w 2905012"/>
                <a:gd name="connsiteY36" fmla="*/ 2337523 h 2905012"/>
                <a:gd name="connsiteX37" fmla="*/ 2342811 w 2905012"/>
                <a:gd name="connsiteY37" fmla="*/ 2247065 h 2905012"/>
                <a:gd name="connsiteX38" fmla="*/ 2313875 w 2905012"/>
                <a:gd name="connsiteY38" fmla="*/ 2280215 h 2905012"/>
                <a:gd name="connsiteX39" fmla="*/ 2247174 w 2905012"/>
                <a:gd name="connsiteY39" fmla="*/ 2343123 h 2905012"/>
                <a:gd name="connsiteX40" fmla="*/ 2337523 w 2905012"/>
                <a:gd name="connsiteY40" fmla="*/ 2602428 h 2905012"/>
                <a:gd name="connsiteX41" fmla="*/ 2264616 w 2905012"/>
                <a:gd name="connsiteY41" fmla="*/ 2656947 h 2905012"/>
                <a:gd name="connsiteX42" fmla="*/ 2017887 w 2905012"/>
                <a:gd name="connsiteY42" fmla="*/ 2790867 h 2905012"/>
                <a:gd name="connsiteX43" fmla="*/ 2006748 w 2905012"/>
                <a:gd name="connsiteY43" fmla="*/ 2794944 h 2905012"/>
                <a:gd name="connsiteX44" fmla="*/ 1826880 w 2905012"/>
                <a:gd name="connsiteY44" fmla="*/ 2586493 h 2905012"/>
                <a:gd name="connsiteX45" fmla="*/ 1722544 w 2905012"/>
                <a:gd name="connsiteY45" fmla="*/ 2616179 h 2905012"/>
                <a:gd name="connsiteX46" fmla="*/ 1695403 w 2905012"/>
                <a:gd name="connsiteY46" fmla="*/ 2621123 h 2905012"/>
                <a:gd name="connsiteX47" fmla="*/ 1643977 w 2905012"/>
                <a:gd name="connsiteY47" fmla="*/ 2890957 h 2905012"/>
                <a:gd name="connsiteX48" fmla="*/ 1601017 w 2905012"/>
                <a:gd name="connsiteY48" fmla="*/ 2897513 h 2905012"/>
                <a:gd name="connsiteX49" fmla="*/ 1452506 w 2905012"/>
                <a:gd name="connsiteY49" fmla="*/ 2905012 h 2905012"/>
                <a:gd name="connsiteX50" fmla="*/ 1303996 w 2905012"/>
                <a:gd name="connsiteY50" fmla="*/ 2897513 h 2905012"/>
                <a:gd name="connsiteX51" fmla="*/ 1261036 w 2905012"/>
                <a:gd name="connsiteY51" fmla="*/ 2890957 h 2905012"/>
                <a:gd name="connsiteX52" fmla="*/ 1209479 w 2905012"/>
                <a:gd name="connsiteY52" fmla="*/ 2620437 h 2905012"/>
                <a:gd name="connsiteX53" fmla="*/ 1135396 w 2905012"/>
                <a:gd name="connsiteY53" fmla="*/ 2604005 h 2905012"/>
                <a:gd name="connsiteX54" fmla="*/ 1079081 w 2905012"/>
                <a:gd name="connsiteY54" fmla="*/ 2585394 h 2905012"/>
                <a:gd name="connsiteX55" fmla="*/ 898265 w 2905012"/>
                <a:gd name="connsiteY55" fmla="*/ 2794944 h 2905012"/>
                <a:gd name="connsiteX56" fmla="*/ 887125 w 2905012"/>
                <a:gd name="connsiteY56" fmla="*/ 2790867 h 2905012"/>
                <a:gd name="connsiteX57" fmla="*/ 640396 w 2905012"/>
                <a:gd name="connsiteY57" fmla="*/ 2656947 h 2905012"/>
                <a:gd name="connsiteX58" fmla="*/ 567489 w 2905012"/>
                <a:gd name="connsiteY58" fmla="*/ 2602428 h 2905012"/>
                <a:gd name="connsiteX59" fmla="*/ 657947 w 2905012"/>
                <a:gd name="connsiteY59" fmla="*/ 2342810 h 2905012"/>
                <a:gd name="connsiteX60" fmla="*/ 624796 w 2905012"/>
                <a:gd name="connsiteY60" fmla="*/ 2313872 h 2905012"/>
                <a:gd name="connsiteX61" fmla="*/ 561890 w 2905012"/>
                <a:gd name="connsiteY61" fmla="*/ 2247174 h 2905012"/>
                <a:gd name="connsiteX62" fmla="*/ 302584 w 2905012"/>
                <a:gd name="connsiteY62" fmla="*/ 2337523 h 2905012"/>
                <a:gd name="connsiteX63" fmla="*/ 248066 w 2905012"/>
                <a:gd name="connsiteY63" fmla="*/ 2264616 h 2905012"/>
                <a:gd name="connsiteX64" fmla="*/ 114145 w 2905012"/>
                <a:gd name="connsiteY64" fmla="*/ 2017887 h 2905012"/>
                <a:gd name="connsiteX65" fmla="*/ 110068 w 2905012"/>
                <a:gd name="connsiteY65" fmla="*/ 2006748 h 2905012"/>
                <a:gd name="connsiteX66" fmla="*/ 318519 w 2905012"/>
                <a:gd name="connsiteY66" fmla="*/ 1826880 h 2905012"/>
                <a:gd name="connsiteX67" fmla="*/ 288831 w 2905012"/>
                <a:gd name="connsiteY67" fmla="*/ 1722541 h 2905012"/>
                <a:gd name="connsiteX68" fmla="*/ 283887 w 2905012"/>
                <a:gd name="connsiteY68" fmla="*/ 1695402 h 2905012"/>
                <a:gd name="connsiteX69" fmla="*/ 14056 w 2905012"/>
                <a:gd name="connsiteY69" fmla="*/ 1643977 h 2905012"/>
                <a:gd name="connsiteX70" fmla="*/ 7499 w 2905012"/>
                <a:gd name="connsiteY70" fmla="*/ 1601016 h 2905012"/>
                <a:gd name="connsiteX71" fmla="*/ 0 w 2905012"/>
                <a:gd name="connsiteY71" fmla="*/ 1452506 h 2905012"/>
                <a:gd name="connsiteX72" fmla="*/ 7499 w 2905012"/>
                <a:gd name="connsiteY72" fmla="*/ 1303996 h 2905012"/>
                <a:gd name="connsiteX73" fmla="*/ 14056 w 2905012"/>
                <a:gd name="connsiteY73" fmla="*/ 1261036 h 2905012"/>
                <a:gd name="connsiteX74" fmla="*/ 284572 w 2905012"/>
                <a:gd name="connsiteY74" fmla="*/ 1209480 h 2905012"/>
                <a:gd name="connsiteX75" fmla="*/ 301005 w 2905012"/>
                <a:gd name="connsiteY75" fmla="*/ 1135394 h 2905012"/>
                <a:gd name="connsiteX76" fmla="*/ 319616 w 2905012"/>
                <a:gd name="connsiteY76" fmla="*/ 1079079 h 2905012"/>
                <a:gd name="connsiteX77" fmla="*/ 110068 w 2905012"/>
                <a:gd name="connsiteY77" fmla="*/ 898264 h 2905012"/>
                <a:gd name="connsiteX78" fmla="*/ 114145 w 2905012"/>
                <a:gd name="connsiteY78" fmla="*/ 887125 h 2905012"/>
                <a:gd name="connsiteX79" fmla="*/ 248066 w 2905012"/>
                <a:gd name="connsiteY79" fmla="*/ 640396 h 2905012"/>
                <a:gd name="connsiteX80" fmla="*/ 302584 w 2905012"/>
                <a:gd name="connsiteY80" fmla="*/ 567489 h 2905012"/>
                <a:gd name="connsiteX81" fmla="*/ 562199 w 2905012"/>
                <a:gd name="connsiteY81" fmla="*/ 657946 h 2905012"/>
                <a:gd name="connsiteX82" fmla="*/ 591138 w 2905012"/>
                <a:gd name="connsiteY82" fmla="*/ 624794 h 2905012"/>
                <a:gd name="connsiteX83" fmla="*/ 657838 w 2905012"/>
                <a:gd name="connsiteY83" fmla="*/ 561888 h 2905012"/>
                <a:gd name="connsiteX84" fmla="*/ 567489 w 2905012"/>
                <a:gd name="connsiteY84" fmla="*/ 302584 h 2905012"/>
                <a:gd name="connsiteX85" fmla="*/ 640396 w 2905012"/>
                <a:gd name="connsiteY85" fmla="*/ 248065 h 2905012"/>
                <a:gd name="connsiteX86" fmla="*/ 887125 w 2905012"/>
                <a:gd name="connsiteY86" fmla="*/ 114145 h 2905012"/>
                <a:gd name="connsiteX87" fmla="*/ 898265 w 2905012"/>
                <a:gd name="connsiteY87" fmla="*/ 110068 h 2905012"/>
                <a:gd name="connsiteX88" fmla="*/ 1078131 w 2905012"/>
                <a:gd name="connsiteY88" fmla="*/ 318516 h 2905012"/>
                <a:gd name="connsiteX89" fmla="*/ 1182469 w 2905012"/>
                <a:gd name="connsiteY89" fmla="*/ 288830 h 2905012"/>
                <a:gd name="connsiteX90" fmla="*/ 1209611 w 2905012"/>
                <a:gd name="connsiteY90" fmla="*/ 283886 h 2905012"/>
                <a:gd name="connsiteX91" fmla="*/ 1261036 w 2905012"/>
                <a:gd name="connsiteY91" fmla="*/ 14056 h 2905012"/>
                <a:gd name="connsiteX92" fmla="*/ 1303996 w 2905012"/>
                <a:gd name="connsiteY92" fmla="*/ 7499 h 2905012"/>
                <a:gd name="connsiteX93" fmla="*/ 1452506 w 2905012"/>
                <a:gd name="connsiteY93" fmla="*/ 0 h 290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905012" h="2905012">
                  <a:moveTo>
                    <a:pt x="1452506" y="376181"/>
                  </a:moveTo>
                  <a:cubicBezTo>
                    <a:pt x="858068" y="376181"/>
                    <a:pt x="376181" y="858068"/>
                    <a:pt x="376181" y="1452506"/>
                  </a:cubicBezTo>
                  <a:cubicBezTo>
                    <a:pt x="376181" y="2046944"/>
                    <a:pt x="858068" y="2528831"/>
                    <a:pt x="1452506" y="2528831"/>
                  </a:cubicBezTo>
                  <a:cubicBezTo>
                    <a:pt x="2046944" y="2528831"/>
                    <a:pt x="2528831" y="2046944"/>
                    <a:pt x="2528831" y="1452506"/>
                  </a:cubicBezTo>
                  <a:cubicBezTo>
                    <a:pt x="2528831" y="858068"/>
                    <a:pt x="2046944" y="376181"/>
                    <a:pt x="1452506" y="376181"/>
                  </a:cubicBezTo>
                  <a:close/>
                  <a:moveTo>
                    <a:pt x="1452506" y="0"/>
                  </a:moveTo>
                  <a:cubicBezTo>
                    <a:pt x="1502644" y="0"/>
                    <a:pt x="1552188" y="2540"/>
                    <a:pt x="1601017" y="7499"/>
                  </a:cubicBezTo>
                  <a:lnTo>
                    <a:pt x="1643977" y="14056"/>
                  </a:lnTo>
                  <a:lnTo>
                    <a:pt x="1695533" y="284571"/>
                  </a:lnTo>
                  <a:lnTo>
                    <a:pt x="1769616" y="301003"/>
                  </a:lnTo>
                  <a:lnTo>
                    <a:pt x="1825934" y="319615"/>
                  </a:lnTo>
                  <a:lnTo>
                    <a:pt x="2006748" y="110068"/>
                  </a:lnTo>
                  <a:lnTo>
                    <a:pt x="2017887" y="114145"/>
                  </a:lnTo>
                  <a:cubicBezTo>
                    <a:pt x="2104775" y="150896"/>
                    <a:pt x="2187342" y="195860"/>
                    <a:pt x="2264616" y="248065"/>
                  </a:cubicBezTo>
                  <a:lnTo>
                    <a:pt x="2337523" y="302584"/>
                  </a:lnTo>
                  <a:lnTo>
                    <a:pt x="2247066" y="562199"/>
                  </a:lnTo>
                  <a:lnTo>
                    <a:pt x="2280217" y="591137"/>
                  </a:lnTo>
                  <a:lnTo>
                    <a:pt x="2343125" y="657838"/>
                  </a:lnTo>
                  <a:lnTo>
                    <a:pt x="2602428" y="567489"/>
                  </a:lnTo>
                  <a:lnTo>
                    <a:pt x="2656947" y="640396"/>
                  </a:lnTo>
                  <a:cubicBezTo>
                    <a:pt x="2709152" y="717670"/>
                    <a:pt x="2754117" y="800238"/>
                    <a:pt x="2790867" y="887125"/>
                  </a:cubicBezTo>
                  <a:lnTo>
                    <a:pt x="2794944" y="898265"/>
                  </a:lnTo>
                  <a:lnTo>
                    <a:pt x="2586495" y="1078131"/>
                  </a:lnTo>
                  <a:lnTo>
                    <a:pt x="2616181" y="1182468"/>
                  </a:lnTo>
                  <a:lnTo>
                    <a:pt x="2621126" y="1209611"/>
                  </a:lnTo>
                  <a:lnTo>
                    <a:pt x="2890957" y="1261036"/>
                  </a:lnTo>
                  <a:lnTo>
                    <a:pt x="2897513" y="1303996"/>
                  </a:lnTo>
                  <a:cubicBezTo>
                    <a:pt x="2902472" y="1352825"/>
                    <a:pt x="2905012" y="1402369"/>
                    <a:pt x="2905012" y="1452506"/>
                  </a:cubicBezTo>
                  <a:cubicBezTo>
                    <a:pt x="2905012" y="1502643"/>
                    <a:pt x="2902472" y="1552187"/>
                    <a:pt x="2897513" y="1601016"/>
                  </a:cubicBezTo>
                  <a:lnTo>
                    <a:pt x="2890957" y="1643977"/>
                  </a:lnTo>
                  <a:lnTo>
                    <a:pt x="2620440" y="1695533"/>
                  </a:lnTo>
                  <a:lnTo>
                    <a:pt x="2604008" y="1769614"/>
                  </a:lnTo>
                  <a:lnTo>
                    <a:pt x="2585396" y="1825933"/>
                  </a:lnTo>
                  <a:lnTo>
                    <a:pt x="2794944" y="2006748"/>
                  </a:lnTo>
                  <a:lnTo>
                    <a:pt x="2790867" y="2017887"/>
                  </a:lnTo>
                  <a:cubicBezTo>
                    <a:pt x="2754117" y="2104775"/>
                    <a:pt x="2709152" y="2187342"/>
                    <a:pt x="2656947" y="2264616"/>
                  </a:cubicBezTo>
                  <a:lnTo>
                    <a:pt x="2602428" y="2337523"/>
                  </a:lnTo>
                  <a:lnTo>
                    <a:pt x="2342811" y="2247065"/>
                  </a:lnTo>
                  <a:lnTo>
                    <a:pt x="2313875" y="2280215"/>
                  </a:lnTo>
                  <a:lnTo>
                    <a:pt x="2247174" y="2343123"/>
                  </a:lnTo>
                  <a:lnTo>
                    <a:pt x="2337523" y="2602428"/>
                  </a:lnTo>
                  <a:lnTo>
                    <a:pt x="2264616" y="2656947"/>
                  </a:lnTo>
                  <a:cubicBezTo>
                    <a:pt x="2187342" y="2709152"/>
                    <a:pt x="2104775" y="2754117"/>
                    <a:pt x="2017887" y="2790867"/>
                  </a:cubicBezTo>
                  <a:lnTo>
                    <a:pt x="2006748" y="2794944"/>
                  </a:lnTo>
                  <a:lnTo>
                    <a:pt x="1826880" y="2586493"/>
                  </a:lnTo>
                  <a:lnTo>
                    <a:pt x="1722544" y="2616179"/>
                  </a:lnTo>
                  <a:lnTo>
                    <a:pt x="1695403" y="2621123"/>
                  </a:lnTo>
                  <a:lnTo>
                    <a:pt x="1643977" y="2890957"/>
                  </a:lnTo>
                  <a:lnTo>
                    <a:pt x="1601017" y="2897513"/>
                  </a:lnTo>
                  <a:cubicBezTo>
                    <a:pt x="1552188" y="2902472"/>
                    <a:pt x="1502644" y="2905012"/>
                    <a:pt x="1452506" y="2905012"/>
                  </a:cubicBezTo>
                  <a:cubicBezTo>
                    <a:pt x="1402369" y="2905012"/>
                    <a:pt x="1352825" y="2902472"/>
                    <a:pt x="1303996" y="2897513"/>
                  </a:cubicBezTo>
                  <a:lnTo>
                    <a:pt x="1261036" y="2890957"/>
                  </a:lnTo>
                  <a:lnTo>
                    <a:pt x="1209479" y="2620437"/>
                  </a:lnTo>
                  <a:lnTo>
                    <a:pt x="1135396" y="2604005"/>
                  </a:lnTo>
                  <a:lnTo>
                    <a:pt x="1079081" y="2585394"/>
                  </a:lnTo>
                  <a:lnTo>
                    <a:pt x="898265" y="2794944"/>
                  </a:lnTo>
                  <a:lnTo>
                    <a:pt x="887125" y="2790867"/>
                  </a:lnTo>
                  <a:cubicBezTo>
                    <a:pt x="800238" y="2754117"/>
                    <a:pt x="717670" y="2709152"/>
                    <a:pt x="640396" y="2656947"/>
                  </a:cubicBezTo>
                  <a:lnTo>
                    <a:pt x="567489" y="2602428"/>
                  </a:lnTo>
                  <a:lnTo>
                    <a:pt x="657947" y="2342810"/>
                  </a:lnTo>
                  <a:lnTo>
                    <a:pt x="624796" y="2313872"/>
                  </a:lnTo>
                  <a:lnTo>
                    <a:pt x="561890" y="2247174"/>
                  </a:lnTo>
                  <a:lnTo>
                    <a:pt x="302584" y="2337523"/>
                  </a:lnTo>
                  <a:lnTo>
                    <a:pt x="248066" y="2264616"/>
                  </a:lnTo>
                  <a:cubicBezTo>
                    <a:pt x="195860" y="2187342"/>
                    <a:pt x="150896" y="2104775"/>
                    <a:pt x="114145" y="2017887"/>
                  </a:cubicBezTo>
                  <a:lnTo>
                    <a:pt x="110068" y="2006748"/>
                  </a:lnTo>
                  <a:lnTo>
                    <a:pt x="318519" y="1826880"/>
                  </a:lnTo>
                  <a:lnTo>
                    <a:pt x="288831" y="1722541"/>
                  </a:lnTo>
                  <a:lnTo>
                    <a:pt x="283887" y="1695402"/>
                  </a:lnTo>
                  <a:lnTo>
                    <a:pt x="14056" y="1643977"/>
                  </a:lnTo>
                  <a:lnTo>
                    <a:pt x="7499" y="1601016"/>
                  </a:lnTo>
                  <a:cubicBezTo>
                    <a:pt x="2541" y="1552187"/>
                    <a:pt x="0" y="1502643"/>
                    <a:pt x="0" y="1452506"/>
                  </a:cubicBezTo>
                  <a:cubicBezTo>
                    <a:pt x="0" y="1402369"/>
                    <a:pt x="2541" y="1352825"/>
                    <a:pt x="7499" y="1303996"/>
                  </a:cubicBezTo>
                  <a:lnTo>
                    <a:pt x="14056" y="1261036"/>
                  </a:lnTo>
                  <a:lnTo>
                    <a:pt x="284572" y="1209480"/>
                  </a:lnTo>
                  <a:lnTo>
                    <a:pt x="301005" y="1135394"/>
                  </a:lnTo>
                  <a:lnTo>
                    <a:pt x="319616" y="1079079"/>
                  </a:lnTo>
                  <a:lnTo>
                    <a:pt x="110068" y="898264"/>
                  </a:lnTo>
                  <a:lnTo>
                    <a:pt x="114145" y="887125"/>
                  </a:lnTo>
                  <a:cubicBezTo>
                    <a:pt x="150896" y="800238"/>
                    <a:pt x="195860" y="717670"/>
                    <a:pt x="248066" y="640396"/>
                  </a:cubicBezTo>
                  <a:lnTo>
                    <a:pt x="302584" y="567489"/>
                  </a:lnTo>
                  <a:lnTo>
                    <a:pt x="562199" y="657946"/>
                  </a:lnTo>
                  <a:lnTo>
                    <a:pt x="591138" y="624794"/>
                  </a:lnTo>
                  <a:lnTo>
                    <a:pt x="657838" y="561888"/>
                  </a:lnTo>
                  <a:lnTo>
                    <a:pt x="567489" y="302584"/>
                  </a:lnTo>
                  <a:lnTo>
                    <a:pt x="640396" y="248065"/>
                  </a:lnTo>
                  <a:cubicBezTo>
                    <a:pt x="717670" y="195860"/>
                    <a:pt x="800238" y="150896"/>
                    <a:pt x="887125" y="114145"/>
                  </a:cubicBezTo>
                  <a:lnTo>
                    <a:pt x="898265" y="110068"/>
                  </a:lnTo>
                  <a:lnTo>
                    <a:pt x="1078131" y="318516"/>
                  </a:lnTo>
                  <a:lnTo>
                    <a:pt x="1182469" y="288830"/>
                  </a:lnTo>
                  <a:lnTo>
                    <a:pt x="1209611" y="283886"/>
                  </a:lnTo>
                  <a:lnTo>
                    <a:pt x="1261036" y="14056"/>
                  </a:lnTo>
                  <a:lnTo>
                    <a:pt x="1303996" y="7499"/>
                  </a:lnTo>
                  <a:cubicBezTo>
                    <a:pt x="1352825" y="2540"/>
                    <a:pt x="1402369" y="0"/>
                    <a:pt x="1452506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DE932F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4710168" y="2738381"/>
              <a:ext cx="2152649" cy="2152650"/>
            </a:xfrm>
            <a:prstGeom prst="ellipse">
              <a:avLst/>
            </a:prstGeom>
            <a:grpFill/>
            <a:ln w="1905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rgbClr val="EEEEEE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DE932F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4710169" y="2738382"/>
              <a:ext cx="2152650" cy="215264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DE932F"/>
                </a:solidFill>
              </a:endParaRPr>
            </a:p>
          </p:txBody>
        </p:sp>
      </p:grpSp>
      <p:sp>
        <p:nvSpPr>
          <p:cNvPr id="20" name="TextBox 7"/>
          <p:cNvSpPr>
            <a:spLocks noChangeArrowheads="1"/>
          </p:cNvSpPr>
          <p:nvPr/>
        </p:nvSpPr>
        <p:spPr bwMode="auto">
          <a:xfrm>
            <a:off x="1983366" y="1200566"/>
            <a:ext cx="1486687" cy="492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199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简介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11201753" y="5200057"/>
            <a:ext cx="719893" cy="719893"/>
            <a:chOff x="3724323" y="1908536"/>
            <a:chExt cx="1329153" cy="1329153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</p:grpSpPr>
        <p:sp>
          <p:nvSpPr>
            <p:cNvPr id="24" name="椭圆 23"/>
            <p:cNvSpPr/>
            <p:nvPr/>
          </p:nvSpPr>
          <p:spPr>
            <a:xfrm>
              <a:off x="3724323" y="1908536"/>
              <a:ext cx="1329153" cy="1329153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rgbClr val="0070C0"/>
              </a:solidFill>
            </a:ln>
            <a:effectLst>
              <a:outerShdw blurRad="2794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799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985786" y="5906261"/>
            <a:ext cx="359946" cy="359946"/>
            <a:chOff x="3724323" y="1908536"/>
            <a:chExt cx="1329153" cy="1329153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</p:grpSpPr>
        <p:sp>
          <p:nvSpPr>
            <p:cNvPr id="27" name="椭圆 26"/>
            <p:cNvSpPr/>
            <p:nvPr/>
          </p:nvSpPr>
          <p:spPr>
            <a:xfrm>
              <a:off x="3724323" y="1908536"/>
              <a:ext cx="1329153" cy="1329153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rgbClr val="0070C0"/>
              </a:solidFill>
            </a:ln>
            <a:effectLst>
              <a:outerShdw blurRad="2794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799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777386" y="5243317"/>
            <a:ext cx="946048" cy="946048"/>
            <a:chOff x="3724323" y="1908536"/>
            <a:chExt cx="1329153" cy="1329153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</p:grpSpPr>
        <p:sp>
          <p:nvSpPr>
            <p:cNvPr id="30" name="椭圆 29"/>
            <p:cNvSpPr/>
            <p:nvPr/>
          </p:nvSpPr>
          <p:spPr>
            <a:xfrm>
              <a:off x="3724323" y="1908536"/>
              <a:ext cx="1329153" cy="1329153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rgbClr val="0070C0"/>
              </a:solidFill>
            </a:ln>
            <a:effectLst>
              <a:outerShdw blurRad="2794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799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9911430" y="6293578"/>
            <a:ext cx="222130" cy="222130"/>
            <a:chOff x="3724323" y="1908536"/>
            <a:chExt cx="1329153" cy="1329153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</p:grpSpPr>
        <p:sp>
          <p:nvSpPr>
            <p:cNvPr id="33" name="椭圆 32"/>
            <p:cNvSpPr/>
            <p:nvPr/>
          </p:nvSpPr>
          <p:spPr>
            <a:xfrm>
              <a:off x="3724323" y="1908536"/>
              <a:ext cx="1329153" cy="1329153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rgbClr val="0070C0"/>
              </a:solidFill>
            </a:ln>
            <a:effectLst>
              <a:outerShdw blurRad="2794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799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0594556" y="4226720"/>
            <a:ext cx="719893" cy="719893"/>
            <a:chOff x="3724323" y="1908536"/>
            <a:chExt cx="1329153" cy="1329153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</p:grpSpPr>
        <p:sp>
          <p:nvSpPr>
            <p:cNvPr id="36" name="椭圆 35"/>
            <p:cNvSpPr/>
            <p:nvPr/>
          </p:nvSpPr>
          <p:spPr>
            <a:xfrm>
              <a:off x="3724323" y="1908536"/>
              <a:ext cx="1329153" cy="1329153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rgbClr val="0070C0"/>
              </a:solidFill>
            </a:ln>
            <a:effectLst>
              <a:outerShdw blurRad="2794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799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0926206" y="5040492"/>
            <a:ext cx="222130" cy="222130"/>
            <a:chOff x="3724323" y="1908536"/>
            <a:chExt cx="1329153" cy="1329153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</p:grpSpPr>
        <p:sp>
          <p:nvSpPr>
            <p:cNvPr id="39" name="椭圆 38"/>
            <p:cNvSpPr/>
            <p:nvPr/>
          </p:nvSpPr>
          <p:spPr>
            <a:xfrm>
              <a:off x="3724323" y="1908536"/>
              <a:ext cx="1329153" cy="1329153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rgbClr val="0070C0"/>
              </a:solidFill>
            </a:ln>
            <a:effectLst>
              <a:outerShdw blurRad="2794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799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3510893" y="7029355"/>
            <a:ext cx="876935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42" name="TextBox 9"/>
          <p:cNvSpPr>
            <a:spLocks noChangeArrowheads="1"/>
          </p:cNvSpPr>
          <p:nvPr/>
        </p:nvSpPr>
        <p:spPr bwMode="auto">
          <a:xfrm>
            <a:off x="2073016" y="3709125"/>
            <a:ext cx="8458974" cy="153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80" tIns="60940" rIns="121880" bIns="609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ts val="2199"/>
              </a:lnSpc>
              <a:spcAft>
                <a:spcPts val="1200"/>
              </a:spcAft>
            </a:pPr>
            <a:r>
              <a:rPr lang="en-US" altLang="zh-CN" sz="2000" dirty="0" err="1">
                <a:solidFill>
                  <a:schemeClr val="accent3"/>
                </a:solidFill>
              </a:rPr>
              <a:t>Blazor</a:t>
            </a:r>
            <a:r>
              <a:rPr lang="zh-CN" altLang="en-US" sz="2000" dirty="0">
                <a:solidFill>
                  <a:schemeClr val="accent3"/>
                </a:solidFill>
              </a:rPr>
              <a:t>的核心技术基于</a:t>
            </a:r>
            <a:r>
              <a:rPr lang="en-US" altLang="zh-CN" sz="2000" dirty="0" err="1">
                <a:solidFill>
                  <a:schemeClr val="accent3"/>
                </a:solidFill>
              </a:rPr>
              <a:t>WebAssembly</a:t>
            </a:r>
            <a:r>
              <a:rPr lang="zh-CN" altLang="en-US" sz="2000" dirty="0">
                <a:solidFill>
                  <a:schemeClr val="accent3"/>
                </a:solidFill>
              </a:rPr>
              <a:t>，它允许在浏览器中运行编译后的本地代码，从而使得</a:t>
            </a:r>
            <a:r>
              <a:rPr lang="en-US" altLang="zh-CN" sz="2000" dirty="0">
                <a:solidFill>
                  <a:schemeClr val="accent3"/>
                </a:solidFill>
              </a:rPr>
              <a:t>.NET</a:t>
            </a:r>
            <a:r>
              <a:rPr lang="zh-CN" altLang="en-US" sz="2000" dirty="0">
                <a:solidFill>
                  <a:schemeClr val="accent3"/>
                </a:solidFill>
              </a:rPr>
              <a:t>运行时可以在浏览器中运行。在</a:t>
            </a:r>
            <a:r>
              <a:rPr lang="en-US" altLang="zh-CN" sz="2000" dirty="0" err="1">
                <a:solidFill>
                  <a:schemeClr val="accent3"/>
                </a:solidFill>
              </a:rPr>
              <a:t>Blazor</a:t>
            </a:r>
            <a:r>
              <a:rPr lang="en-US" altLang="zh-CN" sz="2000" dirty="0">
                <a:solidFill>
                  <a:schemeClr val="accent3"/>
                </a:solidFill>
              </a:rPr>
              <a:t> </a:t>
            </a:r>
            <a:r>
              <a:rPr lang="zh-CN" altLang="en-US" sz="2000" dirty="0">
                <a:solidFill>
                  <a:schemeClr val="accent3"/>
                </a:solidFill>
              </a:rPr>
              <a:t>中，开发人员可以使用</a:t>
            </a:r>
            <a:r>
              <a:rPr lang="en-US" altLang="zh-CN" sz="2000" dirty="0">
                <a:solidFill>
                  <a:schemeClr val="accent3"/>
                </a:solidFill>
              </a:rPr>
              <a:t>Razor</a:t>
            </a:r>
            <a:r>
              <a:rPr lang="zh-CN" altLang="en-US" sz="2000" dirty="0">
                <a:solidFill>
                  <a:schemeClr val="accent3"/>
                </a:solidFill>
              </a:rPr>
              <a:t>模板语法或者</a:t>
            </a:r>
            <a:r>
              <a:rPr lang="en-US" altLang="zh-CN" sz="2000" dirty="0">
                <a:solidFill>
                  <a:schemeClr val="accent3"/>
                </a:solidFill>
              </a:rPr>
              <a:t>C#</a:t>
            </a:r>
            <a:r>
              <a:rPr lang="zh-CN" altLang="en-US" sz="2000" dirty="0">
                <a:solidFill>
                  <a:schemeClr val="accent3"/>
                </a:solidFill>
              </a:rPr>
              <a:t>语言来编写</a:t>
            </a:r>
            <a:r>
              <a:rPr lang="en-US" altLang="zh-CN" sz="2000" dirty="0">
                <a:solidFill>
                  <a:schemeClr val="accent3"/>
                </a:solidFill>
              </a:rPr>
              <a:t>Web</a:t>
            </a:r>
            <a:r>
              <a:rPr lang="zh-CN" altLang="en-US" sz="2000" dirty="0">
                <a:solidFill>
                  <a:schemeClr val="accent3"/>
                </a:solidFill>
              </a:rPr>
              <a:t>应用程序的逻辑和界面代码。</a:t>
            </a:r>
            <a:r>
              <a:rPr lang="en-US" altLang="zh-CN" sz="2000" dirty="0" err="1">
                <a:solidFill>
                  <a:schemeClr val="accent3"/>
                </a:solidFill>
              </a:rPr>
              <a:t>Blazor</a:t>
            </a:r>
            <a:r>
              <a:rPr lang="en-US" altLang="zh-CN" sz="2000" dirty="0">
                <a:solidFill>
                  <a:schemeClr val="accent3"/>
                </a:solidFill>
              </a:rPr>
              <a:t> </a:t>
            </a:r>
            <a:r>
              <a:rPr lang="zh-CN" altLang="en-US" sz="2000" dirty="0">
                <a:solidFill>
                  <a:schemeClr val="accent3"/>
                </a:solidFill>
              </a:rPr>
              <a:t>应用程序可以直接在浏览器中运行，也可以作为服务端应用程序在服务器端运行，并通过 </a:t>
            </a:r>
            <a:r>
              <a:rPr lang="en-US" altLang="zh-CN" sz="2000" dirty="0" err="1">
                <a:solidFill>
                  <a:schemeClr val="accent3"/>
                </a:solidFill>
              </a:rPr>
              <a:t>SignalR</a:t>
            </a:r>
            <a:r>
              <a:rPr lang="en-US" altLang="zh-CN" sz="2000" dirty="0">
                <a:solidFill>
                  <a:schemeClr val="accent3"/>
                </a:solidFill>
              </a:rPr>
              <a:t> </a:t>
            </a:r>
            <a:r>
              <a:rPr lang="zh-CN" altLang="en-US" sz="2000" dirty="0">
                <a:solidFill>
                  <a:schemeClr val="accent3"/>
                </a:solidFill>
              </a:rPr>
              <a:t>实时通信</a:t>
            </a:r>
            <a:r>
              <a:rPr lang="zh-CN" altLang="en-US" sz="2000" dirty="0"/>
              <a:t>。</a:t>
            </a:r>
            <a:endParaRPr lang="en-US" altLang="zh-CN" sz="2000" dirty="0">
              <a:solidFill>
                <a:schemeClr val="accent3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357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14:prism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75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5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20" grpId="0"/>
      <p:bldP spid="41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138"/>
          <p:cNvSpPr txBox="1">
            <a:spLocks noChangeArrowheads="1"/>
          </p:cNvSpPr>
          <p:nvPr/>
        </p:nvSpPr>
        <p:spPr bwMode="auto">
          <a:xfrm>
            <a:off x="11329988" y="6858000"/>
            <a:ext cx="8620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2" tIns="60956" rIns="121912" bIns="6095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20000"/>
              </a:lnSpc>
              <a:buFontTx/>
              <a:buNone/>
            </a:pPr>
            <a:r>
              <a:rPr lang="zh-CN" altLang="en-US" sz="160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延时付</a:t>
            </a:r>
          </a:p>
        </p:txBody>
      </p:sp>
      <p:grpSp>
        <p:nvGrpSpPr>
          <p:cNvPr id="25" name="组合 1"/>
          <p:cNvGrpSpPr>
            <a:grpSpLocks/>
          </p:cNvGrpSpPr>
          <p:nvPr/>
        </p:nvGrpSpPr>
        <p:grpSpPr bwMode="auto">
          <a:xfrm>
            <a:off x="5768975" y="1639888"/>
            <a:ext cx="585788" cy="534987"/>
            <a:chOff x="1664461" y="2235200"/>
            <a:chExt cx="585415" cy="536007"/>
          </a:xfrm>
        </p:grpSpPr>
        <p:sp>
          <p:nvSpPr>
            <p:cNvPr id="26" name="椭圆 2"/>
            <p:cNvSpPr/>
            <p:nvPr/>
          </p:nvSpPr>
          <p:spPr>
            <a:xfrm>
              <a:off x="1677153" y="2235200"/>
              <a:ext cx="533060" cy="532826"/>
            </a:xfrm>
            <a:prstGeom prst="ellipse">
              <a:avLst/>
            </a:prstGeom>
            <a:solidFill>
              <a:srgbClr val="015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dirty="0">
                <a:solidFill>
                  <a:srgbClr val="2A2A2A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3"/>
            <p:cNvSpPr>
              <a:spLocks noChangeArrowheads="1"/>
            </p:cNvSpPr>
            <p:nvPr/>
          </p:nvSpPr>
          <p:spPr bwMode="auto">
            <a:xfrm>
              <a:off x="1664461" y="2247987"/>
              <a:ext cx="58541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ctr" hangingPunct="1">
                <a:buFontTx/>
                <a:buNone/>
              </a:pPr>
              <a:r>
                <a:rPr lang="en-US" altLang="zh-CN" sz="2800" dirty="0">
                  <a:solidFill>
                    <a:srgbClr val="F2F2F2"/>
                  </a:solidFill>
                  <a:cs typeface="Arial" panose="020B0604020202020204" pitchFamily="34" charset="0"/>
                </a:rPr>
                <a:t>01</a:t>
              </a:r>
              <a:endParaRPr lang="zh-CN" altLang="en-US" sz="2800" dirty="0">
                <a:solidFill>
                  <a:srgbClr val="F2F2F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4"/>
          <p:cNvGrpSpPr>
            <a:grpSpLocks/>
          </p:cNvGrpSpPr>
          <p:nvPr/>
        </p:nvGrpSpPr>
        <p:grpSpPr bwMode="auto">
          <a:xfrm>
            <a:off x="11063288" y="1638300"/>
            <a:ext cx="533400" cy="533400"/>
            <a:chOff x="6424677" y="2206329"/>
            <a:chExt cx="533400" cy="533400"/>
          </a:xfrm>
        </p:grpSpPr>
        <p:sp>
          <p:nvSpPr>
            <p:cNvPr id="35" name="椭圆 5"/>
            <p:cNvSpPr/>
            <p:nvPr/>
          </p:nvSpPr>
          <p:spPr>
            <a:xfrm>
              <a:off x="6424677" y="2206329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ctr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矩形 6"/>
            <p:cNvSpPr>
              <a:spLocks noChangeArrowheads="1"/>
            </p:cNvSpPr>
            <p:nvPr/>
          </p:nvSpPr>
          <p:spPr bwMode="auto">
            <a:xfrm>
              <a:off x="6440885" y="2206329"/>
              <a:ext cx="517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ctr" hangingPunct="1">
                <a:lnSpc>
                  <a:spcPct val="120000"/>
                </a:lnSpc>
                <a:buFontTx/>
                <a:buNone/>
              </a:pPr>
              <a:r>
                <a:rPr lang="en-US" altLang="zh-CN" sz="2000" dirty="0">
                  <a:solidFill>
                    <a:srgbClr val="FFFFFF"/>
                  </a:solidFill>
                  <a:cs typeface="Arial" panose="020B0604020202020204" pitchFamily="34" charset="0"/>
                </a:rPr>
                <a:t>02</a:t>
              </a:r>
              <a:endParaRPr lang="zh-CN" altLang="en-US" sz="2000" dirty="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 rot="16200000" flipH="1">
            <a:off x="3536157" y="456406"/>
            <a:ext cx="533400" cy="290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6" rIns="91435" bIns="4571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2410741" y="1662674"/>
            <a:ext cx="2842298" cy="83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2400" b="1" dirty="0" err="1"/>
              <a:t>Blazor</a:t>
            </a:r>
            <a:r>
              <a:rPr lang="en-US" altLang="zh-CN" sz="2400" b="1" dirty="0"/>
              <a:t> Server App</a:t>
            </a:r>
          </a:p>
          <a:p>
            <a:pPr algn="r" eaLnBrk="1" hangingPunct="1">
              <a:buFontTx/>
              <a:buNone/>
            </a:pPr>
            <a:endParaRPr lang="en-US" altLang="zh-CN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47"/>
          <p:cNvSpPr>
            <a:spLocks noChangeArrowheads="1"/>
          </p:cNvSpPr>
          <p:nvPr/>
        </p:nvSpPr>
        <p:spPr bwMode="auto">
          <a:xfrm>
            <a:off x="1733549" y="5540099"/>
            <a:ext cx="3846513" cy="117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3"/>
                </a:solidFill>
              </a:rPr>
              <a:t>UI/DOM </a:t>
            </a:r>
            <a:r>
              <a:rPr lang="zh-CN" altLang="en-US" sz="1200" b="1" dirty="0">
                <a:solidFill>
                  <a:schemeClr val="accent3"/>
                </a:solidFill>
              </a:rPr>
              <a:t>更改通过 </a:t>
            </a:r>
            <a:r>
              <a:rPr lang="en-US" altLang="zh-CN" sz="1200" b="1" dirty="0" err="1">
                <a:solidFill>
                  <a:schemeClr val="accent3"/>
                </a:solidFill>
              </a:rPr>
              <a:t>SignalR</a:t>
            </a:r>
            <a:r>
              <a:rPr lang="en-US" altLang="zh-CN" sz="1200" b="1" dirty="0">
                <a:solidFill>
                  <a:schemeClr val="accent3"/>
                </a:solidFill>
              </a:rPr>
              <a:t> </a:t>
            </a:r>
            <a:r>
              <a:rPr lang="zh-CN" altLang="en-US" sz="1200" b="1" dirty="0">
                <a:solidFill>
                  <a:schemeClr val="accent3"/>
                </a:solidFill>
              </a:rPr>
              <a:t>连接回传给客户端。这种双向 </a:t>
            </a:r>
            <a:r>
              <a:rPr lang="en-US" altLang="zh-CN" sz="1200" b="1" dirty="0" err="1">
                <a:solidFill>
                  <a:schemeClr val="accent3"/>
                </a:solidFill>
              </a:rPr>
              <a:t>SignalR</a:t>
            </a:r>
            <a:r>
              <a:rPr lang="en-US" altLang="zh-CN" sz="1200" b="1" dirty="0">
                <a:solidFill>
                  <a:schemeClr val="accent3"/>
                </a:solidFill>
              </a:rPr>
              <a:t> </a:t>
            </a:r>
            <a:r>
              <a:rPr lang="zh-CN" altLang="en-US" sz="1200" b="1" dirty="0">
                <a:solidFill>
                  <a:schemeClr val="accent3"/>
                </a:solidFill>
              </a:rPr>
              <a:t>连接是在用户第一次从浏览器中加载应用程序时建立的。 由于 </a:t>
            </a:r>
            <a:r>
              <a:rPr lang="en-US" altLang="zh-CN" sz="1200" b="1" dirty="0">
                <a:solidFill>
                  <a:schemeClr val="accent3"/>
                </a:solidFill>
              </a:rPr>
              <a:t>.NET </a:t>
            </a:r>
            <a:r>
              <a:rPr lang="zh-CN" altLang="en-US" sz="1200" b="1" dirty="0">
                <a:solidFill>
                  <a:schemeClr val="accent3"/>
                </a:solidFill>
              </a:rPr>
              <a:t>代码已经在服务器上运行，因此您无需为前端创建 </a:t>
            </a:r>
            <a:r>
              <a:rPr lang="en-US" altLang="zh-CN" sz="1200" b="1" dirty="0">
                <a:solidFill>
                  <a:schemeClr val="accent3"/>
                </a:solidFill>
              </a:rPr>
              <a:t>API</a:t>
            </a:r>
            <a:r>
              <a:rPr lang="zh-CN" altLang="en-US" sz="1200" b="1" dirty="0">
                <a:solidFill>
                  <a:schemeClr val="accent3"/>
                </a:solidFill>
              </a:rPr>
              <a:t>。您可以直接访问服务、数据库等</a:t>
            </a:r>
            <a:endParaRPr lang="zh-CN" altLang="en-US" sz="1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矩形 47"/>
          <p:cNvSpPr>
            <a:spLocks noChangeArrowheads="1"/>
          </p:cNvSpPr>
          <p:nvPr/>
        </p:nvSpPr>
        <p:spPr bwMode="auto">
          <a:xfrm>
            <a:off x="7047179" y="5418912"/>
            <a:ext cx="3824019" cy="1421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1200" b="1" dirty="0">
                <a:solidFill>
                  <a:schemeClr val="accent3"/>
                </a:solidFill>
              </a:rPr>
              <a:t>在这种托管模型中，第一次请求时，会将应用程序的 </a:t>
            </a:r>
            <a:r>
              <a:rPr lang="en-US" altLang="zh-CN" sz="1200" b="1" dirty="0">
                <a:solidFill>
                  <a:schemeClr val="accent3"/>
                </a:solidFill>
              </a:rPr>
              <a:t>DLL </a:t>
            </a:r>
            <a:r>
              <a:rPr lang="zh-CN" altLang="en-US" sz="1200" b="1" dirty="0">
                <a:solidFill>
                  <a:schemeClr val="accent3"/>
                </a:solidFill>
              </a:rPr>
              <a:t>及其所有依赖项和小尺寸的 </a:t>
            </a:r>
            <a:r>
              <a:rPr lang="en-US" altLang="zh-CN" sz="1200" b="1" dirty="0">
                <a:solidFill>
                  <a:schemeClr val="accent3"/>
                </a:solidFill>
              </a:rPr>
              <a:t>Mono .NET </a:t>
            </a:r>
            <a:r>
              <a:rPr lang="zh-CN" altLang="en-US" sz="1200" b="1" dirty="0">
                <a:solidFill>
                  <a:schemeClr val="accent3"/>
                </a:solidFill>
              </a:rPr>
              <a:t>运行时下载到客户端。然后，客户端中的 </a:t>
            </a:r>
            <a:r>
              <a:rPr lang="en-US" altLang="zh-CN" sz="1200" b="1" dirty="0">
                <a:solidFill>
                  <a:schemeClr val="accent3"/>
                </a:solidFill>
              </a:rPr>
              <a:t>Mono </a:t>
            </a:r>
            <a:r>
              <a:rPr lang="zh-CN" altLang="en-US" sz="1200" b="1" dirty="0">
                <a:solidFill>
                  <a:schemeClr val="accent3"/>
                </a:solidFill>
              </a:rPr>
              <a:t>运行时就会加载并执行应用程序代码。</a:t>
            </a:r>
            <a:r>
              <a:rPr lang="en-US" altLang="zh-CN" sz="1200" b="1" dirty="0" err="1" smtClean="0">
                <a:solidFill>
                  <a:schemeClr val="accent3"/>
                </a:solidFill>
              </a:rPr>
              <a:t>Blazor</a:t>
            </a:r>
            <a:r>
              <a:rPr lang="en-US" altLang="zh-CN" sz="1200" b="1" dirty="0">
                <a:solidFill>
                  <a:schemeClr val="accent3"/>
                </a:solidFill>
              </a:rPr>
              <a:t> </a:t>
            </a:r>
            <a:r>
              <a:rPr lang="en-US" altLang="zh-CN" sz="1200" b="1" dirty="0" err="1" smtClean="0">
                <a:solidFill>
                  <a:schemeClr val="accent3"/>
                </a:solidFill>
              </a:rPr>
              <a:t>WebAssembly</a:t>
            </a:r>
            <a:r>
              <a:rPr lang="en-US" altLang="zh-CN" sz="1200" b="1" dirty="0" smtClean="0">
                <a:solidFill>
                  <a:schemeClr val="accent3"/>
                </a:solidFill>
              </a:rPr>
              <a:t> </a:t>
            </a:r>
            <a:r>
              <a:rPr lang="zh-CN" altLang="en-US" sz="1200" b="1" dirty="0">
                <a:solidFill>
                  <a:schemeClr val="accent3"/>
                </a:solidFill>
              </a:rPr>
              <a:t>程序可以用 </a:t>
            </a:r>
            <a:r>
              <a:rPr lang="en-US" altLang="zh-CN" sz="1200" b="1" dirty="0">
                <a:solidFill>
                  <a:schemeClr val="accent3"/>
                </a:solidFill>
              </a:rPr>
              <a:t>C</a:t>
            </a:r>
            <a:r>
              <a:rPr lang="zh-CN" altLang="en-US" sz="1200" b="1" dirty="0">
                <a:solidFill>
                  <a:schemeClr val="accent3"/>
                </a:solidFill>
              </a:rPr>
              <a:t>、</a:t>
            </a:r>
            <a:r>
              <a:rPr lang="en-US" altLang="zh-CN" sz="1200" b="1" dirty="0">
                <a:solidFill>
                  <a:schemeClr val="accent3"/>
                </a:solidFill>
              </a:rPr>
              <a:t>C# </a:t>
            </a:r>
            <a:r>
              <a:rPr lang="zh-CN" altLang="en-US" sz="1200" b="1" dirty="0">
                <a:solidFill>
                  <a:schemeClr val="accent3"/>
                </a:solidFill>
              </a:rPr>
              <a:t>等其他语言编写，然后编译成 </a:t>
            </a:r>
            <a:r>
              <a:rPr lang="en-US" altLang="zh-CN" sz="1200" b="1" dirty="0" err="1">
                <a:solidFill>
                  <a:schemeClr val="accent3"/>
                </a:solidFill>
              </a:rPr>
              <a:t>WebAssembly</a:t>
            </a:r>
            <a:r>
              <a:rPr lang="en-US" altLang="zh-CN" sz="1200" b="1" dirty="0">
                <a:solidFill>
                  <a:schemeClr val="accent3"/>
                </a:solidFill>
              </a:rPr>
              <a:t> </a:t>
            </a:r>
            <a:r>
              <a:rPr lang="zh-CN" altLang="en-US" sz="1200" b="1" dirty="0">
                <a:solidFill>
                  <a:schemeClr val="accent3"/>
                </a:solidFill>
              </a:rPr>
              <a:t>字节码</a:t>
            </a:r>
            <a:r>
              <a:rPr lang="zh-CN" altLang="en-US" sz="1200" b="1" dirty="0" smtClean="0">
                <a:solidFill>
                  <a:schemeClr val="accent3"/>
                </a:solidFill>
              </a:rPr>
              <a:t>。</a:t>
            </a:r>
            <a:endParaRPr lang="zh-CN" altLang="en-US" sz="1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 rot="16200000" flipH="1">
            <a:off x="8702181" y="128504"/>
            <a:ext cx="533400" cy="35529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6" rIns="91435" bIns="4571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7232073" y="1638302"/>
            <a:ext cx="4460851" cy="83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 err="1"/>
              <a:t>Blazor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WebAssembly</a:t>
            </a:r>
            <a:r>
              <a:rPr lang="en-US" altLang="zh-CN" sz="2400" b="1" dirty="0"/>
              <a:t> </a:t>
            </a:r>
          </a:p>
          <a:p>
            <a:pPr eaLnBrk="1" hangingPunct="1">
              <a:buFontTx/>
              <a:buNone/>
            </a:pPr>
            <a:endParaRPr lang="en-US" altLang="zh-CN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584" y="2312749"/>
            <a:ext cx="4471394" cy="3039507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235" y="2312749"/>
            <a:ext cx="4387273" cy="3042711"/>
          </a:xfrm>
          <a:prstGeom prst="rect">
            <a:avLst/>
          </a:prstGeom>
        </p:spPr>
      </p:pic>
      <p:sp>
        <p:nvSpPr>
          <p:cNvPr id="18" name="TextBox 88"/>
          <p:cNvSpPr txBox="1"/>
          <p:nvPr/>
        </p:nvSpPr>
        <p:spPr>
          <a:xfrm>
            <a:off x="1903413" y="561975"/>
            <a:ext cx="2228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託管模式</a:t>
            </a:r>
          </a:p>
        </p:txBody>
      </p:sp>
    </p:spTree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7" grpId="0" animBg="1"/>
      <p:bldP spid="38" grpId="0"/>
      <p:bldP spid="39" grpId="0"/>
      <p:bldP spid="42" grpId="0"/>
      <p:bldP spid="43" grpId="0" animBg="1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42981" y="1276717"/>
            <a:ext cx="6359525" cy="14430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74407" y="1063731"/>
            <a:ext cx="4685216" cy="46355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概念</a:t>
            </a:r>
          </a:p>
        </p:txBody>
      </p:sp>
      <p:sp>
        <p:nvSpPr>
          <p:cNvPr id="5" name="六边形 4"/>
          <p:cNvSpPr/>
          <p:nvPr/>
        </p:nvSpPr>
        <p:spPr>
          <a:xfrm>
            <a:off x="457609" y="2863932"/>
            <a:ext cx="1586689" cy="1368152"/>
          </a:xfrm>
          <a:prstGeom prst="hexagon">
            <a:avLst/>
          </a:prstGeom>
          <a:solidFill>
            <a:schemeClr val="accent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3199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组件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1701556" y="1927592"/>
            <a:ext cx="1241425" cy="936625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2044456" y="3548429"/>
            <a:ext cx="898525" cy="0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701556" y="4232642"/>
            <a:ext cx="1241425" cy="935037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158881" y="1567229"/>
            <a:ext cx="6046788" cy="6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51" tIns="45725" rIns="91451" bIns="4572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1600" dirty="0">
                <a:solidFill>
                  <a:schemeClr val="accent1"/>
                </a:solidFill>
              </a:rPr>
              <a:t> </a:t>
            </a:r>
            <a:r>
              <a:rPr lang="en-US" altLang="zh-CN" sz="1600" dirty="0" err="1">
                <a:solidFill>
                  <a:schemeClr val="accent1"/>
                </a:solidFill>
              </a:rPr>
              <a:t>Blazor</a:t>
            </a:r>
            <a:r>
              <a:rPr lang="en-US" altLang="zh-CN" sz="1600" dirty="0">
                <a:solidFill>
                  <a:schemeClr val="accent1"/>
                </a:solidFill>
              </a:rPr>
              <a:t> </a:t>
            </a:r>
            <a:r>
              <a:rPr lang="zh-CN" altLang="en-US" sz="1600" dirty="0">
                <a:solidFill>
                  <a:schemeClr val="accent1"/>
                </a:solidFill>
              </a:rPr>
              <a:t>组件是一个包含 </a:t>
            </a:r>
            <a:r>
              <a:rPr lang="en-US" altLang="zh-CN" sz="1600" dirty="0">
                <a:solidFill>
                  <a:schemeClr val="accent1"/>
                </a:solidFill>
              </a:rPr>
              <a:t>HTML </a:t>
            </a:r>
            <a:r>
              <a:rPr lang="zh-CN" altLang="en-US" sz="1600" dirty="0">
                <a:solidFill>
                  <a:schemeClr val="accent1"/>
                </a:solidFill>
              </a:rPr>
              <a:t>和 </a:t>
            </a:r>
            <a:r>
              <a:rPr lang="en-US" altLang="zh-CN" sz="1600" dirty="0">
                <a:solidFill>
                  <a:schemeClr val="accent1"/>
                </a:solidFill>
              </a:rPr>
              <a:t>C# </a:t>
            </a:r>
            <a:r>
              <a:rPr lang="zh-CN" altLang="en-US" sz="1600" dirty="0">
                <a:solidFill>
                  <a:schemeClr val="accent1"/>
                </a:solidFill>
              </a:rPr>
              <a:t>代码的 </a:t>
            </a:r>
            <a:r>
              <a:rPr lang="en-US" altLang="zh-CN" sz="1600" dirty="0">
                <a:solidFill>
                  <a:schemeClr val="accent1"/>
                </a:solidFill>
              </a:rPr>
              <a:t>.razor </a:t>
            </a:r>
            <a:r>
              <a:rPr lang="zh-CN" altLang="en-US" sz="1600" dirty="0">
                <a:solidFill>
                  <a:schemeClr val="accent1"/>
                </a:solidFill>
              </a:rPr>
              <a:t>文件，可以定义参数、事件、方法等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42981" y="3227592"/>
            <a:ext cx="6359525" cy="14430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dirty="0" smtClean="0">
                <a:solidFill>
                  <a:schemeClr val="accent1"/>
                </a:solidFill>
              </a:rPr>
              <a:t>    @page </a:t>
            </a:r>
            <a:r>
              <a:rPr lang="zh-CN" altLang="en-US" dirty="0" smtClean="0">
                <a:solidFill>
                  <a:schemeClr val="accent1"/>
                </a:solidFill>
              </a:rPr>
              <a:t>指令定义了组件对应的路由地址</a:t>
            </a:r>
            <a:endParaRPr lang="en-US" altLang="zh-CN" dirty="0" smtClean="0">
              <a:solidFill>
                <a:schemeClr val="accent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dirty="0" smtClean="0">
                <a:solidFill>
                  <a:schemeClr val="accent1"/>
                </a:solidFill>
              </a:rPr>
              <a:t>    @code </a:t>
            </a:r>
            <a:r>
              <a:rPr lang="zh-CN" altLang="en-US" dirty="0" smtClean="0">
                <a:solidFill>
                  <a:schemeClr val="accent1"/>
                </a:solidFill>
              </a:rPr>
              <a:t>块定义了组件的 </a:t>
            </a:r>
            <a:r>
              <a:rPr lang="en-US" altLang="zh-CN" dirty="0" smtClean="0">
                <a:solidFill>
                  <a:schemeClr val="accent1"/>
                </a:solidFill>
              </a:rPr>
              <a:t>C# </a:t>
            </a:r>
            <a:r>
              <a:rPr lang="zh-CN" altLang="en-US" dirty="0" smtClean="0">
                <a:solidFill>
                  <a:schemeClr val="accent1"/>
                </a:solidFill>
              </a:rPr>
              <a:t>代码 </a:t>
            </a:r>
            <a:endParaRPr lang="en-US" altLang="zh-CN" dirty="0" smtClean="0">
              <a:solidFill>
                <a:schemeClr val="accent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dirty="0" smtClean="0">
                <a:solidFill>
                  <a:schemeClr val="accent1"/>
                </a:solidFill>
              </a:rPr>
              <a:t>    @</a:t>
            </a:r>
            <a:r>
              <a:rPr lang="en-US" altLang="zh-CN" dirty="0">
                <a:solidFill>
                  <a:schemeClr val="accent1"/>
                </a:solidFill>
              </a:rPr>
              <a:t>bind </a:t>
            </a:r>
            <a:r>
              <a:rPr lang="zh-CN" altLang="en-US" dirty="0">
                <a:solidFill>
                  <a:schemeClr val="accent1"/>
                </a:solidFill>
              </a:rPr>
              <a:t>或 </a:t>
            </a:r>
            <a:r>
              <a:rPr lang="en-US" altLang="zh-CN" dirty="0">
                <a:solidFill>
                  <a:schemeClr val="accent1"/>
                </a:solidFill>
              </a:rPr>
              <a:t>@bind-&lt;</a:t>
            </a:r>
            <a:r>
              <a:rPr lang="en-US" altLang="zh-CN" dirty="0" err="1">
                <a:solidFill>
                  <a:schemeClr val="accent1"/>
                </a:solidFill>
              </a:rPr>
              <a:t>PropertyName</a:t>
            </a:r>
            <a:r>
              <a:rPr lang="en-US" altLang="zh-CN" dirty="0">
                <a:solidFill>
                  <a:schemeClr val="accent1"/>
                </a:solidFill>
              </a:rPr>
              <a:t>&gt; </a:t>
            </a:r>
            <a:r>
              <a:rPr lang="zh-CN" altLang="en-US" dirty="0">
                <a:solidFill>
                  <a:schemeClr val="accent1"/>
                </a:solidFill>
              </a:rPr>
              <a:t>属性来实现双向数据绑</a:t>
            </a:r>
            <a:r>
              <a:rPr lang="zh-CN" altLang="en-US" dirty="0" smtClean="0">
                <a:solidFill>
                  <a:schemeClr val="accent1"/>
                </a:solidFill>
              </a:rPr>
              <a:t>定</a:t>
            </a:r>
            <a:endParaRPr lang="en-US" altLang="zh-CN" dirty="0" smtClean="0">
              <a:solidFill>
                <a:schemeClr val="accent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 smtClean="0">
                <a:solidFill>
                  <a:schemeClr val="accent1"/>
                </a:solidFill>
              </a:rPr>
              <a:t>   @inject </a:t>
            </a:r>
            <a:r>
              <a:rPr lang="zh-CN" altLang="en-US" dirty="0" smtClean="0">
                <a:solidFill>
                  <a:schemeClr val="accent1"/>
                </a:solidFill>
              </a:rPr>
              <a:t>依賴注入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74407" y="2863931"/>
            <a:ext cx="4685216" cy="46355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基本語法</a:t>
            </a:r>
            <a:endParaRPr lang="zh-CN" altLang="en-US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42981" y="4877167"/>
            <a:ext cx="6359525" cy="14430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774407" y="4664132"/>
            <a:ext cx="4685216" cy="46355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常用表單控件</a:t>
            </a:r>
            <a:endParaRPr lang="zh-CN" altLang="en-US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3158881" y="5167679"/>
            <a:ext cx="6046788" cy="732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51" tIns="45725" rIns="91451" bIns="4572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z="1600" dirty="0" err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InputText</a:t>
            </a:r>
            <a:r>
              <a:rPr lang="en-US" altLang="zh-CN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 err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InputTextArea</a:t>
            </a:r>
            <a:r>
              <a:rPr lang="en-US" altLang="zh-CN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1600" dirty="0" err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InputSelect</a:t>
            </a:r>
            <a:r>
              <a:rPr lang="en-US" altLang="zh-CN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1600" dirty="0" err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InputFile</a:t>
            </a:r>
            <a:r>
              <a:rPr lang="en-US" altLang="zh-CN" sz="1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 err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InputCheckbox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88"/>
          <p:cNvSpPr txBox="1"/>
          <p:nvPr/>
        </p:nvSpPr>
        <p:spPr>
          <a:xfrm>
            <a:off x="1873035" y="559167"/>
            <a:ext cx="1424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400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組件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406" y="2675427"/>
            <a:ext cx="2544046" cy="2611662"/>
          </a:xfrm>
          <a:prstGeom prst="rect">
            <a:avLst/>
          </a:prstGeom>
        </p:spPr>
      </p:pic>
      <p:sp>
        <p:nvSpPr>
          <p:cNvPr id="22" name="向下箭號 21"/>
          <p:cNvSpPr/>
          <p:nvPr/>
        </p:nvSpPr>
        <p:spPr bwMode="auto">
          <a:xfrm>
            <a:off x="2674249" y="5598685"/>
            <a:ext cx="484632" cy="32744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slow" advClick="0" advTm="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32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3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4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5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420"/>
                            </p:stCondLst>
                            <p:childTnLst>
                              <p:par>
                                <p:cTn id="3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920"/>
                            </p:stCondLst>
                            <p:childTnLst>
                              <p:par>
                                <p:cTn id="4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420"/>
                            </p:stCondLst>
                            <p:childTnLst>
                              <p:par>
                                <p:cTn id="4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920"/>
                            </p:stCondLst>
                            <p:childTnLst>
                              <p:par>
                                <p:cTn id="5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42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59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0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1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2" dur="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  <p:bldP spid="10" grpId="1"/>
      <p:bldP spid="11" grpId="0" animBg="1"/>
      <p:bldP spid="14" grpId="0" animBg="1"/>
      <p:bldP spid="16" grpId="0"/>
      <p:bldP spid="1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4"/>
          <p:cNvSpPr/>
          <p:nvPr/>
        </p:nvSpPr>
        <p:spPr>
          <a:xfrm>
            <a:off x="7055949" y="1186849"/>
            <a:ext cx="1117600" cy="1055688"/>
          </a:xfrm>
          <a:prstGeom prst="ellipse">
            <a:avLst/>
          </a:prstGeom>
          <a:solidFill>
            <a:schemeClr val="accent2"/>
          </a:solidFill>
          <a:ln w="63500">
            <a:noFill/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867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缺點</a:t>
            </a:r>
            <a:endParaRPr lang="en-US" sz="1867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Oval 5"/>
          <p:cNvSpPr/>
          <p:nvPr/>
        </p:nvSpPr>
        <p:spPr>
          <a:xfrm>
            <a:off x="4460264" y="1186849"/>
            <a:ext cx="1117600" cy="1055688"/>
          </a:xfrm>
          <a:prstGeom prst="ellipse">
            <a:avLst/>
          </a:prstGeom>
          <a:solidFill>
            <a:schemeClr val="accent1"/>
          </a:solidFill>
          <a:ln w="63500">
            <a:noFill/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867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優點</a:t>
            </a:r>
            <a:endParaRPr lang="en-US" sz="1867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88"/>
          <p:cNvSpPr txBox="1"/>
          <p:nvPr/>
        </p:nvSpPr>
        <p:spPr>
          <a:xfrm>
            <a:off x="1903413" y="561975"/>
            <a:ext cx="2369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400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優勢劣勢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5718" y="2371123"/>
            <a:ext cx="5372100" cy="1419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dirty="0" err="1">
                <a:solidFill>
                  <a:schemeClr val="accent1"/>
                </a:solidFill>
              </a:rPr>
              <a:t>Blazor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可以让开发者使用统一的 </a:t>
            </a:r>
            <a:r>
              <a:rPr lang="en-US" altLang="zh-CN" dirty="0">
                <a:solidFill>
                  <a:schemeClr val="accent1"/>
                </a:solidFill>
              </a:rPr>
              <a:t>.NET </a:t>
            </a:r>
            <a:r>
              <a:rPr lang="zh-CN" altLang="en-US" dirty="0">
                <a:solidFill>
                  <a:schemeClr val="accent1"/>
                </a:solidFill>
              </a:rPr>
              <a:t>技术栈开发客户端 </a:t>
            </a:r>
            <a:r>
              <a:rPr lang="en-US" altLang="zh-CN" dirty="0">
                <a:solidFill>
                  <a:schemeClr val="accent1"/>
                </a:solidFill>
              </a:rPr>
              <a:t>Web </a:t>
            </a:r>
            <a:r>
              <a:rPr lang="zh-CN" altLang="en-US" dirty="0">
                <a:solidFill>
                  <a:schemeClr val="accent1"/>
                </a:solidFill>
              </a:rPr>
              <a:t>应用程序 ，无需学习 </a:t>
            </a:r>
            <a:r>
              <a:rPr lang="en-US" altLang="zh-CN" dirty="0">
                <a:solidFill>
                  <a:schemeClr val="accent1"/>
                </a:solidFill>
              </a:rPr>
              <a:t>JavaScript </a:t>
            </a:r>
            <a:r>
              <a:rPr lang="zh-CN" altLang="en-US" dirty="0">
                <a:solidFill>
                  <a:schemeClr val="accent1"/>
                </a:solidFill>
              </a:rPr>
              <a:t>和其他前端框架</a:t>
            </a:r>
            <a:r>
              <a:rPr lang="zh-CN" altLang="en-US" dirty="0" smtClean="0">
                <a:solidFill>
                  <a:schemeClr val="accent1"/>
                </a:solidFill>
              </a:rPr>
              <a:t>。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cxnSp>
        <p:nvCxnSpPr>
          <p:cNvPr id="30" name="直接连接符 150"/>
          <p:cNvCxnSpPr/>
          <p:nvPr/>
        </p:nvCxnSpPr>
        <p:spPr>
          <a:xfrm flipH="1">
            <a:off x="6312877" y="1651733"/>
            <a:ext cx="8059" cy="4757859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715718" y="3919372"/>
            <a:ext cx="5372100" cy="10756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dirty="0" err="1">
                <a:solidFill>
                  <a:schemeClr val="accent1"/>
                </a:solidFill>
              </a:rPr>
              <a:t>Blazor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可以让开发者利用 </a:t>
            </a:r>
            <a:r>
              <a:rPr lang="en-US" altLang="zh-CN" dirty="0">
                <a:solidFill>
                  <a:schemeClr val="accent1"/>
                </a:solidFill>
              </a:rPr>
              <a:t>C# </a:t>
            </a:r>
            <a:r>
              <a:rPr lang="zh-CN" altLang="en-US" dirty="0">
                <a:solidFill>
                  <a:schemeClr val="accent1"/>
                </a:solidFill>
              </a:rPr>
              <a:t>和 </a:t>
            </a:r>
            <a:r>
              <a:rPr lang="en-US" altLang="zh-CN" dirty="0">
                <a:solidFill>
                  <a:schemeClr val="accent1"/>
                </a:solidFill>
              </a:rPr>
              <a:t>Razor </a:t>
            </a:r>
            <a:r>
              <a:rPr lang="zh-CN" altLang="en-US" dirty="0">
                <a:solidFill>
                  <a:schemeClr val="accent1"/>
                </a:solidFill>
              </a:rPr>
              <a:t>的强大功能和语法糖 ，编写高效且易读的代码。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15718" y="5138269"/>
            <a:ext cx="5372100" cy="13592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dirty="0" err="1">
                <a:solidFill>
                  <a:schemeClr val="accent1"/>
                </a:solidFill>
              </a:rPr>
              <a:t>Blazor</a:t>
            </a:r>
            <a:r>
              <a:rPr lang="en-US" altLang="zh-CN" dirty="0">
                <a:solidFill>
                  <a:schemeClr val="accent1"/>
                </a:solidFill>
              </a:rPr>
              <a:t> Server </a:t>
            </a:r>
            <a:r>
              <a:rPr lang="zh-CN" altLang="en-US" dirty="0">
                <a:solidFill>
                  <a:schemeClr val="accent1"/>
                </a:solidFill>
              </a:rPr>
              <a:t>可以利用服务器端的能力和安全性，提供低延迟和高可靠性的服务。</a:t>
            </a:r>
            <a:r>
              <a:rPr lang="en-US" altLang="zh-CN" dirty="0" err="1">
                <a:solidFill>
                  <a:schemeClr val="accent1"/>
                </a:solidFill>
              </a:rPr>
              <a:t>Blazor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 err="1">
                <a:solidFill>
                  <a:schemeClr val="accent1"/>
                </a:solidFill>
              </a:rPr>
              <a:t>WebAssembly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可以利用浏览器端的资源和灵活性，提供离线和跨平台的功能。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545995" y="2371123"/>
            <a:ext cx="5372100" cy="1419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dirty="0">
                <a:solidFill>
                  <a:schemeClr val="accent1"/>
                </a:solidFill>
              </a:rPr>
              <a:t>可能存在一些 </a:t>
            </a:r>
            <a:r>
              <a:rPr lang="en-US" altLang="zh-CN" dirty="0">
                <a:solidFill>
                  <a:schemeClr val="accent1"/>
                </a:solidFill>
              </a:rPr>
              <a:t>bug </a:t>
            </a:r>
            <a:r>
              <a:rPr lang="zh-CN" altLang="en-US" dirty="0">
                <a:solidFill>
                  <a:schemeClr val="accent1"/>
                </a:solidFill>
              </a:rPr>
              <a:t>和不兼容的问题，也可能缺乏一些功能和文档。开发者需要关注 </a:t>
            </a:r>
            <a:r>
              <a:rPr lang="en-US" altLang="zh-CN" dirty="0" err="1">
                <a:solidFill>
                  <a:schemeClr val="accent1"/>
                </a:solidFill>
              </a:rPr>
              <a:t>Blazor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的更新和变化，并及时适应新版本或修复问题。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545995" y="3919372"/>
            <a:ext cx="5372100" cy="10756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dirty="0">
                <a:solidFill>
                  <a:schemeClr val="accent1"/>
                </a:solidFill>
              </a:rPr>
              <a:t>虽然 </a:t>
            </a:r>
            <a:r>
              <a:rPr lang="en-US" altLang="zh-CN" dirty="0" err="1">
                <a:solidFill>
                  <a:schemeClr val="accent1"/>
                </a:solidFill>
              </a:rPr>
              <a:t>Blazor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支持各种主流浏览器，但由于涉及到 </a:t>
            </a:r>
            <a:r>
              <a:rPr lang="en-US" altLang="zh-CN" dirty="0" err="1">
                <a:solidFill>
                  <a:schemeClr val="accent1"/>
                </a:solidFill>
              </a:rPr>
              <a:t>WebAssembly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和其他新技术，一些旧版浏览器可能无法完全支持 </a:t>
            </a:r>
            <a:r>
              <a:rPr lang="en-US" altLang="zh-CN" dirty="0" err="1">
                <a:solidFill>
                  <a:schemeClr val="accent1"/>
                </a:solidFill>
              </a:rPr>
              <a:t>Blazor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应用程序。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545995" y="5138269"/>
            <a:ext cx="5372100" cy="13592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1" tIns="45725" rIns="91451" bIns="45725" anchor="ctr"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dirty="0" err="1">
                <a:solidFill>
                  <a:schemeClr val="accent1"/>
                </a:solidFill>
              </a:rPr>
              <a:t>Blazor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的学习曲线可能比较陡峭 ，它涉及到很多 </a:t>
            </a:r>
            <a:r>
              <a:rPr lang="en-US" altLang="zh-CN" dirty="0">
                <a:solidFill>
                  <a:schemeClr val="accent1"/>
                </a:solidFill>
              </a:rPr>
              <a:t>.NET </a:t>
            </a:r>
            <a:r>
              <a:rPr lang="zh-CN" altLang="en-US" dirty="0">
                <a:solidFill>
                  <a:schemeClr val="accent1"/>
                </a:solidFill>
              </a:rPr>
              <a:t>和 </a:t>
            </a:r>
            <a:r>
              <a:rPr lang="en-US" altLang="zh-CN" dirty="0">
                <a:solidFill>
                  <a:schemeClr val="accent1"/>
                </a:solidFill>
              </a:rPr>
              <a:t>Web </a:t>
            </a:r>
            <a:r>
              <a:rPr lang="zh-CN" altLang="en-US" dirty="0">
                <a:solidFill>
                  <a:schemeClr val="accent1"/>
                </a:solidFill>
              </a:rPr>
              <a:t>开发相关的知识和技能，例如 </a:t>
            </a:r>
            <a:r>
              <a:rPr lang="en-US" altLang="zh-CN" dirty="0">
                <a:solidFill>
                  <a:schemeClr val="accent1"/>
                </a:solidFill>
              </a:rPr>
              <a:t>C# </a:t>
            </a:r>
            <a:r>
              <a:rPr lang="zh-CN" altLang="en-US" dirty="0">
                <a:solidFill>
                  <a:schemeClr val="accent1"/>
                </a:solidFill>
              </a:rPr>
              <a:t>语言、</a:t>
            </a:r>
            <a:r>
              <a:rPr lang="en-US" altLang="zh-CN" dirty="0">
                <a:solidFill>
                  <a:schemeClr val="accent1"/>
                </a:solidFill>
              </a:rPr>
              <a:t>Razor </a:t>
            </a:r>
            <a:r>
              <a:rPr lang="zh-CN" altLang="en-US" dirty="0">
                <a:solidFill>
                  <a:schemeClr val="accent1"/>
                </a:solidFill>
              </a:rPr>
              <a:t>语法、组件模型、生命周期方法、依赖注入、数据绑定、事件处理等。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  <p:transition spd="slow" advClick="0" advTm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6" presetClass="entr" presetSubtype="26" fill="hold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95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450"/>
                            </p:stCondLst>
                            <p:childTnLst>
                              <p:par>
                                <p:cTn id="2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950"/>
                            </p:stCondLst>
                            <p:childTnLst>
                              <p:par>
                                <p:cTn id="3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450"/>
                            </p:stCondLst>
                            <p:childTnLst>
                              <p:par>
                                <p:cTn id="3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950"/>
                            </p:stCondLst>
                            <p:childTnLst>
                              <p:par>
                                <p:cTn id="4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框 2"/>
          <p:cNvSpPr>
            <a:spLocks noChangeArrowheads="1"/>
          </p:cNvSpPr>
          <p:nvPr/>
        </p:nvSpPr>
        <p:spPr bwMode="auto">
          <a:xfrm>
            <a:off x="5499100" y="887413"/>
            <a:ext cx="2630848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0" dirty="0" smtClean="0">
                <a:solidFill>
                  <a:srgbClr val="393939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方正姚体" panose="02010601030101010101" pitchFamily="2" charset="-122"/>
              </a:rPr>
              <a:t>02</a:t>
            </a:r>
            <a:endParaRPr lang="zh-CN" altLang="en-US" sz="15000" dirty="0">
              <a:solidFill>
                <a:srgbClr val="393939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方正姚体" panose="02010601030101010101" pitchFamily="2" charset="-122"/>
            </a:endParaRPr>
          </a:p>
        </p:txBody>
      </p:sp>
      <p:sp>
        <p:nvSpPr>
          <p:cNvPr id="10" name="矩形 136"/>
          <p:cNvSpPr>
            <a:spLocks noChangeArrowheads="1"/>
          </p:cNvSpPr>
          <p:nvPr/>
        </p:nvSpPr>
        <p:spPr bwMode="auto">
          <a:xfrm>
            <a:off x="3433763" y="3463925"/>
            <a:ext cx="626011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6600" dirty="0" smtClean="0">
                <a:solidFill>
                  <a:srgbClr val="1557AE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</a:t>
            </a:r>
            <a:r>
              <a:rPr lang="en-US" altLang="zh-CN" sz="6600" dirty="0" smtClean="0">
                <a:solidFill>
                  <a:srgbClr val="1557AE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.NET</a:t>
            </a:r>
            <a:r>
              <a:rPr lang="zh-CN" altLang="en-US" sz="6600" dirty="0" smtClean="0">
                <a:solidFill>
                  <a:srgbClr val="1557AE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中的應用</a:t>
            </a:r>
            <a:endParaRPr lang="zh-CN" altLang="en-US" sz="6600" dirty="0">
              <a:solidFill>
                <a:srgbClr val="1557AE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98863" y="4879975"/>
            <a:ext cx="1447683" cy="353866"/>
          </a:xfrm>
          <a:prstGeom prst="rect">
            <a:avLst/>
          </a:prstGeom>
          <a:noFill/>
        </p:spPr>
        <p:txBody>
          <a:bodyPr wrap="non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zh-CN" altLang="en-US" sz="1700" dirty="0">
                <a:solidFill>
                  <a:srgbClr val="393939">
                    <a:lumMod val="85000"/>
                    <a:lumOff val="15000"/>
                  </a:srgb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路</a:t>
            </a:r>
            <a:r>
              <a:rPr lang="zh-CN" altLang="en-US" sz="1700" dirty="0" smtClean="0">
                <a:solidFill>
                  <a:srgbClr val="393939">
                    <a:lumMod val="85000"/>
                    <a:lumOff val="15000"/>
                  </a:srgb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由和導航</a:t>
            </a:r>
            <a:endParaRPr lang="en-US" altLang="zh-CN" sz="1700" dirty="0">
              <a:solidFill>
                <a:srgbClr val="393939">
                  <a:lumMod val="85000"/>
                  <a:lumOff val="15000"/>
                </a:srgb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69038" y="4879975"/>
            <a:ext cx="1229674" cy="353866"/>
          </a:xfrm>
          <a:prstGeom prst="rect">
            <a:avLst/>
          </a:prstGeom>
          <a:noFill/>
        </p:spPr>
        <p:txBody>
          <a:bodyPr wrap="non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zh-CN" altLang="en-US" sz="1700" dirty="0" smtClean="0">
                <a:solidFill>
                  <a:srgbClr val="393939">
                    <a:lumMod val="85000"/>
                    <a:lumOff val="15000"/>
                  </a:srgb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生命週期</a:t>
            </a:r>
            <a:endParaRPr lang="en-US" altLang="zh-CN" sz="1700" dirty="0">
              <a:solidFill>
                <a:srgbClr val="393939">
                  <a:lumMod val="85000"/>
                  <a:lumOff val="15000"/>
                </a:srgb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3598863" y="5254625"/>
            <a:ext cx="1229674" cy="353866"/>
          </a:xfrm>
          <a:prstGeom prst="rect">
            <a:avLst/>
          </a:prstGeom>
          <a:noFill/>
        </p:spPr>
        <p:txBody>
          <a:bodyPr wrap="non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zh-CN" altLang="en-US" sz="1700" dirty="0" smtClean="0">
                <a:solidFill>
                  <a:srgbClr val="393939">
                    <a:lumMod val="85000"/>
                    <a:lumOff val="15000"/>
                  </a:srgb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事件處理</a:t>
            </a:r>
            <a:endParaRPr lang="en-US" altLang="zh-CN" sz="1700" dirty="0">
              <a:solidFill>
                <a:srgbClr val="393939">
                  <a:lumMod val="85000"/>
                  <a:lumOff val="15000"/>
                </a:srgb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11"/>
          <p:cNvSpPr txBox="1"/>
          <p:nvPr/>
        </p:nvSpPr>
        <p:spPr>
          <a:xfrm>
            <a:off x="6269038" y="5254625"/>
            <a:ext cx="1229674" cy="353866"/>
          </a:xfrm>
          <a:prstGeom prst="rect">
            <a:avLst/>
          </a:prstGeom>
          <a:noFill/>
        </p:spPr>
        <p:txBody>
          <a:bodyPr wrap="non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en-US" altLang="zh-CN" sz="1700" dirty="0" err="1" smtClean="0">
                <a:solidFill>
                  <a:srgbClr val="393939">
                    <a:lumMod val="85000"/>
                    <a:lumOff val="15000"/>
                  </a:srgb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Js</a:t>
            </a:r>
            <a:r>
              <a:rPr lang="zh-CN" altLang="en-US" sz="1700" dirty="0" smtClean="0">
                <a:solidFill>
                  <a:srgbClr val="393939">
                    <a:lumMod val="85000"/>
                    <a:lumOff val="15000"/>
                  </a:srgb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互操作</a:t>
            </a:r>
            <a:endParaRPr lang="en-US" altLang="zh-CN" sz="1700" dirty="0">
              <a:solidFill>
                <a:srgbClr val="393939">
                  <a:lumMod val="85000"/>
                  <a:lumOff val="15000"/>
                </a:srgb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3475038" y="4587875"/>
            <a:ext cx="511016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5065" name="组合 126"/>
          <p:cNvGrpSpPr>
            <a:grpSpLocks/>
          </p:cNvGrpSpPr>
          <p:nvPr/>
        </p:nvGrpSpPr>
        <p:grpSpPr bwMode="auto">
          <a:xfrm rot="10800000" flipH="1">
            <a:off x="4256820" y="996951"/>
            <a:ext cx="4238625" cy="2174875"/>
            <a:chOff x="-152726" y="0"/>
            <a:chExt cx="5865488" cy="1257300"/>
          </a:xfrm>
        </p:grpSpPr>
        <p:sp>
          <p:nvSpPr>
            <p:cNvPr id="21" name="矩形 127"/>
            <p:cNvSpPr>
              <a:spLocks noChangeArrowheads="1"/>
            </p:cNvSpPr>
            <p:nvPr/>
          </p:nvSpPr>
          <p:spPr bwMode="auto">
            <a:xfrm>
              <a:off x="-152726" y="918"/>
              <a:ext cx="364671" cy="12573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2" name="矩形 128"/>
            <p:cNvSpPr>
              <a:spLocks noChangeArrowheads="1"/>
            </p:cNvSpPr>
            <p:nvPr/>
          </p:nvSpPr>
          <p:spPr bwMode="auto">
            <a:xfrm>
              <a:off x="359131" y="918"/>
              <a:ext cx="579958" cy="12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3" name="矩形 129"/>
            <p:cNvSpPr>
              <a:spLocks noChangeArrowheads="1"/>
            </p:cNvSpPr>
            <p:nvPr/>
          </p:nvSpPr>
          <p:spPr bwMode="auto">
            <a:xfrm>
              <a:off x="1128015" y="0"/>
              <a:ext cx="681012" cy="1257300"/>
            </a:xfrm>
            <a:prstGeom prst="rect">
              <a:avLst/>
            </a:prstGeom>
            <a:solidFill>
              <a:srgbClr val="15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4" name="矩形 130"/>
            <p:cNvSpPr>
              <a:spLocks noChangeArrowheads="1"/>
            </p:cNvSpPr>
            <p:nvPr/>
          </p:nvSpPr>
          <p:spPr bwMode="auto">
            <a:xfrm>
              <a:off x="4877973" y="0"/>
              <a:ext cx="832591" cy="1257300"/>
            </a:xfrm>
            <a:prstGeom prst="rect">
              <a:avLst/>
            </a:prstGeom>
            <a:solidFill>
              <a:srgbClr val="1557AE"/>
            </a:solidFill>
            <a:ln w="12700" cmpd="sng">
              <a:solidFill>
                <a:srgbClr val="6C5B7B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  <p:sp>
        <p:nvSpPr>
          <p:cNvPr id="16" name="TextBox 11"/>
          <p:cNvSpPr txBox="1"/>
          <p:nvPr/>
        </p:nvSpPr>
        <p:spPr>
          <a:xfrm>
            <a:off x="3623190" y="5629275"/>
            <a:ext cx="1255322" cy="353866"/>
          </a:xfrm>
          <a:prstGeom prst="rect">
            <a:avLst/>
          </a:prstGeom>
          <a:noFill/>
        </p:spPr>
        <p:txBody>
          <a:bodyPr wrap="non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en-US" altLang="zh-CN" sz="1700" dirty="0" err="1" smtClean="0">
                <a:solidFill>
                  <a:srgbClr val="393939">
                    <a:lumMod val="85000"/>
                    <a:lumOff val="15000"/>
                  </a:srgb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Blazorise</a:t>
            </a:r>
            <a:endParaRPr lang="en-US" altLang="zh-CN" sz="1700" dirty="0">
              <a:solidFill>
                <a:srgbClr val="393939">
                  <a:lumMod val="85000"/>
                  <a:lumOff val="15000"/>
                </a:srgb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0847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Tm="0">
        <p15:prstTrans prst="origami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10" grpId="0"/>
      <p:bldP spid="12" grpId="0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47"/>
          <p:cNvCxnSpPr/>
          <p:nvPr/>
        </p:nvCxnSpPr>
        <p:spPr>
          <a:xfrm>
            <a:off x="6346825" y="5664200"/>
            <a:ext cx="116998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48"/>
          <p:cNvCxnSpPr/>
          <p:nvPr/>
        </p:nvCxnSpPr>
        <p:spPr>
          <a:xfrm flipH="1">
            <a:off x="3581400" y="4497388"/>
            <a:ext cx="55403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49"/>
          <p:cNvCxnSpPr/>
          <p:nvPr/>
        </p:nvCxnSpPr>
        <p:spPr>
          <a:xfrm flipH="1">
            <a:off x="3608388" y="2879725"/>
            <a:ext cx="5540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50"/>
          <p:cNvGrpSpPr>
            <a:grpSpLocks/>
          </p:cNvGrpSpPr>
          <p:nvPr/>
        </p:nvGrpSpPr>
        <p:grpSpPr bwMode="auto">
          <a:xfrm>
            <a:off x="4791075" y="1624013"/>
            <a:ext cx="942975" cy="238125"/>
            <a:chOff x="4470269" y="1661160"/>
            <a:chExt cx="1290451" cy="262890"/>
          </a:xfrm>
        </p:grpSpPr>
        <p:cxnSp>
          <p:nvCxnSpPr>
            <p:cNvPr id="38" name="直接连接符 51"/>
            <p:cNvCxnSpPr/>
            <p:nvPr/>
          </p:nvCxnSpPr>
          <p:spPr>
            <a:xfrm flipH="1" flipV="1">
              <a:off x="5410952" y="1661160"/>
              <a:ext cx="349768" cy="26289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2"/>
            <p:cNvCxnSpPr/>
            <p:nvPr/>
          </p:nvCxnSpPr>
          <p:spPr>
            <a:xfrm flipH="1">
              <a:off x="4470269" y="1662912"/>
              <a:ext cx="94285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53"/>
          <p:cNvGrpSpPr/>
          <p:nvPr/>
        </p:nvGrpSpPr>
        <p:grpSpPr>
          <a:xfrm>
            <a:off x="6820278" y="2603055"/>
            <a:ext cx="1090253" cy="953221"/>
            <a:chOff x="6842760" y="2637270"/>
            <a:chExt cx="1203960" cy="1051560"/>
          </a:xfrm>
          <a:solidFill>
            <a:schemeClr val="tx2">
              <a:lumMod val="75000"/>
            </a:schemeClr>
          </a:solidFill>
          <a:effectLst/>
        </p:grpSpPr>
        <p:sp>
          <p:nvSpPr>
            <p:cNvPr id="41" name="六边形 54"/>
            <p:cNvSpPr/>
            <p:nvPr/>
          </p:nvSpPr>
          <p:spPr>
            <a:xfrm>
              <a:off x="6842760" y="2637270"/>
              <a:ext cx="1203960" cy="1051560"/>
            </a:xfrm>
            <a:prstGeom prst="hexagon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133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2" name="文本框 61"/>
            <p:cNvSpPr txBox="1"/>
            <p:nvPr/>
          </p:nvSpPr>
          <p:spPr>
            <a:xfrm>
              <a:off x="7024263" y="2809108"/>
              <a:ext cx="820724" cy="645103"/>
            </a:xfrm>
            <a:prstGeom prst="rect">
              <a:avLst/>
            </a:prstGeom>
            <a:grpFill/>
            <a:ln w="38100">
              <a:noFill/>
            </a:ln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zh-CN" sz="3200" dirty="0">
                  <a:solidFill>
                    <a:srgbClr val="FFFFFF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02</a:t>
              </a:r>
              <a:endParaRPr lang="zh-CN" altLang="en-US" sz="3200" baseline="-3000" dirty="0">
                <a:solidFill>
                  <a:srgbClr val="FFFFFF"/>
                </a:solidFill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3" name="组合 56"/>
          <p:cNvGrpSpPr/>
          <p:nvPr/>
        </p:nvGrpSpPr>
        <p:grpSpPr>
          <a:xfrm>
            <a:off x="5492720" y="1850323"/>
            <a:ext cx="1090253" cy="953223"/>
            <a:chOff x="5525852" y="1879080"/>
            <a:chExt cx="1203960" cy="1051560"/>
          </a:xfrm>
          <a:solidFill>
            <a:schemeClr val="accent2">
              <a:lumMod val="75000"/>
            </a:schemeClr>
          </a:solidFill>
          <a:effectLst/>
        </p:grpSpPr>
        <p:sp>
          <p:nvSpPr>
            <p:cNvPr id="44" name="六边形 57"/>
            <p:cNvSpPr/>
            <p:nvPr/>
          </p:nvSpPr>
          <p:spPr>
            <a:xfrm>
              <a:off x="5525852" y="1879080"/>
              <a:ext cx="1203960" cy="1051560"/>
            </a:xfrm>
            <a:prstGeom prst="hexagon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133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5" name="文本框 64"/>
            <p:cNvSpPr txBox="1"/>
            <p:nvPr/>
          </p:nvSpPr>
          <p:spPr>
            <a:xfrm>
              <a:off x="5686670" y="1989361"/>
              <a:ext cx="882325" cy="753751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algn="ctr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zh-CN" sz="3200" dirty="0">
                  <a:solidFill>
                    <a:srgbClr val="FFFFFF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01</a:t>
              </a:r>
              <a:endParaRPr lang="zh-CN" altLang="en-US" sz="3200" baseline="-3000" dirty="0">
                <a:solidFill>
                  <a:srgbClr val="FFFFFF"/>
                </a:solidFill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9" name="组合 62"/>
          <p:cNvGrpSpPr/>
          <p:nvPr/>
        </p:nvGrpSpPr>
        <p:grpSpPr>
          <a:xfrm>
            <a:off x="4134975" y="4019335"/>
            <a:ext cx="1090253" cy="953223"/>
            <a:chOff x="4206240" y="4008870"/>
            <a:chExt cx="1203960" cy="1051560"/>
          </a:xfrm>
          <a:solidFill>
            <a:schemeClr val="tx2">
              <a:lumMod val="60000"/>
              <a:lumOff val="40000"/>
            </a:schemeClr>
          </a:solidFill>
          <a:effectLst/>
        </p:grpSpPr>
        <p:sp>
          <p:nvSpPr>
            <p:cNvPr id="50" name="六边形 63"/>
            <p:cNvSpPr/>
            <p:nvPr/>
          </p:nvSpPr>
          <p:spPr>
            <a:xfrm>
              <a:off x="4206240" y="4008870"/>
              <a:ext cx="1203960" cy="1051560"/>
            </a:xfrm>
            <a:prstGeom prst="hexagon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133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1" name="文本框 70"/>
            <p:cNvSpPr txBox="1"/>
            <p:nvPr/>
          </p:nvSpPr>
          <p:spPr>
            <a:xfrm>
              <a:off x="4418372" y="4198102"/>
              <a:ext cx="820724" cy="693840"/>
            </a:xfrm>
            <a:prstGeom prst="rect">
              <a:avLst/>
            </a:prstGeom>
            <a:grpFill/>
            <a:ln w="38100">
              <a:noFill/>
            </a:ln>
          </p:spPr>
          <p:txBody>
            <a:bodyPr>
              <a:spAutoFit/>
            </a:bodyPr>
            <a:lstStyle/>
            <a:p>
              <a:pPr algn="ctr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zh-CN" sz="3200" dirty="0" smtClean="0">
                  <a:solidFill>
                    <a:srgbClr val="FFFFFF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04</a:t>
              </a:r>
              <a:endParaRPr lang="zh-CN" altLang="en-US" sz="3200" baseline="-3000" dirty="0">
                <a:solidFill>
                  <a:srgbClr val="FFFFFF"/>
                </a:solidFill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2" name="组合 65"/>
          <p:cNvGrpSpPr/>
          <p:nvPr/>
        </p:nvGrpSpPr>
        <p:grpSpPr>
          <a:xfrm>
            <a:off x="4162711" y="2564903"/>
            <a:ext cx="1090253" cy="953221"/>
            <a:chOff x="4206240" y="2637270"/>
            <a:chExt cx="1203960" cy="1051560"/>
          </a:xfrm>
          <a:solidFill>
            <a:schemeClr val="accent2">
              <a:lumMod val="75000"/>
            </a:schemeClr>
          </a:solidFill>
          <a:effectLst/>
        </p:grpSpPr>
        <p:sp>
          <p:nvSpPr>
            <p:cNvPr id="53" name="六边形 66"/>
            <p:cNvSpPr/>
            <p:nvPr/>
          </p:nvSpPr>
          <p:spPr>
            <a:xfrm>
              <a:off x="4206240" y="2637270"/>
              <a:ext cx="1203960" cy="1051560"/>
            </a:xfrm>
            <a:prstGeom prst="hexagon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133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4" name="文本框 73"/>
            <p:cNvSpPr txBox="1"/>
            <p:nvPr/>
          </p:nvSpPr>
          <p:spPr>
            <a:xfrm>
              <a:off x="4387743" y="2809108"/>
              <a:ext cx="820724" cy="64510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zh-CN" sz="3200" dirty="0" smtClean="0">
                  <a:solidFill>
                    <a:srgbClr val="FFFFFF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05</a:t>
              </a:r>
              <a:endParaRPr lang="zh-CN" altLang="en-US" sz="3200" baseline="-3000" dirty="0">
                <a:solidFill>
                  <a:srgbClr val="FFFFFF"/>
                </a:solidFill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55" name="矩形 54"/>
          <p:cNvSpPr/>
          <p:nvPr/>
        </p:nvSpPr>
        <p:spPr>
          <a:xfrm>
            <a:off x="3927453" y="1412875"/>
            <a:ext cx="827110" cy="309392"/>
          </a:xfrm>
          <a:prstGeom prst="rect">
            <a:avLst/>
          </a:prstGeom>
        </p:spPr>
        <p:txBody>
          <a:bodyPr wrap="none" lIns="82816" tIns="41408" rIns="82816" bIns="41408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467" b="1" dirty="0" smtClean="0">
                <a:solidFill>
                  <a:srgbClr val="393939">
                    <a:lumMod val="75000"/>
                    <a:lumOff val="25000"/>
                  </a:srgbClr>
                </a:solidFill>
                <a:latin typeface="微软雅黑" pitchFamily="34" charset="-122"/>
                <a:ea typeface="微软雅黑" pitchFamily="34" charset="-122"/>
              </a:rPr>
              <a:t>@page</a:t>
            </a:r>
            <a:endParaRPr lang="en-US" altLang="zh-CN" sz="1467" b="1" dirty="0">
              <a:solidFill>
                <a:srgbClr val="393939">
                  <a:lumMod val="75000"/>
                  <a:lumOff val="25000"/>
                </a:srgb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矩形 47"/>
          <p:cNvSpPr>
            <a:spLocks noChangeArrowheads="1"/>
          </p:cNvSpPr>
          <p:nvPr/>
        </p:nvSpPr>
        <p:spPr bwMode="auto">
          <a:xfrm>
            <a:off x="223815" y="1737046"/>
            <a:ext cx="2979738" cy="1052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816" tIns="41408" rIns="82816" bIns="41408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zh-CN" altLang="en-US" sz="1800" dirty="0" smtClean="0">
                <a:solidFill>
                  <a:srgbClr val="FF0000"/>
                </a:solidFill>
                <a:sym typeface="微软雅黑" pitchFamily="34" charset="-122"/>
              </a:rPr>
              <a:t>支持使用多個</a:t>
            </a:r>
            <a:r>
              <a:rPr lang="en-US" altLang="zh-CN" sz="1800" dirty="0" smtClean="0">
                <a:solidFill>
                  <a:srgbClr val="FF0000"/>
                </a:solidFill>
                <a:sym typeface="微软雅黑" pitchFamily="34" charset="-122"/>
              </a:rPr>
              <a:t>@page</a:t>
            </a:r>
            <a:r>
              <a:rPr lang="zh-CN" altLang="en-US" sz="1800" dirty="0" smtClean="0">
                <a:solidFill>
                  <a:srgbClr val="FF0000"/>
                </a:solidFill>
                <a:sym typeface="微软雅黑" pitchFamily="34" charset="-122"/>
              </a:rPr>
              <a:t>，如需傳遞參數需要在</a:t>
            </a:r>
            <a:r>
              <a:rPr lang="en-US" altLang="zh-CN" sz="1800" dirty="0" err="1" smtClean="0">
                <a:solidFill>
                  <a:srgbClr val="FF0000"/>
                </a:solidFill>
                <a:sym typeface="微软雅黑" pitchFamily="34" charset="-122"/>
              </a:rPr>
              <a:t>cs</a:t>
            </a:r>
            <a:r>
              <a:rPr lang="zh-CN" altLang="en-US" sz="1800" dirty="0" smtClean="0">
                <a:solidFill>
                  <a:srgbClr val="FF0000"/>
                </a:solidFill>
                <a:sym typeface="微软雅黑" pitchFamily="34" charset="-122"/>
              </a:rPr>
              <a:t>文件中使用</a:t>
            </a:r>
            <a:r>
              <a:rPr lang="en-US" altLang="zh-CN" sz="1800" dirty="0" smtClean="0">
                <a:solidFill>
                  <a:srgbClr val="FF0000"/>
                </a:solidFill>
                <a:sym typeface="微软雅黑" pitchFamily="34" charset="-122"/>
              </a:rPr>
              <a:t>[Parameter]</a:t>
            </a:r>
            <a:endParaRPr lang="zh-CN" altLang="en-US" sz="1800" dirty="0">
              <a:solidFill>
                <a:srgbClr val="FF0000"/>
              </a:solidFill>
              <a:sym typeface="微软雅黑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619494" y="2668588"/>
            <a:ext cx="917456" cy="309392"/>
          </a:xfrm>
          <a:prstGeom prst="rect">
            <a:avLst/>
          </a:prstGeom>
        </p:spPr>
        <p:txBody>
          <a:bodyPr wrap="none" lIns="82816" tIns="41408" rIns="82816" bIns="41408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467" b="1" dirty="0">
                <a:solidFill>
                  <a:srgbClr val="393939">
                    <a:lumMod val="75000"/>
                    <a:lumOff val="25000"/>
                  </a:srgbClr>
                </a:solidFill>
                <a:latin typeface="微软雅黑" pitchFamily="34" charset="-122"/>
                <a:ea typeface="微软雅黑" pitchFamily="34" charset="-122"/>
              </a:rPr>
              <a:t>路</a:t>
            </a:r>
            <a:r>
              <a:rPr lang="zh-CN" altLang="en-US" sz="1467" b="1" dirty="0" smtClean="0">
                <a:solidFill>
                  <a:srgbClr val="393939">
                    <a:lumMod val="75000"/>
                    <a:lumOff val="25000"/>
                  </a:srgbClr>
                </a:solidFill>
                <a:latin typeface="微软雅黑" pitchFamily="34" charset="-122"/>
                <a:ea typeface="微软雅黑" pitchFamily="34" charset="-122"/>
              </a:rPr>
              <a:t>由約束</a:t>
            </a:r>
            <a:endParaRPr lang="en-US" altLang="zh-CN" sz="1467" b="1" dirty="0">
              <a:solidFill>
                <a:srgbClr val="393939">
                  <a:lumMod val="75000"/>
                  <a:lumOff val="25000"/>
                </a:srgb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矩形 47"/>
          <p:cNvSpPr>
            <a:spLocks noChangeArrowheads="1"/>
          </p:cNvSpPr>
          <p:nvPr/>
        </p:nvSpPr>
        <p:spPr bwMode="auto">
          <a:xfrm>
            <a:off x="216486" y="3000102"/>
            <a:ext cx="4466982" cy="970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816" tIns="41408" rIns="82816" bIns="41408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sz="1200" dirty="0">
                <a:solidFill>
                  <a:srgbClr val="FF0000"/>
                </a:solidFill>
              </a:rPr>
              <a:t>@page "/</a:t>
            </a:r>
            <a:r>
              <a:rPr lang="en-US" altLang="zh-CN" sz="1200" dirty="0" err="1">
                <a:solidFill>
                  <a:srgbClr val="FF0000"/>
                </a:solidFill>
              </a:rPr>
              <a:t>UploadData</a:t>
            </a:r>
            <a:r>
              <a:rPr lang="en-US" altLang="zh-CN" sz="1200" dirty="0">
                <a:solidFill>
                  <a:srgbClr val="FF0000"/>
                </a:solidFill>
              </a:rPr>
              <a:t>/UPPH/{</a:t>
            </a:r>
            <a:r>
              <a:rPr lang="en-US" altLang="zh-CN" sz="1200" dirty="0" err="1">
                <a:solidFill>
                  <a:srgbClr val="FF0000"/>
                </a:solidFill>
              </a:rPr>
              <a:t>upph</a:t>
            </a:r>
            <a:r>
              <a:rPr lang="en-US" altLang="zh-CN" sz="1200" dirty="0" smtClean="0">
                <a:solidFill>
                  <a:srgbClr val="FF0000"/>
                </a:solidFill>
              </a:rPr>
              <a:t>}”</a:t>
            </a:r>
          </a:p>
          <a:p>
            <a:pPr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sz="1200" dirty="0" smtClean="0">
                <a:solidFill>
                  <a:srgbClr val="FF0000"/>
                </a:solidFill>
              </a:rPr>
              <a:t>@page “/</a:t>
            </a:r>
            <a:r>
              <a:rPr lang="en-US" altLang="zh-CN" sz="1200" dirty="0" err="1" smtClean="0">
                <a:solidFill>
                  <a:srgbClr val="FF0000"/>
                </a:solidFill>
              </a:rPr>
              <a:t>UploadData</a:t>
            </a:r>
            <a:r>
              <a:rPr lang="en-US" altLang="zh-CN" sz="1200" dirty="0" smtClean="0">
                <a:solidFill>
                  <a:srgbClr val="FF0000"/>
                </a:solidFill>
              </a:rPr>
              <a:t>/UPPH/{</a:t>
            </a:r>
            <a:r>
              <a:rPr lang="en-US" altLang="zh-CN" sz="1200" dirty="0" err="1" smtClean="0">
                <a:solidFill>
                  <a:srgbClr val="FF0000"/>
                </a:solidFill>
              </a:rPr>
              <a:t>upph:int</a:t>
            </a:r>
            <a:r>
              <a:rPr lang="en-US" altLang="zh-CN" sz="1200" dirty="0" smtClean="0">
                <a:solidFill>
                  <a:srgbClr val="FF0000"/>
                </a:solidFill>
              </a:rPr>
              <a:t>}”</a:t>
            </a:r>
          </a:p>
          <a:p>
            <a:pPr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sz="1200" dirty="0" smtClean="0">
                <a:solidFill>
                  <a:srgbClr val="FF0000"/>
                </a:solidFill>
              </a:rPr>
              <a:t>@page“/</a:t>
            </a:r>
            <a:r>
              <a:rPr lang="en-US" altLang="zh-CN" sz="1200" dirty="0" err="1">
                <a:solidFill>
                  <a:srgbClr val="FF0000"/>
                </a:solidFill>
              </a:rPr>
              <a:t>UploadData</a:t>
            </a:r>
            <a:r>
              <a:rPr lang="en-US" altLang="zh-CN" sz="1200" dirty="0">
                <a:solidFill>
                  <a:srgbClr val="FF0000"/>
                </a:solidFill>
              </a:rPr>
              <a:t>/UPPH/{</a:t>
            </a:r>
            <a:r>
              <a:rPr lang="en-US" altLang="zh-CN" sz="1200" dirty="0" err="1">
                <a:solidFill>
                  <a:srgbClr val="FF0000"/>
                </a:solidFill>
              </a:rPr>
              <a:t>upph:int</a:t>
            </a:r>
            <a:r>
              <a:rPr lang="en-US" altLang="zh-CN" sz="1200" dirty="0" smtClean="0">
                <a:solidFill>
                  <a:srgbClr val="FF0000"/>
                </a:solidFill>
              </a:rPr>
              <a:t>}/{</a:t>
            </a:r>
            <a:r>
              <a:rPr lang="en-US" altLang="zh-CN" sz="1200" dirty="0" err="1">
                <a:solidFill>
                  <a:srgbClr val="FF0000"/>
                </a:solidFill>
              </a:rPr>
              <a:t>option:bool</a:t>
            </a:r>
            <a:r>
              <a:rPr lang="en-US" altLang="zh-CN" sz="1200" dirty="0">
                <a:solidFill>
                  <a:srgbClr val="FF0000"/>
                </a:solidFill>
              </a:rPr>
              <a:t>?}</a:t>
            </a:r>
            <a:r>
              <a:rPr lang="en-US" altLang="zh-CN" sz="1200" dirty="0" smtClean="0">
                <a:solidFill>
                  <a:srgbClr val="FF0000"/>
                </a:solidFill>
              </a:rPr>
              <a:t>"</a:t>
            </a:r>
            <a:endParaRPr lang="zh-CN" altLang="en-US" sz="1200" dirty="0">
              <a:solidFill>
                <a:srgbClr val="FF0000"/>
              </a:solidFill>
              <a:sym typeface="微软雅黑" pitchFamily="34" charset="-122"/>
            </a:endParaRPr>
          </a:p>
          <a:p>
            <a:pPr algn="r"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lang="zh-CN" altLang="en-US" sz="1200" dirty="0">
              <a:solidFill>
                <a:srgbClr val="FF0000"/>
              </a:solidFill>
              <a:sym typeface="微软雅黑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592507" y="4167188"/>
            <a:ext cx="917456" cy="309392"/>
          </a:xfrm>
          <a:prstGeom prst="rect">
            <a:avLst/>
          </a:prstGeom>
        </p:spPr>
        <p:txBody>
          <a:bodyPr wrap="none" lIns="82816" tIns="41408" rIns="82816" bIns="41408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467" b="1" dirty="0">
                <a:solidFill>
                  <a:srgbClr val="393939">
                    <a:lumMod val="75000"/>
                    <a:lumOff val="25000"/>
                  </a:srgbClr>
                </a:solidFill>
                <a:latin typeface="微软雅黑" pitchFamily="34" charset="-122"/>
                <a:ea typeface="微软雅黑" pitchFamily="34" charset="-122"/>
              </a:rPr>
              <a:t>路</a:t>
            </a:r>
            <a:r>
              <a:rPr lang="zh-CN" altLang="en-US" sz="1467" b="1" dirty="0" smtClean="0">
                <a:solidFill>
                  <a:srgbClr val="393939">
                    <a:lumMod val="75000"/>
                    <a:lumOff val="25000"/>
                  </a:srgbClr>
                </a:solidFill>
                <a:latin typeface="微软雅黑" pitchFamily="34" charset="-122"/>
                <a:ea typeface="微软雅黑" pitchFamily="34" charset="-122"/>
              </a:rPr>
              <a:t>由參數</a:t>
            </a:r>
            <a:endParaRPr lang="en-US" altLang="zh-CN" sz="1467" b="1" dirty="0">
              <a:solidFill>
                <a:srgbClr val="393939">
                  <a:lumMod val="75000"/>
                  <a:lumOff val="25000"/>
                </a:srgb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820218" y="2725678"/>
            <a:ext cx="3504703" cy="360624"/>
          </a:xfrm>
          <a:prstGeom prst="rect">
            <a:avLst/>
          </a:prstGeom>
        </p:spPr>
        <p:txBody>
          <a:bodyPr wrap="none" lIns="82816" tIns="41408" rIns="82816" bIns="41408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dirty="0"/>
              <a:t>@inject </a:t>
            </a:r>
            <a:r>
              <a:rPr lang="en-US" altLang="zh-CN" dirty="0" err="1"/>
              <a:t>NavigationManager</a:t>
            </a:r>
            <a:r>
              <a:rPr lang="en-US" altLang="zh-CN" dirty="0"/>
              <a:t> </a:t>
            </a:r>
            <a:r>
              <a:rPr lang="en-US" altLang="zh-CN" dirty="0" err="1"/>
              <a:t>nvm</a:t>
            </a:r>
            <a:endParaRPr lang="en-US" altLang="zh-CN" sz="1467" b="1" dirty="0">
              <a:solidFill>
                <a:srgbClr val="393939">
                  <a:lumMod val="75000"/>
                  <a:lumOff val="25000"/>
                </a:srgb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573963" y="5195888"/>
            <a:ext cx="1292225" cy="309562"/>
          </a:xfrm>
          <a:prstGeom prst="rect">
            <a:avLst/>
          </a:prstGeom>
        </p:spPr>
        <p:txBody>
          <a:bodyPr wrap="none" lIns="82816" tIns="41408" rIns="82816" bIns="41408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467" b="1" dirty="0">
                <a:solidFill>
                  <a:srgbClr val="393939">
                    <a:lumMod val="75000"/>
                    <a:lumOff val="25000"/>
                  </a:srgbClr>
                </a:solidFill>
                <a:latin typeface="微软雅黑" pitchFamily="34" charset="-122"/>
                <a:ea typeface="微软雅黑" pitchFamily="34" charset="-122"/>
              </a:rPr>
              <a:t>此处添加标题</a:t>
            </a:r>
            <a:endParaRPr lang="en-US" altLang="zh-CN" sz="1467" b="1" dirty="0">
              <a:solidFill>
                <a:srgbClr val="393939">
                  <a:lumMod val="75000"/>
                  <a:lumOff val="25000"/>
                </a:srgb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矩形 47"/>
          <p:cNvSpPr>
            <a:spLocks noChangeArrowheads="1"/>
          </p:cNvSpPr>
          <p:nvPr/>
        </p:nvSpPr>
        <p:spPr bwMode="auto">
          <a:xfrm>
            <a:off x="7596188" y="5541963"/>
            <a:ext cx="293211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816" tIns="41408" rIns="82816" bIns="41408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fontAlgn="auto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zh-CN" altLang="en-US" sz="1333" dirty="0">
                <a:solidFill>
                  <a:srgbClr val="393939">
                    <a:lumMod val="75000"/>
                    <a:lumOff val="25000"/>
                  </a:srgbClr>
                </a:solidFill>
                <a:sym typeface="微软雅黑" pitchFamily="34" charset="-122"/>
              </a:rPr>
              <a:t>您的内容打在这里，或者通过复制您的文本后，在此框中选择粘贴</a:t>
            </a:r>
          </a:p>
        </p:txBody>
      </p:sp>
      <p:grpSp>
        <p:nvGrpSpPr>
          <p:cNvPr id="67" name="组合 83"/>
          <p:cNvGrpSpPr>
            <a:grpSpLocks/>
          </p:cNvGrpSpPr>
          <p:nvPr/>
        </p:nvGrpSpPr>
        <p:grpSpPr bwMode="auto">
          <a:xfrm flipH="1">
            <a:off x="7664450" y="2378075"/>
            <a:ext cx="800100" cy="238125"/>
            <a:chOff x="4255294" y="1661160"/>
            <a:chExt cx="1505426" cy="262890"/>
          </a:xfrm>
        </p:grpSpPr>
        <p:cxnSp>
          <p:nvCxnSpPr>
            <p:cNvPr id="68" name="直接连接符 84"/>
            <p:cNvCxnSpPr/>
            <p:nvPr/>
          </p:nvCxnSpPr>
          <p:spPr>
            <a:xfrm flipH="1" flipV="1">
              <a:off x="5411245" y="1661160"/>
              <a:ext cx="349475" cy="26289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85"/>
            <p:cNvCxnSpPr/>
            <p:nvPr/>
          </p:nvCxnSpPr>
          <p:spPr>
            <a:xfrm flipH="1">
              <a:off x="4255294" y="1662913"/>
              <a:ext cx="115595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86"/>
          <p:cNvGrpSpPr/>
          <p:nvPr/>
        </p:nvGrpSpPr>
        <p:grpSpPr>
          <a:xfrm>
            <a:off x="5183438" y="3052844"/>
            <a:ext cx="1708833" cy="1443644"/>
            <a:chOff x="5927099" y="3207123"/>
            <a:chExt cx="1887055" cy="1592580"/>
          </a:xfrm>
          <a:solidFill>
            <a:schemeClr val="accent3">
              <a:lumMod val="75000"/>
            </a:schemeClr>
          </a:solidFill>
          <a:effectLst/>
        </p:grpSpPr>
        <p:sp>
          <p:nvSpPr>
            <p:cNvPr id="71" name="六边形 87"/>
            <p:cNvSpPr/>
            <p:nvPr/>
          </p:nvSpPr>
          <p:spPr>
            <a:xfrm>
              <a:off x="5927099" y="3207123"/>
              <a:ext cx="1887055" cy="1592580"/>
            </a:xfrm>
            <a:prstGeom prst="hexagon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267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2" name="文本框 1"/>
            <p:cNvSpPr txBox="1"/>
            <p:nvPr/>
          </p:nvSpPr>
          <p:spPr>
            <a:xfrm>
              <a:off x="6291627" y="3451749"/>
              <a:ext cx="1157998" cy="109766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zh-CN" altLang="en-US" sz="2933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</a:t>
              </a:r>
              <a:r>
                <a:rPr lang="zh-CN" altLang="en-US" sz="2933" b="1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由導航</a:t>
              </a:r>
              <a:endParaRPr lang="zh-CN" altLang="en-US" sz="2933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3" name="组合 68"/>
          <p:cNvGrpSpPr/>
          <p:nvPr/>
        </p:nvGrpSpPr>
        <p:grpSpPr>
          <a:xfrm>
            <a:off x="5492720" y="4718367"/>
            <a:ext cx="1090253" cy="953221"/>
            <a:chOff x="5525852" y="4683240"/>
            <a:chExt cx="1203960" cy="1051560"/>
          </a:xfrm>
          <a:solidFill>
            <a:schemeClr val="accent2">
              <a:lumMod val="75000"/>
            </a:schemeClr>
          </a:solidFill>
          <a:effectLst/>
        </p:grpSpPr>
        <p:sp>
          <p:nvSpPr>
            <p:cNvPr id="74" name="六边形 69"/>
            <p:cNvSpPr/>
            <p:nvPr/>
          </p:nvSpPr>
          <p:spPr>
            <a:xfrm>
              <a:off x="5525852" y="4683240"/>
              <a:ext cx="1203960" cy="1051560"/>
            </a:xfrm>
            <a:prstGeom prst="hexagon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133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5" name="文本框 76"/>
            <p:cNvSpPr txBox="1"/>
            <p:nvPr/>
          </p:nvSpPr>
          <p:spPr>
            <a:xfrm>
              <a:off x="5717469" y="4831262"/>
              <a:ext cx="820724" cy="645103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zh-CN" sz="3200" dirty="0" smtClean="0">
                  <a:solidFill>
                    <a:srgbClr val="FFFFFF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03</a:t>
              </a:r>
              <a:endParaRPr lang="zh-CN" altLang="en-US" sz="3200" baseline="-3000" dirty="0">
                <a:solidFill>
                  <a:srgbClr val="FFFFFF"/>
                </a:solidFill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6" name="TextBox 88"/>
          <p:cNvSpPr txBox="1">
            <a:spLocks noChangeArrowheads="1"/>
          </p:cNvSpPr>
          <p:nvPr/>
        </p:nvSpPr>
        <p:spPr bwMode="auto">
          <a:xfrm>
            <a:off x="1955800" y="557213"/>
            <a:ext cx="258982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600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路由和導航</a:t>
            </a:r>
            <a:endParaRPr lang="zh-CN" altLang="en-US" sz="26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819" y="3712044"/>
            <a:ext cx="5042294" cy="2732470"/>
          </a:xfrm>
          <a:prstGeom prst="rect">
            <a:avLst/>
          </a:prstGeom>
        </p:spPr>
      </p:pic>
      <p:cxnSp>
        <p:nvCxnSpPr>
          <p:cNvPr id="7" name="直線單箭頭接點 6"/>
          <p:cNvCxnSpPr/>
          <p:nvPr/>
        </p:nvCxnSpPr>
        <p:spPr bwMode="auto">
          <a:xfrm flipH="1">
            <a:off x="7752383" y="5145089"/>
            <a:ext cx="182681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84" y="4595812"/>
            <a:ext cx="3878881" cy="1911291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278" y="1212874"/>
            <a:ext cx="5153835" cy="1105054"/>
          </a:xfrm>
          <a:prstGeom prst="rect">
            <a:avLst/>
          </a:prstGeom>
        </p:spPr>
      </p:pic>
    </p:spTree>
  </p:cSld>
  <p:clrMapOvr>
    <a:masterClrMapping/>
  </p:clrMapOvr>
  <p:transition spd="slow"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2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250"/>
                            </p:stCondLst>
                            <p:childTnLst>
                              <p:par>
                                <p:cTn id="56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75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25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57" grpId="0"/>
      <p:bldP spid="58" grpId="0"/>
      <p:bldP spid="59" grpId="0"/>
      <p:bldP spid="61" grpId="0"/>
      <p:bldP spid="65" grpId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4681538" y="1727200"/>
            <a:ext cx="2819400" cy="4568825"/>
            <a:chOff x="4682069" y="1726836"/>
            <a:chExt cx="2818271" cy="4569844"/>
          </a:xfrm>
        </p:grpSpPr>
        <p:sp>
          <p:nvSpPr>
            <p:cNvPr id="56352" name="Freeform 11"/>
            <p:cNvSpPr>
              <a:spLocks noChangeAspect="1"/>
            </p:cNvSpPr>
            <p:nvPr/>
          </p:nvSpPr>
          <p:spPr bwMode="auto">
            <a:xfrm rot="-360000">
              <a:off x="6525495" y="3481891"/>
              <a:ext cx="974845" cy="990407"/>
            </a:xfrm>
            <a:custGeom>
              <a:avLst/>
              <a:gdLst>
                <a:gd name="T0" fmla="*/ 102796 w 569"/>
                <a:gd name="T1" fmla="*/ 284442 h 578"/>
                <a:gd name="T2" fmla="*/ 688731 w 569"/>
                <a:gd name="T3" fmla="*/ 114805 h 578"/>
                <a:gd name="T4" fmla="*/ 858343 w 569"/>
                <a:gd name="T5" fmla="*/ 702538 h 578"/>
                <a:gd name="T6" fmla="*/ 334086 w 569"/>
                <a:gd name="T7" fmla="*/ 899591 h 578"/>
                <a:gd name="T8" fmla="*/ 198738 w 569"/>
                <a:gd name="T9" fmla="*/ 990407 h 578"/>
                <a:gd name="T10" fmla="*/ 207304 w 569"/>
                <a:gd name="T11" fmla="*/ 827624 h 578"/>
                <a:gd name="T12" fmla="*/ 102796 w 569"/>
                <a:gd name="T13" fmla="*/ 284442 h 5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9" h="578">
                  <a:moveTo>
                    <a:pt x="60" y="166"/>
                  </a:moveTo>
                  <a:cubicBezTo>
                    <a:pt x="127" y="44"/>
                    <a:pt x="280" y="0"/>
                    <a:pt x="402" y="67"/>
                  </a:cubicBezTo>
                  <a:cubicBezTo>
                    <a:pt x="524" y="134"/>
                    <a:pt x="569" y="288"/>
                    <a:pt x="501" y="410"/>
                  </a:cubicBezTo>
                  <a:cubicBezTo>
                    <a:pt x="441" y="520"/>
                    <a:pt x="310" y="567"/>
                    <a:pt x="195" y="525"/>
                  </a:cubicBezTo>
                  <a:cubicBezTo>
                    <a:pt x="116" y="578"/>
                    <a:pt x="116" y="578"/>
                    <a:pt x="116" y="578"/>
                  </a:cubicBezTo>
                  <a:cubicBezTo>
                    <a:pt x="121" y="483"/>
                    <a:pt x="121" y="483"/>
                    <a:pt x="121" y="483"/>
                  </a:cubicBezTo>
                  <a:cubicBezTo>
                    <a:pt x="28" y="407"/>
                    <a:pt x="0" y="274"/>
                    <a:pt x="60" y="166"/>
                  </a:cubicBezTo>
                  <a:close/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3" name="Freeform 5"/>
            <p:cNvSpPr>
              <a:spLocks noChangeAspect="1"/>
            </p:cNvSpPr>
            <p:nvPr/>
          </p:nvSpPr>
          <p:spPr bwMode="auto">
            <a:xfrm rot="1260000">
              <a:off x="6623563" y="2274142"/>
              <a:ext cx="779876" cy="903486"/>
            </a:xfrm>
            <a:custGeom>
              <a:avLst/>
              <a:gdLst>
                <a:gd name="T0" fmla="*/ 0 w 505"/>
                <a:gd name="T1" fmla="*/ 388530 h 586"/>
                <a:gd name="T2" fmla="*/ 389166 w 505"/>
                <a:gd name="T3" fmla="*/ 0 h 586"/>
                <a:gd name="T4" fmla="*/ 779876 w 505"/>
                <a:gd name="T5" fmla="*/ 388530 h 586"/>
                <a:gd name="T6" fmla="*/ 450938 w 505"/>
                <a:gd name="T7" fmla="*/ 772434 h 586"/>
                <a:gd name="T8" fmla="*/ 382989 w 505"/>
                <a:gd name="T9" fmla="*/ 903486 h 586"/>
                <a:gd name="T10" fmla="*/ 318128 w 505"/>
                <a:gd name="T11" fmla="*/ 770892 h 586"/>
                <a:gd name="T12" fmla="*/ 0 w 505"/>
                <a:gd name="T13" fmla="*/ 388530 h 5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5" h="586">
                  <a:moveTo>
                    <a:pt x="0" y="252"/>
                  </a:moveTo>
                  <a:cubicBezTo>
                    <a:pt x="0" y="113"/>
                    <a:pt x="113" y="0"/>
                    <a:pt x="252" y="0"/>
                  </a:cubicBezTo>
                  <a:cubicBezTo>
                    <a:pt x="392" y="0"/>
                    <a:pt x="505" y="113"/>
                    <a:pt x="505" y="252"/>
                  </a:cubicBezTo>
                  <a:cubicBezTo>
                    <a:pt x="505" y="378"/>
                    <a:pt x="412" y="482"/>
                    <a:pt x="292" y="501"/>
                  </a:cubicBezTo>
                  <a:cubicBezTo>
                    <a:pt x="248" y="586"/>
                    <a:pt x="248" y="586"/>
                    <a:pt x="248" y="586"/>
                  </a:cubicBezTo>
                  <a:cubicBezTo>
                    <a:pt x="206" y="500"/>
                    <a:pt x="206" y="500"/>
                    <a:pt x="206" y="500"/>
                  </a:cubicBezTo>
                  <a:cubicBezTo>
                    <a:pt x="89" y="478"/>
                    <a:pt x="0" y="376"/>
                    <a:pt x="0" y="252"/>
                  </a:cubicBezTo>
                  <a:close/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4" name="Freeform 6"/>
            <p:cNvSpPr>
              <a:spLocks/>
            </p:cNvSpPr>
            <p:nvPr/>
          </p:nvSpPr>
          <p:spPr bwMode="auto">
            <a:xfrm rot="-540000">
              <a:off x="5669804" y="2942299"/>
              <a:ext cx="555405" cy="2381533"/>
            </a:xfrm>
            <a:custGeom>
              <a:avLst/>
              <a:gdLst>
                <a:gd name="T0" fmla="*/ 546807 w 323"/>
                <a:gd name="T1" fmla="*/ 2381533 h 1385"/>
                <a:gd name="T2" fmla="*/ 0 w 323"/>
                <a:gd name="T3" fmla="*/ 899308 h 1385"/>
                <a:gd name="T4" fmla="*/ 8598 w 323"/>
                <a:gd name="T5" fmla="*/ 897589 h 1385"/>
                <a:gd name="T6" fmla="*/ 546807 w 323"/>
                <a:gd name="T7" fmla="*/ 2355740 h 1385"/>
                <a:gd name="T8" fmla="*/ 546807 w 323"/>
                <a:gd name="T9" fmla="*/ 0 h 1385"/>
                <a:gd name="T10" fmla="*/ 555405 w 323"/>
                <a:gd name="T11" fmla="*/ 0 h 1385"/>
                <a:gd name="T12" fmla="*/ 555405 w 323"/>
                <a:gd name="T13" fmla="*/ 2381533 h 1385"/>
                <a:gd name="T14" fmla="*/ 546807 w 323"/>
                <a:gd name="T15" fmla="*/ 2381533 h 1385"/>
                <a:gd name="T16" fmla="*/ 546807 w 323"/>
                <a:gd name="T17" fmla="*/ 2381533 h 1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3" h="1385">
                  <a:moveTo>
                    <a:pt x="318" y="1385"/>
                  </a:moveTo>
                  <a:lnTo>
                    <a:pt x="0" y="523"/>
                  </a:lnTo>
                  <a:lnTo>
                    <a:pt x="5" y="522"/>
                  </a:lnTo>
                  <a:lnTo>
                    <a:pt x="318" y="1370"/>
                  </a:lnTo>
                  <a:lnTo>
                    <a:pt x="318" y="0"/>
                  </a:lnTo>
                  <a:lnTo>
                    <a:pt x="323" y="0"/>
                  </a:lnTo>
                  <a:lnTo>
                    <a:pt x="323" y="1385"/>
                  </a:lnTo>
                  <a:lnTo>
                    <a:pt x="318" y="1385"/>
                  </a:lnTo>
                  <a:close/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5" name="Freeform 5"/>
            <p:cNvSpPr>
              <a:spLocks/>
            </p:cNvSpPr>
            <p:nvPr/>
          </p:nvSpPr>
          <p:spPr bwMode="auto">
            <a:xfrm rot="-540000">
              <a:off x="5422217" y="1726836"/>
              <a:ext cx="1060082" cy="1228101"/>
            </a:xfrm>
            <a:custGeom>
              <a:avLst/>
              <a:gdLst>
                <a:gd name="T0" fmla="*/ 0 w 505"/>
                <a:gd name="T1" fmla="*/ 528125 h 586"/>
                <a:gd name="T2" fmla="*/ 528991 w 505"/>
                <a:gd name="T3" fmla="*/ 0 h 586"/>
                <a:gd name="T4" fmla="*/ 1060082 w 505"/>
                <a:gd name="T5" fmla="*/ 528125 h 586"/>
                <a:gd name="T6" fmla="*/ 612958 w 505"/>
                <a:gd name="T7" fmla="*/ 1049963 h 586"/>
                <a:gd name="T8" fmla="*/ 520595 w 505"/>
                <a:gd name="T9" fmla="*/ 1228101 h 586"/>
                <a:gd name="T10" fmla="*/ 432429 w 505"/>
                <a:gd name="T11" fmla="*/ 1047868 h 586"/>
                <a:gd name="T12" fmla="*/ 0 w 505"/>
                <a:gd name="T13" fmla="*/ 528125 h 5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5" h="586">
                  <a:moveTo>
                    <a:pt x="0" y="252"/>
                  </a:moveTo>
                  <a:cubicBezTo>
                    <a:pt x="0" y="113"/>
                    <a:pt x="113" y="0"/>
                    <a:pt x="252" y="0"/>
                  </a:cubicBezTo>
                  <a:cubicBezTo>
                    <a:pt x="392" y="0"/>
                    <a:pt x="505" y="113"/>
                    <a:pt x="505" y="252"/>
                  </a:cubicBezTo>
                  <a:cubicBezTo>
                    <a:pt x="505" y="378"/>
                    <a:pt x="412" y="482"/>
                    <a:pt x="292" y="501"/>
                  </a:cubicBezTo>
                  <a:cubicBezTo>
                    <a:pt x="248" y="586"/>
                    <a:pt x="248" y="586"/>
                    <a:pt x="248" y="586"/>
                  </a:cubicBezTo>
                  <a:cubicBezTo>
                    <a:pt x="206" y="500"/>
                    <a:pt x="206" y="500"/>
                    <a:pt x="206" y="500"/>
                  </a:cubicBezTo>
                  <a:cubicBezTo>
                    <a:pt x="89" y="478"/>
                    <a:pt x="0" y="376"/>
                    <a:pt x="0" y="252"/>
                  </a:cubicBezTo>
                  <a:close/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6" name="Freeform 10"/>
            <p:cNvSpPr>
              <a:spLocks noChangeAspect="1"/>
            </p:cNvSpPr>
            <p:nvPr/>
          </p:nvSpPr>
          <p:spPr bwMode="auto">
            <a:xfrm rot="-540000">
              <a:off x="4682069" y="2840266"/>
              <a:ext cx="1112378" cy="1128498"/>
            </a:xfrm>
            <a:custGeom>
              <a:avLst/>
              <a:gdLst>
                <a:gd name="T0" fmla="*/ 995080 w 569"/>
                <a:gd name="T1" fmla="*/ 324102 h 578"/>
                <a:gd name="T2" fmla="*/ 324525 w 569"/>
                <a:gd name="T3" fmla="*/ 130812 h 578"/>
                <a:gd name="T4" fmla="*/ 130983 w 569"/>
                <a:gd name="T5" fmla="*/ 800492 h 578"/>
                <a:gd name="T6" fmla="*/ 729204 w 569"/>
                <a:gd name="T7" fmla="*/ 1025020 h 578"/>
                <a:gd name="T8" fmla="*/ 883646 w 569"/>
                <a:gd name="T9" fmla="*/ 1128498 h 578"/>
                <a:gd name="T10" fmla="*/ 875827 w 569"/>
                <a:gd name="T11" fmla="*/ 943018 h 578"/>
                <a:gd name="T12" fmla="*/ 995080 w 569"/>
                <a:gd name="T13" fmla="*/ 324102 h 5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9" h="578">
                  <a:moveTo>
                    <a:pt x="509" y="166"/>
                  </a:moveTo>
                  <a:cubicBezTo>
                    <a:pt x="442" y="44"/>
                    <a:pt x="288" y="0"/>
                    <a:pt x="166" y="67"/>
                  </a:cubicBezTo>
                  <a:cubicBezTo>
                    <a:pt x="44" y="134"/>
                    <a:pt x="0" y="288"/>
                    <a:pt x="67" y="410"/>
                  </a:cubicBezTo>
                  <a:cubicBezTo>
                    <a:pt x="128" y="520"/>
                    <a:pt x="259" y="567"/>
                    <a:pt x="373" y="525"/>
                  </a:cubicBezTo>
                  <a:cubicBezTo>
                    <a:pt x="452" y="578"/>
                    <a:pt x="452" y="578"/>
                    <a:pt x="452" y="578"/>
                  </a:cubicBezTo>
                  <a:cubicBezTo>
                    <a:pt x="448" y="483"/>
                    <a:pt x="448" y="483"/>
                    <a:pt x="448" y="483"/>
                  </a:cubicBezTo>
                  <a:cubicBezTo>
                    <a:pt x="540" y="407"/>
                    <a:pt x="569" y="274"/>
                    <a:pt x="509" y="166"/>
                  </a:cubicBezTo>
                  <a:close/>
                </a:path>
              </a:pathLst>
            </a:custGeom>
            <a:solidFill>
              <a:srgbClr val="49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7" name="Freeform 5"/>
            <p:cNvSpPr>
              <a:spLocks/>
            </p:cNvSpPr>
            <p:nvPr/>
          </p:nvSpPr>
          <p:spPr bwMode="auto">
            <a:xfrm rot="-540000">
              <a:off x="5416809" y="1728788"/>
              <a:ext cx="1052346" cy="1219139"/>
            </a:xfrm>
            <a:custGeom>
              <a:avLst/>
              <a:gdLst>
                <a:gd name="T0" fmla="*/ 0 w 505"/>
                <a:gd name="T1" fmla="*/ 524271 h 586"/>
                <a:gd name="T2" fmla="*/ 525131 w 505"/>
                <a:gd name="T3" fmla="*/ 0 h 586"/>
                <a:gd name="T4" fmla="*/ 1052346 w 505"/>
                <a:gd name="T5" fmla="*/ 524271 h 586"/>
                <a:gd name="T6" fmla="*/ 608485 w 505"/>
                <a:gd name="T7" fmla="*/ 1042301 h 586"/>
                <a:gd name="T8" fmla="*/ 516796 w 505"/>
                <a:gd name="T9" fmla="*/ 1219139 h 586"/>
                <a:gd name="T10" fmla="*/ 429274 w 505"/>
                <a:gd name="T11" fmla="*/ 1040221 h 586"/>
                <a:gd name="T12" fmla="*/ 0 w 505"/>
                <a:gd name="T13" fmla="*/ 524271 h 5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5" h="586">
                  <a:moveTo>
                    <a:pt x="0" y="252"/>
                  </a:moveTo>
                  <a:cubicBezTo>
                    <a:pt x="0" y="113"/>
                    <a:pt x="113" y="0"/>
                    <a:pt x="252" y="0"/>
                  </a:cubicBezTo>
                  <a:cubicBezTo>
                    <a:pt x="392" y="0"/>
                    <a:pt x="505" y="113"/>
                    <a:pt x="505" y="252"/>
                  </a:cubicBezTo>
                  <a:cubicBezTo>
                    <a:pt x="505" y="378"/>
                    <a:pt x="412" y="482"/>
                    <a:pt x="292" y="501"/>
                  </a:cubicBezTo>
                  <a:cubicBezTo>
                    <a:pt x="248" y="586"/>
                    <a:pt x="248" y="586"/>
                    <a:pt x="248" y="586"/>
                  </a:cubicBezTo>
                  <a:cubicBezTo>
                    <a:pt x="206" y="500"/>
                    <a:pt x="206" y="500"/>
                    <a:pt x="206" y="500"/>
                  </a:cubicBezTo>
                  <a:cubicBezTo>
                    <a:pt x="89" y="478"/>
                    <a:pt x="0" y="376"/>
                    <a:pt x="0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8" name="Freeform 10"/>
            <p:cNvSpPr>
              <a:spLocks noChangeAspect="1"/>
            </p:cNvSpPr>
            <p:nvPr/>
          </p:nvSpPr>
          <p:spPr bwMode="auto">
            <a:xfrm rot="-540000">
              <a:off x="4685013" y="2847515"/>
              <a:ext cx="1091827" cy="1107649"/>
            </a:xfrm>
            <a:custGeom>
              <a:avLst/>
              <a:gdLst>
                <a:gd name="T0" fmla="*/ 976696 w 569"/>
                <a:gd name="T1" fmla="*/ 318114 h 578"/>
                <a:gd name="T2" fmla="*/ 318529 w 569"/>
                <a:gd name="T3" fmla="*/ 128395 h 578"/>
                <a:gd name="T4" fmla="*/ 128563 w 569"/>
                <a:gd name="T5" fmla="*/ 785703 h 578"/>
                <a:gd name="T6" fmla="*/ 715732 w 569"/>
                <a:gd name="T7" fmla="*/ 1006083 h 578"/>
                <a:gd name="T8" fmla="*/ 867321 w 569"/>
                <a:gd name="T9" fmla="*/ 1107649 h 578"/>
                <a:gd name="T10" fmla="*/ 859646 w 569"/>
                <a:gd name="T11" fmla="*/ 925596 h 578"/>
                <a:gd name="T12" fmla="*/ 976696 w 569"/>
                <a:gd name="T13" fmla="*/ 318114 h 5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9" h="578">
                  <a:moveTo>
                    <a:pt x="509" y="166"/>
                  </a:moveTo>
                  <a:cubicBezTo>
                    <a:pt x="442" y="44"/>
                    <a:pt x="288" y="0"/>
                    <a:pt x="166" y="67"/>
                  </a:cubicBezTo>
                  <a:cubicBezTo>
                    <a:pt x="44" y="134"/>
                    <a:pt x="0" y="288"/>
                    <a:pt x="67" y="410"/>
                  </a:cubicBezTo>
                  <a:cubicBezTo>
                    <a:pt x="128" y="520"/>
                    <a:pt x="259" y="567"/>
                    <a:pt x="373" y="525"/>
                  </a:cubicBezTo>
                  <a:cubicBezTo>
                    <a:pt x="452" y="578"/>
                    <a:pt x="452" y="578"/>
                    <a:pt x="452" y="578"/>
                  </a:cubicBezTo>
                  <a:cubicBezTo>
                    <a:pt x="448" y="483"/>
                    <a:pt x="448" y="483"/>
                    <a:pt x="448" y="483"/>
                  </a:cubicBezTo>
                  <a:cubicBezTo>
                    <a:pt x="540" y="407"/>
                    <a:pt x="569" y="274"/>
                    <a:pt x="509" y="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359" name="组合 4"/>
            <p:cNvGrpSpPr>
              <a:grpSpLocks/>
            </p:cNvGrpSpPr>
            <p:nvPr/>
          </p:nvGrpSpPr>
          <p:grpSpPr bwMode="auto">
            <a:xfrm>
              <a:off x="5507861" y="4977810"/>
              <a:ext cx="925101" cy="1318870"/>
              <a:chOff x="5507861" y="4977810"/>
              <a:chExt cx="925101" cy="1318870"/>
            </a:xfrm>
          </p:grpSpPr>
          <p:sp>
            <p:nvSpPr>
              <p:cNvPr id="11" name="Oval 8"/>
              <p:cNvSpPr>
                <a:spLocks noChangeArrowheads="1"/>
              </p:cNvSpPr>
              <p:nvPr/>
            </p:nvSpPr>
            <p:spPr bwMode="auto">
              <a:xfrm>
                <a:off x="5727812" y="4977174"/>
                <a:ext cx="228508" cy="22706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>
                  <a:solidFill>
                    <a:prstClr val="black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2" name="Freeform 9"/>
              <p:cNvSpPr>
                <a:spLocks/>
              </p:cNvSpPr>
              <p:nvPr/>
            </p:nvSpPr>
            <p:spPr bwMode="auto">
              <a:xfrm>
                <a:off x="5507238" y="5229642"/>
                <a:ext cx="925141" cy="1067038"/>
              </a:xfrm>
              <a:custGeom>
                <a:avLst/>
                <a:gdLst>
                  <a:gd name="T0" fmla="*/ 437 w 444"/>
                  <a:gd name="T1" fmla="*/ 25 h 512"/>
                  <a:gd name="T2" fmla="*/ 401 w 444"/>
                  <a:gd name="T3" fmla="*/ 16 h 512"/>
                  <a:gd name="T4" fmla="*/ 326 w 444"/>
                  <a:gd name="T5" fmla="*/ 62 h 512"/>
                  <a:gd name="T6" fmla="*/ 239 w 444"/>
                  <a:gd name="T7" fmla="*/ 4 h 512"/>
                  <a:gd name="T8" fmla="*/ 230 w 444"/>
                  <a:gd name="T9" fmla="*/ 1 h 512"/>
                  <a:gd name="T10" fmla="*/ 230 w 444"/>
                  <a:gd name="T11" fmla="*/ 0 h 512"/>
                  <a:gd name="T12" fmla="*/ 224 w 444"/>
                  <a:gd name="T13" fmla="*/ 0 h 512"/>
                  <a:gd name="T14" fmla="*/ 224 w 444"/>
                  <a:gd name="T15" fmla="*/ 0 h 512"/>
                  <a:gd name="T16" fmla="*/ 94 w 444"/>
                  <a:gd name="T17" fmla="*/ 0 h 512"/>
                  <a:gd name="T18" fmla="*/ 94 w 444"/>
                  <a:gd name="T19" fmla="*/ 0 h 512"/>
                  <a:gd name="T20" fmla="*/ 89 w 444"/>
                  <a:gd name="T21" fmla="*/ 0 h 512"/>
                  <a:gd name="T22" fmla="*/ 89 w 444"/>
                  <a:gd name="T23" fmla="*/ 0 h 512"/>
                  <a:gd name="T24" fmla="*/ 72 w 444"/>
                  <a:gd name="T25" fmla="*/ 11 h 512"/>
                  <a:gd name="T26" fmla="*/ 5 w 444"/>
                  <a:gd name="T27" fmla="*/ 109 h 512"/>
                  <a:gd name="T28" fmla="*/ 1 w 444"/>
                  <a:gd name="T29" fmla="*/ 124 h 512"/>
                  <a:gd name="T30" fmla="*/ 4 w 444"/>
                  <a:gd name="T31" fmla="*/ 139 h 512"/>
                  <a:gd name="T32" fmla="*/ 55 w 444"/>
                  <a:gd name="T33" fmla="*/ 229 h 512"/>
                  <a:gd name="T34" fmla="*/ 91 w 444"/>
                  <a:gd name="T35" fmla="*/ 238 h 512"/>
                  <a:gd name="T36" fmla="*/ 100 w 444"/>
                  <a:gd name="T37" fmla="*/ 203 h 512"/>
                  <a:gd name="T38" fmla="*/ 56 w 444"/>
                  <a:gd name="T39" fmla="*/ 126 h 512"/>
                  <a:gd name="T40" fmla="*/ 89 w 444"/>
                  <a:gd name="T41" fmla="*/ 78 h 512"/>
                  <a:gd name="T42" fmla="*/ 89 w 444"/>
                  <a:gd name="T43" fmla="*/ 149 h 512"/>
                  <a:gd name="T44" fmla="*/ 114 w 444"/>
                  <a:gd name="T45" fmla="*/ 192 h 512"/>
                  <a:gd name="T46" fmla="*/ 97 w 444"/>
                  <a:gd name="T47" fmla="*/ 253 h 512"/>
                  <a:gd name="T48" fmla="*/ 89 w 444"/>
                  <a:gd name="T49" fmla="*/ 256 h 512"/>
                  <a:gd name="T50" fmla="*/ 89 w 444"/>
                  <a:gd name="T51" fmla="*/ 268 h 512"/>
                  <a:gd name="T52" fmla="*/ 89 w 444"/>
                  <a:gd name="T53" fmla="*/ 275 h 512"/>
                  <a:gd name="T54" fmla="*/ 89 w 444"/>
                  <a:gd name="T55" fmla="*/ 485 h 512"/>
                  <a:gd name="T56" fmla="*/ 116 w 444"/>
                  <a:gd name="T57" fmla="*/ 512 h 512"/>
                  <a:gd name="T58" fmla="*/ 143 w 444"/>
                  <a:gd name="T59" fmla="*/ 485 h 512"/>
                  <a:gd name="T60" fmla="*/ 143 w 444"/>
                  <a:gd name="T61" fmla="*/ 275 h 512"/>
                  <a:gd name="T62" fmla="*/ 159 w 444"/>
                  <a:gd name="T63" fmla="*/ 259 h 512"/>
                  <a:gd name="T64" fmla="*/ 177 w 444"/>
                  <a:gd name="T65" fmla="*/ 275 h 512"/>
                  <a:gd name="T66" fmla="*/ 177 w 444"/>
                  <a:gd name="T67" fmla="*/ 485 h 512"/>
                  <a:gd name="T68" fmla="*/ 203 w 444"/>
                  <a:gd name="T69" fmla="*/ 512 h 512"/>
                  <a:gd name="T70" fmla="*/ 230 w 444"/>
                  <a:gd name="T71" fmla="*/ 485 h 512"/>
                  <a:gd name="T72" fmla="*/ 230 w 444"/>
                  <a:gd name="T73" fmla="*/ 275 h 512"/>
                  <a:gd name="T74" fmla="*/ 230 w 444"/>
                  <a:gd name="T75" fmla="*/ 268 h 512"/>
                  <a:gd name="T76" fmla="*/ 230 w 444"/>
                  <a:gd name="T77" fmla="*/ 60 h 512"/>
                  <a:gd name="T78" fmla="*/ 309 w 444"/>
                  <a:gd name="T79" fmla="*/ 113 h 512"/>
                  <a:gd name="T80" fmla="*/ 325 w 444"/>
                  <a:gd name="T81" fmla="*/ 117 h 512"/>
                  <a:gd name="T82" fmla="*/ 339 w 444"/>
                  <a:gd name="T83" fmla="*/ 114 h 512"/>
                  <a:gd name="T84" fmla="*/ 428 w 444"/>
                  <a:gd name="T85" fmla="*/ 61 h 512"/>
                  <a:gd name="T86" fmla="*/ 437 w 444"/>
                  <a:gd name="T87" fmla="*/ 25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4" h="512">
                    <a:moveTo>
                      <a:pt x="437" y="25"/>
                    </a:moveTo>
                    <a:cubicBezTo>
                      <a:pt x="430" y="13"/>
                      <a:pt x="414" y="9"/>
                      <a:pt x="401" y="16"/>
                    </a:cubicBezTo>
                    <a:cubicBezTo>
                      <a:pt x="326" y="62"/>
                      <a:pt x="326" y="62"/>
                      <a:pt x="326" y="62"/>
                    </a:cubicBezTo>
                    <a:cubicBezTo>
                      <a:pt x="239" y="4"/>
                      <a:pt x="239" y="4"/>
                      <a:pt x="239" y="4"/>
                    </a:cubicBezTo>
                    <a:cubicBezTo>
                      <a:pt x="236" y="2"/>
                      <a:pt x="233" y="1"/>
                      <a:pt x="230" y="1"/>
                    </a:cubicBezTo>
                    <a:cubicBezTo>
                      <a:pt x="230" y="0"/>
                      <a:pt x="230" y="0"/>
                      <a:pt x="230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83" y="1"/>
                      <a:pt x="77" y="5"/>
                      <a:pt x="72" y="11"/>
                    </a:cubicBezTo>
                    <a:cubicBezTo>
                      <a:pt x="5" y="109"/>
                      <a:pt x="5" y="109"/>
                      <a:pt x="5" y="109"/>
                    </a:cubicBezTo>
                    <a:cubicBezTo>
                      <a:pt x="2" y="114"/>
                      <a:pt x="1" y="119"/>
                      <a:pt x="1" y="124"/>
                    </a:cubicBezTo>
                    <a:cubicBezTo>
                      <a:pt x="0" y="129"/>
                      <a:pt x="1" y="134"/>
                      <a:pt x="4" y="139"/>
                    </a:cubicBezTo>
                    <a:cubicBezTo>
                      <a:pt x="55" y="229"/>
                      <a:pt x="55" y="229"/>
                      <a:pt x="55" y="229"/>
                    </a:cubicBezTo>
                    <a:cubicBezTo>
                      <a:pt x="62" y="241"/>
                      <a:pt x="78" y="245"/>
                      <a:pt x="91" y="238"/>
                    </a:cubicBezTo>
                    <a:cubicBezTo>
                      <a:pt x="103" y="231"/>
                      <a:pt x="107" y="215"/>
                      <a:pt x="100" y="203"/>
                    </a:cubicBezTo>
                    <a:cubicBezTo>
                      <a:pt x="56" y="126"/>
                      <a:pt x="56" y="126"/>
                      <a:pt x="56" y="126"/>
                    </a:cubicBezTo>
                    <a:cubicBezTo>
                      <a:pt x="89" y="78"/>
                      <a:pt x="89" y="78"/>
                      <a:pt x="89" y="78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26" y="213"/>
                      <a:pt x="119" y="241"/>
                      <a:pt x="97" y="253"/>
                    </a:cubicBezTo>
                    <a:cubicBezTo>
                      <a:pt x="95" y="254"/>
                      <a:pt x="92" y="255"/>
                      <a:pt x="89" y="256"/>
                    </a:cubicBezTo>
                    <a:cubicBezTo>
                      <a:pt x="89" y="268"/>
                      <a:pt x="89" y="268"/>
                      <a:pt x="89" y="268"/>
                    </a:cubicBezTo>
                    <a:cubicBezTo>
                      <a:pt x="89" y="275"/>
                      <a:pt x="89" y="275"/>
                      <a:pt x="89" y="275"/>
                    </a:cubicBezTo>
                    <a:cubicBezTo>
                      <a:pt x="89" y="485"/>
                      <a:pt x="89" y="485"/>
                      <a:pt x="89" y="485"/>
                    </a:cubicBezTo>
                    <a:cubicBezTo>
                      <a:pt x="89" y="500"/>
                      <a:pt x="101" y="512"/>
                      <a:pt x="116" y="512"/>
                    </a:cubicBezTo>
                    <a:cubicBezTo>
                      <a:pt x="131" y="512"/>
                      <a:pt x="143" y="500"/>
                      <a:pt x="143" y="485"/>
                    </a:cubicBezTo>
                    <a:cubicBezTo>
                      <a:pt x="143" y="275"/>
                      <a:pt x="143" y="275"/>
                      <a:pt x="143" y="275"/>
                    </a:cubicBezTo>
                    <a:cubicBezTo>
                      <a:pt x="143" y="266"/>
                      <a:pt x="150" y="259"/>
                      <a:pt x="159" y="259"/>
                    </a:cubicBezTo>
                    <a:cubicBezTo>
                      <a:pt x="168" y="259"/>
                      <a:pt x="177" y="266"/>
                      <a:pt x="177" y="275"/>
                    </a:cubicBezTo>
                    <a:cubicBezTo>
                      <a:pt x="177" y="485"/>
                      <a:pt x="177" y="485"/>
                      <a:pt x="177" y="485"/>
                    </a:cubicBezTo>
                    <a:cubicBezTo>
                      <a:pt x="177" y="500"/>
                      <a:pt x="188" y="512"/>
                      <a:pt x="203" y="512"/>
                    </a:cubicBezTo>
                    <a:cubicBezTo>
                      <a:pt x="218" y="512"/>
                      <a:pt x="230" y="500"/>
                      <a:pt x="230" y="485"/>
                    </a:cubicBezTo>
                    <a:cubicBezTo>
                      <a:pt x="230" y="275"/>
                      <a:pt x="230" y="275"/>
                      <a:pt x="230" y="275"/>
                    </a:cubicBezTo>
                    <a:cubicBezTo>
                      <a:pt x="230" y="268"/>
                      <a:pt x="230" y="268"/>
                      <a:pt x="230" y="268"/>
                    </a:cubicBezTo>
                    <a:cubicBezTo>
                      <a:pt x="230" y="60"/>
                      <a:pt x="230" y="60"/>
                      <a:pt x="230" y="60"/>
                    </a:cubicBezTo>
                    <a:cubicBezTo>
                      <a:pt x="309" y="113"/>
                      <a:pt x="309" y="113"/>
                      <a:pt x="309" y="113"/>
                    </a:cubicBezTo>
                    <a:cubicBezTo>
                      <a:pt x="314" y="116"/>
                      <a:pt x="319" y="117"/>
                      <a:pt x="325" y="117"/>
                    </a:cubicBezTo>
                    <a:cubicBezTo>
                      <a:pt x="330" y="117"/>
                      <a:pt x="335" y="116"/>
                      <a:pt x="339" y="114"/>
                    </a:cubicBezTo>
                    <a:cubicBezTo>
                      <a:pt x="428" y="61"/>
                      <a:pt x="428" y="61"/>
                      <a:pt x="428" y="61"/>
                    </a:cubicBezTo>
                    <a:cubicBezTo>
                      <a:pt x="440" y="53"/>
                      <a:pt x="444" y="37"/>
                      <a:pt x="437" y="2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>
                  <a:solidFill>
                    <a:prstClr val="black"/>
                  </a:solidFill>
                  <a:latin typeface="Calibri"/>
                  <a:ea typeface="宋体"/>
                </a:endParaRPr>
              </a:p>
            </p:txBody>
          </p:sp>
        </p:grpSp>
        <p:cxnSp>
          <p:nvCxnSpPr>
            <p:cNvPr id="33" name="直接连接符 32"/>
            <p:cNvCxnSpPr/>
            <p:nvPr/>
          </p:nvCxnSpPr>
          <p:spPr>
            <a:xfrm flipV="1">
              <a:off x="6405404" y="3103506"/>
              <a:ext cx="452256" cy="2154717"/>
            </a:xfrm>
            <a:prstGeom prst="line">
              <a:avLst/>
            </a:prstGeom>
            <a:ln>
              <a:solidFill>
                <a:srgbClr val="498B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6405404" y="4448418"/>
              <a:ext cx="390369" cy="817745"/>
            </a:xfrm>
            <a:prstGeom prst="line">
              <a:avLst/>
            </a:prstGeom>
            <a:ln>
              <a:solidFill>
                <a:srgbClr val="498B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 11"/>
            <p:cNvSpPr>
              <a:spLocks noChangeAspect="1"/>
            </p:cNvSpPr>
            <p:nvPr/>
          </p:nvSpPr>
          <p:spPr bwMode="auto">
            <a:xfrm rot="21240000">
              <a:off x="6516484" y="3471888"/>
              <a:ext cx="974335" cy="990821"/>
            </a:xfrm>
            <a:custGeom>
              <a:avLst/>
              <a:gdLst>
                <a:gd name="T0" fmla="*/ 60 w 569"/>
                <a:gd name="T1" fmla="*/ 166 h 578"/>
                <a:gd name="T2" fmla="*/ 402 w 569"/>
                <a:gd name="T3" fmla="*/ 67 h 578"/>
                <a:gd name="T4" fmla="*/ 501 w 569"/>
                <a:gd name="T5" fmla="*/ 410 h 578"/>
                <a:gd name="T6" fmla="*/ 195 w 569"/>
                <a:gd name="T7" fmla="*/ 525 h 578"/>
                <a:gd name="T8" fmla="*/ 116 w 569"/>
                <a:gd name="T9" fmla="*/ 578 h 578"/>
                <a:gd name="T10" fmla="*/ 121 w 569"/>
                <a:gd name="T11" fmla="*/ 483 h 578"/>
                <a:gd name="T12" fmla="*/ 60 w 569"/>
                <a:gd name="T13" fmla="*/ 16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9" h="578">
                  <a:moveTo>
                    <a:pt x="60" y="166"/>
                  </a:moveTo>
                  <a:cubicBezTo>
                    <a:pt x="127" y="44"/>
                    <a:pt x="280" y="0"/>
                    <a:pt x="402" y="67"/>
                  </a:cubicBezTo>
                  <a:cubicBezTo>
                    <a:pt x="524" y="134"/>
                    <a:pt x="569" y="288"/>
                    <a:pt x="501" y="410"/>
                  </a:cubicBezTo>
                  <a:cubicBezTo>
                    <a:pt x="441" y="520"/>
                    <a:pt x="310" y="567"/>
                    <a:pt x="195" y="525"/>
                  </a:cubicBezTo>
                  <a:cubicBezTo>
                    <a:pt x="116" y="578"/>
                    <a:pt x="116" y="578"/>
                    <a:pt x="116" y="578"/>
                  </a:cubicBezTo>
                  <a:cubicBezTo>
                    <a:pt x="121" y="483"/>
                    <a:pt x="121" y="483"/>
                    <a:pt x="121" y="483"/>
                  </a:cubicBezTo>
                  <a:cubicBezTo>
                    <a:pt x="28" y="407"/>
                    <a:pt x="0" y="274"/>
                    <a:pt x="60" y="16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>
                <a:solidFill>
                  <a:prstClr val="black"/>
                </a:solidFill>
                <a:latin typeface="Calibri"/>
                <a:ea typeface="宋体"/>
              </a:endParaRPr>
            </a:p>
          </p:txBody>
        </p:sp>
        <p:sp>
          <p:nvSpPr>
            <p:cNvPr id="31" name="Freeform 5"/>
            <p:cNvSpPr>
              <a:spLocks noChangeAspect="1"/>
            </p:cNvSpPr>
            <p:nvPr/>
          </p:nvSpPr>
          <p:spPr bwMode="auto">
            <a:xfrm rot="1200000">
              <a:off x="6616456" y="2265119"/>
              <a:ext cx="780737" cy="903488"/>
            </a:xfrm>
            <a:custGeom>
              <a:avLst/>
              <a:gdLst>
                <a:gd name="T0" fmla="*/ 0 w 505"/>
                <a:gd name="T1" fmla="*/ 252 h 586"/>
                <a:gd name="T2" fmla="*/ 252 w 505"/>
                <a:gd name="T3" fmla="*/ 0 h 586"/>
                <a:gd name="T4" fmla="*/ 505 w 505"/>
                <a:gd name="T5" fmla="*/ 252 h 586"/>
                <a:gd name="T6" fmla="*/ 292 w 505"/>
                <a:gd name="T7" fmla="*/ 501 h 586"/>
                <a:gd name="T8" fmla="*/ 248 w 505"/>
                <a:gd name="T9" fmla="*/ 586 h 586"/>
                <a:gd name="T10" fmla="*/ 206 w 505"/>
                <a:gd name="T11" fmla="*/ 500 h 586"/>
                <a:gd name="T12" fmla="*/ 0 w 505"/>
                <a:gd name="T13" fmla="*/ 252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5" h="586">
                  <a:moveTo>
                    <a:pt x="0" y="252"/>
                  </a:moveTo>
                  <a:cubicBezTo>
                    <a:pt x="0" y="113"/>
                    <a:pt x="113" y="0"/>
                    <a:pt x="252" y="0"/>
                  </a:cubicBezTo>
                  <a:cubicBezTo>
                    <a:pt x="392" y="0"/>
                    <a:pt x="505" y="113"/>
                    <a:pt x="505" y="252"/>
                  </a:cubicBezTo>
                  <a:cubicBezTo>
                    <a:pt x="505" y="378"/>
                    <a:pt x="412" y="482"/>
                    <a:pt x="292" y="501"/>
                  </a:cubicBezTo>
                  <a:cubicBezTo>
                    <a:pt x="248" y="586"/>
                    <a:pt x="248" y="586"/>
                    <a:pt x="248" y="586"/>
                  </a:cubicBezTo>
                  <a:cubicBezTo>
                    <a:pt x="206" y="500"/>
                    <a:pt x="206" y="500"/>
                    <a:pt x="206" y="500"/>
                  </a:cubicBezTo>
                  <a:cubicBezTo>
                    <a:pt x="89" y="478"/>
                    <a:pt x="0" y="376"/>
                    <a:pt x="0" y="252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>
                <a:solidFill>
                  <a:prstClr val="black"/>
                </a:solidFill>
                <a:latin typeface="Calibri"/>
                <a:ea typeface="宋体"/>
              </a:endParaRPr>
            </a:p>
          </p:txBody>
        </p:sp>
        <p:sp>
          <p:nvSpPr>
            <p:cNvPr id="56364" name="Freeform 44673"/>
            <p:cNvSpPr>
              <a:spLocks/>
            </p:cNvSpPr>
            <p:nvPr/>
          </p:nvSpPr>
          <p:spPr bwMode="auto">
            <a:xfrm rot="1020000">
              <a:off x="6836209" y="2463154"/>
              <a:ext cx="354013" cy="442913"/>
            </a:xfrm>
            <a:custGeom>
              <a:avLst/>
              <a:gdLst>
                <a:gd name="T0" fmla="*/ 337382 w 149"/>
                <a:gd name="T1" fmla="*/ 196587 h 187"/>
                <a:gd name="T2" fmla="*/ 273232 w 149"/>
                <a:gd name="T3" fmla="*/ 127900 h 187"/>
                <a:gd name="T4" fmla="*/ 247096 w 149"/>
                <a:gd name="T5" fmla="*/ 40265 h 187"/>
                <a:gd name="T6" fmla="*/ 104541 w 149"/>
                <a:gd name="T7" fmla="*/ 40265 h 187"/>
                <a:gd name="T8" fmla="*/ 78406 w 149"/>
                <a:gd name="T9" fmla="*/ 130269 h 187"/>
                <a:gd name="T10" fmla="*/ 14256 w 149"/>
                <a:gd name="T11" fmla="*/ 198956 h 187"/>
                <a:gd name="T12" fmla="*/ 85533 w 149"/>
                <a:gd name="T13" fmla="*/ 319750 h 187"/>
                <a:gd name="T14" fmla="*/ 152059 w 149"/>
                <a:gd name="T15" fmla="*/ 315013 h 187"/>
                <a:gd name="T16" fmla="*/ 152059 w 149"/>
                <a:gd name="T17" fmla="*/ 423965 h 187"/>
                <a:gd name="T18" fmla="*/ 178194 w 149"/>
                <a:gd name="T19" fmla="*/ 442913 h 187"/>
                <a:gd name="T20" fmla="*/ 204330 w 149"/>
                <a:gd name="T21" fmla="*/ 423965 h 187"/>
                <a:gd name="T22" fmla="*/ 204330 w 149"/>
                <a:gd name="T23" fmla="*/ 315013 h 187"/>
                <a:gd name="T24" fmla="*/ 268480 w 149"/>
                <a:gd name="T25" fmla="*/ 319750 h 187"/>
                <a:gd name="T26" fmla="*/ 337382 w 149"/>
                <a:gd name="T27" fmla="*/ 196587 h 18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9" h="187">
                  <a:moveTo>
                    <a:pt x="142" y="83"/>
                  </a:moveTo>
                  <a:cubicBezTo>
                    <a:pt x="139" y="69"/>
                    <a:pt x="128" y="59"/>
                    <a:pt x="115" y="54"/>
                  </a:cubicBezTo>
                  <a:cubicBezTo>
                    <a:pt x="118" y="41"/>
                    <a:pt x="114" y="27"/>
                    <a:pt x="104" y="17"/>
                  </a:cubicBezTo>
                  <a:cubicBezTo>
                    <a:pt x="87" y="0"/>
                    <a:pt x="60" y="0"/>
                    <a:pt x="44" y="17"/>
                  </a:cubicBezTo>
                  <a:cubicBezTo>
                    <a:pt x="34" y="27"/>
                    <a:pt x="30" y="42"/>
                    <a:pt x="33" y="55"/>
                  </a:cubicBezTo>
                  <a:cubicBezTo>
                    <a:pt x="20" y="59"/>
                    <a:pt x="9" y="70"/>
                    <a:pt x="6" y="84"/>
                  </a:cubicBezTo>
                  <a:cubicBezTo>
                    <a:pt x="0" y="107"/>
                    <a:pt x="13" y="130"/>
                    <a:pt x="36" y="135"/>
                  </a:cubicBezTo>
                  <a:cubicBezTo>
                    <a:pt x="46" y="138"/>
                    <a:pt x="55" y="137"/>
                    <a:pt x="64" y="133"/>
                  </a:cubicBezTo>
                  <a:cubicBezTo>
                    <a:pt x="64" y="179"/>
                    <a:pt x="64" y="179"/>
                    <a:pt x="64" y="179"/>
                  </a:cubicBezTo>
                  <a:cubicBezTo>
                    <a:pt x="64" y="183"/>
                    <a:pt x="69" y="187"/>
                    <a:pt x="75" y="187"/>
                  </a:cubicBezTo>
                  <a:cubicBezTo>
                    <a:pt x="81" y="187"/>
                    <a:pt x="86" y="183"/>
                    <a:pt x="86" y="179"/>
                  </a:cubicBezTo>
                  <a:cubicBezTo>
                    <a:pt x="86" y="133"/>
                    <a:pt x="86" y="133"/>
                    <a:pt x="86" y="133"/>
                  </a:cubicBezTo>
                  <a:cubicBezTo>
                    <a:pt x="94" y="137"/>
                    <a:pt x="104" y="138"/>
                    <a:pt x="113" y="135"/>
                  </a:cubicBezTo>
                  <a:cubicBezTo>
                    <a:pt x="135" y="129"/>
                    <a:pt x="149" y="106"/>
                    <a:pt x="142" y="83"/>
                  </a:cubicBezTo>
                  <a:close/>
                </a:path>
              </a:pathLst>
            </a:custGeom>
            <a:solidFill>
              <a:srgbClr val="F5E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5" name="Freeform 30"/>
            <p:cNvSpPr>
              <a:spLocks noChangeAspect="1" noEditPoints="1"/>
            </p:cNvSpPr>
            <p:nvPr/>
          </p:nvSpPr>
          <p:spPr bwMode="auto">
            <a:xfrm>
              <a:off x="6769689" y="3798609"/>
              <a:ext cx="468000" cy="337922"/>
            </a:xfrm>
            <a:custGeom>
              <a:avLst/>
              <a:gdLst>
                <a:gd name="T0" fmla="*/ 133309 w 165"/>
                <a:gd name="T1" fmla="*/ 159186 h 121"/>
                <a:gd name="T2" fmla="*/ 170182 w 165"/>
                <a:gd name="T3" fmla="*/ 229005 h 121"/>
                <a:gd name="T4" fmla="*/ 277964 w 165"/>
                <a:gd name="T5" fmla="*/ 217834 h 121"/>
                <a:gd name="T6" fmla="*/ 294982 w 165"/>
                <a:gd name="T7" fmla="*/ 189907 h 121"/>
                <a:gd name="T8" fmla="*/ 218400 w 165"/>
                <a:gd name="T9" fmla="*/ 78197 h 121"/>
                <a:gd name="T10" fmla="*/ 399927 w 165"/>
                <a:gd name="T11" fmla="*/ 337922 h 121"/>
                <a:gd name="T12" fmla="*/ 331855 w 165"/>
                <a:gd name="T13" fmla="*/ 254140 h 121"/>
                <a:gd name="T14" fmla="*/ 218400 w 165"/>
                <a:gd name="T15" fmla="*/ 262518 h 121"/>
                <a:gd name="T16" fmla="*/ 85091 w 165"/>
                <a:gd name="T17" fmla="*/ 321166 h 121"/>
                <a:gd name="T18" fmla="*/ 85091 w 165"/>
                <a:gd name="T19" fmla="*/ 153601 h 121"/>
                <a:gd name="T20" fmla="*/ 121964 w 165"/>
                <a:gd name="T21" fmla="*/ 125673 h 121"/>
                <a:gd name="T22" fmla="*/ 96436 w 165"/>
                <a:gd name="T23" fmla="*/ 108917 h 121"/>
                <a:gd name="T24" fmla="*/ 14182 w 165"/>
                <a:gd name="T25" fmla="*/ 67026 h 121"/>
                <a:gd name="T26" fmla="*/ 119127 w 165"/>
                <a:gd name="T27" fmla="*/ 67026 h 121"/>
                <a:gd name="T28" fmla="*/ 141818 w 165"/>
                <a:gd name="T29" fmla="*/ 89368 h 121"/>
                <a:gd name="T30" fmla="*/ 294982 w 165"/>
                <a:gd name="T31" fmla="*/ 92161 h 121"/>
                <a:gd name="T32" fmla="*/ 312000 w 165"/>
                <a:gd name="T33" fmla="*/ 67026 h 121"/>
                <a:gd name="T34" fmla="*/ 450982 w 165"/>
                <a:gd name="T35" fmla="*/ 67026 h 121"/>
                <a:gd name="T36" fmla="*/ 334691 w 165"/>
                <a:gd name="T37" fmla="*/ 117295 h 121"/>
                <a:gd name="T38" fmla="*/ 320509 w 165"/>
                <a:gd name="T39" fmla="*/ 159186 h 121"/>
                <a:gd name="T40" fmla="*/ 354545 w 165"/>
                <a:gd name="T41" fmla="*/ 220627 h 121"/>
                <a:gd name="T42" fmla="*/ 468000 w 165"/>
                <a:gd name="T43" fmla="*/ 270896 h 121"/>
                <a:gd name="T44" fmla="*/ 116291 w 165"/>
                <a:gd name="T45" fmla="*/ 178736 h 121"/>
                <a:gd name="T46" fmla="*/ 19855 w 165"/>
                <a:gd name="T47" fmla="*/ 237383 h 121"/>
                <a:gd name="T48" fmla="*/ 150327 w 165"/>
                <a:gd name="T49" fmla="*/ 237383 h 121"/>
                <a:gd name="T50" fmla="*/ 329018 w 165"/>
                <a:gd name="T51" fmla="*/ 75404 h 121"/>
                <a:gd name="T52" fmla="*/ 348873 w 165"/>
                <a:gd name="T53" fmla="*/ 108917 h 121"/>
                <a:gd name="T54" fmla="*/ 433964 w 165"/>
                <a:gd name="T55" fmla="*/ 67026 h 121"/>
                <a:gd name="T56" fmla="*/ 329018 w 165"/>
                <a:gd name="T57" fmla="*/ 67026 h 121"/>
                <a:gd name="T58" fmla="*/ 65236 w 165"/>
                <a:gd name="T59" fmla="*/ 33513 h 121"/>
                <a:gd name="T60" fmla="*/ 65236 w 165"/>
                <a:gd name="T61" fmla="*/ 103332 h 121"/>
                <a:gd name="T62" fmla="*/ 79418 w 165"/>
                <a:gd name="T63" fmla="*/ 75404 h 121"/>
                <a:gd name="T64" fmla="*/ 448145 w 165"/>
                <a:gd name="T65" fmla="*/ 270896 h 121"/>
                <a:gd name="T66" fmla="*/ 348873 w 165"/>
                <a:gd name="T67" fmla="*/ 270896 h 121"/>
                <a:gd name="T68" fmla="*/ 448145 w 165"/>
                <a:gd name="T69" fmla="*/ 270896 h 12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65" h="121">
                  <a:moveTo>
                    <a:pt x="77" y="28"/>
                  </a:moveTo>
                  <a:cubicBezTo>
                    <a:pt x="61" y="28"/>
                    <a:pt x="47" y="41"/>
                    <a:pt x="47" y="57"/>
                  </a:cubicBezTo>
                  <a:cubicBezTo>
                    <a:pt x="47" y="58"/>
                    <a:pt x="47" y="59"/>
                    <a:pt x="48" y="60"/>
                  </a:cubicBezTo>
                  <a:cubicBezTo>
                    <a:pt x="55" y="65"/>
                    <a:pt x="59" y="73"/>
                    <a:pt x="60" y="82"/>
                  </a:cubicBezTo>
                  <a:cubicBezTo>
                    <a:pt x="65" y="85"/>
                    <a:pt x="71" y="87"/>
                    <a:pt x="77" y="87"/>
                  </a:cubicBezTo>
                  <a:cubicBezTo>
                    <a:pt x="85" y="87"/>
                    <a:pt x="92" y="83"/>
                    <a:pt x="98" y="78"/>
                  </a:cubicBezTo>
                  <a:cubicBezTo>
                    <a:pt x="97" y="76"/>
                    <a:pt x="97" y="73"/>
                    <a:pt x="98" y="71"/>
                  </a:cubicBezTo>
                  <a:cubicBezTo>
                    <a:pt x="100" y="69"/>
                    <a:pt x="102" y="68"/>
                    <a:pt x="104" y="68"/>
                  </a:cubicBezTo>
                  <a:cubicBezTo>
                    <a:pt x="105" y="65"/>
                    <a:pt x="106" y="61"/>
                    <a:pt x="106" y="57"/>
                  </a:cubicBezTo>
                  <a:cubicBezTo>
                    <a:pt x="106" y="41"/>
                    <a:pt x="93" y="28"/>
                    <a:pt x="77" y="28"/>
                  </a:cubicBezTo>
                  <a:moveTo>
                    <a:pt x="165" y="97"/>
                  </a:moveTo>
                  <a:cubicBezTo>
                    <a:pt x="165" y="111"/>
                    <a:pt x="154" y="121"/>
                    <a:pt x="141" y="121"/>
                  </a:cubicBezTo>
                  <a:cubicBezTo>
                    <a:pt x="127" y="121"/>
                    <a:pt x="116" y="111"/>
                    <a:pt x="116" y="97"/>
                  </a:cubicBezTo>
                  <a:cubicBezTo>
                    <a:pt x="116" y="95"/>
                    <a:pt x="117" y="93"/>
                    <a:pt x="117" y="91"/>
                  </a:cubicBezTo>
                  <a:cubicBezTo>
                    <a:pt x="115" y="90"/>
                    <a:pt x="106" y="84"/>
                    <a:pt x="103" y="83"/>
                  </a:cubicBezTo>
                  <a:cubicBezTo>
                    <a:pt x="96" y="90"/>
                    <a:pt x="87" y="94"/>
                    <a:pt x="77" y="94"/>
                  </a:cubicBezTo>
                  <a:cubicBezTo>
                    <a:pt x="71" y="94"/>
                    <a:pt x="65" y="92"/>
                    <a:pt x="60" y="90"/>
                  </a:cubicBezTo>
                  <a:cubicBezTo>
                    <a:pt x="58" y="104"/>
                    <a:pt x="45" y="115"/>
                    <a:pt x="30" y="115"/>
                  </a:cubicBezTo>
                  <a:cubicBezTo>
                    <a:pt x="13" y="115"/>
                    <a:pt x="0" y="102"/>
                    <a:pt x="0" y="85"/>
                  </a:cubicBezTo>
                  <a:cubicBezTo>
                    <a:pt x="0" y="68"/>
                    <a:pt x="13" y="55"/>
                    <a:pt x="30" y="55"/>
                  </a:cubicBezTo>
                  <a:cubicBezTo>
                    <a:pt x="34" y="55"/>
                    <a:pt x="37" y="55"/>
                    <a:pt x="40" y="56"/>
                  </a:cubicBezTo>
                  <a:cubicBezTo>
                    <a:pt x="40" y="52"/>
                    <a:pt x="41" y="48"/>
                    <a:pt x="43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1" y="41"/>
                    <a:pt x="27" y="43"/>
                    <a:pt x="23" y="43"/>
                  </a:cubicBezTo>
                  <a:cubicBezTo>
                    <a:pt x="13" y="43"/>
                    <a:pt x="5" y="34"/>
                    <a:pt x="5" y="24"/>
                  </a:cubicBezTo>
                  <a:cubicBezTo>
                    <a:pt x="5" y="14"/>
                    <a:pt x="13" y="6"/>
                    <a:pt x="23" y="6"/>
                  </a:cubicBezTo>
                  <a:cubicBezTo>
                    <a:pt x="34" y="6"/>
                    <a:pt x="42" y="14"/>
                    <a:pt x="42" y="24"/>
                  </a:cubicBezTo>
                  <a:cubicBezTo>
                    <a:pt x="42" y="25"/>
                    <a:pt x="42" y="26"/>
                    <a:pt x="42" y="27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7" y="25"/>
                    <a:pt x="66" y="21"/>
                    <a:pt x="77" y="21"/>
                  </a:cubicBezTo>
                  <a:cubicBezTo>
                    <a:pt x="88" y="21"/>
                    <a:pt x="98" y="26"/>
                    <a:pt x="104" y="33"/>
                  </a:cubicBezTo>
                  <a:cubicBezTo>
                    <a:pt x="111" y="30"/>
                    <a:pt x="111" y="30"/>
                    <a:pt x="111" y="30"/>
                  </a:cubicBezTo>
                  <a:cubicBezTo>
                    <a:pt x="110" y="28"/>
                    <a:pt x="110" y="26"/>
                    <a:pt x="110" y="24"/>
                  </a:cubicBezTo>
                  <a:cubicBezTo>
                    <a:pt x="110" y="11"/>
                    <a:pt x="121" y="0"/>
                    <a:pt x="135" y="0"/>
                  </a:cubicBezTo>
                  <a:cubicBezTo>
                    <a:pt x="148" y="0"/>
                    <a:pt x="159" y="11"/>
                    <a:pt x="159" y="24"/>
                  </a:cubicBezTo>
                  <a:cubicBezTo>
                    <a:pt x="159" y="38"/>
                    <a:pt x="148" y="49"/>
                    <a:pt x="135" y="49"/>
                  </a:cubicBezTo>
                  <a:cubicBezTo>
                    <a:pt x="128" y="49"/>
                    <a:pt x="122" y="46"/>
                    <a:pt x="118" y="42"/>
                  </a:cubicBezTo>
                  <a:cubicBezTo>
                    <a:pt x="111" y="46"/>
                    <a:pt x="111" y="46"/>
                    <a:pt x="111" y="46"/>
                  </a:cubicBezTo>
                  <a:cubicBezTo>
                    <a:pt x="113" y="49"/>
                    <a:pt x="113" y="53"/>
                    <a:pt x="113" y="57"/>
                  </a:cubicBezTo>
                  <a:cubicBezTo>
                    <a:pt x="113" y="62"/>
                    <a:pt x="112" y="66"/>
                    <a:pt x="111" y="70"/>
                  </a:cubicBezTo>
                  <a:cubicBezTo>
                    <a:pt x="125" y="79"/>
                    <a:pt x="125" y="79"/>
                    <a:pt x="125" y="79"/>
                  </a:cubicBezTo>
                  <a:cubicBezTo>
                    <a:pt x="129" y="75"/>
                    <a:pt x="135" y="73"/>
                    <a:pt x="141" y="73"/>
                  </a:cubicBezTo>
                  <a:cubicBezTo>
                    <a:pt x="154" y="73"/>
                    <a:pt x="165" y="84"/>
                    <a:pt x="165" y="97"/>
                  </a:cubicBezTo>
                  <a:moveTo>
                    <a:pt x="53" y="85"/>
                  </a:moveTo>
                  <a:cubicBezTo>
                    <a:pt x="53" y="76"/>
                    <a:pt x="48" y="68"/>
                    <a:pt x="41" y="64"/>
                  </a:cubicBezTo>
                  <a:cubicBezTo>
                    <a:pt x="38" y="63"/>
                    <a:pt x="34" y="62"/>
                    <a:pt x="30" y="62"/>
                  </a:cubicBezTo>
                  <a:cubicBezTo>
                    <a:pt x="17" y="62"/>
                    <a:pt x="7" y="72"/>
                    <a:pt x="7" y="85"/>
                  </a:cubicBezTo>
                  <a:cubicBezTo>
                    <a:pt x="7" y="98"/>
                    <a:pt x="17" y="108"/>
                    <a:pt x="30" y="108"/>
                  </a:cubicBezTo>
                  <a:cubicBezTo>
                    <a:pt x="43" y="108"/>
                    <a:pt x="53" y="98"/>
                    <a:pt x="53" y="85"/>
                  </a:cubicBezTo>
                  <a:close/>
                  <a:moveTo>
                    <a:pt x="116" y="24"/>
                  </a:moveTo>
                  <a:cubicBezTo>
                    <a:pt x="116" y="25"/>
                    <a:pt x="116" y="26"/>
                    <a:pt x="116" y="27"/>
                  </a:cubicBezTo>
                  <a:cubicBezTo>
                    <a:pt x="119" y="26"/>
                    <a:pt x="123" y="27"/>
                    <a:pt x="125" y="30"/>
                  </a:cubicBezTo>
                  <a:cubicBezTo>
                    <a:pt x="126" y="33"/>
                    <a:pt x="126" y="37"/>
                    <a:pt x="123" y="39"/>
                  </a:cubicBezTo>
                  <a:cubicBezTo>
                    <a:pt x="126" y="41"/>
                    <a:pt x="130" y="43"/>
                    <a:pt x="135" y="43"/>
                  </a:cubicBezTo>
                  <a:cubicBezTo>
                    <a:pt x="145" y="43"/>
                    <a:pt x="153" y="35"/>
                    <a:pt x="153" y="24"/>
                  </a:cubicBezTo>
                  <a:cubicBezTo>
                    <a:pt x="153" y="14"/>
                    <a:pt x="145" y="6"/>
                    <a:pt x="135" y="6"/>
                  </a:cubicBezTo>
                  <a:cubicBezTo>
                    <a:pt x="124" y="6"/>
                    <a:pt x="116" y="14"/>
                    <a:pt x="116" y="24"/>
                  </a:cubicBezTo>
                  <a:moveTo>
                    <a:pt x="36" y="24"/>
                  </a:moveTo>
                  <a:cubicBezTo>
                    <a:pt x="36" y="17"/>
                    <a:pt x="30" y="12"/>
                    <a:pt x="23" y="12"/>
                  </a:cubicBezTo>
                  <a:cubicBezTo>
                    <a:pt x="17" y="12"/>
                    <a:pt x="11" y="17"/>
                    <a:pt x="11" y="24"/>
                  </a:cubicBezTo>
                  <a:cubicBezTo>
                    <a:pt x="11" y="31"/>
                    <a:pt x="17" y="37"/>
                    <a:pt x="23" y="37"/>
                  </a:cubicBezTo>
                  <a:cubicBezTo>
                    <a:pt x="25" y="37"/>
                    <a:pt x="27" y="36"/>
                    <a:pt x="29" y="36"/>
                  </a:cubicBezTo>
                  <a:cubicBezTo>
                    <a:pt x="27" y="33"/>
                    <a:pt x="27" y="30"/>
                    <a:pt x="28" y="27"/>
                  </a:cubicBezTo>
                  <a:cubicBezTo>
                    <a:pt x="30" y="25"/>
                    <a:pt x="33" y="24"/>
                    <a:pt x="36" y="24"/>
                  </a:cubicBezTo>
                  <a:moveTo>
                    <a:pt x="158" y="97"/>
                  </a:moveTo>
                  <a:cubicBezTo>
                    <a:pt x="158" y="87"/>
                    <a:pt x="150" y="79"/>
                    <a:pt x="141" y="79"/>
                  </a:cubicBezTo>
                  <a:cubicBezTo>
                    <a:pt x="131" y="79"/>
                    <a:pt x="123" y="87"/>
                    <a:pt x="123" y="97"/>
                  </a:cubicBezTo>
                  <a:cubicBezTo>
                    <a:pt x="123" y="107"/>
                    <a:pt x="131" y="115"/>
                    <a:pt x="141" y="115"/>
                  </a:cubicBezTo>
                  <a:cubicBezTo>
                    <a:pt x="150" y="115"/>
                    <a:pt x="158" y="107"/>
                    <a:pt x="158" y="97"/>
                  </a:cubicBezTo>
                </a:path>
              </a:pathLst>
            </a:custGeom>
            <a:solidFill>
              <a:srgbClr val="F5E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6" name="Freeform 14"/>
            <p:cNvSpPr>
              <a:spLocks noEditPoints="1"/>
            </p:cNvSpPr>
            <p:nvPr/>
          </p:nvSpPr>
          <p:spPr bwMode="auto">
            <a:xfrm rot="-1800000">
              <a:off x="5013439" y="3139402"/>
              <a:ext cx="454025" cy="523875"/>
            </a:xfrm>
            <a:custGeom>
              <a:avLst/>
              <a:gdLst>
                <a:gd name="T0" fmla="*/ 287665 w 131"/>
                <a:gd name="T1" fmla="*/ 451018 h 151"/>
                <a:gd name="T2" fmla="*/ 298062 w 131"/>
                <a:gd name="T3" fmla="*/ 471834 h 151"/>
                <a:gd name="T4" fmla="*/ 166360 w 131"/>
                <a:gd name="T5" fmla="*/ 478773 h 151"/>
                <a:gd name="T6" fmla="*/ 155963 w 131"/>
                <a:gd name="T7" fmla="*/ 457957 h 151"/>
                <a:gd name="T8" fmla="*/ 166360 w 131"/>
                <a:gd name="T9" fmla="*/ 451018 h 151"/>
                <a:gd name="T10" fmla="*/ 270335 w 131"/>
                <a:gd name="T11" fmla="*/ 509998 h 151"/>
                <a:gd name="T12" fmla="*/ 197553 w 131"/>
                <a:gd name="T13" fmla="*/ 523875 h 151"/>
                <a:gd name="T14" fmla="*/ 180224 w 131"/>
                <a:gd name="T15" fmla="*/ 496120 h 151"/>
                <a:gd name="T16" fmla="*/ 225280 w 131"/>
                <a:gd name="T17" fmla="*/ 117959 h 151"/>
                <a:gd name="T18" fmla="*/ 284199 w 131"/>
                <a:gd name="T19" fmla="*/ 433671 h 151"/>
                <a:gd name="T20" fmla="*/ 107441 w 131"/>
                <a:gd name="T21" fmla="*/ 235917 h 151"/>
                <a:gd name="T22" fmla="*/ 225280 w 131"/>
                <a:gd name="T23" fmla="*/ 117959 h 151"/>
                <a:gd name="T24" fmla="*/ 249540 w 131"/>
                <a:gd name="T25" fmla="*/ 142244 h 151"/>
                <a:gd name="T26" fmla="*/ 273801 w 131"/>
                <a:gd name="T27" fmla="*/ 156122 h 151"/>
                <a:gd name="T28" fmla="*/ 246075 w 131"/>
                <a:gd name="T29" fmla="*/ 149183 h 151"/>
                <a:gd name="T30" fmla="*/ 173292 w 131"/>
                <a:gd name="T31" fmla="*/ 183877 h 151"/>
                <a:gd name="T32" fmla="*/ 145565 w 131"/>
                <a:gd name="T33" fmla="*/ 235917 h 151"/>
                <a:gd name="T34" fmla="*/ 138634 w 131"/>
                <a:gd name="T35" fmla="*/ 281019 h 151"/>
                <a:gd name="T36" fmla="*/ 131702 w 131"/>
                <a:gd name="T37" fmla="*/ 256733 h 151"/>
                <a:gd name="T38" fmla="*/ 131702 w 131"/>
                <a:gd name="T39" fmla="*/ 208162 h 151"/>
                <a:gd name="T40" fmla="*/ 162894 w 131"/>
                <a:gd name="T41" fmla="*/ 163060 h 151"/>
                <a:gd name="T42" fmla="*/ 225280 w 131"/>
                <a:gd name="T43" fmla="*/ 138775 h 151"/>
                <a:gd name="T44" fmla="*/ 242609 w 131"/>
                <a:gd name="T45" fmla="*/ 138775 h 151"/>
                <a:gd name="T46" fmla="*/ 242609 w 131"/>
                <a:gd name="T47" fmla="*/ 0 h 151"/>
                <a:gd name="T48" fmla="*/ 228745 w 131"/>
                <a:gd name="T49" fmla="*/ 79796 h 151"/>
                <a:gd name="T50" fmla="*/ 214882 w 131"/>
                <a:gd name="T51" fmla="*/ 0 h 151"/>
                <a:gd name="T52" fmla="*/ 398572 w 131"/>
                <a:gd name="T53" fmla="*/ 76326 h 151"/>
                <a:gd name="T54" fmla="*/ 322323 w 131"/>
                <a:gd name="T55" fmla="*/ 111020 h 151"/>
                <a:gd name="T56" fmla="*/ 117839 w 131"/>
                <a:gd name="T57" fmla="*/ 353876 h 151"/>
                <a:gd name="T58" fmla="*/ 58919 w 131"/>
                <a:gd name="T59" fmla="*/ 374692 h 151"/>
                <a:gd name="T60" fmla="*/ 117839 w 131"/>
                <a:gd name="T61" fmla="*/ 353876 h 151"/>
                <a:gd name="T62" fmla="*/ 76248 w 131"/>
                <a:gd name="T63" fmla="*/ 55510 h 151"/>
                <a:gd name="T64" fmla="*/ 110907 w 131"/>
                <a:gd name="T65" fmla="*/ 128367 h 151"/>
                <a:gd name="T66" fmla="*/ 76248 w 131"/>
                <a:gd name="T67" fmla="*/ 55510 h 151"/>
                <a:gd name="T68" fmla="*/ 377777 w 131"/>
                <a:gd name="T69" fmla="*/ 395508 h 151"/>
                <a:gd name="T70" fmla="*/ 353516 w 131"/>
                <a:gd name="T71" fmla="*/ 333060 h 151"/>
                <a:gd name="T72" fmla="*/ 336186 w 131"/>
                <a:gd name="T73" fmla="*/ 353876 h 151"/>
                <a:gd name="T74" fmla="*/ 454025 w 131"/>
                <a:gd name="T75" fmla="*/ 239387 h 151"/>
                <a:gd name="T76" fmla="*/ 388174 w 131"/>
                <a:gd name="T77" fmla="*/ 235917 h 151"/>
                <a:gd name="T78" fmla="*/ 454025 w 131"/>
                <a:gd name="T79" fmla="*/ 211632 h 151"/>
                <a:gd name="T80" fmla="*/ 0 w 131"/>
                <a:gd name="T81" fmla="*/ 239387 h 151"/>
                <a:gd name="T82" fmla="*/ 69317 w 131"/>
                <a:gd name="T83" fmla="*/ 211632 h 151"/>
                <a:gd name="T84" fmla="*/ 69317 w 131"/>
                <a:gd name="T85" fmla="*/ 239387 h 15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31" h="151">
                  <a:moveTo>
                    <a:pt x="48" y="130"/>
                  </a:moveTo>
                  <a:cubicBezTo>
                    <a:pt x="83" y="130"/>
                    <a:pt x="83" y="130"/>
                    <a:pt x="83" y="130"/>
                  </a:cubicBezTo>
                  <a:cubicBezTo>
                    <a:pt x="84" y="130"/>
                    <a:pt x="86" y="131"/>
                    <a:pt x="86" y="132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86" y="137"/>
                    <a:pt x="84" y="138"/>
                    <a:pt x="83" y="138"/>
                  </a:cubicBezTo>
                  <a:cubicBezTo>
                    <a:pt x="48" y="138"/>
                    <a:pt x="48" y="138"/>
                    <a:pt x="48" y="138"/>
                  </a:cubicBezTo>
                  <a:cubicBezTo>
                    <a:pt x="46" y="138"/>
                    <a:pt x="45" y="137"/>
                    <a:pt x="45" y="136"/>
                  </a:cubicBezTo>
                  <a:cubicBezTo>
                    <a:pt x="45" y="132"/>
                    <a:pt x="45" y="132"/>
                    <a:pt x="45" y="132"/>
                  </a:cubicBezTo>
                  <a:cubicBezTo>
                    <a:pt x="45" y="131"/>
                    <a:pt x="46" y="130"/>
                    <a:pt x="48" y="130"/>
                  </a:cubicBezTo>
                  <a:cubicBezTo>
                    <a:pt x="48" y="130"/>
                    <a:pt x="48" y="130"/>
                    <a:pt x="48" y="130"/>
                  </a:cubicBezTo>
                  <a:close/>
                  <a:moveTo>
                    <a:pt x="78" y="143"/>
                  </a:moveTo>
                  <a:cubicBezTo>
                    <a:pt x="78" y="147"/>
                    <a:pt x="78" y="147"/>
                    <a:pt x="78" y="147"/>
                  </a:cubicBezTo>
                  <a:cubicBezTo>
                    <a:pt x="78" y="149"/>
                    <a:pt x="76" y="151"/>
                    <a:pt x="74" y="151"/>
                  </a:cubicBezTo>
                  <a:cubicBezTo>
                    <a:pt x="57" y="151"/>
                    <a:pt x="57" y="151"/>
                    <a:pt x="57" y="151"/>
                  </a:cubicBezTo>
                  <a:cubicBezTo>
                    <a:pt x="54" y="151"/>
                    <a:pt x="52" y="149"/>
                    <a:pt x="52" y="147"/>
                  </a:cubicBezTo>
                  <a:cubicBezTo>
                    <a:pt x="52" y="143"/>
                    <a:pt x="52" y="143"/>
                    <a:pt x="52" y="143"/>
                  </a:cubicBezTo>
                  <a:cubicBezTo>
                    <a:pt x="78" y="143"/>
                    <a:pt x="78" y="143"/>
                    <a:pt x="78" y="143"/>
                  </a:cubicBezTo>
                  <a:close/>
                  <a:moveTo>
                    <a:pt x="65" y="34"/>
                  </a:moveTo>
                  <a:cubicBezTo>
                    <a:pt x="84" y="34"/>
                    <a:pt x="99" y="49"/>
                    <a:pt x="99" y="68"/>
                  </a:cubicBezTo>
                  <a:cubicBezTo>
                    <a:pt x="99" y="89"/>
                    <a:pt x="82" y="94"/>
                    <a:pt x="82" y="125"/>
                  </a:cubicBezTo>
                  <a:cubicBezTo>
                    <a:pt x="49" y="125"/>
                    <a:pt x="49" y="125"/>
                    <a:pt x="49" y="125"/>
                  </a:cubicBezTo>
                  <a:cubicBezTo>
                    <a:pt x="49" y="94"/>
                    <a:pt x="31" y="89"/>
                    <a:pt x="31" y="68"/>
                  </a:cubicBezTo>
                  <a:cubicBezTo>
                    <a:pt x="31" y="49"/>
                    <a:pt x="47" y="34"/>
                    <a:pt x="65" y="34"/>
                  </a:cubicBezTo>
                  <a:cubicBezTo>
                    <a:pt x="65" y="34"/>
                    <a:pt x="65" y="34"/>
                    <a:pt x="65" y="34"/>
                  </a:cubicBezTo>
                  <a:close/>
                  <a:moveTo>
                    <a:pt x="70" y="40"/>
                  </a:moveTo>
                  <a:cubicBezTo>
                    <a:pt x="72" y="41"/>
                    <a:pt x="72" y="41"/>
                    <a:pt x="72" y="41"/>
                  </a:cubicBezTo>
                  <a:cubicBezTo>
                    <a:pt x="76" y="42"/>
                    <a:pt x="80" y="44"/>
                    <a:pt x="83" y="46"/>
                  </a:cubicBezTo>
                  <a:cubicBezTo>
                    <a:pt x="82" y="46"/>
                    <a:pt x="80" y="45"/>
                    <a:pt x="79" y="45"/>
                  </a:cubicBezTo>
                  <a:cubicBezTo>
                    <a:pt x="76" y="44"/>
                    <a:pt x="76" y="44"/>
                    <a:pt x="76" y="44"/>
                  </a:cubicBezTo>
                  <a:cubicBezTo>
                    <a:pt x="74" y="44"/>
                    <a:pt x="73" y="44"/>
                    <a:pt x="71" y="43"/>
                  </a:cubicBezTo>
                  <a:cubicBezTo>
                    <a:pt x="69" y="44"/>
                    <a:pt x="66" y="44"/>
                    <a:pt x="64" y="45"/>
                  </a:cubicBezTo>
                  <a:cubicBezTo>
                    <a:pt x="59" y="46"/>
                    <a:pt x="54" y="49"/>
                    <a:pt x="50" y="53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5" y="59"/>
                    <a:pt x="43" y="63"/>
                    <a:pt x="42" y="68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0" y="75"/>
                    <a:pt x="40" y="78"/>
                    <a:pt x="40" y="81"/>
                  </a:cubicBezTo>
                  <a:cubicBezTo>
                    <a:pt x="40" y="80"/>
                    <a:pt x="39" y="78"/>
                    <a:pt x="38" y="77"/>
                  </a:cubicBezTo>
                  <a:cubicBezTo>
                    <a:pt x="38" y="74"/>
                    <a:pt x="38" y="74"/>
                    <a:pt x="38" y="74"/>
                  </a:cubicBezTo>
                  <a:cubicBezTo>
                    <a:pt x="37" y="70"/>
                    <a:pt x="37" y="66"/>
                    <a:pt x="38" y="62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40" y="56"/>
                    <a:pt x="42" y="53"/>
                    <a:pt x="45" y="49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50" y="44"/>
                    <a:pt x="54" y="42"/>
                    <a:pt x="58" y="41"/>
                  </a:cubicBezTo>
                  <a:cubicBezTo>
                    <a:pt x="61" y="40"/>
                    <a:pt x="63" y="40"/>
                    <a:pt x="65" y="40"/>
                  </a:cubicBezTo>
                  <a:cubicBezTo>
                    <a:pt x="67" y="40"/>
                    <a:pt x="68" y="40"/>
                    <a:pt x="70" y="40"/>
                  </a:cubicBezTo>
                  <a:cubicBezTo>
                    <a:pt x="70" y="40"/>
                    <a:pt x="70" y="40"/>
                    <a:pt x="70" y="40"/>
                  </a:cubicBezTo>
                  <a:close/>
                  <a:moveTo>
                    <a:pt x="62" y="0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70" y="23"/>
                    <a:pt x="70" y="23"/>
                    <a:pt x="70" y="23"/>
                  </a:cubicBezTo>
                  <a:cubicBezTo>
                    <a:pt x="68" y="23"/>
                    <a:pt x="67" y="23"/>
                    <a:pt x="66" y="23"/>
                  </a:cubicBezTo>
                  <a:cubicBezTo>
                    <a:pt x="64" y="23"/>
                    <a:pt x="63" y="23"/>
                    <a:pt x="62" y="23"/>
                  </a:cubicBezTo>
                  <a:cubicBezTo>
                    <a:pt x="62" y="0"/>
                    <a:pt x="62" y="0"/>
                    <a:pt x="62" y="0"/>
                  </a:cubicBezTo>
                  <a:close/>
                  <a:moveTo>
                    <a:pt x="109" y="16"/>
                  </a:moveTo>
                  <a:cubicBezTo>
                    <a:pt x="115" y="22"/>
                    <a:pt x="115" y="22"/>
                    <a:pt x="115" y="22"/>
                  </a:cubicBezTo>
                  <a:cubicBezTo>
                    <a:pt x="99" y="37"/>
                    <a:pt x="99" y="37"/>
                    <a:pt x="99" y="37"/>
                  </a:cubicBezTo>
                  <a:cubicBezTo>
                    <a:pt x="97" y="35"/>
                    <a:pt x="95" y="33"/>
                    <a:pt x="93" y="32"/>
                  </a:cubicBezTo>
                  <a:cubicBezTo>
                    <a:pt x="109" y="16"/>
                    <a:pt x="109" y="16"/>
                    <a:pt x="109" y="16"/>
                  </a:cubicBezTo>
                  <a:close/>
                  <a:moveTo>
                    <a:pt x="34" y="102"/>
                  </a:moveTo>
                  <a:cubicBezTo>
                    <a:pt x="22" y="114"/>
                    <a:pt x="22" y="114"/>
                    <a:pt x="22" y="114"/>
                  </a:cubicBezTo>
                  <a:cubicBezTo>
                    <a:pt x="17" y="108"/>
                    <a:pt x="17" y="108"/>
                    <a:pt x="17" y="108"/>
                  </a:cubicBezTo>
                  <a:cubicBezTo>
                    <a:pt x="29" y="96"/>
                    <a:pt x="29" y="96"/>
                    <a:pt x="29" y="96"/>
                  </a:cubicBezTo>
                  <a:cubicBezTo>
                    <a:pt x="31" y="98"/>
                    <a:pt x="32" y="100"/>
                    <a:pt x="34" y="102"/>
                  </a:cubicBezTo>
                  <a:cubicBezTo>
                    <a:pt x="34" y="102"/>
                    <a:pt x="34" y="102"/>
                    <a:pt x="34" y="102"/>
                  </a:cubicBezTo>
                  <a:close/>
                  <a:moveTo>
                    <a:pt x="22" y="16"/>
                  </a:moveTo>
                  <a:cubicBezTo>
                    <a:pt x="17" y="22"/>
                    <a:pt x="17" y="22"/>
                    <a:pt x="17" y="22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4" y="35"/>
                    <a:pt x="36" y="33"/>
                    <a:pt x="38" y="32"/>
                  </a:cubicBezTo>
                  <a:cubicBezTo>
                    <a:pt x="22" y="16"/>
                    <a:pt x="22" y="16"/>
                    <a:pt x="22" y="16"/>
                  </a:cubicBezTo>
                  <a:close/>
                  <a:moveTo>
                    <a:pt x="97" y="102"/>
                  </a:moveTo>
                  <a:cubicBezTo>
                    <a:pt x="109" y="114"/>
                    <a:pt x="109" y="114"/>
                    <a:pt x="109" y="114"/>
                  </a:cubicBezTo>
                  <a:cubicBezTo>
                    <a:pt x="115" y="108"/>
                    <a:pt x="115" y="108"/>
                    <a:pt x="115" y="108"/>
                  </a:cubicBezTo>
                  <a:cubicBezTo>
                    <a:pt x="102" y="96"/>
                    <a:pt x="102" y="96"/>
                    <a:pt x="102" y="96"/>
                  </a:cubicBezTo>
                  <a:cubicBezTo>
                    <a:pt x="101" y="98"/>
                    <a:pt x="99" y="100"/>
                    <a:pt x="97" y="102"/>
                  </a:cubicBezTo>
                  <a:cubicBezTo>
                    <a:pt x="97" y="102"/>
                    <a:pt x="97" y="102"/>
                    <a:pt x="97" y="102"/>
                  </a:cubicBezTo>
                  <a:close/>
                  <a:moveTo>
                    <a:pt x="131" y="61"/>
                  </a:moveTo>
                  <a:cubicBezTo>
                    <a:pt x="131" y="69"/>
                    <a:pt x="131" y="69"/>
                    <a:pt x="131" y="69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112" y="69"/>
                    <a:pt x="112" y="68"/>
                    <a:pt x="112" y="68"/>
                  </a:cubicBezTo>
                  <a:cubicBezTo>
                    <a:pt x="112" y="66"/>
                    <a:pt x="111" y="63"/>
                    <a:pt x="111" y="61"/>
                  </a:cubicBezTo>
                  <a:cubicBezTo>
                    <a:pt x="131" y="61"/>
                    <a:pt x="131" y="61"/>
                    <a:pt x="131" y="61"/>
                  </a:cubicBezTo>
                  <a:close/>
                  <a:moveTo>
                    <a:pt x="20" y="69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20" y="63"/>
                    <a:pt x="20" y="66"/>
                    <a:pt x="20" y="68"/>
                  </a:cubicBezTo>
                  <a:cubicBezTo>
                    <a:pt x="20" y="68"/>
                    <a:pt x="20" y="69"/>
                    <a:pt x="20" y="69"/>
                  </a:cubicBezTo>
                  <a:cubicBezTo>
                    <a:pt x="20" y="69"/>
                    <a:pt x="20" y="69"/>
                    <a:pt x="20" y="69"/>
                  </a:cubicBezTo>
                  <a:close/>
                </a:path>
              </a:pathLst>
            </a:custGeom>
            <a:solidFill>
              <a:srgbClr val="F5E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7" name="Freeform 16"/>
            <p:cNvSpPr>
              <a:spLocks noEditPoints="1"/>
            </p:cNvSpPr>
            <p:nvPr/>
          </p:nvSpPr>
          <p:spPr bwMode="auto">
            <a:xfrm>
              <a:off x="5694538" y="1970965"/>
              <a:ext cx="496888" cy="500063"/>
            </a:xfrm>
            <a:custGeom>
              <a:avLst/>
              <a:gdLst>
                <a:gd name="T0" fmla="*/ 291878 w 143"/>
                <a:gd name="T1" fmla="*/ 156270 h 144"/>
                <a:gd name="T2" fmla="*/ 243232 w 143"/>
                <a:gd name="T3" fmla="*/ 163215 h 144"/>
                <a:gd name="T4" fmla="*/ 260606 w 143"/>
                <a:gd name="T5" fmla="*/ 222250 h 144"/>
                <a:gd name="T6" fmla="*/ 364848 w 143"/>
                <a:gd name="T7" fmla="*/ 62508 h 144"/>
                <a:gd name="T8" fmla="*/ 434343 w 143"/>
                <a:gd name="T9" fmla="*/ 65981 h 144"/>
                <a:gd name="T10" fmla="*/ 434343 w 143"/>
                <a:gd name="T11" fmla="*/ 135434 h 144"/>
                <a:gd name="T12" fmla="*/ 277979 w 143"/>
                <a:gd name="T13" fmla="*/ 236141 h 144"/>
                <a:gd name="T14" fmla="*/ 333575 w 143"/>
                <a:gd name="T15" fmla="*/ 256977 h 144"/>
                <a:gd name="T16" fmla="*/ 343999 w 143"/>
                <a:gd name="T17" fmla="*/ 204887 h 144"/>
                <a:gd name="T18" fmla="*/ 406545 w 143"/>
                <a:gd name="T19" fmla="*/ 256977 h 144"/>
                <a:gd name="T20" fmla="*/ 396121 w 143"/>
                <a:gd name="T21" fmla="*/ 152797 h 144"/>
                <a:gd name="T22" fmla="*/ 430868 w 143"/>
                <a:gd name="T23" fmla="*/ 256977 h 144"/>
                <a:gd name="T24" fmla="*/ 462141 w 143"/>
                <a:gd name="T25" fmla="*/ 281285 h 144"/>
                <a:gd name="T26" fmla="*/ 243232 w 143"/>
                <a:gd name="T27" fmla="*/ 468809 h 144"/>
                <a:gd name="T28" fmla="*/ 218909 w 143"/>
                <a:gd name="T29" fmla="*/ 500063 h 144"/>
                <a:gd name="T30" fmla="*/ 31273 w 143"/>
                <a:gd name="T31" fmla="*/ 281285 h 144"/>
                <a:gd name="T32" fmla="*/ 0 w 143"/>
                <a:gd name="T33" fmla="*/ 256977 h 144"/>
                <a:gd name="T34" fmla="*/ 218909 w 143"/>
                <a:gd name="T35" fmla="*/ 69453 h 144"/>
                <a:gd name="T36" fmla="*/ 243232 w 143"/>
                <a:gd name="T37" fmla="*/ 34727 h 144"/>
                <a:gd name="T38" fmla="*/ 343999 w 143"/>
                <a:gd name="T39" fmla="*/ 104180 h 144"/>
                <a:gd name="T40" fmla="*/ 326626 w 143"/>
                <a:gd name="T41" fmla="*/ 121543 h 144"/>
                <a:gd name="T42" fmla="*/ 243232 w 143"/>
                <a:gd name="T43" fmla="*/ 138906 h 144"/>
                <a:gd name="T44" fmla="*/ 243232 w 143"/>
                <a:gd name="T45" fmla="*/ 322957 h 144"/>
                <a:gd name="T46" fmla="*/ 333575 w 143"/>
                <a:gd name="T47" fmla="*/ 281285 h 144"/>
                <a:gd name="T48" fmla="*/ 218909 w 143"/>
                <a:gd name="T49" fmla="*/ 322957 h 144"/>
                <a:gd name="T50" fmla="*/ 128565 w 143"/>
                <a:gd name="T51" fmla="*/ 281285 h 144"/>
                <a:gd name="T52" fmla="*/ 218909 w 143"/>
                <a:gd name="T53" fmla="*/ 322957 h 144"/>
                <a:gd name="T54" fmla="*/ 218909 w 143"/>
                <a:gd name="T55" fmla="*/ 211832 h 144"/>
                <a:gd name="T56" fmla="*/ 128565 w 143"/>
                <a:gd name="T57" fmla="*/ 256977 h 144"/>
                <a:gd name="T58" fmla="*/ 218909 w 143"/>
                <a:gd name="T59" fmla="*/ 93762 h 144"/>
                <a:gd name="T60" fmla="*/ 104242 w 143"/>
                <a:gd name="T61" fmla="*/ 256977 h 144"/>
                <a:gd name="T62" fmla="*/ 218909 w 143"/>
                <a:gd name="T63" fmla="*/ 93762 h 144"/>
                <a:gd name="T64" fmla="*/ 218909 w 143"/>
                <a:gd name="T65" fmla="*/ 395883 h 144"/>
                <a:gd name="T66" fmla="*/ 55596 w 143"/>
                <a:gd name="T67" fmla="*/ 281285 h 144"/>
                <a:gd name="T68" fmla="*/ 243232 w 143"/>
                <a:gd name="T69" fmla="*/ 395883 h 144"/>
                <a:gd name="T70" fmla="*/ 406545 w 143"/>
                <a:gd name="T71" fmla="*/ 281285 h 144"/>
                <a:gd name="T72" fmla="*/ 243232 w 143"/>
                <a:gd name="T73" fmla="*/ 395883 h 14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43" h="144">
                  <a:moveTo>
                    <a:pt x="70" y="40"/>
                  </a:moveTo>
                  <a:cubicBezTo>
                    <a:pt x="75" y="41"/>
                    <a:pt x="80" y="42"/>
                    <a:pt x="84" y="45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6" y="49"/>
                    <a:pt x="73" y="48"/>
                    <a:pt x="70" y="47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72" y="62"/>
                    <a:pt x="74" y="63"/>
                    <a:pt x="75" y="64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5" y="19"/>
                    <a:pt x="125" y="19"/>
                    <a:pt x="125" y="19"/>
                  </a:cubicBezTo>
                  <a:cubicBezTo>
                    <a:pt x="143" y="21"/>
                    <a:pt x="143" y="21"/>
                    <a:pt x="143" y="21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11" y="37"/>
                    <a:pt x="111" y="37"/>
                    <a:pt x="111" y="37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1" y="70"/>
                    <a:pt x="82" y="72"/>
                    <a:pt x="82" y="74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96" y="70"/>
                    <a:pt x="95" y="67"/>
                    <a:pt x="94" y="65"/>
                  </a:cubicBezTo>
                  <a:cubicBezTo>
                    <a:pt x="99" y="59"/>
                    <a:pt x="99" y="59"/>
                    <a:pt x="99" y="59"/>
                  </a:cubicBezTo>
                  <a:cubicBezTo>
                    <a:pt x="101" y="64"/>
                    <a:pt x="103" y="69"/>
                    <a:pt x="103" y="74"/>
                  </a:cubicBezTo>
                  <a:cubicBezTo>
                    <a:pt x="117" y="74"/>
                    <a:pt x="117" y="74"/>
                    <a:pt x="117" y="74"/>
                  </a:cubicBezTo>
                  <a:cubicBezTo>
                    <a:pt x="116" y="65"/>
                    <a:pt x="114" y="56"/>
                    <a:pt x="109" y="49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5"/>
                    <a:pt x="114" y="45"/>
                    <a:pt x="114" y="45"/>
                  </a:cubicBezTo>
                  <a:cubicBezTo>
                    <a:pt x="120" y="53"/>
                    <a:pt x="123" y="63"/>
                    <a:pt x="124" y="74"/>
                  </a:cubicBezTo>
                  <a:cubicBezTo>
                    <a:pt x="133" y="74"/>
                    <a:pt x="133" y="74"/>
                    <a:pt x="133" y="74"/>
                  </a:cubicBezTo>
                  <a:cubicBezTo>
                    <a:pt x="133" y="81"/>
                    <a:pt x="133" y="81"/>
                    <a:pt x="133" y="81"/>
                  </a:cubicBezTo>
                  <a:cubicBezTo>
                    <a:pt x="124" y="81"/>
                    <a:pt x="124" y="81"/>
                    <a:pt x="124" y="81"/>
                  </a:cubicBezTo>
                  <a:cubicBezTo>
                    <a:pt x="122" y="110"/>
                    <a:pt x="99" y="133"/>
                    <a:pt x="70" y="135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63" y="144"/>
                    <a:pt x="63" y="144"/>
                    <a:pt x="63" y="144"/>
                  </a:cubicBezTo>
                  <a:cubicBezTo>
                    <a:pt x="63" y="135"/>
                    <a:pt x="63" y="135"/>
                    <a:pt x="63" y="135"/>
                  </a:cubicBezTo>
                  <a:cubicBezTo>
                    <a:pt x="34" y="133"/>
                    <a:pt x="11" y="110"/>
                    <a:pt x="9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11" y="45"/>
                    <a:pt x="34" y="21"/>
                    <a:pt x="63" y="2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81" y="20"/>
                    <a:pt x="91" y="24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87" y="30"/>
                    <a:pt x="79" y="27"/>
                    <a:pt x="70" y="27"/>
                  </a:cubicBezTo>
                  <a:cubicBezTo>
                    <a:pt x="70" y="40"/>
                    <a:pt x="70" y="40"/>
                    <a:pt x="70" y="40"/>
                  </a:cubicBezTo>
                  <a:close/>
                  <a:moveTo>
                    <a:pt x="82" y="81"/>
                  </a:moveTo>
                  <a:cubicBezTo>
                    <a:pt x="81" y="87"/>
                    <a:pt x="76" y="92"/>
                    <a:pt x="70" y="93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84" y="105"/>
                    <a:pt x="95" y="94"/>
                    <a:pt x="96" y="81"/>
                  </a:cubicBezTo>
                  <a:cubicBezTo>
                    <a:pt x="82" y="81"/>
                    <a:pt x="82" y="81"/>
                    <a:pt x="82" y="81"/>
                  </a:cubicBezTo>
                  <a:close/>
                  <a:moveTo>
                    <a:pt x="63" y="93"/>
                  </a:moveTo>
                  <a:cubicBezTo>
                    <a:pt x="57" y="92"/>
                    <a:pt x="52" y="87"/>
                    <a:pt x="51" y="81"/>
                  </a:cubicBezTo>
                  <a:cubicBezTo>
                    <a:pt x="37" y="81"/>
                    <a:pt x="37" y="81"/>
                    <a:pt x="37" y="81"/>
                  </a:cubicBezTo>
                  <a:cubicBezTo>
                    <a:pt x="38" y="94"/>
                    <a:pt x="49" y="105"/>
                    <a:pt x="63" y="107"/>
                  </a:cubicBezTo>
                  <a:cubicBezTo>
                    <a:pt x="63" y="93"/>
                    <a:pt x="63" y="93"/>
                    <a:pt x="63" y="93"/>
                  </a:cubicBezTo>
                  <a:close/>
                  <a:moveTo>
                    <a:pt x="51" y="74"/>
                  </a:moveTo>
                  <a:cubicBezTo>
                    <a:pt x="52" y="68"/>
                    <a:pt x="57" y="63"/>
                    <a:pt x="63" y="61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49" y="49"/>
                    <a:pt x="38" y="60"/>
                    <a:pt x="37" y="74"/>
                  </a:cubicBezTo>
                  <a:cubicBezTo>
                    <a:pt x="51" y="74"/>
                    <a:pt x="51" y="74"/>
                    <a:pt x="51" y="74"/>
                  </a:cubicBezTo>
                  <a:close/>
                  <a:moveTo>
                    <a:pt x="63" y="27"/>
                  </a:moveTo>
                  <a:cubicBezTo>
                    <a:pt x="38" y="28"/>
                    <a:pt x="18" y="49"/>
                    <a:pt x="16" y="74"/>
                  </a:cubicBezTo>
                  <a:cubicBezTo>
                    <a:pt x="30" y="74"/>
                    <a:pt x="30" y="74"/>
                    <a:pt x="30" y="74"/>
                  </a:cubicBezTo>
                  <a:cubicBezTo>
                    <a:pt x="31" y="56"/>
                    <a:pt x="45" y="42"/>
                    <a:pt x="63" y="40"/>
                  </a:cubicBezTo>
                  <a:cubicBezTo>
                    <a:pt x="63" y="27"/>
                    <a:pt x="63" y="27"/>
                    <a:pt x="63" y="27"/>
                  </a:cubicBezTo>
                  <a:close/>
                  <a:moveTo>
                    <a:pt x="63" y="128"/>
                  </a:moveTo>
                  <a:cubicBezTo>
                    <a:pt x="63" y="114"/>
                    <a:pt x="63" y="114"/>
                    <a:pt x="63" y="114"/>
                  </a:cubicBezTo>
                  <a:cubicBezTo>
                    <a:pt x="45" y="112"/>
                    <a:pt x="31" y="98"/>
                    <a:pt x="30" y="81"/>
                  </a:cubicBezTo>
                  <a:cubicBezTo>
                    <a:pt x="16" y="81"/>
                    <a:pt x="16" y="81"/>
                    <a:pt x="16" y="81"/>
                  </a:cubicBezTo>
                  <a:cubicBezTo>
                    <a:pt x="18" y="106"/>
                    <a:pt x="38" y="126"/>
                    <a:pt x="63" y="128"/>
                  </a:cubicBezTo>
                  <a:close/>
                  <a:moveTo>
                    <a:pt x="70" y="114"/>
                  </a:moveTo>
                  <a:cubicBezTo>
                    <a:pt x="70" y="128"/>
                    <a:pt x="70" y="128"/>
                    <a:pt x="70" y="128"/>
                  </a:cubicBezTo>
                  <a:cubicBezTo>
                    <a:pt x="95" y="126"/>
                    <a:pt x="115" y="106"/>
                    <a:pt x="117" y="81"/>
                  </a:cubicBezTo>
                  <a:cubicBezTo>
                    <a:pt x="103" y="81"/>
                    <a:pt x="103" y="81"/>
                    <a:pt x="103" y="81"/>
                  </a:cubicBezTo>
                  <a:cubicBezTo>
                    <a:pt x="102" y="98"/>
                    <a:pt x="88" y="112"/>
                    <a:pt x="70" y="114"/>
                  </a:cubicBezTo>
                  <a:close/>
                </a:path>
              </a:pathLst>
            </a:custGeom>
            <a:solidFill>
              <a:srgbClr val="F5E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23" name="组合 6"/>
          <p:cNvGrpSpPr>
            <a:grpSpLocks/>
          </p:cNvGrpSpPr>
          <p:nvPr/>
        </p:nvGrpSpPr>
        <p:grpSpPr bwMode="auto">
          <a:xfrm>
            <a:off x="8321675" y="4646611"/>
            <a:ext cx="3375025" cy="1239351"/>
            <a:chOff x="1230207" y="2124531"/>
            <a:chExt cx="3374889" cy="1238622"/>
          </a:xfrm>
        </p:grpSpPr>
        <p:grpSp>
          <p:nvGrpSpPr>
            <p:cNvPr id="56346" name="组合 39"/>
            <p:cNvGrpSpPr>
              <a:grpSpLocks/>
            </p:cNvGrpSpPr>
            <p:nvPr/>
          </p:nvGrpSpPr>
          <p:grpSpPr bwMode="auto">
            <a:xfrm>
              <a:off x="1230207" y="2124531"/>
              <a:ext cx="3374889" cy="369332"/>
              <a:chOff x="980608" y="1870075"/>
              <a:chExt cx="3374889" cy="369332"/>
            </a:xfrm>
          </p:grpSpPr>
          <p:grpSp>
            <p:nvGrpSpPr>
              <p:cNvPr id="56348" name="组合 41"/>
              <p:cNvGrpSpPr>
                <a:grpSpLocks/>
              </p:cNvGrpSpPr>
              <p:nvPr/>
            </p:nvGrpSpPr>
            <p:grpSpPr bwMode="auto">
              <a:xfrm>
                <a:off x="980608" y="1948657"/>
                <a:ext cx="216000" cy="216443"/>
                <a:chOff x="980608" y="2248535"/>
                <a:chExt cx="216000" cy="216443"/>
              </a:xfrm>
            </p:grpSpPr>
            <p:sp>
              <p:nvSpPr>
                <p:cNvPr id="56350" name="Freeform 15"/>
                <p:cNvSpPr>
                  <a:spLocks noEditPoints="1"/>
                </p:cNvSpPr>
                <p:nvPr/>
              </p:nvSpPr>
              <p:spPr bwMode="auto">
                <a:xfrm>
                  <a:off x="1061331" y="2279139"/>
                  <a:ext cx="46127" cy="154349"/>
                </a:xfrm>
                <a:custGeom>
                  <a:avLst/>
                  <a:gdLst>
                    <a:gd name="T0" fmla="*/ 42982 w 44"/>
                    <a:gd name="T1" fmla="*/ 122849 h 147"/>
                    <a:gd name="T2" fmla="*/ 46127 w 44"/>
                    <a:gd name="T3" fmla="*/ 125999 h 147"/>
                    <a:gd name="T4" fmla="*/ 27257 w 44"/>
                    <a:gd name="T5" fmla="*/ 146999 h 147"/>
                    <a:gd name="T6" fmla="*/ 12580 w 44"/>
                    <a:gd name="T7" fmla="*/ 154349 h 147"/>
                    <a:gd name="T8" fmla="*/ 7338 w 44"/>
                    <a:gd name="T9" fmla="*/ 152249 h 147"/>
                    <a:gd name="T10" fmla="*/ 6290 w 44"/>
                    <a:gd name="T11" fmla="*/ 144899 h 147"/>
                    <a:gd name="T12" fmla="*/ 11532 w 44"/>
                    <a:gd name="T13" fmla="*/ 108149 h 147"/>
                    <a:gd name="T14" fmla="*/ 16773 w 44"/>
                    <a:gd name="T15" fmla="*/ 71400 h 147"/>
                    <a:gd name="T16" fmla="*/ 16773 w 44"/>
                    <a:gd name="T17" fmla="*/ 69300 h 147"/>
                    <a:gd name="T18" fmla="*/ 14677 w 44"/>
                    <a:gd name="T19" fmla="*/ 68250 h 147"/>
                    <a:gd name="T20" fmla="*/ 10483 w 44"/>
                    <a:gd name="T21" fmla="*/ 69300 h 147"/>
                    <a:gd name="T22" fmla="*/ 4193 w 44"/>
                    <a:gd name="T23" fmla="*/ 75600 h 147"/>
                    <a:gd name="T24" fmla="*/ 0 w 44"/>
                    <a:gd name="T25" fmla="*/ 72450 h 147"/>
                    <a:gd name="T26" fmla="*/ 19918 w 44"/>
                    <a:gd name="T27" fmla="*/ 52500 h 147"/>
                    <a:gd name="T28" fmla="*/ 33547 w 44"/>
                    <a:gd name="T29" fmla="*/ 45150 h 147"/>
                    <a:gd name="T30" fmla="*/ 38789 w 44"/>
                    <a:gd name="T31" fmla="*/ 47250 h 147"/>
                    <a:gd name="T32" fmla="*/ 40885 w 44"/>
                    <a:gd name="T33" fmla="*/ 53550 h 147"/>
                    <a:gd name="T34" fmla="*/ 36692 w 44"/>
                    <a:gd name="T35" fmla="*/ 79799 h 147"/>
                    <a:gd name="T36" fmla="*/ 34595 w 44"/>
                    <a:gd name="T37" fmla="*/ 91349 h 147"/>
                    <a:gd name="T38" fmla="*/ 31450 w 44"/>
                    <a:gd name="T39" fmla="*/ 115499 h 147"/>
                    <a:gd name="T40" fmla="*/ 29354 w 44"/>
                    <a:gd name="T41" fmla="*/ 125999 h 147"/>
                    <a:gd name="T42" fmla="*/ 30402 w 44"/>
                    <a:gd name="T43" fmla="*/ 130199 h 147"/>
                    <a:gd name="T44" fmla="*/ 32499 w 44"/>
                    <a:gd name="T45" fmla="*/ 131249 h 147"/>
                    <a:gd name="T46" fmla="*/ 36692 w 44"/>
                    <a:gd name="T47" fmla="*/ 129149 h 147"/>
                    <a:gd name="T48" fmla="*/ 42982 w 44"/>
                    <a:gd name="T49" fmla="*/ 122849 h 147"/>
                    <a:gd name="T50" fmla="*/ 35644 w 44"/>
                    <a:gd name="T51" fmla="*/ 0 h 147"/>
                    <a:gd name="T52" fmla="*/ 42982 w 44"/>
                    <a:gd name="T53" fmla="*/ 3150 h 147"/>
                    <a:gd name="T54" fmla="*/ 46127 w 44"/>
                    <a:gd name="T55" fmla="*/ 10500 h 147"/>
                    <a:gd name="T56" fmla="*/ 41934 w 44"/>
                    <a:gd name="T57" fmla="*/ 23100 h 147"/>
                    <a:gd name="T58" fmla="*/ 32499 w 44"/>
                    <a:gd name="T59" fmla="*/ 28350 h 147"/>
                    <a:gd name="T60" fmla="*/ 24112 w 44"/>
                    <a:gd name="T61" fmla="*/ 25200 h 147"/>
                    <a:gd name="T62" fmla="*/ 22018 w 44"/>
                    <a:gd name="T63" fmla="*/ 16800 h 147"/>
                    <a:gd name="T64" fmla="*/ 26209 w 44"/>
                    <a:gd name="T65" fmla="*/ 5250 h 147"/>
                    <a:gd name="T66" fmla="*/ 35644 w 44"/>
                    <a:gd name="T67" fmla="*/ 0 h 14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44" h="147">
                      <a:moveTo>
                        <a:pt x="41" y="117"/>
                      </a:moveTo>
                      <a:cubicBezTo>
                        <a:pt x="44" y="120"/>
                        <a:pt x="44" y="120"/>
                        <a:pt x="44" y="120"/>
                      </a:cubicBezTo>
                      <a:cubicBezTo>
                        <a:pt x="38" y="129"/>
                        <a:pt x="32" y="135"/>
                        <a:pt x="26" y="140"/>
                      </a:cubicBezTo>
                      <a:cubicBezTo>
                        <a:pt x="20" y="145"/>
                        <a:pt x="16" y="147"/>
                        <a:pt x="12" y="147"/>
                      </a:cubicBezTo>
                      <a:cubicBezTo>
                        <a:pt x="10" y="147"/>
                        <a:pt x="8" y="147"/>
                        <a:pt x="7" y="145"/>
                      </a:cubicBezTo>
                      <a:cubicBezTo>
                        <a:pt x="6" y="144"/>
                        <a:pt x="6" y="141"/>
                        <a:pt x="6" y="138"/>
                      </a:cubicBezTo>
                      <a:cubicBezTo>
                        <a:pt x="6" y="131"/>
                        <a:pt x="7" y="119"/>
                        <a:pt x="11" y="103"/>
                      </a:cubicBezTo>
                      <a:cubicBezTo>
                        <a:pt x="15" y="87"/>
                        <a:pt x="16" y="75"/>
                        <a:pt x="16" y="68"/>
                      </a:cubicBezTo>
                      <a:cubicBezTo>
                        <a:pt x="16" y="67"/>
                        <a:pt x="16" y="66"/>
                        <a:pt x="16" y="66"/>
                      </a:cubicBezTo>
                      <a:cubicBezTo>
                        <a:pt x="15" y="65"/>
                        <a:pt x="15" y="65"/>
                        <a:pt x="14" y="65"/>
                      </a:cubicBezTo>
                      <a:cubicBezTo>
                        <a:pt x="13" y="65"/>
                        <a:pt x="12" y="65"/>
                        <a:pt x="10" y="66"/>
                      </a:cubicBezTo>
                      <a:cubicBezTo>
                        <a:pt x="8" y="68"/>
                        <a:pt x="6" y="70"/>
                        <a:pt x="4" y="72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7" y="61"/>
                        <a:pt x="13" y="55"/>
                        <a:pt x="19" y="50"/>
                      </a:cubicBezTo>
                      <a:cubicBezTo>
                        <a:pt x="25" y="46"/>
                        <a:pt x="29" y="43"/>
                        <a:pt x="32" y="43"/>
                      </a:cubicBezTo>
                      <a:cubicBezTo>
                        <a:pt x="34" y="43"/>
                        <a:pt x="36" y="44"/>
                        <a:pt x="37" y="45"/>
                      </a:cubicBezTo>
                      <a:cubicBezTo>
                        <a:pt x="38" y="47"/>
                        <a:pt x="39" y="49"/>
                        <a:pt x="39" y="51"/>
                      </a:cubicBezTo>
                      <a:cubicBezTo>
                        <a:pt x="39" y="54"/>
                        <a:pt x="37" y="62"/>
                        <a:pt x="35" y="76"/>
                      </a:cubicBezTo>
                      <a:cubicBezTo>
                        <a:pt x="34" y="81"/>
                        <a:pt x="34" y="84"/>
                        <a:pt x="33" y="87"/>
                      </a:cubicBezTo>
                      <a:cubicBezTo>
                        <a:pt x="32" y="96"/>
                        <a:pt x="30" y="104"/>
                        <a:pt x="30" y="110"/>
                      </a:cubicBezTo>
                      <a:cubicBezTo>
                        <a:pt x="29" y="116"/>
                        <a:pt x="28" y="119"/>
                        <a:pt x="28" y="120"/>
                      </a:cubicBezTo>
                      <a:cubicBezTo>
                        <a:pt x="28" y="122"/>
                        <a:pt x="28" y="123"/>
                        <a:pt x="29" y="124"/>
                      </a:cubicBezTo>
                      <a:cubicBezTo>
                        <a:pt x="29" y="125"/>
                        <a:pt x="30" y="125"/>
                        <a:pt x="31" y="125"/>
                      </a:cubicBezTo>
                      <a:cubicBezTo>
                        <a:pt x="32" y="125"/>
                        <a:pt x="34" y="124"/>
                        <a:pt x="35" y="123"/>
                      </a:cubicBezTo>
                      <a:cubicBezTo>
                        <a:pt x="37" y="122"/>
                        <a:pt x="39" y="120"/>
                        <a:pt x="41" y="117"/>
                      </a:cubicBezTo>
                      <a:close/>
                      <a:moveTo>
                        <a:pt x="34" y="0"/>
                      </a:moveTo>
                      <a:cubicBezTo>
                        <a:pt x="37" y="0"/>
                        <a:pt x="40" y="1"/>
                        <a:pt x="41" y="3"/>
                      </a:cubicBezTo>
                      <a:cubicBezTo>
                        <a:pt x="43" y="5"/>
                        <a:pt x="44" y="7"/>
                        <a:pt x="44" y="10"/>
                      </a:cubicBezTo>
                      <a:cubicBezTo>
                        <a:pt x="44" y="15"/>
                        <a:pt x="43" y="19"/>
                        <a:pt x="40" y="22"/>
                      </a:cubicBezTo>
                      <a:cubicBezTo>
                        <a:pt x="38" y="25"/>
                        <a:pt x="34" y="27"/>
                        <a:pt x="31" y="27"/>
                      </a:cubicBezTo>
                      <a:cubicBezTo>
                        <a:pt x="28" y="27"/>
                        <a:pt x="25" y="26"/>
                        <a:pt x="23" y="24"/>
                      </a:cubicBezTo>
                      <a:cubicBezTo>
                        <a:pt x="22" y="22"/>
                        <a:pt x="21" y="19"/>
                        <a:pt x="21" y="16"/>
                      </a:cubicBezTo>
                      <a:cubicBezTo>
                        <a:pt x="21" y="12"/>
                        <a:pt x="22" y="8"/>
                        <a:pt x="25" y="5"/>
                      </a:cubicBezTo>
                      <a:cubicBezTo>
                        <a:pt x="28" y="2"/>
                        <a:pt x="31" y="0"/>
                        <a:pt x="34" y="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1" name="Freeform 16"/>
                <p:cNvSpPr>
                  <a:spLocks noEditPoints="1"/>
                </p:cNvSpPr>
                <p:nvPr/>
              </p:nvSpPr>
              <p:spPr bwMode="auto">
                <a:xfrm>
                  <a:off x="980608" y="2248535"/>
                  <a:ext cx="216000" cy="216443"/>
                </a:xfrm>
                <a:custGeom>
                  <a:avLst/>
                  <a:gdLst>
                    <a:gd name="T0" fmla="*/ 0 w 206"/>
                    <a:gd name="T1" fmla="*/ 108222 h 206"/>
                    <a:gd name="T2" fmla="*/ 108000 w 206"/>
                    <a:gd name="T3" fmla="*/ 0 h 206"/>
                    <a:gd name="T4" fmla="*/ 108000 w 206"/>
                    <a:gd name="T5" fmla="*/ 0 h 206"/>
                    <a:gd name="T6" fmla="*/ 216000 w 206"/>
                    <a:gd name="T7" fmla="*/ 108222 h 206"/>
                    <a:gd name="T8" fmla="*/ 216000 w 206"/>
                    <a:gd name="T9" fmla="*/ 108222 h 206"/>
                    <a:gd name="T10" fmla="*/ 216000 w 206"/>
                    <a:gd name="T11" fmla="*/ 108222 h 206"/>
                    <a:gd name="T12" fmla="*/ 108000 w 206"/>
                    <a:gd name="T13" fmla="*/ 216443 h 206"/>
                    <a:gd name="T14" fmla="*/ 108000 w 206"/>
                    <a:gd name="T15" fmla="*/ 216443 h 206"/>
                    <a:gd name="T16" fmla="*/ 0 w 206"/>
                    <a:gd name="T17" fmla="*/ 108222 h 206"/>
                    <a:gd name="T18" fmla="*/ 41942 w 206"/>
                    <a:gd name="T19" fmla="*/ 42028 h 206"/>
                    <a:gd name="T20" fmla="*/ 13631 w 206"/>
                    <a:gd name="T21" fmla="*/ 108222 h 206"/>
                    <a:gd name="T22" fmla="*/ 13631 w 206"/>
                    <a:gd name="T23" fmla="*/ 108222 h 206"/>
                    <a:gd name="T24" fmla="*/ 41942 w 206"/>
                    <a:gd name="T25" fmla="*/ 175466 h 206"/>
                    <a:gd name="T26" fmla="*/ 41942 w 206"/>
                    <a:gd name="T27" fmla="*/ 175466 h 206"/>
                    <a:gd name="T28" fmla="*/ 108000 w 206"/>
                    <a:gd name="T29" fmla="*/ 202784 h 206"/>
                    <a:gd name="T30" fmla="*/ 108000 w 206"/>
                    <a:gd name="T31" fmla="*/ 202784 h 206"/>
                    <a:gd name="T32" fmla="*/ 174058 w 206"/>
                    <a:gd name="T33" fmla="*/ 175466 h 206"/>
                    <a:gd name="T34" fmla="*/ 174058 w 206"/>
                    <a:gd name="T35" fmla="*/ 175466 h 206"/>
                    <a:gd name="T36" fmla="*/ 201320 w 206"/>
                    <a:gd name="T37" fmla="*/ 108222 h 206"/>
                    <a:gd name="T38" fmla="*/ 201320 w 206"/>
                    <a:gd name="T39" fmla="*/ 108222 h 206"/>
                    <a:gd name="T40" fmla="*/ 174058 w 206"/>
                    <a:gd name="T41" fmla="*/ 42028 h 206"/>
                    <a:gd name="T42" fmla="*/ 174058 w 206"/>
                    <a:gd name="T43" fmla="*/ 42028 h 206"/>
                    <a:gd name="T44" fmla="*/ 108000 w 206"/>
                    <a:gd name="T45" fmla="*/ 14710 h 206"/>
                    <a:gd name="T46" fmla="*/ 108000 w 206"/>
                    <a:gd name="T47" fmla="*/ 14710 h 206"/>
                    <a:gd name="T48" fmla="*/ 41942 w 206"/>
                    <a:gd name="T49" fmla="*/ 42028 h 20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206" h="206">
                      <a:moveTo>
                        <a:pt x="0" y="103"/>
                      </a:moveTo>
                      <a:cubicBezTo>
                        <a:pt x="0" y="46"/>
                        <a:pt x="46" y="0"/>
                        <a:pt x="103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60" y="0"/>
                        <a:pt x="206" y="46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60"/>
                        <a:pt x="160" y="206"/>
                        <a:pt x="103" y="206"/>
                      </a:cubicBezTo>
                      <a:cubicBezTo>
                        <a:pt x="103" y="206"/>
                        <a:pt x="103" y="206"/>
                        <a:pt x="103" y="206"/>
                      </a:cubicBezTo>
                      <a:cubicBezTo>
                        <a:pt x="46" y="206"/>
                        <a:pt x="0" y="160"/>
                        <a:pt x="0" y="103"/>
                      </a:cubicBezTo>
                      <a:close/>
                      <a:moveTo>
                        <a:pt x="40" y="40"/>
                      </a:moveTo>
                      <a:cubicBezTo>
                        <a:pt x="23" y="56"/>
                        <a:pt x="13" y="79"/>
                        <a:pt x="13" y="103"/>
                      </a:cubicBezTo>
                      <a:cubicBezTo>
                        <a:pt x="13" y="103"/>
                        <a:pt x="13" y="103"/>
                        <a:pt x="13" y="103"/>
                      </a:cubicBezTo>
                      <a:cubicBezTo>
                        <a:pt x="13" y="128"/>
                        <a:pt x="23" y="150"/>
                        <a:pt x="40" y="167"/>
                      </a:cubicBezTo>
                      <a:cubicBezTo>
                        <a:pt x="40" y="167"/>
                        <a:pt x="40" y="167"/>
                        <a:pt x="40" y="167"/>
                      </a:cubicBezTo>
                      <a:cubicBezTo>
                        <a:pt x="56" y="183"/>
                        <a:pt x="78" y="193"/>
                        <a:pt x="103" y="193"/>
                      </a:cubicBezTo>
                      <a:cubicBezTo>
                        <a:pt x="103" y="193"/>
                        <a:pt x="103" y="193"/>
                        <a:pt x="103" y="193"/>
                      </a:cubicBezTo>
                      <a:cubicBezTo>
                        <a:pt x="128" y="193"/>
                        <a:pt x="150" y="183"/>
                        <a:pt x="166" y="167"/>
                      </a:cubicBezTo>
                      <a:cubicBezTo>
                        <a:pt x="166" y="167"/>
                        <a:pt x="166" y="167"/>
                        <a:pt x="166" y="167"/>
                      </a:cubicBezTo>
                      <a:cubicBezTo>
                        <a:pt x="182" y="150"/>
                        <a:pt x="192" y="128"/>
                        <a:pt x="192" y="103"/>
                      </a:cubicBezTo>
                      <a:cubicBezTo>
                        <a:pt x="192" y="103"/>
                        <a:pt x="192" y="103"/>
                        <a:pt x="192" y="103"/>
                      </a:cubicBezTo>
                      <a:cubicBezTo>
                        <a:pt x="192" y="79"/>
                        <a:pt x="182" y="56"/>
                        <a:pt x="166" y="40"/>
                      </a:cubicBezTo>
                      <a:cubicBezTo>
                        <a:pt x="166" y="40"/>
                        <a:pt x="166" y="40"/>
                        <a:pt x="166" y="40"/>
                      </a:cubicBezTo>
                      <a:cubicBezTo>
                        <a:pt x="150" y="24"/>
                        <a:pt x="128" y="14"/>
                        <a:pt x="103" y="14"/>
                      </a:cubicBezTo>
                      <a:cubicBezTo>
                        <a:pt x="103" y="14"/>
                        <a:pt x="103" y="14"/>
                        <a:pt x="103" y="14"/>
                      </a:cubicBezTo>
                      <a:cubicBezTo>
                        <a:pt x="78" y="14"/>
                        <a:pt x="56" y="24"/>
                        <a:pt x="40" y="4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6349" name="文本框 42"/>
              <p:cNvSpPr txBox="1">
                <a:spLocks noChangeArrowheads="1"/>
              </p:cNvSpPr>
              <p:nvPr/>
            </p:nvSpPr>
            <p:spPr bwMode="auto">
              <a:xfrm>
                <a:off x="1255541" y="1870075"/>
                <a:ext cx="30999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zh-CN" altLang="en-US" b="1" dirty="0">
                  <a:solidFill>
                    <a:srgbClr val="1D495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6347" name="矩形 69"/>
            <p:cNvSpPr>
              <a:spLocks noChangeArrowheads="1"/>
            </p:cNvSpPr>
            <p:nvPr/>
          </p:nvSpPr>
          <p:spPr bwMode="auto">
            <a:xfrm>
              <a:off x="1333793" y="2532645"/>
              <a:ext cx="2513147" cy="830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UI</a:t>
              </a: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完成渲染之後執行，參數</a:t>
              </a:r>
              <a:r>
                <a:rPr lang="en-US" altLang="zh-CN" sz="1600" b="1" dirty="0" err="1" smtClean="0"/>
                <a:t>firstRender</a:t>
              </a:r>
              <a:r>
                <a:rPr lang="zh-CN" altLang="en-US" sz="1600" b="1" dirty="0" smtClean="0"/>
                <a:t>表示是否渲染一次</a:t>
              </a:r>
              <a:endParaRPr lang="zh-CN" altLang="en-US" sz="160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324" name="组合 70"/>
          <p:cNvGrpSpPr>
            <a:grpSpLocks/>
          </p:cNvGrpSpPr>
          <p:nvPr/>
        </p:nvGrpSpPr>
        <p:grpSpPr bwMode="auto">
          <a:xfrm>
            <a:off x="1269452" y="2149337"/>
            <a:ext cx="3375025" cy="1239349"/>
            <a:chOff x="1230207" y="2124531"/>
            <a:chExt cx="3374889" cy="1238623"/>
          </a:xfrm>
        </p:grpSpPr>
        <p:grpSp>
          <p:nvGrpSpPr>
            <p:cNvPr id="56340" name="组合 71"/>
            <p:cNvGrpSpPr>
              <a:grpSpLocks/>
            </p:cNvGrpSpPr>
            <p:nvPr/>
          </p:nvGrpSpPr>
          <p:grpSpPr bwMode="auto">
            <a:xfrm>
              <a:off x="1230207" y="2124531"/>
              <a:ext cx="3374889" cy="369332"/>
              <a:chOff x="980608" y="1870075"/>
              <a:chExt cx="3374889" cy="369332"/>
            </a:xfrm>
          </p:grpSpPr>
          <p:grpSp>
            <p:nvGrpSpPr>
              <p:cNvPr id="56342" name="组合 73"/>
              <p:cNvGrpSpPr>
                <a:grpSpLocks/>
              </p:cNvGrpSpPr>
              <p:nvPr/>
            </p:nvGrpSpPr>
            <p:grpSpPr bwMode="auto">
              <a:xfrm>
                <a:off x="980608" y="1948657"/>
                <a:ext cx="216000" cy="216443"/>
                <a:chOff x="980608" y="2248535"/>
                <a:chExt cx="216000" cy="216443"/>
              </a:xfrm>
            </p:grpSpPr>
            <p:sp>
              <p:nvSpPr>
                <p:cNvPr id="56344" name="Freeform 15"/>
                <p:cNvSpPr>
                  <a:spLocks noEditPoints="1"/>
                </p:cNvSpPr>
                <p:nvPr/>
              </p:nvSpPr>
              <p:spPr bwMode="auto">
                <a:xfrm>
                  <a:off x="1061331" y="2279139"/>
                  <a:ext cx="46127" cy="154349"/>
                </a:xfrm>
                <a:custGeom>
                  <a:avLst/>
                  <a:gdLst>
                    <a:gd name="T0" fmla="*/ 42982 w 44"/>
                    <a:gd name="T1" fmla="*/ 122849 h 147"/>
                    <a:gd name="T2" fmla="*/ 46127 w 44"/>
                    <a:gd name="T3" fmla="*/ 125999 h 147"/>
                    <a:gd name="T4" fmla="*/ 27257 w 44"/>
                    <a:gd name="T5" fmla="*/ 146999 h 147"/>
                    <a:gd name="T6" fmla="*/ 12580 w 44"/>
                    <a:gd name="T7" fmla="*/ 154349 h 147"/>
                    <a:gd name="T8" fmla="*/ 7338 w 44"/>
                    <a:gd name="T9" fmla="*/ 152249 h 147"/>
                    <a:gd name="T10" fmla="*/ 6290 w 44"/>
                    <a:gd name="T11" fmla="*/ 144899 h 147"/>
                    <a:gd name="T12" fmla="*/ 11532 w 44"/>
                    <a:gd name="T13" fmla="*/ 108149 h 147"/>
                    <a:gd name="T14" fmla="*/ 16773 w 44"/>
                    <a:gd name="T15" fmla="*/ 71400 h 147"/>
                    <a:gd name="T16" fmla="*/ 16773 w 44"/>
                    <a:gd name="T17" fmla="*/ 69300 h 147"/>
                    <a:gd name="T18" fmla="*/ 14677 w 44"/>
                    <a:gd name="T19" fmla="*/ 68250 h 147"/>
                    <a:gd name="T20" fmla="*/ 10483 w 44"/>
                    <a:gd name="T21" fmla="*/ 69300 h 147"/>
                    <a:gd name="T22" fmla="*/ 4193 w 44"/>
                    <a:gd name="T23" fmla="*/ 75600 h 147"/>
                    <a:gd name="T24" fmla="*/ 0 w 44"/>
                    <a:gd name="T25" fmla="*/ 72450 h 147"/>
                    <a:gd name="T26" fmla="*/ 19918 w 44"/>
                    <a:gd name="T27" fmla="*/ 52500 h 147"/>
                    <a:gd name="T28" fmla="*/ 33547 w 44"/>
                    <a:gd name="T29" fmla="*/ 45150 h 147"/>
                    <a:gd name="T30" fmla="*/ 38789 w 44"/>
                    <a:gd name="T31" fmla="*/ 47250 h 147"/>
                    <a:gd name="T32" fmla="*/ 40885 w 44"/>
                    <a:gd name="T33" fmla="*/ 53550 h 147"/>
                    <a:gd name="T34" fmla="*/ 36692 w 44"/>
                    <a:gd name="T35" fmla="*/ 79799 h 147"/>
                    <a:gd name="T36" fmla="*/ 34595 w 44"/>
                    <a:gd name="T37" fmla="*/ 91349 h 147"/>
                    <a:gd name="T38" fmla="*/ 31450 w 44"/>
                    <a:gd name="T39" fmla="*/ 115499 h 147"/>
                    <a:gd name="T40" fmla="*/ 29354 w 44"/>
                    <a:gd name="T41" fmla="*/ 125999 h 147"/>
                    <a:gd name="T42" fmla="*/ 30402 w 44"/>
                    <a:gd name="T43" fmla="*/ 130199 h 147"/>
                    <a:gd name="T44" fmla="*/ 32499 w 44"/>
                    <a:gd name="T45" fmla="*/ 131249 h 147"/>
                    <a:gd name="T46" fmla="*/ 36692 w 44"/>
                    <a:gd name="T47" fmla="*/ 129149 h 147"/>
                    <a:gd name="T48" fmla="*/ 42982 w 44"/>
                    <a:gd name="T49" fmla="*/ 122849 h 147"/>
                    <a:gd name="T50" fmla="*/ 35644 w 44"/>
                    <a:gd name="T51" fmla="*/ 0 h 147"/>
                    <a:gd name="T52" fmla="*/ 42982 w 44"/>
                    <a:gd name="T53" fmla="*/ 3150 h 147"/>
                    <a:gd name="T54" fmla="*/ 46127 w 44"/>
                    <a:gd name="T55" fmla="*/ 10500 h 147"/>
                    <a:gd name="T56" fmla="*/ 41934 w 44"/>
                    <a:gd name="T57" fmla="*/ 23100 h 147"/>
                    <a:gd name="T58" fmla="*/ 32499 w 44"/>
                    <a:gd name="T59" fmla="*/ 28350 h 147"/>
                    <a:gd name="T60" fmla="*/ 24112 w 44"/>
                    <a:gd name="T61" fmla="*/ 25200 h 147"/>
                    <a:gd name="T62" fmla="*/ 22018 w 44"/>
                    <a:gd name="T63" fmla="*/ 16800 h 147"/>
                    <a:gd name="T64" fmla="*/ 26209 w 44"/>
                    <a:gd name="T65" fmla="*/ 5250 h 147"/>
                    <a:gd name="T66" fmla="*/ 35644 w 44"/>
                    <a:gd name="T67" fmla="*/ 0 h 14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44" h="147">
                      <a:moveTo>
                        <a:pt x="41" y="117"/>
                      </a:moveTo>
                      <a:cubicBezTo>
                        <a:pt x="44" y="120"/>
                        <a:pt x="44" y="120"/>
                        <a:pt x="44" y="120"/>
                      </a:cubicBezTo>
                      <a:cubicBezTo>
                        <a:pt x="38" y="129"/>
                        <a:pt x="32" y="135"/>
                        <a:pt x="26" y="140"/>
                      </a:cubicBezTo>
                      <a:cubicBezTo>
                        <a:pt x="20" y="145"/>
                        <a:pt x="16" y="147"/>
                        <a:pt x="12" y="147"/>
                      </a:cubicBezTo>
                      <a:cubicBezTo>
                        <a:pt x="10" y="147"/>
                        <a:pt x="8" y="147"/>
                        <a:pt x="7" y="145"/>
                      </a:cubicBezTo>
                      <a:cubicBezTo>
                        <a:pt x="6" y="144"/>
                        <a:pt x="6" y="141"/>
                        <a:pt x="6" y="138"/>
                      </a:cubicBezTo>
                      <a:cubicBezTo>
                        <a:pt x="6" y="131"/>
                        <a:pt x="7" y="119"/>
                        <a:pt x="11" y="103"/>
                      </a:cubicBezTo>
                      <a:cubicBezTo>
                        <a:pt x="15" y="87"/>
                        <a:pt x="16" y="75"/>
                        <a:pt x="16" y="68"/>
                      </a:cubicBezTo>
                      <a:cubicBezTo>
                        <a:pt x="16" y="67"/>
                        <a:pt x="16" y="66"/>
                        <a:pt x="16" y="66"/>
                      </a:cubicBezTo>
                      <a:cubicBezTo>
                        <a:pt x="15" y="65"/>
                        <a:pt x="15" y="65"/>
                        <a:pt x="14" y="65"/>
                      </a:cubicBezTo>
                      <a:cubicBezTo>
                        <a:pt x="13" y="65"/>
                        <a:pt x="12" y="65"/>
                        <a:pt x="10" y="66"/>
                      </a:cubicBezTo>
                      <a:cubicBezTo>
                        <a:pt x="8" y="68"/>
                        <a:pt x="6" y="70"/>
                        <a:pt x="4" y="72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7" y="61"/>
                        <a:pt x="13" y="55"/>
                        <a:pt x="19" y="50"/>
                      </a:cubicBezTo>
                      <a:cubicBezTo>
                        <a:pt x="25" y="46"/>
                        <a:pt x="29" y="43"/>
                        <a:pt x="32" y="43"/>
                      </a:cubicBezTo>
                      <a:cubicBezTo>
                        <a:pt x="34" y="43"/>
                        <a:pt x="36" y="44"/>
                        <a:pt x="37" y="45"/>
                      </a:cubicBezTo>
                      <a:cubicBezTo>
                        <a:pt x="38" y="47"/>
                        <a:pt x="39" y="49"/>
                        <a:pt x="39" y="51"/>
                      </a:cubicBezTo>
                      <a:cubicBezTo>
                        <a:pt x="39" y="54"/>
                        <a:pt x="37" y="62"/>
                        <a:pt x="35" y="76"/>
                      </a:cubicBezTo>
                      <a:cubicBezTo>
                        <a:pt x="34" y="81"/>
                        <a:pt x="34" y="84"/>
                        <a:pt x="33" y="87"/>
                      </a:cubicBezTo>
                      <a:cubicBezTo>
                        <a:pt x="32" y="96"/>
                        <a:pt x="30" y="104"/>
                        <a:pt x="30" y="110"/>
                      </a:cubicBezTo>
                      <a:cubicBezTo>
                        <a:pt x="29" y="116"/>
                        <a:pt x="28" y="119"/>
                        <a:pt x="28" y="120"/>
                      </a:cubicBezTo>
                      <a:cubicBezTo>
                        <a:pt x="28" y="122"/>
                        <a:pt x="28" y="123"/>
                        <a:pt x="29" y="124"/>
                      </a:cubicBezTo>
                      <a:cubicBezTo>
                        <a:pt x="29" y="125"/>
                        <a:pt x="30" y="125"/>
                        <a:pt x="31" y="125"/>
                      </a:cubicBezTo>
                      <a:cubicBezTo>
                        <a:pt x="32" y="125"/>
                        <a:pt x="34" y="124"/>
                        <a:pt x="35" y="123"/>
                      </a:cubicBezTo>
                      <a:cubicBezTo>
                        <a:pt x="37" y="122"/>
                        <a:pt x="39" y="120"/>
                        <a:pt x="41" y="117"/>
                      </a:cubicBezTo>
                      <a:close/>
                      <a:moveTo>
                        <a:pt x="34" y="0"/>
                      </a:moveTo>
                      <a:cubicBezTo>
                        <a:pt x="37" y="0"/>
                        <a:pt x="40" y="1"/>
                        <a:pt x="41" y="3"/>
                      </a:cubicBezTo>
                      <a:cubicBezTo>
                        <a:pt x="43" y="5"/>
                        <a:pt x="44" y="7"/>
                        <a:pt x="44" y="10"/>
                      </a:cubicBezTo>
                      <a:cubicBezTo>
                        <a:pt x="44" y="15"/>
                        <a:pt x="43" y="19"/>
                        <a:pt x="40" y="22"/>
                      </a:cubicBezTo>
                      <a:cubicBezTo>
                        <a:pt x="38" y="25"/>
                        <a:pt x="34" y="27"/>
                        <a:pt x="31" y="27"/>
                      </a:cubicBezTo>
                      <a:cubicBezTo>
                        <a:pt x="28" y="27"/>
                        <a:pt x="25" y="26"/>
                        <a:pt x="23" y="24"/>
                      </a:cubicBezTo>
                      <a:cubicBezTo>
                        <a:pt x="22" y="22"/>
                        <a:pt x="21" y="19"/>
                        <a:pt x="21" y="16"/>
                      </a:cubicBezTo>
                      <a:cubicBezTo>
                        <a:pt x="21" y="12"/>
                        <a:pt x="22" y="8"/>
                        <a:pt x="25" y="5"/>
                      </a:cubicBezTo>
                      <a:cubicBezTo>
                        <a:pt x="28" y="2"/>
                        <a:pt x="31" y="0"/>
                        <a:pt x="34" y="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45" name="Freeform 16"/>
                <p:cNvSpPr>
                  <a:spLocks noEditPoints="1"/>
                </p:cNvSpPr>
                <p:nvPr/>
              </p:nvSpPr>
              <p:spPr bwMode="auto">
                <a:xfrm>
                  <a:off x="980608" y="2248535"/>
                  <a:ext cx="216000" cy="216443"/>
                </a:xfrm>
                <a:custGeom>
                  <a:avLst/>
                  <a:gdLst>
                    <a:gd name="T0" fmla="*/ 0 w 206"/>
                    <a:gd name="T1" fmla="*/ 108222 h 206"/>
                    <a:gd name="T2" fmla="*/ 108000 w 206"/>
                    <a:gd name="T3" fmla="*/ 0 h 206"/>
                    <a:gd name="T4" fmla="*/ 108000 w 206"/>
                    <a:gd name="T5" fmla="*/ 0 h 206"/>
                    <a:gd name="T6" fmla="*/ 216000 w 206"/>
                    <a:gd name="T7" fmla="*/ 108222 h 206"/>
                    <a:gd name="T8" fmla="*/ 216000 w 206"/>
                    <a:gd name="T9" fmla="*/ 108222 h 206"/>
                    <a:gd name="T10" fmla="*/ 216000 w 206"/>
                    <a:gd name="T11" fmla="*/ 108222 h 206"/>
                    <a:gd name="T12" fmla="*/ 108000 w 206"/>
                    <a:gd name="T13" fmla="*/ 216443 h 206"/>
                    <a:gd name="T14" fmla="*/ 108000 w 206"/>
                    <a:gd name="T15" fmla="*/ 216443 h 206"/>
                    <a:gd name="T16" fmla="*/ 0 w 206"/>
                    <a:gd name="T17" fmla="*/ 108222 h 206"/>
                    <a:gd name="T18" fmla="*/ 41942 w 206"/>
                    <a:gd name="T19" fmla="*/ 42028 h 206"/>
                    <a:gd name="T20" fmla="*/ 13631 w 206"/>
                    <a:gd name="T21" fmla="*/ 108222 h 206"/>
                    <a:gd name="T22" fmla="*/ 13631 w 206"/>
                    <a:gd name="T23" fmla="*/ 108222 h 206"/>
                    <a:gd name="T24" fmla="*/ 41942 w 206"/>
                    <a:gd name="T25" fmla="*/ 175466 h 206"/>
                    <a:gd name="T26" fmla="*/ 41942 w 206"/>
                    <a:gd name="T27" fmla="*/ 175466 h 206"/>
                    <a:gd name="T28" fmla="*/ 108000 w 206"/>
                    <a:gd name="T29" fmla="*/ 202784 h 206"/>
                    <a:gd name="T30" fmla="*/ 108000 w 206"/>
                    <a:gd name="T31" fmla="*/ 202784 h 206"/>
                    <a:gd name="T32" fmla="*/ 174058 w 206"/>
                    <a:gd name="T33" fmla="*/ 175466 h 206"/>
                    <a:gd name="T34" fmla="*/ 174058 w 206"/>
                    <a:gd name="T35" fmla="*/ 175466 h 206"/>
                    <a:gd name="T36" fmla="*/ 201320 w 206"/>
                    <a:gd name="T37" fmla="*/ 108222 h 206"/>
                    <a:gd name="T38" fmla="*/ 201320 w 206"/>
                    <a:gd name="T39" fmla="*/ 108222 h 206"/>
                    <a:gd name="T40" fmla="*/ 174058 w 206"/>
                    <a:gd name="T41" fmla="*/ 42028 h 206"/>
                    <a:gd name="T42" fmla="*/ 174058 w 206"/>
                    <a:gd name="T43" fmla="*/ 42028 h 206"/>
                    <a:gd name="T44" fmla="*/ 108000 w 206"/>
                    <a:gd name="T45" fmla="*/ 14710 h 206"/>
                    <a:gd name="T46" fmla="*/ 108000 w 206"/>
                    <a:gd name="T47" fmla="*/ 14710 h 206"/>
                    <a:gd name="T48" fmla="*/ 41942 w 206"/>
                    <a:gd name="T49" fmla="*/ 42028 h 20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206" h="206">
                      <a:moveTo>
                        <a:pt x="0" y="103"/>
                      </a:moveTo>
                      <a:cubicBezTo>
                        <a:pt x="0" y="46"/>
                        <a:pt x="46" y="0"/>
                        <a:pt x="103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60" y="0"/>
                        <a:pt x="206" y="46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60"/>
                        <a:pt x="160" y="206"/>
                        <a:pt x="103" y="206"/>
                      </a:cubicBezTo>
                      <a:cubicBezTo>
                        <a:pt x="103" y="206"/>
                        <a:pt x="103" y="206"/>
                        <a:pt x="103" y="206"/>
                      </a:cubicBezTo>
                      <a:cubicBezTo>
                        <a:pt x="46" y="206"/>
                        <a:pt x="0" y="160"/>
                        <a:pt x="0" y="103"/>
                      </a:cubicBezTo>
                      <a:close/>
                      <a:moveTo>
                        <a:pt x="40" y="40"/>
                      </a:moveTo>
                      <a:cubicBezTo>
                        <a:pt x="23" y="56"/>
                        <a:pt x="13" y="79"/>
                        <a:pt x="13" y="103"/>
                      </a:cubicBezTo>
                      <a:cubicBezTo>
                        <a:pt x="13" y="103"/>
                        <a:pt x="13" y="103"/>
                        <a:pt x="13" y="103"/>
                      </a:cubicBezTo>
                      <a:cubicBezTo>
                        <a:pt x="13" y="128"/>
                        <a:pt x="23" y="150"/>
                        <a:pt x="40" y="167"/>
                      </a:cubicBezTo>
                      <a:cubicBezTo>
                        <a:pt x="40" y="167"/>
                        <a:pt x="40" y="167"/>
                        <a:pt x="40" y="167"/>
                      </a:cubicBezTo>
                      <a:cubicBezTo>
                        <a:pt x="56" y="183"/>
                        <a:pt x="78" y="193"/>
                        <a:pt x="103" y="193"/>
                      </a:cubicBezTo>
                      <a:cubicBezTo>
                        <a:pt x="103" y="193"/>
                        <a:pt x="103" y="193"/>
                        <a:pt x="103" y="193"/>
                      </a:cubicBezTo>
                      <a:cubicBezTo>
                        <a:pt x="128" y="193"/>
                        <a:pt x="150" y="183"/>
                        <a:pt x="166" y="167"/>
                      </a:cubicBezTo>
                      <a:cubicBezTo>
                        <a:pt x="166" y="167"/>
                        <a:pt x="166" y="167"/>
                        <a:pt x="166" y="167"/>
                      </a:cubicBezTo>
                      <a:cubicBezTo>
                        <a:pt x="182" y="150"/>
                        <a:pt x="192" y="128"/>
                        <a:pt x="192" y="103"/>
                      </a:cubicBezTo>
                      <a:cubicBezTo>
                        <a:pt x="192" y="103"/>
                        <a:pt x="192" y="103"/>
                        <a:pt x="192" y="103"/>
                      </a:cubicBezTo>
                      <a:cubicBezTo>
                        <a:pt x="192" y="79"/>
                        <a:pt x="182" y="56"/>
                        <a:pt x="166" y="40"/>
                      </a:cubicBezTo>
                      <a:cubicBezTo>
                        <a:pt x="166" y="40"/>
                        <a:pt x="166" y="40"/>
                        <a:pt x="166" y="40"/>
                      </a:cubicBezTo>
                      <a:cubicBezTo>
                        <a:pt x="150" y="24"/>
                        <a:pt x="128" y="14"/>
                        <a:pt x="103" y="14"/>
                      </a:cubicBezTo>
                      <a:cubicBezTo>
                        <a:pt x="103" y="14"/>
                        <a:pt x="103" y="14"/>
                        <a:pt x="103" y="14"/>
                      </a:cubicBezTo>
                      <a:cubicBezTo>
                        <a:pt x="78" y="14"/>
                        <a:pt x="56" y="24"/>
                        <a:pt x="40" y="4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6343" name="文本框 74"/>
              <p:cNvSpPr txBox="1">
                <a:spLocks noChangeArrowheads="1"/>
              </p:cNvSpPr>
              <p:nvPr/>
            </p:nvSpPr>
            <p:spPr bwMode="auto">
              <a:xfrm>
                <a:off x="1255541" y="1870075"/>
                <a:ext cx="30999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dirty="0" err="1">
                    <a:solidFill>
                      <a:srgbClr val="FF0000"/>
                    </a:solidFill>
                  </a:rPr>
                  <a:t>OnParametersSetAsync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6341" name="矩形 72"/>
            <p:cNvSpPr>
              <a:spLocks noChangeArrowheads="1"/>
            </p:cNvSpPr>
            <p:nvPr/>
          </p:nvSpPr>
          <p:spPr bwMode="auto">
            <a:xfrm>
              <a:off x="1333793" y="2532644"/>
              <a:ext cx="2513147" cy="830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當組件從父組件收到參數，並將值賦值給屬性時叫用的方法</a:t>
              </a:r>
              <a:endParaRPr lang="zh-CN" altLang="en-US" sz="160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325" name="组合 77"/>
          <p:cNvGrpSpPr>
            <a:grpSpLocks/>
          </p:cNvGrpSpPr>
          <p:nvPr/>
        </p:nvGrpSpPr>
        <p:grpSpPr bwMode="auto">
          <a:xfrm>
            <a:off x="8321675" y="2058987"/>
            <a:ext cx="3375025" cy="1014564"/>
            <a:chOff x="1230207" y="2124531"/>
            <a:chExt cx="3374889" cy="963394"/>
          </a:xfrm>
        </p:grpSpPr>
        <p:grpSp>
          <p:nvGrpSpPr>
            <p:cNvPr id="56334" name="组合 78"/>
            <p:cNvGrpSpPr>
              <a:grpSpLocks/>
            </p:cNvGrpSpPr>
            <p:nvPr/>
          </p:nvGrpSpPr>
          <p:grpSpPr bwMode="auto">
            <a:xfrm>
              <a:off x="1230207" y="2124531"/>
              <a:ext cx="3374889" cy="350705"/>
              <a:chOff x="980608" y="1870075"/>
              <a:chExt cx="3374889" cy="350705"/>
            </a:xfrm>
          </p:grpSpPr>
          <p:grpSp>
            <p:nvGrpSpPr>
              <p:cNvPr id="56336" name="组合 80"/>
              <p:cNvGrpSpPr>
                <a:grpSpLocks/>
              </p:cNvGrpSpPr>
              <p:nvPr/>
            </p:nvGrpSpPr>
            <p:grpSpPr bwMode="auto">
              <a:xfrm>
                <a:off x="980608" y="1948657"/>
                <a:ext cx="216000" cy="216443"/>
                <a:chOff x="980608" y="2248535"/>
                <a:chExt cx="216000" cy="216443"/>
              </a:xfrm>
            </p:grpSpPr>
            <p:sp>
              <p:nvSpPr>
                <p:cNvPr id="56338" name="Freeform 15"/>
                <p:cNvSpPr>
                  <a:spLocks noEditPoints="1"/>
                </p:cNvSpPr>
                <p:nvPr/>
              </p:nvSpPr>
              <p:spPr bwMode="auto">
                <a:xfrm>
                  <a:off x="1061331" y="2279139"/>
                  <a:ext cx="46127" cy="154349"/>
                </a:xfrm>
                <a:custGeom>
                  <a:avLst/>
                  <a:gdLst>
                    <a:gd name="T0" fmla="*/ 42982 w 44"/>
                    <a:gd name="T1" fmla="*/ 122849 h 147"/>
                    <a:gd name="T2" fmla="*/ 46127 w 44"/>
                    <a:gd name="T3" fmla="*/ 125999 h 147"/>
                    <a:gd name="T4" fmla="*/ 27257 w 44"/>
                    <a:gd name="T5" fmla="*/ 146999 h 147"/>
                    <a:gd name="T6" fmla="*/ 12580 w 44"/>
                    <a:gd name="T7" fmla="*/ 154349 h 147"/>
                    <a:gd name="T8" fmla="*/ 7338 w 44"/>
                    <a:gd name="T9" fmla="*/ 152249 h 147"/>
                    <a:gd name="T10" fmla="*/ 6290 w 44"/>
                    <a:gd name="T11" fmla="*/ 144899 h 147"/>
                    <a:gd name="T12" fmla="*/ 11532 w 44"/>
                    <a:gd name="T13" fmla="*/ 108149 h 147"/>
                    <a:gd name="T14" fmla="*/ 16773 w 44"/>
                    <a:gd name="T15" fmla="*/ 71400 h 147"/>
                    <a:gd name="T16" fmla="*/ 16773 w 44"/>
                    <a:gd name="T17" fmla="*/ 69300 h 147"/>
                    <a:gd name="T18" fmla="*/ 14677 w 44"/>
                    <a:gd name="T19" fmla="*/ 68250 h 147"/>
                    <a:gd name="T20" fmla="*/ 10483 w 44"/>
                    <a:gd name="T21" fmla="*/ 69300 h 147"/>
                    <a:gd name="T22" fmla="*/ 4193 w 44"/>
                    <a:gd name="T23" fmla="*/ 75600 h 147"/>
                    <a:gd name="T24" fmla="*/ 0 w 44"/>
                    <a:gd name="T25" fmla="*/ 72450 h 147"/>
                    <a:gd name="T26" fmla="*/ 19918 w 44"/>
                    <a:gd name="T27" fmla="*/ 52500 h 147"/>
                    <a:gd name="T28" fmla="*/ 33547 w 44"/>
                    <a:gd name="T29" fmla="*/ 45150 h 147"/>
                    <a:gd name="T30" fmla="*/ 38789 w 44"/>
                    <a:gd name="T31" fmla="*/ 47250 h 147"/>
                    <a:gd name="T32" fmla="*/ 40885 w 44"/>
                    <a:gd name="T33" fmla="*/ 53550 h 147"/>
                    <a:gd name="T34" fmla="*/ 36692 w 44"/>
                    <a:gd name="T35" fmla="*/ 79799 h 147"/>
                    <a:gd name="T36" fmla="*/ 34595 w 44"/>
                    <a:gd name="T37" fmla="*/ 91349 h 147"/>
                    <a:gd name="T38" fmla="*/ 31450 w 44"/>
                    <a:gd name="T39" fmla="*/ 115499 h 147"/>
                    <a:gd name="T40" fmla="*/ 29354 w 44"/>
                    <a:gd name="T41" fmla="*/ 125999 h 147"/>
                    <a:gd name="T42" fmla="*/ 30402 w 44"/>
                    <a:gd name="T43" fmla="*/ 130199 h 147"/>
                    <a:gd name="T44" fmla="*/ 32499 w 44"/>
                    <a:gd name="T45" fmla="*/ 131249 h 147"/>
                    <a:gd name="T46" fmla="*/ 36692 w 44"/>
                    <a:gd name="T47" fmla="*/ 129149 h 147"/>
                    <a:gd name="T48" fmla="*/ 42982 w 44"/>
                    <a:gd name="T49" fmla="*/ 122849 h 147"/>
                    <a:gd name="T50" fmla="*/ 35644 w 44"/>
                    <a:gd name="T51" fmla="*/ 0 h 147"/>
                    <a:gd name="T52" fmla="*/ 42982 w 44"/>
                    <a:gd name="T53" fmla="*/ 3150 h 147"/>
                    <a:gd name="T54" fmla="*/ 46127 w 44"/>
                    <a:gd name="T55" fmla="*/ 10500 h 147"/>
                    <a:gd name="T56" fmla="*/ 41934 w 44"/>
                    <a:gd name="T57" fmla="*/ 23100 h 147"/>
                    <a:gd name="T58" fmla="*/ 32499 w 44"/>
                    <a:gd name="T59" fmla="*/ 28350 h 147"/>
                    <a:gd name="T60" fmla="*/ 24112 w 44"/>
                    <a:gd name="T61" fmla="*/ 25200 h 147"/>
                    <a:gd name="T62" fmla="*/ 22018 w 44"/>
                    <a:gd name="T63" fmla="*/ 16800 h 147"/>
                    <a:gd name="T64" fmla="*/ 26209 w 44"/>
                    <a:gd name="T65" fmla="*/ 5250 h 147"/>
                    <a:gd name="T66" fmla="*/ 35644 w 44"/>
                    <a:gd name="T67" fmla="*/ 0 h 14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44" h="147">
                      <a:moveTo>
                        <a:pt x="41" y="117"/>
                      </a:moveTo>
                      <a:cubicBezTo>
                        <a:pt x="44" y="120"/>
                        <a:pt x="44" y="120"/>
                        <a:pt x="44" y="120"/>
                      </a:cubicBezTo>
                      <a:cubicBezTo>
                        <a:pt x="38" y="129"/>
                        <a:pt x="32" y="135"/>
                        <a:pt x="26" y="140"/>
                      </a:cubicBezTo>
                      <a:cubicBezTo>
                        <a:pt x="20" y="145"/>
                        <a:pt x="16" y="147"/>
                        <a:pt x="12" y="147"/>
                      </a:cubicBezTo>
                      <a:cubicBezTo>
                        <a:pt x="10" y="147"/>
                        <a:pt x="8" y="147"/>
                        <a:pt x="7" y="145"/>
                      </a:cubicBezTo>
                      <a:cubicBezTo>
                        <a:pt x="6" y="144"/>
                        <a:pt x="6" y="141"/>
                        <a:pt x="6" y="138"/>
                      </a:cubicBezTo>
                      <a:cubicBezTo>
                        <a:pt x="6" y="131"/>
                        <a:pt x="7" y="119"/>
                        <a:pt x="11" y="103"/>
                      </a:cubicBezTo>
                      <a:cubicBezTo>
                        <a:pt x="15" y="87"/>
                        <a:pt x="16" y="75"/>
                        <a:pt x="16" y="68"/>
                      </a:cubicBezTo>
                      <a:cubicBezTo>
                        <a:pt x="16" y="67"/>
                        <a:pt x="16" y="66"/>
                        <a:pt x="16" y="66"/>
                      </a:cubicBezTo>
                      <a:cubicBezTo>
                        <a:pt x="15" y="65"/>
                        <a:pt x="15" y="65"/>
                        <a:pt x="14" y="65"/>
                      </a:cubicBezTo>
                      <a:cubicBezTo>
                        <a:pt x="13" y="65"/>
                        <a:pt x="12" y="65"/>
                        <a:pt x="10" y="66"/>
                      </a:cubicBezTo>
                      <a:cubicBezTo>
                        <a:pt x="8" y="68"/>
                        <a:pt x="6" y="70"/>
                        <a:pt x="4" y="72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7" y="61"/>
                        <a:pt x="13" y="55"/>
                        <a:pt x="19" y="50"/>
                      </a:cubicBezTo>
                      <a:cubicBezTo>
                        <a:pt x="25" y="46"/>
                        <a:pt x="29" y="43"/>
                        <a:pt x="32" y="43"/>
                      </a:cubicBezTo>
                      <a:cubicBezTo>
                        <a:pt x="34" y="43"/>
                        <a:pt x="36" y="44"/>
                        <a:pt x="37" y="45"/>
                      </a:cubicBezTo>
                      <a:cubicBezTo>
                        <a:pt x="38" y="47"/>
                        <a:pt x="39" y="49"/>
                        <a:pt x="39" y="51"/>
                      </a:cubicBezTo>
                      <a:cubicBezTo>
                        <a:pt x="39" y="54"/>
                        <a:pt x="37" y="62"/>
                        <a:pt x="35" y="76"/>
                      </a:cubicBezTo>
                      <a:cubicBezTo>
                        <a:pt x="34" y="81"/>
                        <a:pt x="34" y="84"/>
                        <a:pt x="33" y="87"/>
                      </a:cubicBezTo>
                      <a:cubicBezTo>
                        <a:pt x="32" y="96"/>
                        <a:pt x="30" y="104"/>
                        <a:pt x="30" y="110"/>
                      </a:cubicBezTo>
                      <a:cubicBezTo>
                        <a:pt x="29" y="116"/>
                        <a:pt x="28" y="119"/>
                        <a:pt x="28" y="120"/>
                      </a:cubicBezTo>
                      <a:cubicBezTo>
                        <a:pt x="28" y="122"/>
                        <a:pt x="28" y="123"/>
                        <a:pt x="29" y="124"/>
                      </a:cubicBezTo>
                      <a:cubicBezTo>
                        <a:pt x="29" y="125"/>
                        <a:pt x="30" y="125"/>
                        <a:pt x="31" y="125"/>
                      </a:cubicBezTo>
                      <a:cubicBezTo>
                        <a:pt x="32" y="125"/>
                        <a:pt x="34" y="124"/>
                        <a:pt x="35" y="123"/>
                      </a:cubicBezTo>
                      <a:cubicBezTo>
                        <a:pt x="37" y="122"/>
                        <a:pt x="39" y="120"/>
                        <a:pt x="41" y="117"/>
                      </a:cubicBezTo>
                      <a:close/>
                      <a:moveTo>
                        <a:pt x="34" y="0"/>
                      </a:moveTo>
                      <a:cubicBezTo>
                        <a:pt x="37" y="0"/>
                        <a:pt x="40" y="1"/>
                        <a:pt x="41" y="3"/>
                      </a:cubicBezTo>
                      <a:cubicBezTo>
                        <a:pt x="43" y="5"/>
                        <a:pt x="44" y="7"/>
                        <a:pt x="44" y="10"/>
                      </a:cubicBezTo>
                      <a:cubicBezTo>
                        <a:pt x="44" y="15"/>
                        <a:pt x="43" y="19"/>
                        <a:pt x="40" y="22"/>
                      </a:cubicBezTo>
                      <a:cubicBezTo>
                        <a:pt x="38" y="25"/>
                        <a:pt x="34" y="27"/>
                        <a:pt x="31" y="27"/>
                      </a:cubicBezTo>
                      <a:cubicBezTo>
                        <a:pt x="28" y="27"/>
                        <a:pt x="25" y="26"/>
                        <a:pt x="23" y="24"/>
                      </a:cubicBezTo>
                      <a:cubicBezTo>
                        <a:pt x="22" y="22"/>
                        <a:pt x="21" y="19"/>
                        <a:pt x="21" y="16"/>
                      </a:cubicBezTo>
                      <a:cubicBezTo>
                        <a:pt x="21" y="12"/>
                        <a:pt x="22" y="8"/>
                        <a:pt x="25" y="5"/>
                      </a:cubicBezTo>
                      <a:cubicBezTo>
                        <a:pt x="28" y="2"/>
                        <a:pt x="31" y="0"/>
                        <a:pt x="34" y="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39" name="Freeform 16"/>
                <p:cNvSpPr>
                  <a:spLocks noEditPoints="1"/>
                </p:cNvSpPr>
                <p:nvPr/>
              </p:nvSpPr>
              <p:spPr bwMode="auto">
                <a:xfrm>
                  <a:off x="980608" y="2248535"/>
                  <a:ext cx="216000" cy="216443"/>
                </a:xfrm>
                <a:custGeom>
                  <a:avLst/>
                  <a:gdLst>
                    <a:gd name="T0" fmla="*/ 0 w 206"/>
                    <a:gd name="T1" fmla="*/ 108222 h 206"/>
                    <a:gd name="T2" fmla="*/ 108000 w 206"/>
                    <a:gd name="T3" fmla="*/ 0 h 206"/>
                    <a:gd name="T4" fmla="*/ 108000 w 206"/>
                    <a:gd name="T5" fmla="*/ 0 h 206"/>
                    <a:gd name="T6" fmla="*/ 216000 w 206"/>
                    <a:gd name="T7" fmla="*/ 108222 h 206"/>
                    <a:gd name="T8" fmla="*/ 216000 w 206"/>
                    <a:gd name="T9" fmla="*/ 108222 h 206"/>
                    <a:gd name="T10" fmla="*/ 216000 w 206"/>
                    <a:gd name="T11" fmla="*/ 108222 h 206"/>
                    <a:gd name="T12" fmla="*/ 108000 w 206"/>
                    <a:gd name="T13" fmla="*/ 216443 h 206"/>
                    <a:gd name="T14" fmla="*/ 108000 w 206"/>
                    <a:gd name="T15" fmla="*/ 216443 h 206"/>
                    <a:gd name="T16" fmla="*/ 0 w 206"/>
                    <a:gd name="T17" fmla="*/ 108222 h 206"/>
                    <a:gd name="T18" fmla="*/ 41942 w 206"/>
                    <a:gd name="T19" fmla="*/ 42028 h 206"/>
                    <a:gd name="T20" fmla="*/ 13631 w 206"/>
                    <a:gd name="T21" fmla="*/ 108222 h 206"/>
                    <a:gd name="T22" fmla="*/ 13631 w 206"/>
                    <a:gd name="T23" fmla="*/ 108222 h 206"/>
                    <a:gd name="T24" fmla="*/ 41942 w 206"/>
                    <a:gd name="T25" fmla="*/ 175466 h 206"/>
                    <a:gd name="T26" fmla="*/ 41942 w 206"/>
                    <a:gd name="T27" fmla="*/ 175466 h 206"/>
                    <a:gd name="T28" fmla="*/ 108000 w 206"/>
                    <a:gd name="T29" fmla="*/ 202784 h 206"/>
                    <a:gd name="T30" fmla="*/ 108000 w 206"/>
                    <a:gd name="T31" fmla="*/ 202784 h 206"/>
                    <a:gd name="T32" fmla="*/ 174058 w 206"/>
                    <a:gd name="T33" fmla="*/ 175466 h 206"/>
                    <a:gd name="T34" fmla="*/ 174058 w 206"/>
                    <a:gd name="T35" fmla="*/ 175466 h 206"/>
                    <a:gd name="T36" fmla="*/ 201320 w 206"/>
                    <a:gd name="T37" fmla="*/ 108222 h 206"/>
                    <a:gd name="T38" fmla="*/ 201320 w 206"/>
                    <a:gd name="T39" fmla="*/ 108222 h 206"/>
                    <a:gd name="T40" fmla="*/ 174058 w 206"/>
                    <a:gd name="T41" fmla="*/ 42028 h 206"/>
                    <a:gd name="T42" fmla="*/ 174058 w 206"/>
                    <a:gd name="T43" fmla="*/ 42028 h 206"/>
                    <a:gd name="T44" fmla="*/ 108000 w 206"/>
                    <a:gd name="T45" fmla="*/ 14710 h 206"/>
                    <a:gd name="T46" fmla="*/ 108000 w 206"/>
                    <a:gd name="T47" fmla="*/ 14710 h 206"/>
                    <a:gd name="T48" fmla="*/ 41942 w 206"/>
                    <a:gd name="T49" fmla="*/ 42028 h 20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206" h="206">
                      <a:moveTo>
                        <a:pt x="0" y="103"/>
                      </a:moveTo>
                      <a:cubicBezTo>
                        <a:pt x="0" y="46"/>
                        <a:pt x="46" y="0"/>
                        <a:pt x="103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60" y="0"/>
                        <a:pt x="206" y="46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60"/>
                        <a:pt x="160" y="206"/>
                        <a:pt x="103" y="206"/>
                      </a:cubicBezTo>
                      <a:cubicBezTo>
                        <a:pt x="103" y="206"/>
                        <a:pt x="103" y="206"/>
                        <a:pt x="103" y="206"/>
                      </a:cubicBezTo>
                      <a:cubicBezTo>
                        <a:pt x="46" y="206"/>
                        <a:pt x="0" y="160"/>
                        <a:pt x="0" y="103"/>
                      </a:cubicBezTo>
                      <a:close/>
                      <a:moveTo>
                        <a:pt x="40" y="40"/>
                      </a:moveTo>
                      <a:cubicBezTo>
                        <a:pt x="23" y="56"/>
                        <a:pt x="13" y="79"/>
                        <a:pt x="13" y="103"/>
                      </a:cubicBezTo>
                      <a:cubicBezTo>
                        <a:pt x="13" y="103"/>
                        <a:pt x="13" y="103"/>
                        <a:pt x="13" y="103"/>
                      </a:cubicBezTo>
                      <a:cubicBezTo>
                        <a:pt x="13" y="128"/>
                        <a:pt x="23" y="150"/>
                        <a:pt x="40" y="167"/>
                      </a:cubicBezTo>
                      <a:cubicBezTo>
                        <a:pt x="40" y="167"/>
                        <a:pt x="40" y="167"/>
                        <a:pt x="40" y="167"/>
                      </a:cubicBezTo>
                      <a:cubicBezTo>
                        <a:pt x="56" y="183"/>
                        <a:pt x="78" y="193"/>
                        <a:pt x="103" y="193"/>
                      </a:cubicBezTo>
                      <a:cubicBezTo>
                        <a:pt x="103" y="193"/>
                        <a:pt x="103" y="193"/>
                        <a:pt x="103" y="193"/>
                      </a:cubicBezTo>
                      <a:cubicBezTo>
                        <a:pt x="128" y="193"/>
                        <a:pt x="150" y="183"/>
                        <a:pt x="166" y="167"/>
                      </a:cubicBezTo>
                      <a:cubicBezTo>
                        <a:pt x="166" y="167"/>
                        <a:pt x="166" y="167"/>
                        <a:pt x="166" y="167"/>
                      </a:cubicBezTo>
                      <a:cubicBezTo>
                        <a:pt x="182" y="150"/>
                        <a:pt x="192" y="128"/>
                        <a:pt x="192" y="103"/>
                      </a:cubicBezTo>
                      <a:cubicBezTo>
                        <a:pt x="192" y="103"/>
                        <a:pt x="192" y="103"/>
                        <a:pt x="192" y="103"/>
                      </a:cubicBezTo>
                      <a:cubicBezTo>
                        <a:pt x="192" y="79"/>
                        <a:pt x="182" y="56"/>
                        <a:pt x="166" y="40"/>
                      </a:cubicBezTo>
                      <a:cubicBezTo>
                        <a:pt x="166" y="40"/>
                        <a:pt x="166" y="40"/>
                        <a:pt x="166" y="40"/>
                      </a:cubicBezTo>
                      <a:cubicBezTo>
                        <a:pt x="150" y="24"/>
                        <a:pt x="128" y="14"/>
                        <a:pt x="103" y="14"/>
                      </a:cubicBezTo>
                      <a:cubicBezTo>
                        <a:pt x="103" y="14"/>
                        <a:pt x="103" y="14"/>
                        <a:pt x="103" y="14"/>
                      </a:cubicBezTo>
                      <a:cubicBezTo>
                        <a:pt x="78" y="14"/>
                        <a:pt x="56" y="24"/>
                        <a:pt x="40" y="4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6337" name="文本框 81"/>
              <p:cNvSpPr txBox="1">
                <a:spLocks noChangeArrowheads="1"/>
              </p:cNvSpPr>
              <p:nvPr/>
            </p:nvSpPr>
            <p:spPr bwMode="auto">
              <a:xfrm>
                <a:off x="1255541" y="1870075"/>
                <a:ext cx="3099956" cy="350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dirty="0" err="1">
                    <a:solidFill>
                      <a:srgbClr val="FF0000"/>
                    </a:solidFill>
                  </a:rPr>
                  <a:t>OnInitializedAsync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6335" name="矩形 79"/>
            <p:cNvSpPr>
              <a:spLocks noChangeArrowheads="1"/>
            </p:cNvSpPr>
            <p:nvPr/>
          </p:nvSpPr>
          <p:spPr bwMode="auto">
            <a:xfrm>
              <a:off x="1333793" y="2532644"/>
              <a:ext cx="2513147" cy="555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TW" altLang="en-US" sz="1600" dirty="0" smtClean="0"/>
                <a:t>當</a:t>
              </a:r>
              <a:r>
                <a:rPr lang="zh-CN" altLang="en-US" sz="1600" dirty="0" smtClean="0"/>
                <a:t>組件</a:t>
              </a:r>
              <a:r>
                <a:rPr lang="zh-CN" altLang="en-US" sz="1600" dirty="0"/>
                <a:t>準備</a:t>
              </a:r>
              <a:r>
                <a:rPr lang="zh-TW" altLang="en-US" sz="1600" dirty="0" smtClean="0"/>
                <a:t>啟動</a:t>
              </a:r>
              <a:r>
                <a:rPr lang="zh-TW" altLang="en-US" sz="1600" dirty="0"/>
                <a:t>時叫用的方法</a:t>
              </a:r>
              <a:endParaRPr lang="zh-CN" altLang="en-US" sz="160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326" name="组合 84"/>
          <p:cNvGrpSpPr>
            <a:grpSpLocks/>
          </p:cNvGrpSpPr>
          <p:nvPr/>
        </p:nvGrpSpPr>
        <p:grpSpPr bwMode="auto">
          <a:xfrm>
            <a:off x="1281647" y="4725240"/>
            <a:ext cx="3375025" cy="1260788"/>
            <a:chOff x="1230207" y="2124531"/>
            <a:chExt cx="3374889" cy="1197198"/>
          </a:xfrm>
        </p:grpSpPr>
        <p:grpSp>
          <p:nvGrpSpPr>
            <p:cNvPr id="56328" name="组合 85"/>
            <p:cNvGrpSpPr>
              <a:grpSpLocks/>
            </p:cNvGrpSpPr>
            <p:nvPr/>
          </p:nvGrpSpPr>
          <p:grpSpPr bwMode="auto">
            <a:xfrm>
              <a:off x="1230207" y="2124531"/>
              <a:ext cx="3374889" cy="350704"/>
              <a:chOff x="980608" y="1870075"/>
              <a:chExt cx="3374889" cy="350704"/>
            </a:xfrm>
          </p:grpSpPr>
          <p:grpSp>
            <p:nvGrpSpPr>
              <p:cNvPr id="56330" name="组合 87"/>
              <p:cNvGrpSpPr>
                <a:grpSpLocks/>
              </p:cNvGrpSpPr>
              <p:nvPr/>
            </p:nvGrpSpPr>
            <p:grpSpPr bwMode="auto">
              <a:xfrm>
                <a:off x="980608" y="1948657"/>
                <a:ext cx="216000" cy="216443"/>
                <a:chOff x="980608" y="2248535"/>
                <a:chExt cx="216000" cy="216443"/>
              </a:xfrm>
            </p:grpSpPr>
            <p:sp>
              <p:nvSpPr>
                <p:cNvPr id="56332" name="Freeform 15"/>
                <p:cNvSpPr>
                  <a:spLocks noEditPoints="1"/>
                </p:cNvSpPr>
                <p:nvPr/>
              </p:nvSpPr>
              <p:spPr bwMode="auto">
                <a:xfrm>
                  <a:off x="1061331" y="2279139"/>
                  <a:ext cx="46127" cy="154349"/>
                </a:xfrm>
                <a:custGeom>
                  <a:avLst/>
                  <a:gdLst>
                    <a:gd name="T0" fmla="*/ 42982 w 44"/>
                    <a:gd name="T1" fmla="*/ 122849 h 147"/>
                    <a:gd name="T2" fmla="*/ 46127 w 44"/>
                    <a:gd name="T3" fmla="*/ 125999 h 147"/>
                    <a:gd name="T4" fmla="*/ 27257 w 44"/>
                    <a:gd name="T5" fmla="*/ 146999 h 147"/>
                    <a:gd name="T6" fmla="*/ 12580 w 44"/>
                    <a:gd name="T7" fmla="*/ 154349 h 147"/>
                    <a:gd name="T8" fmla="*/ 7338 w 44"/>
                    <a:gd name="T9" fmla="*/ 152249 h 147"/>
                    <a:gd name="T10" fmla="*/ 6290 w 44"/>
                    <a:gd name="T11" fmla="*/ 144899 h 147"/>
                    <a:gd name="T12" fmla="*/ 11532 w 44"/>
                    <a:gd name="T13" fmla="*/ 108149 h 147"/>
                    <a:gd name="T14" fmla="*/ 16773 w 44"/>
                    <a:gd name="T15" fmla="*/ 71400 h 147"/>
                    <a:gd name="T16" fmla="*/ 16773 w 44"/>
                    <a:gd name="T17" fmla="*/ 69300 h 147"/>
                    <a:gd name="T18" fmla="*/ 14677 w 44"/>
                    <a:gd name="T19" fmla="*/ 68250 h 147"/>
                    <a:gd name="T20" fmla="*/ 10483 w 44"/>
                    <a:gd name="T21" fmla="*/ 69300 h 147"/>
                    <a:gd name="T22" fmla="*/ 4193 w 44"/>
                    <a:gd name="T23" fmla="*/ 75600 h 147"/>
                    <a:gd name="T24" fmla="*/ 0 w 44"/>
                    <a:gd name="T25" fmla="*/ 72450 h 147"/>
                    <a:gd name="T26" fmla="*/ 19918 w 44"/>
                    <a:gd name="T27" fmla="*/ 52500 h 147"/>
                    <a:gd name="T28" fmla="*/ 33547 w 44"/>
                    <a:gd name="T29" fmla="*/ 45150 h 147"/>
                    <a:gd name="T30" fmla="*/ 38789 w 44"/>
                    <a:gd name="T31" fmla="*/ 47250 h 147"/>
                    <a:gd name="T32" fmla="*/ 40885 w 44"/>
                    <a:gd name="T33" fmla="*/ 53550 h 147"/>
                    <a:gd name="T34" fmla="*/ 36692 w 44"/>
                    <a:gd name="T35" fmla="*/ 79799 h 147"/>
                    <a:gd name="T36" fmla="*/ 34595 w 44"/>
                    <a:gd name="T37" fmla="*/ 91349 h 147"/>
                    <a:gd name="T38" fmla="*/ 31450 w 44"/>
                    <a:gd name="T39" fmla="*/ 115499 h 147"/>
                    <a:gd name="T40" fmla="*/ 29354 w 44"/>
                    <a:gd name="T41" fmla="*/ 125999 h 147"/>
                    <a:gd name="T42" fmla="*/ 30402 w 44"/>
                    <a:gd name="T43" fmla="*/ 130199 h 147"/>
                    <a:gd name="T44" fmla="*/ 32499 w 44"/>
                    <a:gd name="T45" fmla="*/ 131249 h 147"/>
                    <a:gd name="T46" fmla="*/ 36692 w 44"/>
                    <a:gd name="T47" fmla="*/ 129149 h 147"/>
                    <a:gd name="T48" fmla="*/ 42982 w 44"/>
                    <a:gd name="T49" fmla="*/ 122849 h 147"/>
                    <a:gd name="T50" fmla="*/ 35644 w 44"/>
                    <a:gd name="T51" fmla="*/ 0 h 147"/>
                    <a:gd name="T52" fmla="*/ 42982 w 44"/>
                    <a:gd name="T53" fmla="*/ 3150 h 147"/>
                    <a:gd name="T54" fmla="*/ 46127 w 44"/>
                    <a:gd name="T55" fmla="*/ 10500 h 147"/>
                    <a:gd name="T56" fmla="*/ 41934 w 44"/>
                    <a:gd name="T57" fmla="*/ 23100 h 147"/>
                    <a:gd name="T58" fmla="*/ 32499 w 44"/>
                    <a:gd name="T59" fmla="*/ 28350 h 147"/>
                    <a:gd name="T60" fmla="*/ 24112 w 44"/>
                    <a:gd name="T61" fmla="*/ 25200 h 147"/>
                    <a:gd name="T62" fmla="*/ 22018 w 44"/>
                    <a:gd name="T63" fmla="*/ 16800 h 147"/>
                    <a:gd name="T64" fmla="*/ 26209 w 44"/>
                    <a:gd name="T65" fmla="*/ 5250 h 147"/>
                    <a:gd name="T66" fmla="*/ 35644 w 44"/>
                    <a:gd name="T67" fmla="*/ 0 h 14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44" h="147">
                      <a:moveTo>
                        <a:pt x="41" y="117"/>
                      </a:moveTo>
                      <a:cubicBezTo>
                        <a:pt x="44" y="120"/>
                        <a:pt x="44" y="120"/>
                        <a:pt x="44" y="120"/>
                      </a:cubicBezTo>
                      <a:cubicBezTo>
                        <a:pt x="38" y="129"/>
                        <a:pt x="32" y="135"/>
                        <a:pt x="26" y="140"/>
                      </a:cubicBezTo>
                      <a:cubicBezTo>
                        <a:pt x="20" y="145"/>
                        <a:pt x="16" y="147"/>
                        <a:pt x="12" y="147"/>
                      </a:cubicBezTo>
                      <a:cubicBezTo>
                        <a:pt x="10" y="147"/>
                        <a:pt x="8" y="147"/>
                        <a:pt x="7" y="145"/>
                      </a:cubicBezTo>
                      <a:cubicBezTo>
                        <a:pt x="6" y="144"/>
                        <a:pt x="6" y="141"/>
                        <a:pt x="6" y="138"/>
                      </a:cubicBezTo>
                      <a:cubicBezTo>
                        <a:pt x="6" y="131"/>
                        <a:pt x="7" y="119"/>
                        <a:pt x="11" y="103"/>
                      </a:cubicBezTo>
                      <a:cubicBezTo>
                        <a:pt x="15" y="87"/>
                        <a:pt x="16" y="75"/>
                        <a:pt x="16" y="68"/>
                      </a:cubicBezTo>
                      <a:cubicBezTo>
                        <a:pt x="16" y="67"/>
                        <a:pt x="16" y="66"/>
                        <a:pt x="16" y="66"/>
                      </a:cubicBezTo>
                      <a:cubicBezTo>
                        <a:pt x="15" y="65"/>
                        <a:pt x="15" y="65"/>
                        <a:pt x="14" y="65"/>
                      </a:cubicBezTo>
                      <a:cubicBezTo>
                        <a:pt x="13" y="65"/>
                        <a:pt x="12" y="65"/>
                        <a:pt x="10" y="66"/>
                      </a:cubicBezTo>
                      <a:cubicBezTo>
                        <a:pt x="8" y="68"/>
                        <a:pt x="6" y="70"/>
                        <a:pt x="4" y="72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7" y="61"/>
                        <a:pt x="13" y="55"/>
                        <a:pt x="19" y="50"/>
                      </a:cubicBezTo>
                      <a:cubicBezTo>
                        <a:pt x="25" y="46"/>
                        <a:pt x="29" y="43"/>
                        <a:pt x="32" y="43"/>
                      </a:cubicBezTo>
                      <a:cubicBezTo>
                        <a:pt x="34" y="43"/>
                        <a:pt x="36" y="44"/>
                        <a:pt x="37" y="45"/>
                      </a:cubicBezTo>
                      <a:cubicBezTo>
                        <a:pt x="38" y="47"/>
                        <a:pt x="39" y="49"/>
                        <a:pt x="39" y="51"/>
                      </a:cubicBezTo>
                      <a:cubicBezTo>
                        <a:pt x="39" y="54"/>
                        <a:pt x="37" y="62"/>
                        <a:pt x="35" y="76"/>
                      </a:cubicBezTo>
                      <a:cubicBezTo>
                        <a:pt x="34" y="81"/>
                        <a:pt x="34" y="84"/>
                        <a:pt x="33" y="87"/>
                      </a:cubicBezTo>
                      <a:cubicBezTo>
                        <a:pt x="32" y="96"/>
                        <a:pt x="30" y="104"/>
                        <a:pt x="30" y="110"/>
                      </a:cubicBezTo>
                      <a:cubicBezTo>
                        <a:pt x="29" y="116"/>
                        <a:pt x="28" y="119"/>
                        <a:pt x="28" y="120"/>
                      </a:cubicBezTo>
                      <a:cubicBezTo>
                        <a:pt x="28" y="122"/>
                        <a:pt x="28" y="123"/>
                        <a:pt x="29" y="124"/>
                      </a:cubicBezTo>
                      <a:cubicBezTo>
                        <a:pt x="29" y="125"/>
                        <a:pt x="30" y="125"/>
                        <a:pt x="31" y="125"/>
                      </a:cubicBezTo>
                      <a:cubicBezTo>
                        <a:pt x="32" y="125"/>
                        <a:pt x="34" y="124"/>
                        <a:pt x="35" y="123"/>
                      </a:cubicBezTo>
                      <a:cubicBezTo>
                        <a:pt x="37" y="122"/>
                        <a:pt x="39" y="120"/>
                        <a:pt x="41" y="117"/>
                      </a:cubicBezTo>
                      <a:close/>
                      <a:moveTo>
                        <a:pt x="34" y="0"/>
                      </a:moveTo>
                      <a:cubicBezTo>
                        <a:pt x="37" y="0"/>
                        <a:pt x="40" y="1"/>
                        <a:pt x="41" y="3"/>
                      </a:cubicBezTo>
                      <a:cubicBezTo>
                        <a:pt x="43" y="5"/>
                        <a:pt x="44" y="7"/>
                        <a:pt x="44" y="10"/>
                      </a:cubicBezTo>
                      <a:cubicBezTo>
                        <a:pt x="44" y="15"/>
                        <a:pt x="43" y="19"/>
                        <a:pt x="40" y="22"/>
                      </a:cubicBezTo>
                      <a:cubicBezTo>
                        <a:pt x="38" y="25"/>
                        <a:pt x="34" y="27"/>
                        <a:pt x="31" y="27"/>
                      </a:cubicBezTo>
                      <a:cubicBezTo>
                        <a:pt x="28" y="27"/>
                        <a:pt x="25" y="26"/>
                        <a:pt x="23" y="24"/>
                      </a:cubicBezTo>
                      <a:cubicBezTo>
                        <a:pt x="22" y="22"/>
                        <a:pt x="21" y="19"/>
                        <a:pt x="21" y="16"/>
                      </a:cubicBezTo>
                      <a:cubicBezTo>
                        <a:pt x="21" y="12"/>
                        <a:pt x="22" y="8"/>
                        <a:pt x="25" y="5"/>
                      </a:cubicBezTo>
                      <a:cubicBezTo>
                        <a:pt x="28" y="2"/>
                        <a:pt x="31" y="0"/>
                        <a:pt x="34" y="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33" name="Freeform 16"/>
                <p:cNvSpPr>
                  <a:spLocks noEditPoints="1"/>
                </p:cNvSpPr>
                <p:nvPr/>
              </p:nvSpPr>
              <p:spPr bwMode="auto">
                <a:xfrm>
                  <a:off x="980608" y="2248535"/>
                  <a:ext cx="216000" cy="216443"/>
                </a:xfrm>
                <a:custGeom>
                  <a:avLst/>
                  <a:gdLst>
                    <a:gd name="T0" fmla="*/ 0 w 206"/>
                    <a:gd name="T1" fmla="*/ 108222 h 206"/>
                    <a:gd name="T2" fmla="*/ 108000 w 206"/>
                    <a:gd name="T3" fmla="*/ 0 h 206"/>
                    <a:gd name="T4" fmla="*/ 108000 w 206"/>
                    <a:gd name="T5" fmla="*/ 0 h 206"/>
                    <a:gd name="T6" fmla="*/ 216000 w 206"/>
                    <a:gd name="T7" fmla="*/ 108222 h 206"/>
                    <a:gd name="T8" fmla="*/ 216000 w 206"/>
                    <a:gd name="T9" fmla="*/ 108222 h 206"/>
                    <a:gd name="T10" fmla="*/ 216000 w 206"/>
                    <a:gd name="T11" fmla="*/ 108222 h 206"/>
                    <a:gd name="T12" fmla="*/ 108000 w 206"/>
                    <a:gd name="T13" fmla="*/ 216443 h 206"/>
                    <a:gd name="T14" fmla="*/ 108000 w 206"/>
                    <a:gd name="T15" fmla="*/ 216443 h 206"/>
                    <a:gd name="T16" fmla="*/ 0 w 206"/>
                    <a:gd name="T17" fmla="*/ 108222 h 206"/>
                    <a:gd name="T18" fmla="*/ 41942 w 206"/>
                    <a:gd name="T19" fmla="*/ 42028 h 206"/>
                    <a:gd name="T20" fmla="*/ 13631 w 206"/>
                    <a:gd name="T21" fmla="*/ 108222 h 206"/>
                    <a:gd name="T22" fmla="*/ 13631 w 206"/>
                    <a:gd name="T23" fmla="*/ 108222 h 206"/>
                    <a:gd name="T24" fmla="*/ 41942 w 206"/>
                    <a:gd name="T25" fmla="*/ 175466 h 206"/>
                    <a:gd name="T26" fmla="*/ 41942 w 206"/>
                    <a:gd name="T27" fmla="*/ 175466 h 206"/>
                    <a:gd name="T28" fmla="*/ 108000 w 206"/>
                    <a:gd name="T29" fmla="*/ 202784 h 206"/>
                    <a:gd name="T30" fmla="*/ 108000 w 206"/>
                    <a:gd name="T31" fmla="*/ 202784 h 206"/>
                    <a:gd name="T32" fmla="*/ 174058 w 206"/>
                    <a:gd name="T33" fmla="*/ 175466 h 206"/>
                    <a:gd name="T34" fmla="*/ 174058 w 206"/>
                    <a:gd name="T35" fmla="*/ 175466 h 206"/>
                    <a:gd name="T36" fmla="*/ 201320 w 206"/>
                    <a:gd name="T37" fmla="*/ 108222 h 206"/>
                    <a:gd name="T38" fmla="*/ 201320 w 206"/>
                    <a:gd name="T39" fmla="*/ 108222 h 206"/>
                    <a:gd name="T40" fmla="*/ 174058 w 206"/>
                    <a:gd name="T41" fmla="*/ 42028 h 206"/>
                    <a:gd name="T42" fmla="*/ 174058 w 206"/>
                    <a:gd name="T43" fmla="*/ 42028 h 206"/>
                    <a:gd name="T44" fmla="*/ 108000 w 206"/>
                    <a:gd name="T45" fmla="*/ 14710 h 206"/>
                    <a:gd name="T46" fmla="*/ 108000 w 206"/>
                    <a:gd name="T47" fmla="*/ 14710 h 206"/>
                    <a:gd name="T48" fmla="*/ 41942 w 206"/>
                    <a:gd name="T49" fmla="*/ 42028 h 20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206" h="206">
                      <a:moveTo>
                        <a:pt x="0" y="103"/>
                      </a:moveTo>
                      <a:cubicBezTo>
                        <a:pt x="0" y="46"/>
                        <a:pt x="46" y="0"/>
                        <a:pt x="103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60" y="0"/>
                        <a:pt x="206" y="46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60"/>
                        <a:pt x="160" y="206"/>
                        <a:pt x="103" y="206"/>
                      </a:cubicBezTo>
                      <a:cubicBezTo>
                        <a:pt x="103" y="206"/>
                        <a:pt x="103" y="206"/>
                        <a:pt x="103" y="206"/>
                      </a:cubicBezTo>
                      <a:cubicBezTo>
                        <a:pt x="46" y="206"/>
                        <a:pt x="0" y="160"/>
                        <a:pt x="0" y="103"/>
                      </a:cubicBezTo>
                      <a:close/>
                      <a:moveTo>
                        <a:pt x="40" y="40"/>
                      </a:moveTo>
                      <a:cubicBezTo>
                        <a:pt x="23" y="56"/>
                        <a:pt x="13" y="79"/>
                        <a:pt x="13" y="103"/>
                      </a:cubicBezTo>
                      <a:cubicBezTo>
                        <a:pt x="13" y="103"/>
                        <a:pt x="13" y="103"/>
                        <a:pt x="13" y="103"/>
                      </a:cubicBezTo>
                      <a:cubicBezTo>
                        <a:pt x="13" y="128"/>
                        <a:pt x="23" y="150"/>
                        <a:pt x="40" y="167"/>
                      </a:cubicBezTo>
                      <a:cubicBezTo>
                        <a:pt x="40" y="167"/>
                        <a:pt x="40" y="167"/>
                        <a:pt x="40" y="167"/>
                      </a:cubicBezTo>
                      <a:cubicBezTo>
                        <a:pt x="56" y="183"/>
                        <a:pt x="78" y="193"/>
                        <a:pt x="103" y="193"/>
                      </a:cubicBezTo>
                      <a:cubicBezTo>
                        <a:pt x="103" y="193"/>
                        <a:pt x="103" y="193"/>
                        <a:pt x="103" y="193"/>
                      </a:cubicBezTo>
                      <a:cubicBezTo>
                        <a:pt x="128" y="193"/>
                        <a:pt x="150" y="183"/>
                        <a:pt x="166" y="167"/>
                      </a:cubicBezTo>
                      <a:cubicBezTo>
                        <a:pt x="166" y="167"/>
                        <a:pt x="166" y="167"/>
                        <a:pt x="166" y="167"/>
                      </a:cubicBezTo>
                      <a:cubicBezTo>
                        <a:pt x="182" y="150"/>
                        <a:pt x="192" y="128"/>
                        <a:pt x="192" y="103"/>
                      </a:cubicBezTo>
                      <a:cubicBezTo>
                        <a:pt x="192" y="103"/>
                        <a:pt x="192" y="103"/>
                        <a:pt x="192" y="103"/>
                      </a:cubicBezTo>
                      <a:cubicBezTo>
                        <a:pt x="192" y="79"/>
                        <a:pt x="182" y="56"/>
                        <a:pt x="166" y="40"/>
                      </a:cubicBezTo>
                      <a:cubicBezTo>
                        <a:pt x="166" y="40"/>
                        <a:pt x="166" y="40"/>
                        <a:pt x="166" y="40"/>
                      </a:cubicBezTo>
                      <a:cubicBezTo>
                        <a:pt x="150" y="24"/>
                        <a:pt x="128" y="14"/>
                        <a:pt x="103" y="14"/>
                      </a:cubicBezTo>
                      <a:cubicBezTo>
                        <a:pt x="103" y="14"/>
                        <a:pt x="103" y="14"/>
                        <a:pt x="103" y="14"/>
                      </a:cubicBezTo>
                      <a:cubicBezTo>
                        <a:pt x="78" y="14"/>
                        <a:pt x="56" y="24"/>
                        <a:pt x="40" y="4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6331" name="文本框 88"/>
              <p:cNvSpPr txBox="1">
                <a:spLocks noChangeArrowheads="1"/>
              </p:cNvSpPr>
              <p:nvPr/>
            </p:nvSpPr>
            <p:spPr bwMode="auto">
              <a:xfrm>
                <a:off x="1255541" y="1870075"/>
                <a:ext cx="3099956" cy="350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b="1" dirty="0" err="1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StateHasChanged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6329" name="矩形 86"/>
            <p:cNvSpPr>
              <a:spLocks noChangeArrowheads="1"/>
            </p:cNvSpPr>
            <p:nvPr/>
          </p:nvSpPr>
          <p:spPr bwMode="auto">
            <a:xfrm>
              <a:off x="1333792" y="2532644"/>
              <a:ext cx="3002004" cy="789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1600" dirty="0"/>
                <a:t>通知组件其状态已更改。 如果适</a:t>
              </a:r>
              <a:r>
                <a:rPr lang="zh-CN" altLang="en-US" sz="1600" dirty="0" smtClean="0"/>
                <a:t>用</a:t>
              </a:r>
              <a:r>
                <a:rPr lang="en-US" altLang="zh-CN" sz="1600" dirty="0"/>
                <a:t>,</a:t>
              </a:r>
              <a:r>
                <a:rPr lang="zh-CN" altLang="en-US" sz="1600" dirty="0" smtClean="0"/>
                <a:t>调用它会</a:t>
              </a:r>
              <a:r>
                <a:rPr lang="zh-CN" altLang="en-US" sz="1600" dirty="0"/>
                <a:t>导致组</a:t>
              </a:r>
              <a:r>
                <a:rPr lang="zh-CN" altLang="en-US" sz="1600" dirty="0" smtClean="0"/>
                <a:t>件</a:t>
              </a:r>
              <a:r>
                <a:rPr lang="zh-CN" altLang="en-US" sz="1600" dirty="0"/>
                <a:t>重新呈现。</a:t>
              </a:r>
              <a:endParaRPr lang="zh-CN" altLang="en-US" sz="160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6327" name="TextBox 88"/>
          <p:cNvSpPr txBox="1">
            <a:spLocks noChangeArrowheads="1"/>
          </p:cNvSpPr>
          <p:nvPr/>
        </p:nvSpPr>
        <p:spPr bwMode="auto">
          <a:xfrm>
            <a:off x="1987550" y="541338"/>
            <a:ext cx="208903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600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生命週期</a:t>
            </a:r>
            <a:endParaRPr lang="zh-CN" altLang="en-US" sz="26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637198" y="467438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OnAfterRenderAsync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Click="0" advTm="382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4176713" y="2022475"/>
            <a:ext cx="3838575" cy="3822700"/>
            <a:chOff x="4176708" y="2023031"/>
            <a:chExt cx="3838586" cy="3821589"/>
          </a:xfrm>
        </p:grpSpPr>
        <p:sp>
          <p:nvSpPr>
            <p:cNvPr id="57376" name="任意多边形 55"/>
            <p:cNvSpPr>
              <a:spLocks/>
            </p:cNvSpPr>
            <p:nvPr/>
          </p:nvSpPr>
          <p:spPr bwMode="auto">
            <a:xfrm>
              <a:off x="6834363" y="3952240"/>
              <a:ext cx="168167" cy="85367"/>
            </a:xfrm>
            <a:custGeom>
              <a:avLst/>
              <a:gdLst>
                <a:gd name="T0" fmla="*/ 6747 w 168167"/>
                <a:gd name="T1" fmla="*/ 0 h 85367"/>
                <a:gd name="T2" fmla="*/ 163674 w 168167"/>
                <a:gd name="T3" fmla="*/ 0 h 85367"/>
                <a:gd name="T4" fmla="*/ 168167 w 168167"/>
                <a:gd name="T5" fmla="*/ 85367 h 85367"/>
                <a:gd name="T6" fmla="*/ 0 w 168167"/>
                <a:gd name="T7" fmla="*/ 85367 h 853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167" h="85367">
                  <a:moveTo>
                    <a:pt x="6747" y="0"/>
                  </a:moveTo>
                  <a:cubicBezTo>
                    <a:pt x="163674" y="0"/>
                    <a:pt x="163674" y="0"/>
                    <a:pt x="163674" y="0"/>
                  </a:cubicBezTo>
                  <a:lnTo>
                    <a:pt x="168167" y="85367"/>
                  </a:lnTo>
                  <a:lnTo>
                    <a:pt x="0" y="85367"/>
                  </a:lnTo>
                  <a:lnTo>
                    <a:pt x="6747" y="0"/>
                  </a:lnTo>
                  <a:close/>
                </a:path>
              </a:pathLst>
            </a:custGeom>
            <a:solidFill>
              <a:srgbClr val="CF3C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3813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7" name="Freeform 7"/>
            <p:cNvSpPr>
              <a:spLocks/>
            </p:cNvSpPr>
            <p:nvPr/>
          </p:nvSpPr>
          <p:spPr bwMode="auto">
            <a:xfrm>
              <a:off x="4379261" y="2023031"/>
              <a:ext cx="1978784" cy="1725239"/>
            </a:xfrm>
            <a:custGeom>
              <a:avLst/>
              <a:gdLst>
                <a:gd name="T0" fmla="*/ 1890891 w 833"/>
                <a:gd name="T1" fmla="*/ 1059858 h 726"/>
                <a:gd name="T2" fmla="*/ 1620085 w 833"/>
                <a:gd name="T3" fmla="*/ 1102632 h 726"/>
                <a:gd name="T4" fmla="*/ 1068971 w 833"/>
                <a:gd name="T5" fmla="*/ 1725239 h 726"/>
                <a:gd name="T6" fmla="*/ 1068971 w 833"/>
                <a:gd name="T7" fmla="*/ 1725239 h 726"/>
                <a:gd name="T8" fmla="*/ 2375 w 833"/>
                <a:gd name="T9" fmla="*/ 1725239 h 726"/>
                <a:gd name="T10" fmla="*/ 0 w 833"/>
                <a:gd name="T11" fmla="*/ 1725239 h 726"/>
                <a:gd name="T12" fmla="*/ 1280390 w 833"/>
                <a:gd name="T13" fmla="*/ 102184 h 726"/>
                <a:gd name="T14" fmla="*/ 1886140 w 833"/>
                <a:gd name="T15" fmla="*/ 0 h 726"/>
                <a:gd name="T16" fmla="*/ 1964531 w 833"/>
                <a:gd name="T17" fmla="*/ 2376 h 726"/>
                <a:gd name="T18" fmla="*/ 1964531 w 833"/>
                <a:gd name="T19" fmla="*/ 1057481 h 726"/>
                <a:gd name="T20" fmla="*/ 1933650 w 833"/>
                <a:gd name="T21" fmla="*/ 1059858 h 726"/>
                <a:gd name="T22" fmla="*/ 1890891 w 833"/>
                <a:gd name="T23" fmla="*/ 1059858 h 7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33" h="726">
                  <a:moveTo>
                    <a:pt x="796" y="446"/>
                  </a:moveTo>
                  <a:cubicBezTo>
                    <a:pt x="758" y="446"/>
                    <a:pt x="720" y="452"/>
                    <a:pt x="682" y="464"/>
                  </a:cubicBezTo>
                  <a:cubicBezTo>
                    <a:pt x="559" y="506"/>
                    <a:pt x="475" y="608"/>
                    <a:pt x="450" y="726"/>
                  </a:cubicBezTo>
                  <a:cubicBezTo>
                    <a:pt x="450" y="726"/>
                    <a:pt x="450" y="726"/>
                    <a:pt x="450" y="726"/>
                  </a:cubicBezTo>
                  <a:cubicBezTo>
                    <a:pt x="1" y="726"/>
                    <a:pt x="1" y="726"/>
                    <a:pt x="1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28" y="421"/>
                    <a:pt x="231" y="147"/>
                    <a:pt x="539" y="43"/>
                  </a:cubicBezTo>
                  <a:cubicBezTo>
                    <a:pt x="623" y="14"/>
                    <a:pt x="709" y="0"/>
                    <a:pt x="794" y="0"/>
                  </a:cubicBezTo>
                  <a:cubicBezTo>
                    <a:pt x="797" y="0"/>
                    <a:pt x="828" y="0"/>
                    <a:pt x="827" y="1"/>
                  </a:cubicBezTo>
                  <a:cubicBezTo>
                    <a:pt x="827" y="445"/>
                    <a:pt x="827" y="445"/>
                    <a:pt x="827" y="445"/>
                  </a:cubicBezTo>
                  <a:cubicBezTo>
                    <a:pt x="833" y="445"/>
                    <a:pt x="808" y="445"/>
                    <a:pt x="814" y="446"/>
                  </a:cubicBezTo>
                  <a:cubicBezTo>
                    <a:pt x="796" y="446"/>
                    <a:pt x="796" y="446"/>
                    <a:pt x="796" y="4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3813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任意多边形 41"/>
            <p:cNvSpPr>
              <a:spLocks/>
            </p:cNvSpPr>
            <p:nvPr/>
          </p:nvSpPr>
          <p:spPr bwMode="auto">
            <a:xfrm>
              <a:off x="4339972" y="3500639"/>
              <a:ext cx="1174315" cy="287731"/>
            </a:xfrm>
            <a:custGeom>
              <a:avLst/>
              <a:gdLst>
                <a:gd name="connsiteX0" fmla="*/ 1174010 w 1174315"/>
                <a:gd name="connsiteY0" fmla="*/ 141172 h 287731"/>
                <a:gd name="connsiteX1" fmla="*/ 1174315 w 1174315"/>
                <a:gd name="connsiteY1" fmla="*/ 141259 h 287731"/>
                <a:gd name="connsiteX2" fmla="*/ 1173196 w 1174315"/>
                <a:gd name="connsiteY2" fmla="*/ 143012 h 287731"/>
                <a:gd name="connsiteX3" fmla="*/ 46747 w 1174315"/>
                <a:gd name="connsiteY3" fmla="*/ 0 h 287731"/>
                <a:gd name="connsiteX4" fmla="*/ 64332 w 1174315"/>
                <a:gd name="connsiteY4" fmla="*/ 0 h 287731"/>
                <a:gd name="connsiteX5" fmla="*/ 1170420 w 1174315"/>
                <a:gd name="connsiteY5" fmla="*/ 147364 h 287731"/>
                <a:gd name="connsiteX6" fmla="*/ 1173196 w 1174315"/>
                <a:gd name="connsiteY6" fmla="*/ 143012 h 287731"/>
                <a:gd name="connsiteX7" fmla="*/ 1154831 w 1174315"/>
                <a:gd name="connsiteY7" fmla="*/ 184564 h 287731"/>
                <a:gd name="connsiteX8" fmla="*/ 1124588 w 1174315"/>
                <a:gd name="connsiteY8" fmla="*/ 287731 h 287731"/>
                <a:gd name="connsiteX9" fmla="*/ 2500 w 1174315"/>
                <a:gd name="connsiteY9" fmla="*/ 287731 h 287731"/>
                <a:gd name="connsiteX10" fmla="*/ 0 w 1174315"/>
                <a:gd name="connsiteY10" fmla="*/ 287731 h 287731"/>
                <a:gd name="connsiteX11" fmla="*/ 33927 w 1174315"/>
                <a:gd name="connsiteY11" fmla="*/ 50753 h 28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4315" h="287731">
                  <a:moveTo>
                    <a:pt x="1174010" y="141172"/>
                  </a:moveTo>
                  <a:lnTo>
                    <a:pt x="1174315" y="141259"/>
                  </a:lnTo>
                  <a:lnTo>
                    <a:pt x="1173196" y="143012"/>
                  </a:lnTo>
                  <a:close/>
                  <a:moveTo>
                    <a:pt x="46747" y="0"/>
                  </a:moveTo>
                  <a:lnTo>
                    <a:pt x="64332" y="0"/>
                  </a:lnTo>
                  <a:lnTo>
                    <a:pt x="1170420" y="147364"/>
                  </a:lnTo>
                  <a:lnTo>
                    <a:pt x="1173196" y="143012"/>
                  </a:lnTo>
                  <a:lnTo>
                    <a:pt x="1154831" y="184564"/>
                  </a:lnTo>
                  <a:cubicBezTo>
                    <a:pt x="1142512" y="218223"/>
                    <a:pt x="1132398" y="252680"/>
                    <a:pt x="1124588" y="287731"/>
                  </a:cubicBezTo>
                  <a:lnTo>
                    <a:pt x="2500" y="287731"/>
                  </a:lnTo>
                  <a:lnTo>
                    <a:pt x="0" y="287731"/>
                  </a:lnTo>
                  <a:cubicBezTo>
                    <a:pt x="7654" y="208457"/>
                    <a:pt x="18739" y="129171"/>
                    <a:pt x="33927" y="5075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57381" name="组合 2048"/>
            <p:cNvGrpSpPr>
              <a:grpSpLocks/>
            </p:cNvGrpSpPr>
            <p:nvPr/>
          </p:nvGrpSpPr>
          <p:grpSpPr bwMode="auto">
            <a:xfrm>
              <a:off x="4176708" y="3653367"/>
              <a:ext cx="1961624" cy="2094970"/>
              <a:chOff x="4176708" y="3653367"/>
              <a:chExt cx="1961624" cy="2094970"/>
            </a:xfrm>
          </p:grpSpPr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4176708" y="3652920"/>
                <a:ext cx="1931993" cy="2048866"/>
              </a:xfrm>
              <a:custGeom>
                <a:avLst/>
                <a:gdLst>
                  <a:gd name="T0" fmla="*/ 455 w 813"/>
                  <a:gd name="T1" fmla="*/ 46 h 862"/>
                  <a:gd name="T2" fmla="*/ 474 w 813"/>
                  <a:gd name="T3" fmla="*/ 163 h 862"/>
                  <a:gd name="T4" fmla="*/ 813 w 813"/>
                  <a:gd name="T5" fmla="*/ 407 h 862"/>
                  <a:gd name="T6" fmla="*/ 813 w 813"/>
                  <a:gd name="T7" fmla="*/ 862 h 862"/>
                  <a:gd name="T8" fmla="*/ 0 w 813"/>
                  <a:gd name="T9" fmla="*/ 48 h 862"/>
                  <a:gd name="T10" fmla="*/ 0 w 813"/>
                  <a:gd name="T11" fmla="*/ 0 h 862"/>
                  <a:gd name="T12" fmla="*/ 455 w 813"/>
                  <a:gd name="T13" fmla="*/ 0 h 862"/>
                  <a:gd name="T14" fmla="*/ 455 w 813"/>
                  <a:gd name="T15" fmla="*/ 46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13" h="862">
                    <a:moveTo>
                      <a:pt x="455" y="46"/>
                    </a:moveTo>
                    <a:cubicBezTo>
                      <a:pt x="455" y="85"/>
                      <a:pt x="461" y="124"/>
                      <a:pt x="474" y="163"/>
                    </a:cubicBezTo>
                    <a:cubicBezTo>
                      <a:pt x="524" y="312"/>
                      <a:pt x="664" y="407"/>
                      <a:pt x="813" y="407"/>
                    </a:cubicBezTo>
                    <a:cubicBezTo>
                      <a:pt x="813" y="862"/>
                      <a:pt x="813" y="862"/>
                      <a:pt x="813" y="862"/>
                    </a:cubicBezTo>
                    <a:cubicBezTo>
                      <a:pt x="397" y="861"/>
                      <a:pt x="10" y="451"/>
                      <a:pt x="0" y="4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55" y="0"/>
                      <a:pt x="455" y="0"/>
                      <a:pt x="455" y="0"/>
                    </a:cubicBezTo>
                    <a:cubicBezTo>
                      <a:pt x="455" y="46"/>
                      <a:pt x="455" y="46"/>
                      <a:pt x="455" y="4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3813" cap="flat">
                <a:noFill/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>
                  <a:solidFill>
                    <a:prstClr val="black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49" name="任意多边形 48"/>
              <p:cNvSpPr>
                <a:spLocks/>
              </p:cNvSpPr>
              <p:nvPr/>
            </p:nvSpPr>
            <p:spPr bwMode="auto">
              <a:xfrm rot="5400000" flipH="1" flipV="1">
                <a:off x="5361872" y="4971876"/>
                <a:ext cx="1182854" cy="370067"/>
              </a:xfrm>
              <a:custGeom>
                <a:avLst/>
                <a:gdLst>
                  <a:gd name="connsiteX0" fmla="*/ 1174010 w 1174315"/>
                  <a:gd name="connsiteY0" fmla="*/ 141172 h 287731"/>
                  <a:gd name="connsiteX1" fmla="*/ 1174315 w 1174315"/>
                  <a:gd name="connsiteY1" fmla="*/ 141259 h 287731"/>
                  <a:gd name="connsiteX2" fmla="*/ 1173196 w 1174315"/>
                  <a:gd name="connsiteY2" fmla="*/ 143012 h 287731"/>
                  <a:gd name="connsiteX3" fmla="*/ 46747 w 1174315"/>
                  <a:gd name="connsiteY3" fmla="*/ 0 h 287731"/>
                  <a:gd name="connsiteX4" fmla="*/ 64332 w 1174315"/>
                  <a:gd name="connsiteY4" fmla="*/ 0 h 287731"/>
                  <a:gd name="connsiteX5" fmla="*/ 1170420 w 1174315"/>
                  <a:gd name="connsiteY5" fmla="*/ 147364 h 287731"/>
                  <a:gd name="connsiteX6" fmla="*/ 1173196 w 1174315"/>
                  <a:gd name="connsiteY6" fmla="*/ 143012 h 287731"/>
                  <a:gd name="connsiteX7" fmla="*/ 1154831 w 1174315"/>
                  <a:gd name="connsiteY7" fmla="*/ 184564 h 287731"/>
                  <a:gd name="connsiteX8" fmla="*/ 1124588 w 1174315"/>
                  <a:gd name="connsiteY8" fmla="*/ 287731 h 287731"/>
                  <a:gd name="connsiteX9" fmla="*/ 2500 w 1174315"/>
                  <a:gd name="connsiteY9" fmla="*/ 287731 h 287731"/>
                  <a:gd name="connsiteX10" fmla="*/ 0 w 1174315"/>
                  <a:gd name="connsiteY10" fmla="*/ 287731 h 287731"/>
                  <a:gd name="connsiteX11" fmla="*/ 33927 w 1174315"/>
                  <a:gd name="connsiteY11" fmla="*/ 50753 h 287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315" h="287731">
                    <a:moveTo>
                      <a:pt x="1174010" y="141172"/>
                    </a:moveTo>
                    <a:lnTo>
                      <a:pt x="1174315" y="141259"/>
                    </a:lnTo>
                    <a:lnTo>
                      <a:pt x="1173196" y="143012"/>
                    </a:lnTo>
                    <a:close/>
                    <a:moveTo>
                      <a:pt x="46747" y="0"/>
                    </a:moveTo>
                    <a:lnTo>
                      <a:pt x="64332" y="0"/>
                    </a:lnTo>
                    <a:lnTo>
                      <a:pt x="1170420" y="147364"/>
                    </a:lnTo>
                    <a:lnTo>
                      <a:pt x="1173196" y="143012"/>
                    </a:lnTo>
                    <a:lnTo>
                      <a:pt x="1154831" y="184564"/>
                    </a:lnTo>
                    <a:cubicBezTo>
                      <a:pt x="1142512" y="218223"/>
                      <a:pt x="1132398" y="252680"/>
                      <a:pt x="1124588" y="287731"/>
                    </a:cubicBezTo>
                    <a:lnTo>
                      <a:pt x="2500" y="287731"/>
                    </a:lnTo>
                    <a:lnTo>
                      <a:pt x="0" y="287731"/>
                    </a:lnTo>
                    <a:cubicBezTo>
                      <a:pt x="7654" y="208457"/>
                      <a:pt x="18739" y="129171"/>
                      <a:pt x="33927" y="50753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  <a:effectLst>
                <a:softEdge rad="381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5" name="任意多边形 54"/>
            <p:cNvSpPr>
              <a:spLocks/>
            </p:cNvSpPr>
            <p:nvPr/>
          </p:nvSpPr>
          <p:spPr bwMode="auto">
            <a:xfrm>
              <a:off x="5972175" y="4036984"/>
              <a:ext cx="1924056" cy="1807636"/>
            </a:xfrm>
            <a:custGeom>
              <a:avLst/>
              <a:gdLst>
                <a:gd name="connsiteX0" fmla="*/ 861106 w 1923542"/>
                <a:gd name="connsiteY0" fmla="*/ 0 h 1807013"/>
                <a:gd name="connsiteX1" fmla="*/ 1029273 w 1923542"/>
                <a:gd name="connsiteY1" fmla="*/ 0 h 1807013"/>
                <a:gd name="connsiteX2" fmla="*/ 1029535 w 1923542"/>
                <a:gd name="connsiteY2" fmla="*/ 4973 h 1807013"/>
                <a:gd name="connsiteX3" fmla="*/ 1923542 w 1923542"/>
                <a:gd name="connsiteY3" fmla="*/ 4973 h 1807013"/>
                <a:gd name="connsiteX4" fmla="*/ 33288 w 1923542"/>
                <a:gd name="connsiteY4" fmla="*/ 1807013 h 1807013"/>
                <a:gd name="connsiteX5" fmla="*/ 0 w 1923542"/>
                <a:gd name="connsiteY5" fmla="*/ 1807013 h 1807013"/>
                <a:gd name="connsiteX6" fmla="*/ 0 w 1923542"/>
                <a:gd name="connsiteY6" fmla="*/ 749087 h 1807013"/>
                <a:gd name="connsiteX7" fmla="*/ 28532 w 1923542"/>
                <a:gd name="connsiteY7" fmla="*/ 749087 h 1807013"/>
                <a:gd name="connsiteX8" fmla="*/ 299588 w 1923542"/>
                <a:gd name="connsiteY8" fmla="*/ 703917 h 1807013"/>
                <a:gd name="connsiteX9" fmla="*/ 857673 w 1923542"/>
                <a:gd name="connsiteY9" fmla="*/ 43424 h 180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23542" h="1807013">
                  <a:moveTo>
                    <a:pt x="861106" y="0"/>
                  </a:moveTo>
                  <a:lnTo>
                    <a:pt x="1029273" y="0"/>
                  </a:lnTo>
                  <a:lnTo>
                    <a:pt x="1029535" y="4973"/>
                  </a:lnTo>
                  <a:cubicBezTo>
                    <a:pt x="1923542" y="4973"/>
                    <a:pt x="1923542" y="4973"/>
                    <a:pt x="1923542" y="4973"/>
                  </a:cubicBezTo>
                  <a:cubicBezTo>
                    <a:pt x="1875989" y="1012974"/>
                    <a:pt x="1041423" y="1807013"/>
                    <a:pt x="33288" y="1807013"/>
                  </a:cubicBezTo>
                  <a:cubicBezTo>
                    <a:pt x="0" y="1807013"/>
                    <a:pt x="0" y="1807013"/>
                    <a:pt x="0" y="1807013"/>
                  </a:cubicBezTo>
                  <a:cubicBezTo>
                    <a:pt x="0" y="749087"/>
                    <a:pt x="0" y="749087"/>
                    <a:pt x="0" y="749087"/>
                  </a:cubicBezTo>
                  <a:cubicBezTo>
                    <a:pt x="28532" y="749087"/>
                    <a:pt x="28532" y="749087"/>
                    <a:pt x="28532" y="749087"/>
                  </a:cubicBezTo>
                  <a:cubicBezTo>
                    <a:pt x="118884" y="749087"/>
                    <a:pt x="209236" y="734823"/>
                    <a:pt x="299588" y="703917"/>
                  </a:cubicBezTo>
                  <a:cubicBezTo>
                    <a:pt x="603336" y="601988"/>
                    <a:pt x="810603" y="339884"/>
                    <a:pt x="857673" y="43424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238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>
                <a:solidFill>
                  <a:prstClr val="black"/>
                </a:solidFill>
                <a:latin typeface="Calibri"/>
                <a:ea typeface="宋体"/>
              </a:endParaRPr>
            </a:p>
          </p:txBody>
        </p:sp>
        <p:sp>
          <p:nvSpPr>
            <p:cNvPr id="46" name="任意多边形 45"/>
            <p:cNvSpPr>
              <a:spLocks/>
            </p:cNvSpPr>
            <p:nvPr/>
          </p:nvSpPr>
          <p:spPr bwMode="auto">
            <a:xfrm flipH="1" flipV="1">
              <a:off x="6777310" y="3916665"/>
              <a:ext cx="1179239" cy="287731"/>
            </a:xfrm>
            <a:custGeom>
              <a:avLst/>
              <a:gdLst>
                <a:gd name="connsiteX0" fmla="*/ 1174010 w 1174315"/>
                <a:gd name="connsiteY0" fmla="*/ 141172 h 287731"/>
                <a:gd name="connsiteX1" fmla="*/ 1174315 w 1174315"/>
                <a:gd name="connsiteY1" fmla="*/ 141259 h 287731"/>
                <a:gd name="connsiteX2" fmla="*/ 1173196 w 1174315"/>
                <a:gd name="connsiteY2" fmla="*/ 143012 h 287731"/>
                <a:gd name="connsiteX3" fmla="*/ 46747 w 1174315"/>
                <a:gd name="connsiteY3" fmla="*/ 0 h 287731"/>
                <a:gd name="connsiteX4" fmla="*/ 64332 w 1174315"/>
                <a:gd name="connsiteY4" fmla="*/ 0 h 287731"/>
                <a:gd name="connsiteX5" fmla="*/ 1170420 w 1174315"/>
                <a:gd name="connsiteY5" fmla="*/ 147364 h 287731"/>
                <a:gd name="connsiteX6" fmla="*/ 1173196 w 1174315"/>
                <a:gd name="connsiteY6" fmla="*/ 143012 h 287731"/>
                <a:gd name="connsiteX7" fmla="*/ 1154831 w 1174315"/>
                <a:gd name="connsiteY7" fmla="*/ 184564 h 287731"/>
                <a:gd name="connsiteX8" fmla="*/ 1124588 w 1174315"/>
                <a:gd name="connsiteY8" fmla="*/ 287731 h 287731"/>
                <a:gd name="connsiteX9" fmla="*/ 2500 w 1174315"/>
                <a:gd name="connsiteY9" fmla="*/ 287731 h 287731"/>
                <a:gd name="connsiteX10" fmla="*/ 0 w 1174315"/>
                <a:gd name="connsiteY10" fmla="*/ 287731 h 287731"/>
                <a:gd name="connsiteX11" fmla="*/ 33927 w 1174315"/>
                <a:gd name="connsiteY11" fmla="*/ 50753 h 28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4315" h="287731">
                  <a:moveTo>
                    <a:pt x="1174010" y="141172"/>
                  </a:moveTo>
                  <a:lnTo>
                    <a:pt x="1174315" y="141259"/>
                  </a:lnTo>
                  <a:lnTo>
                    <a:pt x="1173196" y="143012"/>
                  </a:lnTo>
                  <a:close/>
                  <a:moveTo>
                    <a:pt x="46747" y="0"/>
                  </a:moveTo>
                  <a:lnTo>
                    <a:pt x="64332" y="0"/>
                  </a:lnTo>
                  <a:lnTo>
                    <a:pt x="1170420" y="147364"/>
                  </a:lnTo>
                  <a:lnTo>
                    <a:pt x="1173196" y="143012"/>
                  </a:lnTo>
                  <a:lnTo>
                    <a:pt x="1154831" y="184564"/>
                  </a:lnTo>
                  <a:cubicBezTo>
                    <a:pt x="1142512" y="218223"/>
                    <a:pt x="1132398" y="252680"/>
                    <a:pt x="1124588" y="287731"/>
                  </a:cubicBezTo>
                  <a:lnTo>
                    <a:pt x="2500" y="287731"/>
                  </a:lnTo>
                  <a:lnTo>
                    <a:pt x="0" y="287731"/>
                  </a:lnTo>
                  <a:cubicBezTo>
                    <a:pt x="7654" y="208457"/>
                    <a:pt x="18739" y="129171"/>
                    <a:pt x="33927" y="5075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57386" name="组合 2047"/>
            <p:cNvGrpSpPr>
              <a:grpSpLocks/>
            </p:cNvGrpSpPr>
            <p:nvPr/>
          </p:nvGrpSpPr>
          <p:grpSpPr bwMode="auto">
            <a:xfrm>
              <a:off x="6238297" y="2188168"/>
              <a:ext cx="1776997" cy="1854724"/>
              <a:chOff x="6238297" y="2188168"/>
              <a:chExt cx="1776997" cy="1854724"/>
            </a:xfrm>
          </p:grpSpPr>
          <p:sp>
            <p:nvSpPr>
              <p:cNvPr id="57404" name="Freeform 5"/>
              <p:cNvSpPr>
                <a:spLocks/>
              </p:cNvSpPr>
              <p:nvPr/>
            </p:nvSpPr>
            <p:spPr bwMode="auto">
              <a:xfrm>
                <a:off x="6273058" y="2232666"/>
                <a:ext cx="1742236" cy="1810226"/>
              </a:xfrm>
              <a:custGeom>
                <a:avLst/>
                <a:gdLst>
                  <a:gd name="T0" fmla="*/ 729695 w 733"/>
                  <a:gd name="T1" fmla="*/ 1810226 h 762"/>
                  <a:gd name="T2" fmla="*/ 686912 w 733"/>
                  <a:gd name="T3" fmla="*/ 1551283 h 762"/>
                  <a:gd name="T4" fmla="*/ 0 w 733"/>
                  <a:gd name="T5" fmla="*/ 1007265 h 762"/>
                  <a:gd name="T6" fmla="*/ 0 w 733"/>
                  <a:gd name="T7" fmla="*/ 0 h 762"/>
                  <a:gd name="T8" fmla="*/ 1742236 w 733"/>
                  <a:gd name="T9" fmla="*/ 1807850 h 762"/>
                  <a:gd name="T10" fmla="*/ 1742236 w 733"/>
                  <a:gd name="T11" fmla="*/ 1810226 h 762"/>
                  <a:gd name="T12" fmla="*/ 729695 w 733"/>
                  <a:gd name="T13" fmla="*/ 1810226 h 762"/>
                  <a:gd name="T14" fmla="*/ 729695 w 733"/>
                  <a:gd name="T15" fmla="*/ 1810226 h 7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33" h="762">
                    <a:moveTo>
                      <a:pt x="307" y="762"/>
                    </a:moveTo>
                    <a:cubicBezTo>
                      <a:pt x="307" y="726"/>
                      <a:pt x="301" y="689"/>
                      <a:pt x="289" y="653"/>
                    </a:cubicBezTo>
                    <a:cubicBezTo>
                      <a:pt x="241" y="513"/>
                      <a:pt x="140" y="425"/>
                      <a:pt x="0" y="4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65" y="0"/>
                      <a:pt x="733" y="393"/>
                      <a:pt x="733" y="761"/>
                    </a:cubicBezTo>
                    <a:cubicBezTo>
                      <a:pt x="733" y="762"/>
                      <a:pt x="733" y="762"/>
                      <a:pt x="733" y="762"/>
                    </a:cubicBezTo>
                    <a:cubicBezTo>
                      <a:pt x="307" y="762"/>
                      <a:pt x="307" y="762"/>
                      <a:pt x="307" y="762"/>
                    </a:cubicBezTo>
                    <a:cubicBezTo>
                      <a:pt x="307" y="762"/>
                      <a:pt x="307" y="762"/>
                      <a:pt x="307" y="76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381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任意多边形 42"/>
              <p:cNvSpPr>
                <a:spLocks/>
              </p:cNvSpPr>
              <p:nvPr/>
            </p:nvSpPr>
            <p:spPr bwMode="auto">
              <a:xfrm rot="5400000">
                <a:off x="5826040" y="2600425"/>
                <a:ext cx="1112245" cy="287731"/>
              </a:xfrm>
              <a:custGeom>
                <a:avLst/>
                <a:gdLst>
                  <a:gd name="connsiteX0" fmla="*/ 1174010 w 1174315"/>
                  <a:gd name="connsiteY0" fmla="*/ 141172 h 287731"/>
                  <a:gd name="connsiteX1" fmla="*/ 1174315 w 1174315"/>
                  <a:gd name="connsiteY1" fmla="*/ 141259 h 287731"/>
                  <a:gd name="connsiteX2" fmla="*/ 1173196 w 1174315"/>
                  <a:gd name="connsiteY2" fmla="*/ 143012 h 287731"/>
                  <a:gd name="connsiteX3" fmla="*/ 46747 w 1174315"/>
                  <a:gd name="connsiteY3" fmla="*/ 0 h 287731"/>
                  <a:gd name="connsiteX4" fmla="*/ 64332 w 1174315"/>
                  <a:gd name="connsiteY4" fmla="*/ 0 h 287731"/>
                  <a:gd name="connsiteX5" fmla="*/ 1170420 w 1174315"/>
                  <a:gd name="connsiteY5" fmla="*/ 147364 h 287731"/>
                  <a:gd name="connsiteX6" fmla="*/ 1173196 w 1174315"/>
                  <a:gd name="connsiteY6" fmla="*/ 143012 h 287731"/>
                  <a:gd name="connsiteX7" fmla="*/ 1154831 w 1174315"/>
                  <a:gd name="connsiteY7" fmla="*/ 184564 h 287731"/>
                  <a:gd name="connsiteX8" fmla="*/ 1124588 w 1174315"/>
                  <a:gd name="connsiteY8" fmla="*/ 287731 h 287731"/>
                  <a:gd name="connsiteX9" fmla="*/ 2500 w 1174315"/>
                  <a:gd name="connsiteY9" fmla="*/ 287731 h 287731"/>
                  <a:gd name="connsiteX10" fmla="*/ 0 w 1174315"/>
                  <a:gd name="connsiteY10" fmla="*/ 287731 h 287731"/>
                  <a:gd name="connsiteX11" fmla="*/ 33927 w 1174315"/>
                  <a:gd name="connsiteY11" fmla="*/ 50753 h 287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315" h="287731">
                    <a:moveTo>
                      <a:pt x="1174010" y="141172"/>
                    </a:moveTo>
                    <a:lnTo>
                      <a:pt x="1174315" y="141259"/>
                    </a:lnTo>
                    <a:lnTo>
                      <a:pt x="1173196" y="143012"/>
                    </a:lnTo>
                    <a:close/>
                    <a:moveTo>
                      <a:pt x="46747" y="0"/>
                    </a:moveTo>
                    <a:lnTo>
                      <a:pt x="64332" y="0"/>
                    </a:lnTo>
                    <a:lnTo>
                      <a:pt x="1170420" y="147364"/>
                    </a:lnTo>
                    <a:lnTo>
                      <a:pt x="1173196" y="143012"/>
                    </a:lnTo>
                    <a:lnTo>
                      <a:pt x="1154831" y="184564"/>
                    </a:lnTo>
                    <a:cubicBezTo>
                      <a:pt x="1142512" y="218223"/>
                      <a:pt x="1132398" y="252680"/>
                      <a:pt x="1124588" y="287731"/>
                    </a:cubicBezTo>
                    <a:lnTo>
                      <a:pt x="2500" y="287731"/>
                    </a:lnTo>
                    <a:lnTo>
                      <a:pt x="0" y="287731"/>
                    </a:lnTo>
                    <a:cubicBezTo>
                      <a:pt x="7654" y="208457"/>
                      <a:pt x="18739" y="129171"/>
                      <a:pt x="33927" y="5075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effectLst>
                <a:softEdge rad="381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7387" name="Freeform 7"/>
            <p:cNvSpPr>
              <a:spLocks/>
            </p:cNvSpPr>
            <p:nvPr/>
          </p:nvSpPr>
          <p:spPr bwMode="auto">
            <a:xfrm>
              <a:off x="4498729" y="2025446"/>
              <a:ext cx="1846059" cy="1388359"/>
            </a:xfrm>
            <a:custGeom>
              <a:avLst/>
              <a:gdLst>
                <a:gd name="T0" fmla="*/ 1770246 w 10154"/>
                <a:gd name="T1" fmla="*/ 1057464 h 8916"/>
                <a:gd name="T2" fmla="*/ 1499173 w 10154"/>
                <a:gd name="T3" fmla="*/ 1100130 h 8916"/>
                <a:gd name="T4" fmla="*/ 633958 w 10154"/>
                <a:gd name="T5" fmla="*/ 1272818 h 8916"/>
                <a:gd name="T6" fmla="*/ 43452 w 10154"/>
                <a:gd name="T7" fmla="*/ 1291971 h 8916"/>
                <a:gd name="T8" fmla="*/ 1843877 w 10154"/>
                <a:gd name="T9" fmla="*/ 0 h 8916"/>
                <a:gd name="T10" fmla="*/ 1843877 w 10154"/>
                <a:gd name="T11" fmla="*/ 1054816 h 8916"/>
                <a:gd name="T12" fmla="*/ 1812970 w 10154"/>
                <a:gd name="T13" fmla="*/ 1057464 h 8916"/>
                <a:gd name="T14" fmla="*/ 1770246 w 10154"/>
                <a:gd name="T15" fmla="*/ 1057464 h 89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154" h="8916">
                  <a:moveTo>
                    <a:pt x="9737" y="6791"/>
                  </a:moveTo>
                  <a:cubicBezTo>
                    <a:pt x="9241" y="6791"/>
                    <a:pt x="9288" y="6835"/>
                    <a:pt x="8246" y="7065"/>
                  </a:cubicBezTo>
                  <a:cubicBezTo>
                    <a:pt x="7204" y="7295"/>
                    <a:pt x="4822" y="7968"/>
                    <a:pt x="3487" y="8174"/>
                  </a:cubicBezTo>
                  <a:cubicBezTo>
                    <a:pt x="2153" y="8380"/>
                    <a:pt x="-870" y="9659"/>
                    <a:pt x="239" y="8297"/>
                  </a:cubicBezTo>
                  <a:cubicBezTo>
                    <a:pt x="1348" y="6935"/>
                    <a:pt x="8491" y="254"/>
                    <a:pt x="10142" y="0"/>
                  </a:cubicBezTo>
                  <a:lnTo>
                    <a:pt x="10142" y="6774"/>
                  </a:lnTo>
                  <a:cubicBezTo>
                    <a:pt x="10221" y="6774"/>
                    <a:pt x="9894" y="6774"/>
                    <a:pt x="9972" y="6791"/>
                  </a:cubicBezTo>
                  <a:lnTo>
                    <a:pt x="9737" y="67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3813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5670155" y="3421280"/>
              <a:ext cx="942846" cy="948890"/>
              <a:chOff x="4554538" y="4102100"/>
              <a:chExt cx="495300" cy="498475"/>
            </a:xfrm>
            <a:solidFill>
              <a:srgbClr val="1D495D"/>
            </a:solidFill>
          </p:grpSpPr>
          <p:sp>
            <p:nvSpPr>
              <p:cNvPr id="64" name="Freeform 90"/>
              <p:cNvSpPr>
                <a:spLocks/>
              </p:cNvSpPr>
              <p:nvPr/>
            </p:nvSpPr>
            <p:spPr bwMode="auto">
              <a:xfrm>
                <a:off x="4554538" y="4154487"/>
                <a:ext cx="446088" cy="446088"/>
              </a:xfrm>
              <a:custGeom>
                <a:avLst/>
                <a:gdLst>
                  <a:gd name="T0" fmla="*/ 104 w 208"/>
                  <a:gd name="T1" fmla="*/ 208 h 208"/>
                  <a:gd name="T2" fmla="*/ 208 w 208"/>
                  <a:gd name="T3" fmla="*/ 104 h 208"/>
                  <a:gd name="T4" fmla="*/ 196 w 208"/>
                  <a:gd name="T5" fmla="*/ 55 h 208"/>
                  <a:gd name="T6" fmla="*/ 194 w 208"/>
                  <a:gd name="T7" fmla="*/ 55 h 208"/>
                  <a:gd name="T8" fmla="*/ 192 w 208"/>
                  <a:gd name="T9" fmla="*/ 55 h 208"/>
                  <a:gd name="T10" fmla="*/ 179 w 208"/>
                  <a:gd name="T11" fmla="*/ 54 h 208"/>
                  <a:gd name="T12" fmla="*/ 169 w 208"/>
                  <a:gd name="T13" fmla="*/ 63 h 208"/>
                  <a:gd name="T14" fmla="*/ 181 w 208"/>
                  <a:gd name="T15" fmla="*/ 104 h 208"/>
                  <a:gd name="T16" fmla="*/ 104 w 208"/>
                  <a:gd name="T17" fmla="*/ 180 h 208"/>
                  <a:gd name="T18" fmla="*/ 28 w 208"/>
                  <a:gd name="T19" fmla="*/ 104 h 208"/>
                  <a:gd name="T20" fmla="*/ 104 w 208"/>
                  <a:gd name="T21" fmla="*/ 27 h 208"/>
                  <a:gd name="T22" fmla="*/ 145 w 208"/>
                  <a:gd name="T23" fmla="*/ 39 h 208"/>
                  <a:gd name="T24" fmla="*/ 153 w 208"/>
                  <a:gd name="T25" fmla="*/ 30 h 208"/>
                  <a:gd name="T26" fmla="*/ 152 w 208"/>
                  <a:gd name="T27" fmla="*/ 15 h 208"/>
                  <a:gd name="T28" fmla="*/ 152 w 208"/>
                  <a:gd name="T29" fmla="*/ 11 h 208"/>
                  <a:gd name="T30" fmla="*/ 104 w 208"/>
                  <a:gd name="T31" fmla="*/ 0 h 208"/>
                  <a:gd name="T32" fmla="*/ 0 w 208"/>
                  <a:gd name="T33" fmla="*/ 104 h 208"/>
                  <a:gd name="T34" fmla="*/ 104 w 208"/>
                  <a:gd name="T35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8" h="208">
                    <a:moveTo>
                      <a:pt x="104" y="208"/>
                    </a:moveTo>
                    <a:cubicBezTo>
                      <a:pt x="162" y="208"/>
                      <a:pt x="208" y="161"/>
                      <a:pt x="208" y="104"/>
                    </a:cubicBezTo>
                    <a:cubicBezTo>
                      <a:pt x="208" y="86"/>
                      <a:pt x="204" y="69"/>
                      <a:pt x="196" y="55"/>
                    </a:cubicBezTo>
                    <a:cubicBezTo>
                      <a:pt x="195" y="55"/>
                      <a:pt x="194" y="55"/>
                      <a:pt x="194" y="55"/>
                    </a:cubicBezTo>
                    <a:cubicBezTo>
                      <a:pt x="193" y="55"/>
                      <a:pt x="193" y="55"/>
                      <a:pt x="192" y="55"/>
                    </a:cubicBezTo>
                    <a:cubicBezTo>
                      <a:pt x="179" y="54"/>
                      <a:pt x="179" y="54"/>
                      <a:pt x="179" y="54"/>
                    </a:cubicBezTo>
                    <a:cubicBezTo>
                      <a:pt x="169" y="63"/>
                      <a:pt x="169" y="63"/>
                      <a:pt x="169" y="63"/>
                    </a:cubicBezTo>
                    <a:cubicBezTo>
                      <a:pt x="177" y="75"/>
                      <a:pt x="181" y="89"/>
                      <a:pt x="181" y="104"/>
                    </a:cubicBezTo>
                    <a:cubicBezTo>
                      <a:pt x="181" y="146"/>
                      <a:pt x="147" y="180"/>
                      <a:pt x="104" y="180"/>
                    </a:cubicBezTo>
                    <a:cubicBezTo>
                      <a:pt x="62" y="180"/>
                      <a:pt x="28" y="146"/>
                      <a:pt x="28" y="104"/>
                    </a:cubicBezTo>
                    <a:cubicBezTo>
                      <a:pt x="28" y="61"/>
                      <a:pt x="62" y="27"/>
                      <a:pt x="104" y="27"/>
                    </a:cubicBezTo>
                    <a:cubicBezTo>
                      <a:pt x="119" y="27"/>
                      <a:pt x="133" y="31"/>
                      <a:pt x="145" y="39"/>
                    </a:cubicBezTo>
                    <a:cubicBezTo>
                      <a:pt x="153" y="30"/>
                      <a:pt x="153" y="30"/>
                      <a:pt x="153" y="30"/>
                    </a:cubicBezTo>
                    <a:cubicBezTo>
                      <a:pt x="152" y="15"/>
                      <a:pt x="152" y="15"/>
                      <a:pt x="152" y="15"/>
                    </a:cubicBezTo>
                    <a:cubicBezTo>
                      <a:pt x="152" y="14"/>
                      <a:pt x="152" y="12"/>
                      <a:pt x="152" y="11"/>
                    </a:cubicBezTo>
                    <a:cubicBezTo>
                      <a:pt x="138" y="4"/>
                      <a:pt x="121" y="0"/>
                      <a:pt x="104" y="0"/>
                    </a:cubicBezTo>
                    <a:cubicBezTo>
                      <a:pt x="47" y="0"/>
                      <a:pt x="0" y="46"/>
                      <a:pt x="0" y="104"/>
                    </a:cubicBezTo>
                    <a:cubicBezTo>
                      <a:pt x="0" y="161"/>
                      <a:pt x="47" y="208"/>
                      <a:pt x="104" y="2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>
                  <a:solidFill>
                    <a:prstClr val="black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65" name="Freeform 91"/>
              <p:cNvSpPr>
                <a:spLocks/>
              </p:cNvSpPr>
              <p:nvPr/>
            </p:nvSpPr>
            <p:spPr bwMode="auto">
              <a:xfrm>
                <a:off x="4668838" y="4265612"/>
                <a:ext cx="217488" cy="220663"/>
              </a:xfrm>
              <a:custGeom>
                <a:avLst/>
                <a:gdLst>
                  <a:gd name="T0" fmla="*/ 51 w 102"/>
                  <a:gd name="T1" fmla="*/ 25 h 103"/>
                  <a:gd name="T2" fmla="*/ 53 w 102"/>
                  <a:gd name="T3" fmla="*/ 25 h 103"/>
                  <a:gd name="T4" fmla="*/ 73 w 102"/>
                  <a:gd name="T5" fmla="*/ 6 h 103"/>
                  <a:gd name="T6" fmla="*/ 73 w 102"/>
                  <a:gd name="T7" fmla="*/ 5 h 103"/>
                  <a:gd name="T8" fmla="*/ 51 w 102"/>
                  <a:gd name="T9" fmla="*/ 0 h 103"/>
                  <a:gd name="T10" fmla="*/ 0 w 102"/>
                  <a:gd name="T11" fmla="*/ 52 h 103"/>
                  <a:gd name="T12" fmla="*/ 51 w 102"/>
                  <a:gd name="T13" fmla="*/ 103 h 103"/>
                  <a:gd name="T14" fmla="*/ 102 w 102"/>
                  <a:gd name="T15" fmla="*/ 52 h 103"/>
                  <a:gd name="T16" fmla="*/ 98 w 102"/>
                  <a:gd name="T17" fmla="*/ 30 h 103"/>
                  <a:gd name="T18" fmla="*/ 97 w 102"/>
                  <a:gd name="T19" fmla="*/ 30 h 103"/>
                  <a:gd name="T20" fmla="*/ 78 w 102"/>
                  <a:gd name="T21" fmla="*/ 50 h 103"/>
                  <a:gd name="T22" fmla="*/ 78 w 102"/>
                  <a:gd name="T23" fmla="*/ 52 h 103"/>
                  <a:gd name="T24" fmla="*/ 51 w 102"/>
                  <a:gd name="T25" fmla="*/ 79 h 103"/>
                  <a:gd name="T26" fmla="*/ 24 w 102"/>
                  <a:gd name="T27" fmla="*/ 52 h 103"/>
                  <a:gd name="T28" fmla="*/ 51 w 102"/>
                  <a:gd name="T29" fmla="*/ 2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103">
                    <a:moveTo>
                      <a:pt x="51" y="25"/>
                    </a:moveTo>
                    <a:cubicBezTo>
                      <a:pt x="52" y="25"/>
                      <a:pt x="53" y="25"/>
                      <a:pt x="53" y="25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66" y="2"/>
                      <a:pt x="59" y="0"/>
                      <a:pt x="51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80"/>
                      <a:pt x="23" y="103"/>
                      <a:pt x="51" y="103"/>
                    </a:cubicBezTo>
                    <a:cubicBezTo>
                      <a:pt x="80" y="103"/>
                      <a:pt x="102" y="80"/>
                      <a:pt x="102" y="52"/>
                    </a:cubicBezTo>
                    <a:cubicBezTo>
                      <a:pt x="102" y="44"/>
                      <a:pt x="101" y="37"/>
                      <a:pt x="98" y="30"/>
                    </a:cubicBezTo>
                    <a:cubicBezTo>
                      <a:pt x="97" y="30"/>
                      <a:pt x="97" y="30"/>
                      <a:pt x="97" y="30"/>
                    </a:cubicBezTo>
                    <a:cubicBezTo>
                      <a:pt x="78" y="50"/>
                      <a:pt x="78" y="50"/>
                      <a:pt x="78" y="50"/>
                    </a:cubicBezTo>
                    <a:cubicBezTo>
                      <a:pt x="78" y="50"/>
                      <a:pt x="78" y="51"/>
                      <a:pt x="78" y="52"/>
                    </a:cubicBezTo>
                    <a:cubicBezTo>
                      <a:pt x="78" y="67"/>
                      <a:pt x="66" y="79"/>
                      <a:pt x="51" y="79"/>
                    </a:cubicBezTo>
                    <a:cubicBezTo>
                      <a:pt x="36" y="79"/>
                      <a:pt x="24" y="67"/>
                      <a:pt x="24" y="52"/>
                    </a:cubicBezTo>
                    <a:cubicBezTo>
                      <a:pt x="24" y="37"/>
                      <a:pt x="36" y="25"/>
                      <a:pt x="51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>
                  <a:solidFill>
                    <a:prstClr val="black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66" name="Freeform 92"/>
              <p:cNvSpPr>
                <a:spLocks/>
              </p:cNvSpPr>
              <p:nvPr/>
            </p:nvSpPr>
            <p:spPr bwMode="auto">
              <a:xfrm>
                <a:off x="4776788" y="4102100"/>
                <a:ext cx="273050" cy="273050"/>
              </a:xfrm>
              <a:custGeom>
                <a:avLst/>
                <a:gdLst>
                  <a:gd name="T0" fmla="*/ 107 w 127"/>
                  <a:gd name="T1" fmla="*/ 35 h 127"/>
                  <a:gd name="T2" fmla="*/ 114 w 127"/>
                  <a:gd name="T3" fmla="*/ 29 h 127"/>
                  <a:gd name="T4" fmla="*/ 114 w 127"/>
                  <a:gd name="T5" fmla="*/ 19 h 127"/>
                  <a:gd name="T6" fmla="*/ 109 w 127"/>
                  <a:gd name="T7" fmla="*/ 14 h 127"/>
                  <a:gd name="T8" fmla="*/ 104 w 127"/>
                  <a:gd name="T9" fmla="*/ 12 h 127"/>
                  <a:gd name="T10" fmla="*/ 99 w 127"/>
                  <a:gd name="T11" fmla="*/ 14 h 127"/>
                  <a:gd name="T12" fmla="*/ 92 w 127"/>
                  <a:gd name="T13" fmla="*/ 21 h 127"/>
                  <a:gd name="T14" fmla="*/ 91 w 127"/>
                  <a:gd name="T15" fmla="*/ 3 h 127"/>
                  <a:gd name="T16" fmla="*/ 88 w 127"/>
                  <a:gd name="T17" fmla="*/ 0 h 127"/>
                  <a:gd name="T18" fmla="*/ 87 w 127"/>
                  <a:gd name="T19" fmla="*/ 1 h 127"/>
                  <a:gd name="T20" fmla="*/ 59 w 127"/>
                  <a:gd name="T21" fmla="*/ 29 h 127"/>
                  <a:gd name="T22" fmla="*/ 55 w 127"/>
                  <a:gd name="T23" fmla="*/ 38 h 127"/>
                  <a:gd name="T24" fmla="*/ 55 w 127"/>
                  <a:gd name="T25" fmla="*/ 39 h 127"/>
                  <a:gd name="T26" fmla="*/ 57 w 127"/>
                  <a:gd name="T27" fmla="*/ 57 h 127"/>
                  <a:gd name="T28" fmla="*/ 47 w 127"/>
                  <a:gd name="T29" fmla="*/ 67 h 127"/>
                  <a:gd name="T30" fmla="*/ 29 w 127"/>
                  <a:gd name="T31" fmla="*/ 85 h 127"/>
                  <a:gd name="T32" fmla="*/ 28 w 127"/>
                  <a:gd name="T33" fmla="*/ 85 h 127"/>
                  <a:gd name="T34" fmla="*/ 11 w 127"/>
                  <a:gd name="T35" fmla="*/ 103 h 127"/>
                  <a:gd name="T36" fmla="*/ 3 w 127"/>
                  <a:gd name="T37" fmla="*/ 111 h 127"/>
                  <a:gd name="T38" fmla="*/ 1 w 127"/>
                  <a:gd name="T39" fmla="*/ 114 h 127"/>
                  <a:gd name="T40" fmla="*/ 1 w 127"/>
                  <a:gd name="T41" fmla="*/ 121 h 127"/>
                  <a:gd name="T42" fmla="*/ 7 w 127"/>
                  <a:gd name="T43" fmla="*/ 127 h 127"/>
                  <a:gd name="T44" fmla="*/ 7 w 127"/>
                  <a:gd name="T45" fmla="*/ 127 h 127"/>
                  <a:gd name="T46" fmla="*/ 13 w 127"/>
                  <a:gd name="T47" fmla="*/ 127 h 127"/>
                  <a:gd name="T48" fmla="*/ 17 w 127"/>
                  <a:gd name="T49" fmla="*/ 125 h 127"/>
                  <a:gd name="T50" fmla="*/ 72 w 127"/>
                  <a:gd name="T51" fmla="*/ 70 h 127"/>
                  <a:gd name="T52" fmla="*/ 88 w 127"/>
                  <a:gd name="T53" fmla="*/ 72 h 127"/>
                  <a:gd name="T54" fmla="*/ 89 w 127"/>
                  <a:gd name="T55" fmla="*/ 72 h 127"/>
                  <a:gd name="T56" fmla="*/ 90 w 127"/>
                  <a:gd name="T57" fmla="*/ 72 h 127"/>
                  <a:gd name="T58" fmla="*/ 98 w 127"/>
                  <a:gd name="T59" fmla="*/ 68 h 127"/>
                  <a:gd name="T60" fmla="*/ 126 w 127"/>
                  <a:gd name="T61" fmla="*/ 40 h 127"/>
                  <a:gd name="T62" fmla="*/ 124 w 127"/>
                  <a:gd name="T63" fmla="*/ 36 h 127"/>
                  <a:gd name="T64" fmla="*/ 107 w 127"/>
                  <a:gd name="T65" fmla="*/ 3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7" h="127">
                    <a:moveTo>
                      <a:pt x="107" y="35"/>
                    </a:moveTo>
                    <a:cubicBezTo>
                      <a:pt x="114" y="29"/>
                      <a:pt x="114" y="29"/>
                      <a:pt x="114" y="29"/>
                    </a:cubicBezTo>
                    <a:cubicBezTo>
                      <a:pt x="116" y="26"/>
                      <a:pt x="116" y="21"/>
                      <a:pt x="114" y="19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8" y="13"/>
                      <a:pt x="106" y="12"/>
                      <a:pt x="104" y="12"/>
                    </a:cubicBezTo>
                    <a:cubicBezTo>
                      <a:pt x="102" y="12"/>
                      <a:pt x="101" y="13"/>
                      <a:pt x="99" y="14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1" y="3"/>
                      <a:pt x="91" y="3"/>
                      <a:pt x="91" y="3"/>
                    </a:cubicBezTo>
                    <a:cubicBezTo>
                      <a:pt x="91" y="1"/>
                      <a:pt x="89" y="0"/>
                      <a:pt x="88" y="0"/>
                    </a:cubicBezTo>
                    <a:cubicBezTo>
                      <a:pt x="88" y="0"/>
                      <a:pt x="87" y="1"/>
                      <a:pt x="87" y="1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56" y="31"/>
                      <a:pt x="55" y="35"/>
                      <a:pt x="55" y="38"/>
                    </a:cubicBezTo>
                    <a:cubicBezTo>
                      <a:pt x="55" y="39"/>
                      <a:pt x="55" y="39"/>
                      <a:pt x="55" y="39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47" y="67"/>
                      <a:pt x="47" y="67"/>
                      <a:pt x="47" y="67"/>
                    </a:cubicBezTo>
                    <a:cubicBezTo>
                      <a:pt x="29" y="85"/>
                      <a:pt x="29" y="85"/>
                      <a:pt x="29" y="85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11" y="103"/>
                      <a:pt x="11" y="103"/>
                      <a:pt x="11" y="103"/>
                    </a:cubicBezTo>
                    <a:cubicBezTo>
                      <a:pt x="3" y="111"/>
                      <a:pt x="3" y="111"/>
                      <a:pt x="3" y="111"/>
                    </a:cubicBezTo>
                    <a:cubicBezTo>
                      <a:pt x="2" y="112"/>
                      <a:pt x="1" y="113"/>
                      <a:pt x="1" y="114"/>
                    </a:cubicBezTo>
                    <a:cubicBezTo>
                      <a:pt x="1" y="121"/>
                      <a:pt x="1" y="121"/>
                      <a:pt x="1" y="121"/>
                    </a:cubicBezTo>
                    <a:cubicBezTo>
                      <a:pt x="0" y="124"/>
                      <a:pt x="3" y="127"/>
                      <a:pt x="7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13" y="127"/>
                      <a:pt x="13" y="127"/>
                      <a:pt x="13" y="127"/>
                    </a:cubicBezTo>
                    <a:cubicBezTo>
                      <a:pt x="15" y="127"/>
                      <a:pt x="16" y="126"/>
                      <a:pt x="17" y="125"/>
                    </a:cubicBezTo>
                    <a:cubicBezTo>
                      <a:pt x="72" y="70"/>
                      <a:pt x="72" y="70"/>
                      <a:pt x="72" y="70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89" y="72"/>
                      <a:pt x="89" y="72"/>
                      <a:pt x="89" y="72"/>
                    </a:cubicBezTo>
                    <a:cubicBezTo>
                      <a:pt x="90" y="72"/>
                      <a:pt x="90" y="72"/>
                      <a:pt x="90" y="72"/>
                    </a:cubicBezTo>
                    <a:cubicBezTo>
                      <a:pt x="93" y="72"/>
                      <a:pt x="96" y="70"/>
                      <a:pt x="98" y="68"/>
                    </a:cubicBezTo>
                    <a:cubicBezTo>
                      <a:pt x="126" y="40"/>
                      <a:pt x="126" y="40"/>
                      <a:pt x="126" y="40"/>
                    </a:cubicBezTo>
                    <a:cubicBezTo>
                      <a:pt x="127" y="39"/>
                      <a:pt x="126" y="36"/>
                      <a:pt x="124" y="36"/>
                    </a:cubicBezTo>
                    <a:lnTo>
                      <a:pt x="107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zh-CN" altLang="en-US">
                  <a:solidFill>
                    <a:prstClr val="black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57389" name="文本框 2054"/>
            <p:cNvSpPr txBox="1">
              <a:spLocks noChangeArrowheads="1"/>
            </p:cNvSpPr>
            <p:nvPr/>
          </p:nvSpPr>
          <p:spPr bwMode="auto">
            <a:xfrm>
              <a:off x="5588957" y="2312287"/>
              <a:ext cx="79761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3200">
                  <a:solidFill>
                    <a:srgbClr val="F5EDE8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01</a:t>
              </a:r>
              <a:endParaRPr lang="zh-CN" altLang="en-US" sz="3200">
                <a:solidFill>
                  <a:srgbClr val="F5EDE8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57390" name="文本框 68"/>
            <p:cNvSpPr txBox="1">
              <a:spLocks noChangeArrowheads="1"/>
            </p:cNvSpPr>
            <p:nvPr/>
          </p:nvSpPr>
          <p:spPr bwMode="auto">
            <a:xfrm>
              <a:off x="6076637" y="5023373"/>
              <a:ext cx="79761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3200">
                  <a:solidFill>
                    <a:srgbClr val="F5EDE8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03</a:t>
              </a:r>
              <a:endParaRPr lang="zh-CN" altLang="en-US" sz="3200">
                <a:solidFill>
                  <a:srgbClr val="F5EDE8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57391" name="文本框 69"/>
            <p:cNvSpPr txBox="1">
              <a:spLocks noChangeArrowheads="1"/>
            </p:cNvSpPr>
            <p:nvPr/>
          </p:nvSpPr>
          <p:spPr bwMode="auto">
            <a:xfrm>
              <a:off x="7144176" y="3398420"/>
              <a:ext cx="79761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3200">
                  <a:solidFill>
                    <a:srgbClr val="F5EDE8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02</a:t>
              </a:r>
              <a:endParaRPr lang="zh-CN" altLang="en-US" sz="3200">
                <a:solidFill>
                  <a:srgbClr val="F5EDE8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57392" name="文本框 70"/>
            <p:cNvSpPr txBox="1">
              <a:spLocks noChangeArrowheads="1"/>
            </p:cNvSpPr>
            <p:nvPr/>
          </p:nvSpPr>
          <p:spPr bwMode="auto">
            <a:xfrm>
              <a:off x="4428001" y="3766832"/>
              <a:ext cx="79761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3200">
                  <a:solidFill>
                    <a:srgbClr val="F5EDE8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04</a:t>
              </a:r>
              <a:endParaRPr lang="zh-CN" altLang="en-US" sz="3200">
                <a:solidFill>
                  <a:srgbClr val="F5EDE8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grpSp>
          <p:nvGrpSpPr>
            <p:cNvPr id="57393" name="组合 2057"/>
            <p:cNvGrpSpPr>
              <a:grpSpLocks noChangeAspect="1"/>
            </p:cNvGrpSpPr>
            <p:nvPr/>
          </p:nvGrpSpPr>
          <p:grpSpPr bwMode="auto">
            <a:xfrm>
              <a:off x="6934541" y="4717612"/>
              <a:ext cx="288000" cy="288000"/>
              <a:chOff x="7463847" y="1611569"/>
              <a:chExt cx="360000" cy="360000"/>
            </a:xfrm>
          </p:grpSpPr>
          <p:sp>
            <p:nvSpPr>
              <p:cNvPr id="57402" name="Oval 128"/>
              <p:cNvSpPr>
                <a:spLocks noChangeArrowheads="1"/>
              </p:cNvSpPr>
              <p:nvPr/>
            </p:nvSpPr>
            <p:spPr bwMode="auto">
              <a:xfrm>
                <a:off x="7463847" y="1611569"/>
                <a:ext cx="360000" cy="360000"/>
              </a:xfrm>
              <a:prstGeom prst="ellipse">
                <a:avLst/>
              </a:prstGeom>
              <a:solidFill>
                <a:srgbClr val="F5ED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57403" name="Freeform 129"/>
              <p:cNvSpPr>
                <a:spLocks/>
              </p:cNvSpPr>
              <p:nvPr/>
            </p:nvSpPr>
            <p:spPr bwMode="auto">
              <a:xfrm>
                <a:off x="7560683" y="1710370"/>
                <a:ext cx="167469" cy="164669"/>
              </a:xfrm>
              <a:custGeom>
                <a:avLst/>
                <a:gdLst>
                  <a:gd name="T0" fmla="*/ 140015 w 61"/>
                  <a:gd name="T1" fmla="*/ 0 h 60"/>
                  <a:gd name="T2" fmla="*/ 137270 w 61"/>
                  <a:gd name="T3" fmla="*/ 0 h 60"/>
                  <a:gd name="T4" fmla="*/ 85107 w 61"/>
                  <a:gd name="T5" fmla="*/ 52145 h 60"/>
                  <a:gd name="T6" fmla="*/ 30199 w 61"/>
                  <a:gd name="T7" fmla="*/ 0 h 60"/>
                  <a:gd name="T8" fmla="*/ 27454 w 61"/>
                  <a:gd name="T9" fmla="*/ 0 h 60"/>
                  <a:gd name="T10" fmla="*/ 24709 w 61"/>
                  <a:gd name="T11" fmla="*/ 0 h 60"/>
                  <a:gd name="T12" fmla="*/ 2745 w 61"/>
                  <a:gd name="T13" fmla="*/ 21956 h 60"/>
                  <a:gd name="T14" fmla="*/ 2745 w 61"/>
                  <a:gd name="T15" fmla="*/ 30189 h 60"/>
                  <a:gd name="T16" fmla="*/ 54908 w 61"/>
                  <a:gd name="T17" fmla="*/ 82335 h 60"/>
                  <a:gd name="T18" fmla="*/ 2745 w 61"/>
                  <a:gd name="T19" fmla="*/ 134480 h 60"/>
                  <a:gd name="T20" fmla="*/ 2745 w 61"/>
                  <a:gd name="T21" fmla="*/ 139969 h 60"/>
                  <a:gd name="T22" fmla="*/ 24709 w 61"/>
                  <a:gd name="T23" fmla="*/ 161925 h 60"/>
                  <a:gd name="T24" fmla="*/ 27454 w 61"/>
                  <a:gd name="T25" fmla="*/ 164669 h 60"/>
                  <a:gd name="T26" fmla="*/ 30199 w 61"/>
                  <a:gd name="T27" fmla="*/ 161925 h 60"/>
                  <a:gd name="T28" fmla="*/ 85107 w 61"/>
                  <a:gd name="T29" fmla="*/ 109779 h 60"/>
                  <a:gd name="T30" fmla="*/ 137270 w 61"/>
                  <a:gd name="T31" fmla="*/ 161925 h 60"/>
                  <a:gd name="T32" fmla="*/ 140015 w 61"/>
                  <a:gd name="T33" fmla="*/ 164669 h 60"/>
                  <a:gd name="T34" fmla="*/ 142760 w 61"/>
                  <a:gd name="T35" fmla="*/ 161925 h 60"/>
                  <a:gd name="T36" fmla="*/ 164724 w 61"/>
                  <a:gd name="T37" fmla="*/ 139969 h 60"/>
                  <a:gd name="T38" fmla="*/ 164724 w 61"/>
                  <a:gd name="T39" fmla="*/ 134480 h 60"/>
                  <a:gd name="T40" fmla="*/ 112561 w 61"/>
                  <a:gd name="T41" fmla="*/ 82335 h 60"/>
                  <a:gd name="T42" fmla="*/ 164724 w 61"/>
                  <a:gd name="T43" fmla="*/ 30189 h 60"/>
                  <a:gd name="T44" fmla="*/ 164724 w 61"/>
                  <a:gd name="T45" fmla="*/ 21956 h 60"/>
                  <a:gd name="T46" fmla="*/ 142760 w 61"/>
                  <a:gd name="T47" fmla="*/ 0 h 60"/>
                  <a:gd name="T48" fmla="*/ 140015 w 61"/>
                  <a:gd name="T49" fmla="*/ 0 h 6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61" h="60">
                    <a:moveTo>
                      <a:pt x="51" y="0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0" y="0"/>
                    </a:cubicBezTo>
                    <a:cubicBezTo>
                      <a:pt x="10" y="0"/>
                      <a:pt x="9" y="0"/>
                      <a:pt x="9" y="0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9"/>
                      <a:pt x="0" y="10"/>
                      <a:pt x="1" y="11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1" y="49"/>
                      <a:pt x="1" y="49"/>
                      <a:pt x="1" y="49"/>
                    </a:cubicBezTo>
                    <a:cubicBezTo>
                      <a:pt x="0" y="49"/>
                      <a:pt x="0" y="51"/>
                      <a:pt x="1" y="51"/>
                    </a:cubicBezTo>
                    <a:cubicBezTo>
                      <a:pt x="9" y="59"/>
                      <a:pt x="9" y="59"/>
                      <a:pt x="9" y="59"/>
                    </a:cubicBezTo>
                    <a:cubicBezTo>
                      <a:pt x="9" y="59"/>
                      <a:pt x="10" y="60"/>
                      <a:pt x="10" y="60"/>
                    </a:cubicBezTo>
                    <a:cubicBezTo>
                      <a:pt x="11" y="60"/>
                      <a:pt x="11" y="59"/>
                      <a:pt x="11" y="59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50" y="59"/>
                      <a:pt x="50" y="59"/>
                      <a:pt x="50" y="59"/>
                    </a:cubicBezTo>
                    <a:cubicBezTo>
                      <a:pt x="50" y="59"/>
                      <a:pt x="50" y="60"/>
                      <a:pt x="51" y="60"/>
                    </a:cubicBezTo>
                    <a:cubicBezTo>
                      <a:pt x="51" y="60"/>
                      <a:pt x="52" y="59"/>
                      <a:pt x="52" y="59"/>
                    </a:cubicBezTo>
                    <a:cubicBezTo>
                      <a:pt x="60" y="51"/>
                      <a:pt x="60" y="51"/>
                      <a:pt x="60" y="51"/>
                    </a:cubicBezTo>
                    <a:cubicBezTo>
                      <a:pt x="61" y="51"/>
                      <a:pt x="61" y="49"/>
                      <a:pt x="60" y="49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60" y="11"/>
                      <a:pt x="60" y="11"/>
                      <a:pt x="60" y="11"/>
                    </a:cubicBezTo>
                    <a:cubicBezTo>
                      <a:pt x="61" y="10"/>
                      <a:pt x="61" y="9"/>
                      <a:pt x="60" y="8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1" y="0"/>
                      <a:pt x="51" y="0"/>
                    </a:cubicBezTo>
                  </a:path>
                </a:pathLst>
              </a:custGeom>
              <a:solidFill>
                <a:srgbClr val="CF3C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394" name="组合 2058"/>
            <p:cNvGrpSpPr>
              <a:grpSpLocks noChangeAspect="1"/>
            </p:cNvGrpSpPr>
            <p:nvPr/>
          </p:nvGrpSpPr>
          <p:grpSpPr bwMode="auto">
            <a:xfrm>
              <a:off x="6934541" y="2965752"/>
              <a:ext cx="288000" cy="288000"/>
              <a:chOff x="8867230" y="1631100"/>
              <a:chExt cx="360000" cy="360000"/>
            </a:xfrm>
          </p:grpSpPr>
          <p:sp>
            <p:nvSpPr>
              <p:cNvPr id="57400" name="Oval 133"/>
              <p:cNvSpPr>
                <a:spLocks noChangeArrowheads="1"/>
              </p:cNvSpPr>
              <p:nvPr/>
            </p:nvSpPr>
            <p:spPr bwMode="auto">
              <a:xfrm>
                <a:off x="8867230" y="1631100"/>
                <a:ext cx="360000" cy="360000"/>
              </a:xfrm>
              <a:prstGeom prst="ellipse">
                <a:avLst/>
              </a:prstGeom>
              <a:solidFill>
                <a:srgbClr val="F5ED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57401" name="Freeform 134"/>
              <p:cNvSpPr>
                <a:spLocks/>
              </p:cNvSpPr>
              <p:nvPr/>
            </p:nvSpPr>
            <p:spPr bwMode="auto">
              <a:xfrm>
                <a:off x="8923656" y="1785548"/>
                <a:ext cx="246019" cy="52240"/>
              </a:xfrm>
              <a:custGeom>
                <a:avLst/>
                <a:gdLst>
                  <a:gd name="T0" fmla="*/ 240552 w 90"/>
                  <a:gd name="T1" fmla="*/ 0 h 19"/>
                  <a:gd name="T2" fmla="*/ 5467 w 90"/>
                  <a:gd name="T3" fmla="*/ 0 h 19"/>
                  <a:gd name="T4" fmla="*/ 0 w 90"/>
                  <a:gd name="T5" fmla="*/ 8248 h 19"/>
                  <a:gd name="T6" fmla="*/ 0 w 90"/>
                  <a:gd name="T7" fmla="*/ 43992 h 19"/>
                  <a:gd name="T8" fmla="*/ 5467 w 90"/>
                  <a:gd name="T9" fmla="*/ 52240 h 19"/>
                  <a:gd name="T10" fmla="*/ 240552 w 90"/>
                  <a:gd name="T11" fmla="*/ 52240 h 19"/>
                  <a:gd name="T12" fmla="*/ 246019 w 90"/>
                  <a:gd name="T13" fmla="*/ 43992 h 19"/>
                  <a:gd name="T14" fmla="*/ 246019 w 90"/>
                  <a:gd name="T15" fmla="*/ 8248 h 19"/>
                  <a:gd name="T16" fmla="*/ 240552 w 90"/>
                  <a:gd name="T17" fmla="*/ 0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0" h="19">
                    <a:moveTo>
                      <a:pt x="8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1" y="19"/>
                      <a:pt x="2" y="19"/>
                    </a:cubicBezTo>
                    <a:cubicBezTo>
                      <a:pt x="88" y="19"/>
                      <a:pt x="88" y="19"/>
                      <a:pt x="88" y="19"/>
                    </a:cubicBezTo>
                    <a:cubicBezTo>
                      <a:pt x="89" y="19"/>
                      <a:pt x="90" y="18"/>
                      <a:pt x="90" y="16"/>
                    </a:cubicBezTo>
                    <a:cubicBezTo>
                      <a:pt x="90" y="3"/>
                      <a:pt x="90" y="3"/>
                      <a:pt x="90" y="3"/>
                    </a:cubicBezTo>
                    <a:cubicBezTo>
                      <a:pt x="90" y="1"/>
                      <a:pt x="89" y="0"/>
                      <a:pt x="88" y="0"/>
                    </a:cubicBezTo>
                  </a:path>
                </a:pathLst>
              </a:custGeom>
              <a:solidFill>
                <a:srgbClr val="498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95" name="Oval 138"/>
            <p:cNvSpPr>
              <a:spLocks noChangeArrowheads="1"/>
            </p:cNvSpPr>
            <p:nvPr/>
          </p:nvSpPr>
          <p:spPr bwMode="auto">
            <a:xfrm>
              <a:off x="5025894" y="2777779"/>
              <a:ext cx="288000" cy="288000"/>
            </a:xfrm>
            <a:prstGeom prst="ellipse">
              <a:avLst/>
            </a:prstGeom>
            <a:solidFill>
              <a:srgbClr val="F5E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6" name="Freeform 139"/>
            <p:cNvSpPr>
              <a:spLocks/>
            </p:cNvSpPr>
            <p:nvPr/>
          </p:nvSpPr>
          <p:spPr bwMode="auto">
            <a:xfrm>
              <a:off x="5122501" y="2834285"/>
              <a:ext cx="110278" cy="174987"/>
            </a:xfrm>
            <a:custGeom>
              <a:avLst/>
              <a:gdLst>
                <a:gd name="T0" fmla="*/ 22056 w 50"/>
                <a:gd name="T1" fmla="*/ 0 h 79"/>
                <a:gd name="T2" fmla="*/ 19850 w 50"/>
                <a:gd name="T3" fmla="*/ 0 h 79"/>
                <a:gd name="T4" fmla="*/ 2206 w 50"/>
                <a:gd name="T5" fmla="*/ 17720 h 79"/>
                <a:gd name="T6" fmla="*/ 2206 w 50"/>
                <a:gd name="T7" fmla="*/ 24365 h 79"/>
                <a:gd name="T8" fmla="*/ 63961 w 50"/>
                <a:gd name="T9" fmla="*/ 86386 h 79"/>
                <a:gd name="T10" fmla="*/ 2206 w 50"/>
                <a:gd name="T11" fmla="*/ 150622 h 79"/>
                <a:gd name="T12" fmla="*/ 2206 w 50"/>
                <a:gd name="T13" fmla="*/ 155052 h 79"/>
                <a:gd name="T14" fmla="*/ 19850 w 50"/>
                <a:gd name="T15" fmla="*/ 174987 h 79"/>
                <a:gd name="T16" fmla="*/ 22056 w 50"/>
                <a:gd name="T17" fmla="*/ 174987 h 79"/>
                <a:gd name="T18" fmla="*/ 26467 w 50"/>
                <a:gd name="T19" fmla="*/ 174987 h 79"/>
                <a:gd name="T20" fmla="*/ 90428 w 50"/>
                <a:gd name="T21" fmla="*/ 108536 h 79"/>
                <a:gd name="T22" fmla="*/ 110278 w 50"/>
                <a:gd name="T23" fmla="*/ 90816 h 79"/>
                <a:gd name="T24" fmla="*/ 110278 w 50"/>
                <a:gd name="T25" fmla="*/ 84171 h 79"/>
                <a:gd name="T26" fmla="*/ 90428 w 50"/>
                <a:gd name="T27" fmla="*/ 66451 h 79"/>
                <a:gd name="T28" fmla="*/ 26467 w 50"/>
                <a:gd name="T29" fmla="*/ 0 h 79"/>
                <a:gd name="T30" fmla="*/ 22056 w 50"/>
                <a:gd name="T31" fmla="*/ 0 h 7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0" h="79">
                  <a:moveTo>
                    <a:pt x="10" y="0"/>
                  </a:moveTo>
                  <a:cubicBezTo>
                    <a:pt x="10" y="0"/>
                    <a:pt x="9" y="0"/>
                    <a:pt x="9" y="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9"/>
                    <a:pt x="0" y="10"/>
                    <a:pt x="1" y="1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0" y="68"/>
                    <a:pt x="0" y="70"/>
                    <a:pt x="1" y="70"/>
                  </a:cubicBezTo>
                  <a:cubicBezTo>
                    <a:pt x="9" y="79"/>
                    <a:pt x="9" y="79"/>
                    <a:pt x="9" y="79"/>
                  </a:cubicBezTo>
                  <a:cubicBezTo>
                    <a:pt x="9" y="79"/>
                    <a:pt x="10" y="79"/>
                    <a:pt x="10" y="79"/>
                  </a:cubicBezTo>
                  <a:cubicBezTo>
                    <a:pt x="11" y="79"/>
                    <a:pt x="11" y="79"/>
                    <a:pt x="12" y="79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0" y="40"/>
                    <a:pt x="50" y="39"/>
                    <a:pt x="50" y="38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397" name="组合 2059"/>
            <p:cNvGrpSpPr>
              <a:grpSpLocks noChangeAspect="1"/>
            </p:cNvGrpSpPr>
            <p:nvPr/>
          </p:nvGrpSpPr>
          <p:grpSpPr bwMode="auto">
            <a:xfrm>
              <a:off x="4998728" y="4640388"/>
              <a:ext cx="288000" cy="288000"/>
              <a:chOff x="9479777" y="1641940"/>
              <a:chExt cx="360000" cy="360000"/>
            </a:xfrm>
          </p:grpSpPr>
          <p:sp>
            <p:nvSpPr>
              <p:cNvPr id="57398" name="Oval 143"/>
              <p:cNvSpPr>
                <a:spLocks noChangeArrowheads="1"/>
              </p:cNvSpPr>
              <p:nvPr/>
            </p:nvSpPr>
            <p:spPr bwMode="auto">
              <a:xfrm>
                <a:off x="9479777" y="1641940"/>
                <a:ext cx="360000" cy="360000"/>
              </a:xfrm>
              <a:prstGeom prst="ellipse">
                <a:avLst/>
              </a:prstGeom>
              <a:solidFill>
                <a:srgbClr val="F5ED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57399" name="Freeform 144"/>
              <p:cNvSpPr>
                <a:spLocks/>
              </p:cNvSpPr>
              <p:nvPr/>
            </p:nvSpPr>
            <p:spPr bwMode="auto">
              <a:xfrm>
                <a:off x="9561286" y="1726580"/>
                <a:ext cx="196981" cy="192978"/>
              </a:xfrm>
              <a:custGeom>
                <a:avLst/>
                <a:gdLst>
                  <a:gd name="T0" fmla="*/ 112170 w 72"/>
                  <a:gd name="T1" fmla="*/ 0 h 71"/>
                  <a:gd name="T2" fmla="*/ 82075 w 72"/>
                  <a:gd name="T3" fmla="*/ 0 h 71"/>
                  <a:gd name="T4" fmla="*/ 79340 w 72"/>
                  <a:gd name="T5" fmla="*/ 2718 h 71"/>
                  <a:gd name="T6" fmla="*/ 79340 w 72"/>
                  <a:gd name="T7" fmla="*/ 76104 h 71"/>
                  <a:gd name="T8" fmla="*/ 5472 w 72"/>
                  <a:gd name="T9" fmla="*/ 76104 h 71"/>
                  <a:gd name="T10" fmla="*/ 0 w 72"/>
                  <a:gd name="T11" fmla="*/ 81540 h 71"/>
                  <a:gd name="T12" fmla="*/ 0 w 72"/>
                  <a:gd name="T13" fmla="*/ 111438 h 71"/>
                  <a:gd name="T14" fmla="*/ 5472 w 72"/>
                  <a:gd name="T15" fmla="*/ 116874 h 71"/>
                  <a:gd name="T16" fmla="*/ 79340 w 72"/>
                  <a:gd name="T17" fmla="*/ 116874 h 71"/>
                  <a:gd name="T18" fmla="*/ 79340 w 72"/>
                  <a:gd name="T19" fmla="*/ 187542 h 71"/>
                  <a:gd name="T20" fmla="*/ 82075 w 72"/>
                  <a:gd name="T21" fmla="*/ 192978 h 71"/>
                  <a:gd name="T22" fmla="*/ 112170 w 72"/>
                  <a:gd name="T23" fmla="*/ 192978 h 71"/>
                  <a:gd name="T24" fmla="*/ 117641 w 72"/>
                  <a:gd name="T25" fmla="*/ 187542 h 71"/>
                  <a:gd name="T26" fmla="*/ 117641 w 72"/>
                  <a:gd name="T27" fmla="*/ 116874 h 71"/>
                  <a:gd name="T28" fmla="*/ 191509 w 72"/>
                  <a:gd name="T29" fmla="*/ 116874 h 71"/>
                  <a:gd name="T30" fmla="*/ 196981 w 72"/>
                  <a:gd name="T31" fmla="*/ 111438 h 71"/>
                  <a:gd name="T32" fmla="*/ 196981 w 72"/>
                  <a:gd name="T33" fmla="*/ 81540 h 71"/>
                  <a:gd name="T34" fmla="*/ 191509 w 72"/>
                  <a:gd name="T35" fmla="*/ 76104 h 71"/>
                  <a:gd name="T36" fmla="*/ 117641 w 72"/>
                  <a:gd name="T37" fmla="*/ 76104 h 71"/>
                  <a:gd name="T38" fmla="*/ 117641 w 72"/>
                  <a:gd name="T39" fmla="*/ 2718 h 71"/>
                  <a:gd name="T40" fmla="*/ 112170 w 72"/>
                  <a:gd name="T41" fmla="*/ 0 h 7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72" h="71">
                    <a:moveTo>
                      <a:pt x="41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0"/>
                      <a:pt x="29" y="0"/>
                      <a:pt x="29" y="1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0" y="29"/>
                      <a:pt x="0" y="3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2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9" y="70"/>
                      <a:pt x="30" y="71"/>
                      <a:pt x="30" y="71"/>
                    </a:cubicBezTo>
                    <a:cubicBezTo>
                      <a:pt x="41" y="71"/>
                      <a:pt x="41" y="71"/>
                      <a:pt x="41" y="71"/>
                    </a:cubicBezTo>
                    <a:cubicBezTo>
                      <a:pt x="42" y="71"/>
                      <a:pt x="43" y="70"/>
                      <a:pt x="43" y="69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70" y="43"/>
                      <a:pt x="70" y="43"/>
                      <a:pt x="70" y="43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29"/>
                      <a:pt x="71" y="28"/>
                      <a:pt x="70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0"/>
                      <a:pt x="42" y="0"/>
                      <a:pt x="41" y="0"/>
                    </a:cubicBezTo>
                  </a:path>
                </a:pathLst>
              </a:custGeom>
              <a:solidFill>
                <a:srgbClr val="498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7347" name="组合 60"/>
          <p:cNvGrpSpPr>
            <a:grpSpLocks/>
          </p:cNvGrpSpPr>
          <p:nvPr/>
        </p:nvGrpSpPr>
        <p:grpSpPr bwMode="auto">
          <a:xfrm>
            <a:off x="941774" y="2077228"/>
            <a:ext cx="3377131" cy="2224233"/>
            <a:chOff x="1230207" y="2124532"/>
            <a:chExt cx="3378585" cy="2222931"/>
          </a:xfrm>
        </p:grpSpPr>
        <p:grpSp>
          <p:nvGrpSpPr>
            <p:cNvPr id="57370" name="组合 61"/>
            <p:cNvGrpSpPr>
              <a:grpSpLocks/>
            </p:cNvGrpSpPr>
            <p:nvPr/>
          </p:nvGrpSpPr>
          <p:grpSpPr bwMode="auto">
            <a:xfrm>
              <a:off x="1230207" y="2124532"/>
              <a:ext cx="3374889" cy="369333"/>
              <a:chOff x="980608" y="1870076"/>
              <a:chExt cx="3374889" cy="369333"/>
            </a:xfrm>
          </p:grpSpPr>
          <p:grpSp>
            <p:nvGrpSpPr>
              <p:cNvPr id="57372" name="组合 67"/>
              <p:cNvGrpSpPr>
                <a:grpSpLocks/>
              </p:cNvGrpSpPr>
              <p:nvPr/>
            </p:nvGrpSpPr>
            <p:grpSpPr bwMode="auto">
              <a:xfrm>
                <a:off x="980608" y="1948657"/>
                <a:ext cx="216000" cy="216443"/>
                <a:chOff x="980608" y="2248535"/>
                <a:chExt cx="216000" cy="216443"/>
              </a:xfrm>
            </p:grpSpPr>
            <p:sp>
              <p:nvSpPr>
                <p:cNvPr id="57374" name="Freeform 15"/>
                <p:cNvSpPr>
                  <a:spLocks noEditPoints="1"/>
                </p:cNvSpPr>
                <p:nvPr/>
              </p:nvSpPr>
              <p:spPr bwMode="auto">
                <a:xfrm>
                  <a:off x="1061331" y="2279139"/>
                  <a:ext cx="46127" cy="154349"/>
                </a:xfrm>
                <a:custGeom>
                  <a:avLst/>
                  <a:gdLst>
                    <a:gd name="T0" fmla="*/ 42982 w 44"/>
                    <a:gd name="T1" fmla="*/ 122849 h 147"/>
                    <a:gd name="T2" fmla="*/ 46127 w 44"/>
                    <a:gd name="T3" fmla="*/ 125999 h 147"/>
                    <a:gd name="T4" fmla="*/ 27257 w 44"/>
                    <a:gd name="T5" fmla="*/ 146999 h 147"/>
                    <a:gd name="T6" fmla="*/ 12580 w 44"/>
                    <a:gd name="T7" fmla="*/ 154349 h 147"/>
                    <a:gd name="T8" fmla="*/ 7338 w 44"/>
                    <a:gd name="T9" fmla="*/ 152249 h 147"/>
                    <a:gd name="T10" fmla="*/ 6290 w 44"/>
                    <a:gd name="T11" fmla="*/ 144899 h 147"/>
                    <a:gd name="T12" fmla="*/ 11532 w 44"/>
                    <a:gd name="T13" fmla="*/ 108149 h 147"/>
                    <a:gd name="T14" fmla="*/ 16773 w 44"/>
                    <a:gd name="T15" fmla="*/ 71400 h 147"/>
                    <a:gd name="T16" fmla="*/ 16773 w 44"/>
                    <a:gd name="T17" fmla="*/ 69300 h 147"/>
                    <a:gd name="T18" fmla="*/ 14677 w 44"/>
                    <a:gd name="T19" fmla="*/ 68250 h 147"/>
                    <a:gd name="T20" fmla="*/ 10483 w 44"/>
                    <a:gd name="T21" fmla="*/ 69300 h 147"/>
                    <a:gd name="T22" fmla="*/ 4193 w 44"/>
                    <a:gd name="T23" fmla="*/ 75600 h 147"/>
                    <a:gd name="T24" fmla="*/ 0 w 44"/>
                    <a:gd name="T25" fmla="*/ 72450 h 147"/>
                    <a:gd name="T26" fmla="*/ 19918 w 44"/>
                    <a:gd name="T27" fmla="*/ 52500 h 147"/>
                    <a:gd name="T28" fmla="*/ 33547 w 44"/>
                    <a:gd name="T29" fmla="*/ 45150 h 147"/>
                    <a:gd name="T30" fmla="*/ 38789 w 44"/>
                    <a:gd name="T31" fmla="*/ 47250 h 147"/>
                    <a:gd name="T32" fmla="*/ 40885 w 44"/>
                    <a:gd name="T33" fmla="*/ 53550 h 147"/>
                    <a:gd name="T34" fmla="*/ 36692 w 44"/>
                    <a:gd name="T35" fmla="*/ 79799 h 147"/>
                    <a:gd name="T36" fmla="*/ 34595 w 44"/>
                    <a:gd name="T37" fmla="*/ 91349 h 147"/>
                    <a:gd name="T38" fmla="*/ 31450 w 44"/>
                    <a:gd name="T39" fmla="*/ 115499 h 147"/>
                    <a:gd name="T40" fmla="*/ 29354 w 44"/>
                    <a:gd name="T41" fmla="*/ 125999 h 147"/>
                    <a:gd name="T42" fmla="*/ 30402 w 44"/>
                    <a:gd name="T43" fmla="*/ 130199 h 147"/>
                    <a:gd name="T44" fmla="*/ 32499 w 44"/>
                    <a:gd name="T45" fmla="*/ 131249 h 147"/>
                    <a:gd name="T46" fmla="*/ 36692 w 44"/>
                    <a:gd name="T47" fmla="*/ 129149 h 147"/>
                    <a:gd name="T48" fmla="*/ 42982 w 44"/>
                    <a:gd name="T49" fmla="*/ 122849 h 147"/>
                    <a:gd name="T50" fmla="*/ 35644 w 44"/>
                    <a:gd name="T51" fmla="*/ 0 h 147"/>
                    <a:gd name="T52" fmla="*/ 42982 w 44"/>
                    <a:gd name="T53" fmla="*/ 3150 h 147"/>
                    <a:gd name="T54" fmla="*/ 46127 w 44"/>
                    <a:gd name="T55" fmla="*/ 10500 h 147"/>
                    <a:gd name="T56" fmla="*/ 41934 w 44"/>
                    <a:gd name="T57" fmla="*/ 23100 h 147"/>
                    <a:gd name="T58" fmla="*/ 32499 w 44"/>
                    <a:gd name="T59" fmla="*/ 28350 h 147"/>
                    <a:gd name="T60" fmla="*/ 24112 w 44"/>
                    <a:gd name="T61" fmla="*/ 25200 h 147"/>
                    <a:gd name="T62" fmla="*/ 22018 w 44"/>
                    <a:gd name="T63" fmla="*/ 16800 h 147"/>
                    <a:gd name="T64" fmla="*/ 26209 w 44"/>
                    <a:gd name="T65" fmla="*/ 5250 h 147"/>
                    <a:gd name="T66" fmla="*/ 35644 w 44"/>
                    <a:gd name="T67" fmla="*/ 0 h 14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44" h="147">
                      <a:moveTo>
                        <a:pt x="41" y="117"/>
                      </a:moveTo>
                      <a:cubicBezTo>
                        <a:pt x="44" y="120"/>
                        <a:pt x="44" y="120"/>
                        <a:pt x="44" y="120"/>
                      </a:cubicBezTo>
                      <a:cubicBezTo>
                        <a:pt x="38" y="129"/>
                        <a:pt x="32" y="135"/>
                        <a:pt x="26" y="140"/>
                      </a:cubicBezTo>
                      <a:cubicBezTo>
                        <a:pt x="20" y="145"/>
                        <a:pt x="16" y="147"/>
                        <a:pt x="12" y="147"/>
                      </a:cubicBezTo>
                      <a:cubicBezTo>
                        <a:pt x="10" y="147"/>
                        <a:pt x="8" y="147"/>
                        <a:pt x="7" y="145"/>
                      </a:cubicBezTo>
                      <a:cubicBezTo>
                        <a:pt x="6" y="144"/>
                        <a:pt x="6" y="141"/>
                        <a:pt x="6" y="138"/>
                      </a:cubicBezTo>
                      <a:cubicBezTo>
                        <a:pt x="6" y="131"/>
                        <a:pt x="7" y="119"/>
                        <a:pt x="11" y="103"/>
                      </a:cubicBezTo>
                      <a:cubicBezTo>
                        <a:pt x="15" y="87"/>
                        <a:pt x="16" y="75"/>
                        <a:pt x="16" y="68"/>
                      </a:cubicBezTo>
                      <a:cubicBezTo>
                        <a:pt x="16" y="67"/>
                        <a:pt x="16" y="66"/>
                        <a:pt x="16" y="66"/>
                      </a:cubicBezTo>
                      <a:cubicBezTo>
                        <a:pt x="15" y="65"/>
                        <a:pt x="15" y="65"/>
                        <a:pt x="14" y="65"/>
                      </a:cubicBezTo>
                      <a:cubicBezTo>
                        <a:pt x="13" y="65"/>
                        <a:pt x="12" y="65"/>
                        <a:pt x="10" y="66"/>
                      </a:cubicBezTo>
                      <a:cubicBezTo>
                        <a:pt x="8" y="68"/>
                        <a:pt x="6" y="70"/>
                        <a:pt x="4" y="72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7" y="61"/>
                        <a:pt x="13" y="55"/>
                        <a:pt x="19" y="50"/>
                      </a:cubicBezTo>
                      <a:cubicBezTo>
                        <a:pt x="25" y="46"/>
                        <a:pt x="29" y="43"/>
                        <a:pt x="32" y="43"/>
                      </a:cubicBezTo>
                      <a:cubicBezTo>
                        <a:pt x="34" y="43"/>
                        <a:pt x="36" y="44"/>
                        <a:pt x="37" y="45"/>
                      </a:cubicBezTo>
                      <a:cubicBezTo>
                        <a:pt x="38" y="47"/>
                        <a:pt x="39" y="49"/>
                        <a:pt x="39" y="51"/>
                      </a:cubicBezTo>
                      <a:cubicBezTo>
                        <a:pt x="39" y="54"/>
                        <a:pt x="37" y="62"/>
                        <a:pt x="35" y="76"/>
                      </a:cubicBezTo>
                      <a:cubicBezTo>
                        <a:pt x="34" y="81"/>
                        <a:pt x="34" y="84"/>
                        <a:pt x="33" y="87"/>
                      </a:cubicBezTo>
                      <a:cubicBezTo>
                        <a:pt x="32" y="96"/>
                        <a:pt x="30" y="104"/>
                        <a:pt x="30" y="110"/>
                      </a:cubicBezTo>
                      <a:cubicBezTo>
                        <a:pt x="29" y="116"/>
                        <a:pt x="28" y="119"/>
                        <a:pt x="28" y="120"/>
                      </a:cubicBezTo>
                      <a:cubicBezTo>
                        <a:pt x="28" y="122"/>
                        <a:pt x="28" y="123"/>
                        <a:pt x="29" y="124"/>
                      </a:cubicBezTo>
                      <a:cubicBezTo>
                        <a:pt x="29" y="125"/>
                        <a:pt x="30" y="125"/>
                        <a:pt x="31" y="125"/>
                      </a:cubicBezTo>
                      <a:cubicBezTo>
                        <a:pt x="32" y="125"/>
                        <a:pt x="34" y="124"/>
                        <a:pt x="35" y="123"/>
                      </a:cubicBezTo>
                      <a:cubicBezTo>
                        <a:pt x="37" y="122"/>
                        <a:pt x="39" y="120"/>
                        <a:pt x="41" y="117"/>
                      </a:cubicBezTo>
                      <a:close/>
                      <a:moveTo>
                        <a:pt x="34" y="0"/>
                      </a:moveTo>
                      <a:cubicBezTo>
                        <a:pt x="37" y="0"/>
                        <a:pt x="40" y="1"/>
                        <a:pt x="41" y="3"/>
                      </a:cubicBezTo>
                      <a:cubicBezTo>
                        <a:pt x="43" y="5"/>
                        <a:pt x="44" y="7"/>
                        <a:pt x="44" y="10"/>
                      </a:cubicBezTo>
                      <a:cubicBezTo>
                        <a:pt x="44" y="15"/>
                        <a:pt x="43" y="19"/>
                        <a:pt x="40" y="22"/>
                      </a:cubicBezTo>
                      <a:cubicBezTo>
                        <a:pt x="38" y="25"/>
                        <a:pt x="34" y="27"/>
                        <a:pt x="31" y="27"/>
                      </a:cubicBezTo>
                      <a:cubicBezTo>
                        <a:pt x="28" y="27"/>
                        <a:pt x="25" y="26"/>
                        <a:pt x="23" y="24"/>
                      </a:cubicBezTo>
                      <a:cubicBezTo>
                        <a:pt x="22" y="22"/>
                        <a:pt x="21" y="19"/>
                        <a:pt x="21" y="16"/>
                      </a:cubicBezTo>
                      <a:cubicBezTo>
                        <a:pt x="21" y="12"/>
                        <a:pt x="22" y="8"/>
                        <a:pt x="25" y="5"/>
                      </a:cubicBezTo>
                      <a:cubicBezTo>
                        <a:pt x="28" y="2"/>
                        <a:pt x="31" y="0"/>
                        <a:pt x="34" y="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75" name="Freeform 16"/>
                <p:cNvSpPr>
                  <a:spLocks noEditPoints="1"/>
                </p:cNvSpPr>
                <p:nvPr/>
              </p:nvSpPr>
              <p:spPr bwMode="auto">
                <a:xfrm>
                  <a:off x="980608" y="2248535"/>
                  <a:ext cx="216000" cy="216443"/>
                </a:xfrm>
                <a:custGeom>
                  <a:avLst/>
                  <a:gdLst>
                    <a:gd name="T0" fmla="*/ 0 w 206"/>
                    <a:gd name="T1" fmla="*/ 108222 h 206"/>
                    <a:gd name="T2" fmla="*/ 108000 w 206"/>
                    <a:gd name="T3" fmla="*/ 0 h 206"/>
                    <a:gd name="T4" fmla="*/ 108000 w 206"/>
                    <a:gd name="T5" fmla="*/ 0 h 206"/>
                    <a:gd name="T6" fmla="*/ 216000 w 206"/>
                    <a:gd name="T7" fmla="*/ 108222 h 206"/>
                    <a:gd name="T8" fmla="*/ 216000 w 206"/>
                    <a:gd name="T9" fmla="*/ 108222 h 206"/>
                    <a:gd name="T10" fmla="*/ 216000 w 206"/>
                    <a:gd name="T11" fmla="*/ 108222 h 206"/>
                    <a:gd name="T12" fmla="*/ 108000 w 206"/>
                    <a:gd name="T13" fmla="*/ 216443 h 206"/>
                    <a:gd name="T14" fmla="*/ 108000 w 206"/>
                    <a:gd name="T15" fmla="*/ 216443 h 206"/>
                    <a:gd name="T16" fmla="*/ 0 w 206"/>
                    <a:gd name="T17" fmla="*/ 108222 h 206"/>
                    <a:gd name="T18" fmla="*/ 41942 w 206"/>
                    <a:gd name="T19" fmla="*/ 42028 h 206"/>
                    <a:gd name="T20" fmla="*/ 13631 w 206"/>
                    <a:gd name="T21" fmla="*/ 108222 h 206"/>
                    <a:gd name="T22" fmla="*/ 13631 w 206"/>
                    <a:gd name="T23" fmla="*/ 108222 h 206"/>
                    <a:gd name="T24" fmla="*/ 41942 w 206"/>
                    <a:gd name="T25" fmla="*/ 175466 h 206"/>
                    <a:gd name="T26" fmla="*/ 41942 w 206"/>
                    <a:gd name="T27" fmla="*/ 175466 h 206"/>
                    <a:gd name="T28" fmla="*/ 108000 w 206"/>
                    <a:gd name="T29" fmla="*/ 202784 h 206"/>
                    <a:gd name="T30" fmla="*/ 108000 w 206"/>
                    <a:gd name="T31" fmla="*/ 202784 h 206"/>
                    <a:gd name="T32" fmla="*/ 174058 w 206"/>
                    <a:gd name="T33" fmla="*/ 175466 h 206"/>
                    <a:gd name="T34" fmla="*/ 174058 w 206"/>
                    <a:gd name="T35" fmla="*/ 175466 h 206"/>
                    <a:gd name="T36" fmla="*/ 201320 w 206"/>
                    <a:gd name="T37" fmla="*/ 108222 h 206"/>
                    <a:gd name="T38" fmla="*/ 201320 w 206"/>
                    <a:gd name="T39" fmla="*/ 108222 h 206"/>
                    <a:gd name="T40" fmla="*/ 174058 w 206"/>
                    <a:gd name="T41" fmla="*/ 42028 h 206"/>
                    <a:gd name="T42" fmla="*/ 174058 w 206"/>
                    <a:gd name="T43" fmla="*/ 42028 h 206"/>
                    <a:gd name="T44" fmla="*/ 108000 w 206"/>
                    <a:gd name="T45" fmla="*/ 14710 h 206"/>
                    <a:gd name="T46" fmla="*/ 108000 w 206"/>
                    <a:gd name="T47" fmla="*/ 14710 h 206"/>
                    <a:gd name="T48" fmla="*/ 41942 w 206"/>
                    <a:gd name="T49" fmla="*/ 42028 h 20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206" h="206">
                      <a:moveTo>
                        <a:pt x="0" y="103"/>
                      </a:moveTo>
                      <a:cubicBezTo>
                        <a:pt x="0" y="46"/>
                        <a:pt x="46" y="0"/>
                        <a:pt x="103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60" y="0"/>
                        <a:pt x="206" y="46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60"/>
                        <a:pt x="160" y="206"/>
                        <a:pt x="103" y="206"/>
                      </a:cubicBezTo>
                      <a:cubicBezTo>
                        <a:pt x="103" y="206"/>
                        <a:pt x="103" y="206"/>
                        <a:pt x="103" y="206"/>
                      </a:cubicBezTo>
                      <a:cubicBezTo>
                        <a:pt x="46" y="206"/>
                        <a:pt x="0" y="160"/>
                        <a:pt x="0" y="103"/>
                      </a:cubicBezTo>
                      <a:close/>
                      <a:moveTo>
                        <a:pt x="40" y="40"/>
                      </a:moveTo>
                      <a:cubicBezTo>
                        <a:pt x="23" y="56"/>
                        <a:pt x="13" y="79"/>
                        <a:pt x="13" y="103"/>
                      </a:cubicBezTo>
                      <a:cubicBezTo>
                        <a:pt x="13" y="103"/>
                        <a:pt x="13" y="103"/>
                        <a:pt x="13" y="103"/>
                      </a:cubicBezTo>
                      <a:cubicBezTo>
                        <a:pt x="13" y="128"/>
                        <a:pt x="23" y="150"/>
                        <a:pt x="40" y="167"/>
                      </a:cubicBezTo>
                      <a:cubicBezTo>
                        <a:pt x="40" y="167"/>
                        <a:pt x="40" y="167"/>
                        <a:pt x="40" y="167"/>
                      </a:cubicBezTo>
                      <a:cubicBezTo>
                        <a:pt x="56" y="183"/>
                        <a:pt x="78" y="193"/>
                        <a:pt x="103" y="193"/>
                      </a:cubicBezTo>
                      <a:cubicBezTo>
                        <a:pt x="103" y="193"/>
                        <a:pt x="103" y="193"/>
                        <a:pt x="103" y="193"/>
                      </a:cubicBezTo>
                      <a:cubicBezTo>
                        <a:pt x="128" y="193"/>
                        <a:pt x="150" y="183"/>
                        <a:pt x="166" y="167"/>
                      </a:cubicBezTo>
                      <a:cubicBezTo>
                        <a:pt x="166" y="167"/>
                        <a:pt x="166" y="167"/>
                        <a:pt x="166" y="167"/>
                      </a:cubicBezTo>
                      <a:cubicBezTo>
                        <a:pt x="182" y="150"/>
                        <a:pt x="192" y="128"/>
                        <a:pt x="192" y="103"/>
                      </a:cubicBezTo>
                      <a:cubicBezTo>
                        <a:pt x="192" y="103"/>
                        <a:pt x="192" y="103"/>
                        <a:pt x="192" y="103"/>
                      </a:cubicBezTo>
                      <a:cubicBezTo>
                        <a:pt x="192" y="79"/>
                        <a:pt x="182" y="56"/>
                        <a:pt x="166" y="40"/>
                      </a:cubicBezTo>
                      <a:cubicBezTo>
                        <a:pt x="166" y="40"/>
                        <a:pt x="166" y="40"/>
                        <a:pt x="166" y="40"/>
                      </a:cubicBezTo>
                      <a:cubicBezTo>
                        <a:pt x="150" y="24"/>
                        <a:pt x="128" y="14"/>
                        <a:pt x="103" y="14"/>
                      </a:cubicBezTo>
                      <a:cubicBezTo>
                        <a:pt x="103" y="14"/>
                        <a:pt x="103" y="14"/>
                        <a:pt x="103" y="14"/>
                      </a:cubicBezTo>
                      <a:cubicBezTo>
                        <a:pt x="78" y="14"/>
                        <a:pt x="56" y="24"/>
                        <a:pt x="40" y="4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73" name="文本框 71"/>
              <p:cNvSpPr txBox="1">
                <a:spLocks noChangeArrowheads="1"/>
              </p:cNvSpPr>
              <p:nvPr/>
            </p:nvSpPr>
            <p:spPr bwMode="auto">
              <a:xfrm>
                <a:off x="1255541" y="1870076"/>
                <a:ext cx="3099956" cy="369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zh-CN" altLang="en-US" b="1" dirty="0" smtClean="0">
                    <a:solidFill>
                      <a:srgbClr val="1D495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委託事件處理程序</a:t>
                </a:r>
                <a:endParaRPr lang="zh-CN" altLang="en-US" b="1" dirty="0">
                  <a:solidFill>
                    <a:srgbClr val="1D495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7371" name="矩形 66"/>
            <p:cNvSpPr>
              <a:spLocks noChangeArrowheads="1"/>
            </p:cNvSpPr>
            <p:nvPr/>
          </p:nvSpPr>
          <p:spPr bwMode="auto">
            <a:xfrm>
              <a:off x="1333791" y="2532644"/>
              <a:ext cx="3275001" cy="1814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@on{DOM EVENT}={DELEGAGE}</a:t>
              </a:r>
            </a:p>
            <a:p>
              <a:pPr eaLnBrk="1" hangingPunct="1">
                <a:buFontTx/>
                <a:buNone/>
              </a:pP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 支持返回</a:t>
              </a:r>
              <a:r>
                <a:rPr lang="en-US" altLang="zh-CN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Task</a:t>
              </a: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的異步方法</a:t>
              </a:r>
              <a:endParaRPr lang="en-US" altLang="zh-CN" sz="1600" dirty="0" smtClean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Tx/>
                <a:buNone/>
              </a:pPr>
              <a:endParaRPr lang="en-US" altLang="zh-CN" sz="1600" dirty="0" smtClean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Tx/>
                <a:buNone/>
              </a:pP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②自動觸發</a:t>
              </a:r>
              <a:r>
                <a:rPr lang="en-US" altLang="zh-CN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UI</a:t>
              </a: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呈現，無需調用</a:t>
              </a:r>
              <a:endParaRPr lang="en-US" altLang="zh-CN" sz="1600" dirty="0" smtClean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Tx/>
                <a:buNone/>
              </a:pPr>
              <a:r>
                <a:rPr lang="en-US" altLang="zh-CN" sz="1600" dirty="0" err="1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StateHasChanged</a:t>
              </a:r>
              <a:endParaRPr lang="en-US" altLang="zh-CN" sz="1600" dirty="0" smtClean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Tx/>
                <a:buNone/>
              </a:pPr>
              <a:endParaRPr lang="zh-CN" altLang="en-US" sz="160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348" name="组合 80"/>
          <p:cNvGrpSpPr>
            <a:grpSpLocks/>
          </p:cNvGrpSpPr>
          <p:nvPr/>
        </p:nvGrpSpPr>
        <p:grpSpPr bwMode="auto">
          <a:xfrm>
            <a:off x="936857" y="4769693"/>
            <a:ext cx="3548082" cy="1096641"/>
            <a:chOff x="1230207" y="2124531"/>
            <a:chExt cx="3549610" cy="1095997"/>
          </a:xfrm>
        </p:grpSpPr>
        <p:grpSp>
          <p:nvGrpSpPr>
            <p:cNvPr id="57364" name="组合 83"/>
            <p:cNvGrpSpPr>
              <a:grpSpLocks/>
            </p:cNvGrpSpPr>
            <p:nvPr/>
          </p:nvGrpSpPr>
          <p:grpSpPr bwMode="auto">
            <a:xfrm>
              <a:off x="1230207" y="2124531"/>
              <a:ext cx="3374889" cy="369332"/>
              <a:chOff x="980608" y="1870075"/>
              <a:chExt cx="3374889" cy="369332"/>
            </a:xfrm>
          </p:grpSpPr>
          <p:grpSp>
            <p:nvGrpSpPr>
              <p:cNvPr id="57366" name="组合 85"/>
              <p:cNvGrpSpPr>
                <a:grpSpLocks/>
              </p:cNvGrpSpPr>
              <p:nvPr/>
            </p:nvGrpSpPr>
            <p:grpSpPr bwMode="auto">
              <a:xfrm>
                <a:off x="980608" y="1948657"/>
                <a:ext cx="216000" cy="216443"/>
                <a:chOff x="980608" y="2248535"/>
                <a:chExt cx="216000" cy="216443"/>
              </a:xfrm>
            </p:grpSpPr>
            <p:sp>
              <p:nvSpPr>
                <p:cNvPr id="57368" name="Freeform 15"/>
                <p:cNvSpPr>
                  <a:spLocks noEditPoints="1"/>
                </p:cNvSpPr>
                <p:nvPr/>
              </p:nvSpPr>
              <p:spPr bwMode="auto">
                <a:xfrm>
                  <a:off x="1061331" y="2279139"/>
                  <a:ext cx="46127" cy="154349"/>
                </a:xfrm>
                <a:custGeom>
                  <a:avLst/>
                  <a:gdLst>
                    <a:gd name="T0" fmla="*/ 42982 w 44"/>
                    <a:gd name="T1" fmla="*/ 122849 h 147"/>
                    <a:gd name="T2" fmla="*/ 46127 w 44"/>
                    <a:gd name="T3" fmla="*/ 125999 h 147"/>
                    <a:gd name="T4" fmla="*/ 27257 w 44"/>
                    <a:gd name="T5" fmla="*/ 146999 h 147"/>
                    <a:gd name="T6" fmla="*/ 12580 w 44"/>
                    <a:gd name="T7" fmla="*/ 154349 h 147"/>
                    <a:gd name="T8" fmla="*/ 7338 w 44"/>
                    <a:gd name="T9" fmla="*/ 152249 h 147"/>
                    <a:gd name="T10" fmla="*/ 6290 w 44"/>
                    <a:gd name="T11" fmla="*/ 144899 h 147"/>
                    <a:gd name="T12" fmla="*/ 11532 w 44"/>
                    <a:gd name="T13" fmla="*/ 108149 h 147"/>
                    <a:gd name="T14" fmla="*/ 16773 w 44"/>
                    <a:gd name="T15" fmla="*/ 71400 h 147"/>
                    <a:gd name="T16" fmla="*/ 16773 w 44"/>
                    <a:gd name="T17" fmla="*/ 69300 h 147"/>
                    <a:gd name="T18" fmla="*/ 14677 w 44"/>
                    <a:gd name="T19" fmla="*/ 68250 h 147"/>
                    <a:gd name="T20" fmla="*/ 10483 w 44"/>
                    <a:gd name="T21" fmla="*/ 69300 h 147"/>
                    <a:gd name="T22" fmla="*/ 4193 w 44"/>
                    <a:gd name="T23" fmla="*/ 75600 h 147"/>
                    <a:gd name="T24" fmla="*/ 0 w 44"/>
                    <a:gd name="T25" fmla="*/ 72450 h 147"/>
                    <a:gd name="T26" fmla="*/ 19918 w 44"/>
                    <a:gd name="T27" fmla="*/ 52500 h 147"/>
                    <a:gd name="T28" fmla="*/ 33547 w 44"/>
                    <a:gd name="T29" fmla="*/ 45150 h 147"/>
                    <a:gd name="T30" fmla="*/ 38789 w 44"/>
                    <a:gd name="T31" fmla="*/ 47250 h 147"/>
                    <a:gd name="T32" fmla="*/ 40885 w 44"/>
                    <a:gd name="T33" fmla="*/ 53550 h 147"/>
                    <a:gd name="T34" fmla="*/ 36692 w 44"/>
                    <a:gd name="T35" fmla="*/ 79799 h 147"/>
                    <a:gd name="T36" fmla="*/ 34595 w 44"/>
                    <a:gd name="T37" fmla="*/ 91349 h 147"/>
                    <a:gd name="T38" fmla="*/ 31450 w 44"/>
                    <a:gd name="T39" fmla="*/ 115499 h 147"/>
                    <a:gd name="T40" fmla="*/ 29354 w 44"/>
                    <a:gd name="T41" fmla="*/ 125999 h 147"/>
                    <a:gd name="T42" fmla="*/ 30402 w 44"/>
                    <a:gd name="T43" fmla="*/ 130199 h 147"/>
                    <a:gd name="T44" fmla="*/ 32499 w 44"/>
                    <a:gd name="T45" fmla="*/ 131249 h 147"/>
                    <a:gd name="T46" fmla="*/ 36692 w 44"/>
                    <a:gd name="T47" fmla="*/ 129149 h 147"/>
                    <a:gd name="T48" fmla="*/ 42982 w 44"/>
                    <a:gd name="T49" fmla="*/ 122849 h 147"/>
                    <a:gd name="T50" fmla="*/ 35644 w 44"/>
                    <a:gd name="T51" fmla="*/ 0 h 147"/>
                    <a:gd name="T52" fmla="*/ 42982 w 44"/>
                    <a:gd name="T53" fmla="*/ 3150 h 147"/>
                    <a:gd name="T54" fmla="*/ 46127 w 44"/>
                    <a:gd name="T55" fmla="*/ 10500 h 147"/>
                    <a:gd name="T56" fmla="*/ 41934 w 44"/>
                    <a:gd name="T57" fmla="*/ 23100 h 147"/>
                    <a:gd name="T58" fmla="*/ 32499 w 44"/>
                    <a:gd name="T59" fmla="*/ 28350 h 147"/>
                    <a:gd name="T60" fmla="*/ 24112 w 44"/>
                    <a:gd name="T61" fmla="*/ 25200 h 147"/>
                    <a:gd name="T62" fmla="*/ 22018 w 44"/>
                    <a:gd name="T63" fmla="*/ 16800 h 147"/>
                    <a:gd name="T64" fmla="*/ 26209 w 44"/>
                    <a:gd name="T65" fmla="*/ 5250 h 147"/>
                    <a:gd name="T66" fmla="*/ 35644 w 44"/>
                    <a:gd name="T67" fmla="*/ 0 h 14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44" h="147">
                      <a:moveTo>
                        <a:pt x="41" y="117"/>
                      </a:moveTo>
                      <a:cubicBezTo>
                        <a:pt x="44" y="120"/>
                        <a:pt x="44" y="120"/>
                        <a:pt x="44" y="120"/>
                      </a:cubicBezTo>
                      <a:cubicBezTo>
                        <a:pt x="38" y="129"/>
                        <a:pt x="32" y="135"/>
                        <a:pt x="26" y="140"/>
                      </a:cubicBezTo>
                      <a:cubicBezTo>
                        <a:pt x="20" y="145"/>
                        <a:pt x="16" y="147"/>
                        <a:pt x="12" y="147"/>
                      </a:cubicBezTo>
                      <a:cubicBezTo>
                        <a:pt x="10" y="147"/>
                        <a:pt x="8" y="147"/>
                        <a:pt x="7" y="145"/>
                      </a:cubicBezTo>
                      <a:cubicBezTo>
                        <a:pt x="6" y="144"/>
                        <a:pt x="6" y="141"/>
                        <a:pt x="6" y="138"/>
                      </a:cubicBezTo>
                      <a:cubicBezTo>
                        <a:pt x="6" y="131"/>
                        <a:pt x="7" y="119"/>
                        <a:pt x="11" y="103"/>
                      </a:cubicBezTo>
                      <a:cubicBezTo>
                        <a:pt x="15" y="87"/>
                        <a:pt x="16" y="75"/>
                        <a:pt x="16" y="68"/>
                      </a:cubicBezTo>
                      <a:cubicBezTo>
                        <a:pt x="16" y="67"/>
                        <a:pt x="16" y="66"/>
                        <a:pt x="16" y="66"/>
                      </a:cubicBezTo>
                      <a:cubicBezTo>
                        <a:pt x="15" y="65"/>
                        <a:pt x="15" y="65"/>
                        <a:pt x="14" y="65"/>
                      </a:cubicBezTo>
                      <a:cubicBezTo>
                        <a:pt x="13" y="65"/>
                        <a:pt x="12" y="65"/>
                        <a:pt x="10" y="66"/>
                      </a:cubicBezTo>
                      <a:cubicBezTo>
                        <a:pt x="8" y="68"/>
                        <a:pt x="6" y="70"/>
                        <a:pt x="4" y="72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7" y="61"/>
                        <a:pt x="13" y="55"/>
                        <a:pt x="19" y="50"/>
                      </a:cubicBezTo>
                      <a:cubicBezTo>
                        <a:pt x="25" y="46"/>
                        <a:pt x="29" y="43"/>
                        <a:pt x="32" y="43"/>
                      </a:cubicBezTo>
                      <a:cubicBezTo>
                        <a:pt x="34" y="43"/>
                        <a:pt x="36" y="44"/>
                        <a:pt x="37" y="45"/>
                      </a:cubicBezTo>
                      <a:cubicBezTo>
                        <a:pt x="38" y="47"/>
                        <a:pt x="39" y="49"/>
                        <a:pt x="39" y="51"/>
                      </a:cubicBezTo>
                      <a:cubicBezTo>
                        <a:pt x="39" y="54"/>
                        <a:pt x="37" y="62"/>
                        <a:pt x="35" y="76"/>
                      </a:cubicBezTo>
                      <a:cubicBezTo>
                        <a:pt x="34" y="81"/>
                        <a:pt x="34" y="84"/>
                        <a:pt x="33" y="87"/>
                      </a:cubicBezTo>
                      <a:cubicBezTo>
                        <a:pt x="32" y="96"/>
                        <a:pt x="30" y="104"/>
                        <a:pt x="30" y="110"/>
                      </a:cubicBezTo>
                      <a:cubicBezTo>
                        <a:pt x="29" y="116"/>
                        <a:pt x="28" y="119"/>
                        <a:pt x="28" y="120"/>
                      </a:cubicBezTo>
                      <a:cubicBezTo>
                        <a:pt x="28" y="122"/>
                        <a:pt x="28" y="123"/>
                        <a:pt x="29" y="124"/>
                      </a:cubicBezTo>
                      <a:cubicBezTo>
                        <a:pt x="29" y="125"/>
                        <a:pt x="30" y="125"/>
                        <a:pt x="31" y="125"/>
                      </a:cubicBezTo>
                      <a:cubicBezTo>
                        <a:pt x="32" y="125"/>
                        <a:pt x="34" y="124"/>
                        <a:pt x="35" y="123"/>
                      </a:cubicBezTo>
                      <a:cubicBezTo>
                        <a:pt x="37" y="122"/>
                        <a:pt x="39" y="120"/>
                        <a:pt x="41" y="117"/>
                      </a:cubicBezTo>
                      <a:close/>
                      <a:moveTo>
                        <a:pt x="34" y="0"/>
                      </a:moveTo>
                      <a:cubicBezTo>
                        <a:pt x="37" y="0"/>
                        <a:pt x="40" y="1"/>
                        <a:pt x="41" y="3"/>
                      </a:cubicBezTo>
                      <a:cubicBezTo>
                        <a:pt x="43" y="5"/>
                        <a:pt x="44" y="7"/>
                        <a:pt x="44" y="10"/>
                      </a:cubicBezTo>
                      <a:cubicBezTo>
                        <a:pt x="44" y="15"/>
                        <a:pt x="43" y="19"/>
                        <a:pt x="40" y="22"/>
                      </a:cubicBezTo>
                      <a:cubicBezTo>
                        <a:pt x="38" y="25"/>
                        <a:pt x="34" y="27"/>
                        <a:pt x="31" y="27"/>
                      </a:cubicBezTo>
                      <a:cubicBezTo>
                        <a:pt x="28" y="27"/>
                        <a:pt x="25" y="26"/>
                        <a:pt x="23" y="24"/>
                      </a:cubicBezTo>
                      <a:cubicBezTo>
                        <a:pt x="22" y="22"/>
                        <a:pt x="21" y="19"/>
                        <a:pt x="21" y="16"/>
                      </a:cubicBezTo>
                      <a:cubicBezTo>
                        <a:pt x="21" y="12"/>
                        <a:pt x="22" y="8"/>
                        <a:pt x="25" y="5"/>
                      </a:cubicBezTo>
                      <a:cubicBezTo>
                        <a:pt x="28" y="2"/>
                        <a:pt x="31" y="0"/>
                        <a:pt x="34" y="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69" name="Freeform 16"/>
                <p:cNvSpPr>
                  <a:spLocks noEditPoints="1"/>
                </p:cNvSpPr>
                <p:nvPr/>
              </p:nvSpPr>
              <p:spPr bwMode="auto">
                <a:xfrm>
                  <a:off x="980608" y="2248535"/>
                  <a:ext cx="216000" cy="216443"/>
                </a:xfrm>
                <a:custGeom>
                  <a:avLst/>
                  <a:gdLst>
                    <a:gd name="T0" fmla="*/ 0 w 206"/>
                    <a:gd name="T1" fmla="*/ 108222 h 206"/>
                    <a:gd name="T2" fmla="*/ 108000 w 206"/>
                    <a:gd name="T3" fmla="*/ 0 h 206"/>
                    <a:gd name="T4" fmla="*/ 108000 w 206"/>
                    <a:gd name="T5" fmla="*/ 0 h 206"/>
                    <a:gd name="T6" fmla="*/ 216000 w 206"/>
                    <a:gd name="T7" fmla="*/ 108222 h 206"/>
                    <a:gd name="T8" fmla="*/ 216000 w 206"/>
                    <a:gd name="T9" fmla="*/ 108222 h 206"/>
                    <a:gd name="T10" fmla="*/ 216000 w 206"/>
                    <a:gd name="T11" fmla="*/ 108222 h 206"/>
                    <a:gd name="T12" fmla="*/ 108000 w 206"/>
                    <a:gd name="T13" fmla="*/ 216443 h 206"/>
                    <a:gd name="T14" fmla="*/ 108000 w 206"/>
                    <a:gd name="T15" fmla="*/ 216443 h 206"/>
                    <a:gd name="T16" fmla="*/ 0 w 206"/>
                    <a:gd name="T17" fmla="*/ 108222 h 206"/>
                    <a:gd name="T18" fmla="*/ 41942 w 206"/>
                    <a:gd name="T19" fmla="*/ 42028 h 206"/>
                    <a:gd name="T20" fmla="*/ 13631 w 206"/>
                    <a:gd name="T21" fmla="*/ 108222 h 206"/>
                    <a:gd name="T22" fmla="*/ 13631 w 206"/>
                    <a:gd name="T23" fmla="*/ 108222 h 206"/>
                    <a:gd name="T24" fmla="*/ 41942 w 206"/>
                    <a:gd name="T25" fmla="*/ 175466 h 206"/>
                    <a:gd name="T26" fmla="*/ 41942 w 206"/>
                    <a:gd name="T27" fmla="*/ 175466 h 206"/>
                    <a:gd name="T28" fmla="*/ 108000 w 206"/>
                    <a:gd name="T29" fmla="*/ 202784 h 206"/>
                    <a:gd name="T30" fmla="*/ 108000 w 206"/>
                    <a:gd name="T31" fmla="*/ 202784 h 206"/>
                    <a:gd name="T32" fmla="*/ 174058 w 206"/>
                    <a:gd name="T33" fmla="*/ 175466 h 206"/>
                    <a:gd name="T34" fmla="*/ 174058 w 206"/>
                    <a:gd name="T35" fmla="*/ 175466 h 206"/>
                    <a:gd name="T36" fmla="*/ 201320 w 206"/>
                    <a:gd name="T37" fmla="*/ 108222 h 206"/>
                    <a:gd name="T38" fmla="*/ 201320 w 206"/>
                    <a:gd name="T39" fmla="*/ 108222 h 206"/>
                    <a:gd name="T40" fmla="*/ 174058 w 206"/>
                    <a:gd name="T41" fmla="*/ 42028 h 206"/>
                    <a:gd name="T42" fmla="*/ 174058 w 206"/>
                    <a:gd name="T43" fmla="*/ 42028 h 206"/>
                    <a:gd name="T44" fmla="*/ 108000 w 206"/>
                    <a:gd name="T45" fmla="*/ 14710 h 206"/>
                    <a:gd name="T46" fmla="*/ 108000 w 206"/>
                    <a:gd name="T47" fmla="*/ 14710 h 206"/>
                    <a:gd name="T48" fmla="*/ 41942 w 206"/>
                    <a:gd name="T49" fmla="*/ 42028 h 20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206" h="206">
                      <a:moveTo>
                        <a:pt x="0" y="103"/>
                      </a:moveTo>
                      <a:cubicBezTo>
                        <a:pt x="0" y="46"/>
                        <a:pt x="46" y="0"/>
                        <a:pt x="103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60" y="0"/>
                        <a:pt x="206" y="46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60"/>
                        <a:pt x="160" y="206"/>
                        <a:pt x="103" y="206"/>
                      </a:cubicBezTo>
                      <a:cubicBezTo>
                        <a:pt x="103" y="206"/>
                        <a:pt x="103" y="206"/>
                        <a:pt x="103" y="206"/>
                      </a:cubicBezTo>
                      <a:cubicBezTo>
                        <a:pt x="46" y="206"/>
                        <a:pt x="0" y="160"/>
                        <a:pt x="0" y="103"/>
                      </a:cubicBezTo>
                      <a:close/>
                      <a:moveTo>
                        <a:pt x="40" y="40"/>
                      </a:moveTo>
                      <a:cubicBezTo>
                        <a:pt x="23" y="56"/>
                        <a:pt x="13" y="79"/>
                        <a:pt x="13" y="103"/>
                      </a:cubicBezTo>
                      <a:cubicBezTo>
                        <a:pt x="13" y="103"/>
                        <a:pt x="13" y="103"/>
                        <a:pt x="13" y="103"/>
                      </a:cubicBezTo>
                      <a:cubicBezTo>
                        <a:pt x="13" y="128"/>
                        <a:pt x="23" y="150"/>
                        <a:pt x="40" y="167"/>
                      </a:cubicBezTo>
                      <a:cubicBezTo>
                        <a:pt x="40" y="167"/>
                        <a:pt x="40" y="167"/>
                        <a:pt x="40" y="167"/>
                      </a:cubicBezTo>
                      <a:cubicBezTo>
                        <a:pt x="56" y="183"/>
                        <a:pt x="78" y="193"/>
                        <a:pt x="103" y="193"/>
                      </a:cubicBezTo>
                      <a:cubicBezTo>
                        <a:pt x="103" y="193"/>
                        <a:pt x="103" y="193"/>
                        <a:pt x="103" y="193"/>
                      </a:cubicBezTo>
                      <a:cubicBezTo>
                        <a:pt x="128" y="193"/>
                        <a:pt x="150" y="183"/>
                        <a:pt x="166" y="167"/>
                      </a:cubicBezTo>
                      <a:cubicBezTo>
                        <a:pt x="166" y="167"/>
                        <a:pt x="166" y="167"/>
                        <a:pt x="166" y="167"/>
                      </a:cubicBezTo>
                      <a:cubicBezTo>
                        <a:pt x="182" y="150"/>
                        <a:pt x="192" y="128"/>
                        <a:pt x="192" y="103"/>
                      </a:cubicBezTo>
                      <a:cubicBezTo>
                        <a:pt x="192" y="103"/>
                        <a:pt x="192" y="103"/>
                        <a:pt x="192" y="103"/>
                      </a:cubicBezTo>
                      <a:cubicBezTo>
                        <a:pt x="192" y="79"/>
                        <a:pt x="182" y="56"/>
                        <a:pt x="166" y="40"/>
                      </a:cubicBezTo>
                      <a:cubicBezTo>
                        <a:pt x="166" y="40"/>
                        <a:pt x="166" y="40"/>
                        <a:pt x="166" y="40"/>
                      </a:cubicBezTo>
                      <a:cubicBezTo>
                        <a:pt x="150" y="24"/>
                        <a:pt x="128" y="14"/>
                        <a:pt x="103" y="14"/>
                      </a:cubicBezTo>
                      <a:cubicBezTo>
                        <a:pt x="103" y="14"/>
                        <a:pt x="103" y="14"/>
                        <a:pt x="103" y="14"/>
                      </a:cubicBezTo>
                      <a:cubicBezTo>
                        <a:pt x="78" y="14"/>
                        <a:pt x="56" y="24"/>
                        <a:pt x="40" y="4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67" name="文本框 86"/>
              <p:cNvSpPr txBox="1">
                <a:spLocks noChangeArrowheads="1"/>
              </p:cNvSpPr>
              <p:nvPr/>
            </p:nvSpPr>
            <p:spPr bwMode="auto">
              <a:xfrm>
                <a:off x="1255541" y="1870075"/>
                <a:ext cx="30999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b="1" dirty="0" smtClean="0">
                    <a:solidFill>
                      <a:srgbClr val="1D495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Lambda</a:t>
                </a:r>
                <a:r>
                  <a:rPr lang="zh-CN" altLang="en-US" b="1" dirty="0" smtClean="0">
                    <a:solidFill>
                      <a:srgbClr val="1D495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表達式</a:t>
                </a:r>
                <a:endParaRPr lang="zh-CN" altLang="en-US" b="1" dirty="0">
                  <a:solidFill>
                    <a:srgbClr val="1D495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7365" name="矩形 84"/>
            <p:cNvSpPr>
              <a:spLocks noChangeArrowheads="1"/>
            </p:cNvSpPr>
            <p:nvPr/>
          </p:nvSpPr>
          <p:spPr bwMode="auto">
            <a:xfrm>
              <a:off x="1357057" y="2636096"/>
              <a:ext cx="3422760" cy="584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1600" dirty="0"/>
                <a:t>@</a:t>
              </a:r>
              <a:r>
                <a:rPr lang="en-US" altLang="zh-CN" sz="1600" dirty="0" err="1"/>
                <a:t>onclick</a:t>
              </a:r>
              <a:r>
                <a:rPr lang="en-US" altLang="zh-CN" sz="1600" dirty="0"/>
                <a:t>="@(e =&gt; </a:t>
              </a:r>
              <a:r>
                <a:rPr lang="en-US" altLang="zh-CN" sz="1600" dirty="0" err="1"/>
                <a:t>UpdateHeading</a:t>
              </a:r>
              <a:r>
                <a:rPr lang="en-US" altLang="zh-CN" sz="1600" dirty="0"/>
                <a:t>(e, </a:t>
              </a:r>
              <a:r>
                <a:rPr lang="en-US" altLang="zh-CN" sz="1600" dirty="0" err="1"/>
                <a:t>buttonNumber</a:t>
              </a:r>
              <a:r>
                <a:rPr lang="en-US" altLang="zh-CN" sz="1600" dirty="0" smtClean="0"/>
                <a:t>))"</a:t>
              </a:r>
              <a:endParaRPr lang="zh-CN" altLang="en-US" sz="160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349" name="组合 113"/>
          <p:cNvGrpSpPr>
            <a:grpSpLocks/>
          </p:cNvGrpSpPr>
          <p:nvPr/>
        </p:nvGrpSpPr>
        <p:grpSpPr bwMode="auto">
          <a:xfrm>
            <a:off x="8300350" y="2077228"/>
            <a:ext cx="3375025" cy="1270127"/>
            <a:chOff x="1230207" y="2124531"/>
            <a:chExt cx="3374889" cy="1269380"/>
          </a:xfrm>
        </p:grpSpPr>
        <p:grpSp>
          <p:nvGrpSpPr>
            <p:cNvPr id="57358" name="组合 114"/>
            <p:cNvGrpSpPr>
              <a:grpSpLocks/>
            </p:cNvGrpSpPr>
            <p:nvPr/>
          </p:nvGrpSpPr>
          <p:grpSpPr bwMode="auto">
            <a:xfrm>
              <a:off x="1230207" y="2124531"/>
              <a:ext cx="3374889" cy="369332"/>
              <a:chOff x="980608" y="1870075"/>
              <a:chExt cx="3374889" cy="369332"/>
            </a:xfrm>
          </p:grpSpPr>
          <p:grpSp>
            <p:nvGrpSpPr>
              <p:cNvPr id="57360" name="组合 116"/>
              <p:cNvGrpSpPr>
                <a:grpSpLocks/>
              </p:cNvGrpSpPr>
              <p:nvPr/>
            </p:nvGrpSpPr>
            <p:grpSpPr bwMode="auto">
              <a:xfrm>
                <a:off x="980608" y="1948657"/>
                <a:ext cx="216000" cy="216443"/>
                <a:chOff x="980608" y="2248535"/>
                <a:chExt cx="216000" cy="216443"/>
              </a:xfrm>
            </p:grpSpPr>
            <p:sp>
              <p:nvSpPr>
                <p:cNvPr id="57362" name="Freeform 15"/>
                <p:cNvSpPr>
                  <a:spLocks noEditPoints="1"/>
                </p:cNvSpPr>
                <p:nvPr/>
              </p:nvSpPr>
              <p:spPr bwMode="auto">
                <a:xfrm>
                  <a:off x="1061331" y="2279139"/>
                  <a:ext cx="46127" cy="154349"/>
                </a:xfrm>
                <a:custGeom>
                  <a:avLst/>
                  <a:gdLst>
                    <a:gd name="T0" fmla="*/ 42982 w 44"/>
                    <a:gd name="T1" fmla="*/ 122849 h 147"/>
                    <a:gd name="T2" fmla="*/ 46127 w 44"/>
                    <a:gd name="T3" fmla="*/ 125999 h 147"/>
                    <a:gd name="T4" fmla="*/ 27257 w 44"/>
                    <a:gd name="T5" fmla="*/ 146999 h 147"/>
                    <a:gd name="T6" fmla="*/ 12580 w 44"/>
                    <a:gd name="T7" fmla="*/ 154349 h 147"/>
                    <a:gd name="T8" fmla="*/ 7338 w 44"/>
                    <a:gd name="T9" fmla="*/ 152249 h 147"/>
                    <a:gd name="T10" fmla="*/ 6290 w 44"/>
                    <a:gd name="T11" fmla="*/ 144899 h 147"/>
                    <a:gd name="T12" fmla="*/ 11532 w 44"/>
                    <a:gd name="T13" fmla="*/ 108149 h 147"/>
                    <a:gd name="T14" fmla="*/ 16773 w 44"/>
                    <a:gd name="T15" fmla="*/ 71400 h 147"/>
                    <a:gd name="T16" fmla="*/ 16773 w 44"/>
                    <a:gd name="T17" fmla="*/ 69300 h 147"/>
                    <a:gd name="T18" fmla="*/ 14677 w 44"/>
                    <a:gd name="T19" fmla="*/ 68250 h 147"/>
                    <a:gd name="T20" fmla="*/ 10483 w 44"/>
                    <a:gd name="T21" fmla="*/ 69300 h 147"/>
                    <a:gd name="T22" fmla="*/ 4193 w 44"/>
                    <a:gd name="T23" fmla="*/ 75600 h 147"/>
                    <a:gd name="T24" fmla="*/ 0 w 44"/>
                    <a:gd name="T25" fmla="*/ 72450 h 147"/>
                    <a:gd name="T26" fmla="*/ 19918 w 44"/>
                    <a:gd name="T27" fmla="*/ 52500 h 147"/>
                    <a:gd name="T28" fmla="*/ 33547 w 44"/>
                    <a:gd name="T29" fmla="*/ 45150 h 147"/>
                    <a:gd name="T30" fmla="*/ 38789 w 44"/>
                    <a:gd name="T31" fmla="*/ 47250 h 147"/>
                    <a:gd name="T32" fmla="*/ 40885 w 44"/>
                    <a:gd name="T33" fmla="*/ 53550 h 147"/>
                    <a:gd name="T34" fmla="*/ 36692 w 44"/>
                    <a:gd name="T35" fmla="*/ 79799 h 147"/>
                    <a:gd name="T36" fmla="*/ 34595 w 44"/>
                    <a:gd name="T37" fmla="*/ 91349 h 147"/>
                    <a:gd name="T38" fmla="*/ 31450 w 44"/>
                    <a:gd name="T39" fmla="*/ 115499 h 147"/>
                    <a:gd name="T40" fmla="*/ 29354 w 44"/>
                    <a:gd name="T41" fmla="*/ 125999 h 147"/>
                    <a:gd name="T42" fmla="*/ 30402 w 44"/>
                    <a:gd name="T43" fmla="*/ 130199 h 147"/>
                    <a:gd name="T44" fmla="*/ 32499 w 44"/>
                    <a:gd name="T45" fmla="*/ 131249 h 147"/>
                    <a:gd name="T46" fmla="*/ 36692 w 44"/>
                    <a:gd name="T47" fmla="*/ 129149 h 147"/>
                    <a:gd name="T48" fmla="*/ 42982 w 44"/>
                    <a:gd name="T49" fmla="*/ 122849 h 147"/>
                    <a:gd name="T50" fmla="*/ 35644 w 44"/>
                    <a:gd name="T51" fmla="*/ 0 h 147"/>
                    <a:gd name="T52" fmla="*/ 42982 w 44"/>
                    <a:gd name="T53" fmla="*/ 3150 h 147"/>
                    <a:gd name="T54" fmla="*/ 46127 w 44"/>
                    <a:gd name="T55" fmla="*/ 10500 h 147"/>
                    <a:gd name="T56" fmla="*/ 41934 w 44"/>
                    <a:gd name="T57" fmla="*/ 23100 h 147"/>
                    <a:gd name="T58" fmla="*/ 32499 w 44"/>
                    <a:gd name="T59" fmla="*/ 28350 h 147"/>
                    <a:gd name="T60" fmla="*/ 24112 w 44"/>
                    <a:gd name="T61" fmla="*/ 25200 h 147"/>
                    <a:gd name="T62" fmla="*/ 22018 w 44"/>
                    <a:gd name="T63" fmla="*/ 16800 h 147"/>
                    <a:gd name="T64" fmla="*/ 26209 w 44"/>
                    <a:gd name="T65" fmla="*/ 5250 h 147"/>
                    <a:gd name="T66" fmla="*/ 35644 w 44"/>
                    <a:gd name="T67" fmla="*/ 0 h 14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44" h="147">
                      <a:moveTo>
                        <a:pt x="41" y="117"/>
                      </a:moveTo>
                      <a:cubicBezTo>
                        <a:pt x="44" y="120"/>
                        <a:pt x="44" y="120"/>
                        <a:pt x="44" y="120"/>
                      </a:cubicBezTo>
                      <a:cubicBezTo>
                        <a:pt x="38" y="129"/>
                        <a:pt x="32" y="135"/>
                        <a:pt x="26" y="140"/>
                      </a:cubicBezTo>
                      <a:cubicBezTo>
                        <a:pt x="20" y="145"/>
                        <a:pt x="16" y="147"/>
                        <a:pt x="12" y="147"/>
                      </a:cubicBezTo>
                      <a:cubicBezTo>
                        <a:pt x="10" y="147"/>
                        <a:pt x="8" y="147"/>
                        <a:pt x="7" y="145"/>
                      </a:cubicBezTo>
                      <a:cubicBezTo>
                        <a:pt x="6" y="144"/>
                        <a:pt x="6" y="141"/>
                        <a:pt x="6" y="138"/>
                      </a:cubicBezTo>
                      <a:cubicBezTo>
                        <a:pt x="6" y="131"/>
                        <a:pt x="7" y="119"/>
                        <a:pt x="11" y="103"/>
                      </a:cubicBezTo>
                      <a:cubicBezTo>
                        <a:pt x="15" y="87"/>
                        <a:pt x="16" y="75"/>
                        <a:pt x="16" y="68"/>
                      </a:cubicBezTo>
                      <a:cubicBezTo>
                        <a:pt x="16" y="67"/>
                        <a:pt x="16" y="66"/>
                        <a:pt x="16" y="66"/>
                      </a:cubicBezTo>
                      <a:cubicBezTo>
                        <a:pt x="15" y="65"/>
                        <a:pt x="15" y="65"/>
                        <a:pt x="14" y="65"/>
                      </a:cubicBezTo>
                      <a:cubicBezTo>
                        <a:pt x="13" y="65"/>
                        <a:pt x="12" y="65"/>
                        <a:pt x="10" y="66"/>
                      </a:cubicBezTo>
                      <a:cubicBezTo>
                        <a:pt x="8" y="68"/>
                        <a:pt x="6" y="70"/>
                        <a:pt x="4" y="72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7" y="61"/>
                        <a:pt x="13" y="55"/>
                        <a:pt x="19" y="50"/>
                      </a:cubicBezTo>
                      <a:cubicBezTo>
                        <a:pt x="25" y="46"/>
                        <a:pt x="29" y="43"/>
                        <a:pt x="32" y="43"/>
                      </a:cubicBezTo>
                      <a:cubicBezTo>
                        <a:pt x="34" y="43"/>
                        <a:pt x="36" y="44"/>
                        <a:pt x="37" y="45"/>
                      </a:cubicBezTo>
                      <a:cubicBezTo>
                        <a:pt x="38" y="47"/>
                        <a:pt x="39" y="49"/>
                        <a:pt x="39" y="51"/>
                      </a:cubicBezTo>
                      <a:cubicBezTo>
                        <a:pt x="39" y="54"/>
                        <a:pt x="37" y="62"/>
                        <a:pt x="35" y="76"/>
                      </a:cubicBezTo>
                      <a:cubicBezTo>
                        <a:pt x="34" y="81"/>
                        <a:pt x="34" y="84"/>
                        <a:pt x="33" y="87"/>
                      </a:cubicBezTo>
                      <a:cubicBezTo>
                        <a:pt x="32" y="96"/>
                        <a:pt x="30" y="104"/>
                        <a:pt x="30" y="110"/>
                      </a:cubicBezTo>
                      <a:cubicBezTo>
                        <a:pt x="29" y="116"/>
                        <a:pt x="28" y="119"/>
                        <a:pt x="28" y="120"/>
                      </a:cubicBezTo>
                      <a:cubicBezTo>
                        <a:pt x="28" y="122"/>
                        <a:pt x="28" y="123"/>
                        <a:pt x="29" y="124"/>
                      </a:cubicBezTo>
                      <a:cubicBezTo>
                        <a:pt x="29" y="125"/>
                        <a:pt x="30" y="125"/>
                        <a:pt x="31" y="125"/>
                      </a:cubicBezTo>
                      <a:cubicBezTo>
                        <a:pt x="32" y="125"/>
                        <a:pt x="34" y="124"/>
                        <a:pt x="35" y="123"/>
                      </a:cubicBezTo>
                      <a:cubicBezTo>
                        <a:pt x="37" y="122"/>
                        <a:pt x="39" y="120"/>
                        <a:pt x="41" y="117"/>
                      </a:cubicBezTo>
                      <a:close/>
                      <a:moveTo>
                        <a:pt x="34" y="0"/>
                      </a:moveTo>
                      <a:cubicBezTo>
                        <a:pt x="37" y="0"/>
                        <a:pt x="40" y="1"/>
                        <a:pt x="41" y="3"/>
                      </a:cubicBezTo>
                      <a:cubicBezTo>
                        <a:pt x="43" y="5"/>
                        <a:pt x="44" y="7"/>
                        <a:pt x="44" y="10"/>
                      </a:cubicBezTo>
                      <a:cubicBezTo>
                        <a:pt x="44" y="15"/>
                        <a:pt x="43" y="19"/>
                        <a:pt x="40" y="22"/>
                      </a:cubicBezTo>
                      <a:cubicBezTo>
                        <a:pt x="38" y="25"/>
                        <a:pt x="34" y="27"/>
                        <a:pt x="31" y="27"/>
                      </a:cubicBezTo>
                      <a:cubicBezTo>
                        <a:pt x="28" y="27"/>
                        <a:pt x="25" y="26"/>
                        <a:pt x="23" y="24"/>
                      </a:cubicBezTo>
                      <a:cubicBezTo>
                        <a:pt x="22" y="22"/>
                        <a:pt x="21" y="19"/>
                        <a:pt x="21" y="16"/>
                      </a:cubicBezTo>
                      <a:cubicBezTo>
                        <a:pt x="21" y="12"/>
                        <a:pt x="22" y="8"/>
                        <a:pt x="25" y="5"/>
                      </a:cubicBezTo>
                      <a:cubicBezTo>
                        <a:pt x="28" y="2"/>
                        <a:pt x="31" y="0"/>
                        <a:pt x="34" y="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63" name="Freeform 16"/>
                <p:cNvSpPr>
                  <a:spLocks noEditPoints="1"/>
                </p:cNvSpPr>
                <p:nvPr/>
              </p:nvSpPr>
              <p:spPr bwMode="auto">
                <a:xfrm>
                  <a:off x="980608" y="2248535"/>
                  <a:ext cx="216000" cy="216443"/>
                </a:xfrm>
                <a:custGeom>
                  <a:avLst/>
                  <a:gdLst>
                    <a:gd name="T0" fmla="*/ 0 w 206"/>
                    <a:gd name="T1" fmla="*/ 108222 h 206"/>
                    <a:gd name="T2" fmla="*/ 108000 w 206"/>
                    <a:gd name="T3" fmla="*/ 0 h 206"/>
                    <a:gd name="T4" fmla="*/ 108000 w 206"/>
                    <a:gd name="T5" fmla="*/ 0 h 206"/>
                    <a:gd name="T6" fmla="*/ 216000 w 206"/>
                    <a:gd name="T7" fmla="*/ 108222 h 206"/>
                    <a:gd name="T8" fmla="*/ 216000 w 206"/>
                    <a:gd name="T9" fmla="*/ 108222 h 206"/>
                    <a:gd name="T10" fmla="*/ 216000 w 206"/>
                    <a:gd name="T11" fmla="*/ 108222 h 206"/>
                    <a:gd name="T12" fmla="*/ 108000 w 206"/>
                    <a:gd name="T13" fmla="*/ 216443 h 206"/>
                    <a:gd name="T14" fmla="*/ 108000 w 206"/>
                    <a:gd name="T15" fmla="*/ 216443 h 206"/>
                    <a:gd name="T16" fmla="*/ 0 w 206"/>
                    <a:gd name="T17" fmla="*/ 108222 h 206"/>
                    <a:gd name="T18" fmla="*/ 41942 w 206"/>
                    <a:gd name="T19" fmla="*/ 42028 h 206"/>
                    <a:gd name="T20" fmla="*/ 13631 w 206"/>
                    <a:gd name="T21" fmla="*/ 108222 h 206"/>
                    <a:gd name="T22" fmla="*/ 13631 w 206"/>
                    <a:gd name="T23" fmla="*/ 108222 h 206"/>
                    <a:gd name="T24" fmla="*/ 41942 w 206"/>
                    <a:gd name="T25" fmla="*/ 175466 h 206"/>
                    <a:gd name="T26" fmla="*/ 41942 w 206"/>
                    <a:gd name="T27" fmla="*/ 175466 h 206"/>
                    <a:gd name="T28" fmla="*/ 108000 w 206"/>
                    <a:gd name="T29" fmla="*/ 202784 h 206"/>
                    <a:gd name="T30" fmla="*/ 108000 w 206"/>
                    <a:gd name="T31" fmla="*/ 202784 h 206"/>
                    <a:gd name="T32" fmla="*/ 174058 w 206"/>
                    <a:gd name="T33" fmla="*/ 175466 h 206"/>
                    <a:gd name="T34" fmla="*/ 174058 w 206"/>
                    <a:gd name="T35" fmla="*/ 175466 h 206"/>
                    <a:gd name="T36" fmla="*/ 201320 w 206"/>
                    <a:gd name="T37" fmla="*/ 108222 h 206"/>
                    <a:gd name="T38" fmla="*/ 201320 w 206"/>
                    <a:gd name="T39" fmla="*/ 108222 h 206"/>
                    <a:gd name="T40" fmla="*/ 174058 w 206"/>
                    <a:gd name="T41" fmla="*/ 42028 h 206"/>
                    <a:gd name="T42" fmla="*/ 174058 w 206"/>
                    <a:gd name="T43" fmla="*/ 42028 h 206"/>
                    <a:gd name="T44" fmla="*/ 108000 w 206"/>
                    <a:gd name="T45" fmla="*/ 14710 h 206"/>
                    <a:gd name="T46" fmla="*/ 108000 w 206"/>
                    <a:gd name="T47" fmla="*/ 14710 h 206"/>
                    <a:gd name="T48" fmla="*/ 41942 w 206"/>
                    <a:gd name="T49" fmla="*/ 42028 h 20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206" h="206">
                      <a:moveTo>
                        <a:pt x="0" y="103"/>
                      </a:moveTo>
                      <a:cubicBezTo>
                        <a:pt x="0" y="46"/>
                        <a:pt x="46" y="0"/>
                        <a:pt x="103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60" y="0"/>
                        <a:pt x="206" y="46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60"/>
                        <a:pt x="160" y="206"/>
                        <a:pt x="103" y="206"/>
                      </a:cubicBezTo>
                      <a:cubicBezTo>
                        <a:pt x="103" y="206"/>
                        <a:pt x="103" y="206"/>
                        <a:pt x="103" y="206"/>
                      </a:cubicBezTo>
                      <a:cubicBezTo>
                        <a:pt x="46" y="206"/>
                        <a:pt x="0" y="160"/>
                        <a:pt x="0" y="103"/>
                      </a:cubicBezTo>
                      <a:close/>
                      <a:moveTo>
                        <a:pt x="40" y="40"/>
                      </a:moveTo>
                      <a:cubicBezTo>
                        <a:pt x="23" y="56"/>
                        <a:pt x="13" y="79"/>
                        <a:pt x="13" y="103"/>
                      </a:cubicBezTo>
                      <a:cubicBezTo>
                        <a:pt x="13" y="103"/>
                        <a:pt x="13" y="103"/>
                        <a:pt x="13" y="103"/>
                      </a:cubicBezTo>
                      <a:cubicBezTo>
                        <a:pt x="13" y="128"/>
                        <a:pt x="23" y="150"/>
                        <a:pt x="40" y="167"/>
                      </a:cubicBezTo>
                      <a:cubicBezTo>
                        <a:pt x="40" y="167"/>
                        <a:pt x="40" y="167"/>
                        <a:pt x="40" y="167"/>
                      </a:cubicBezTo>
                      <a:cubicBezTo>
                        <a:pt x="56" y="183"/>
                        <a:pt x="78" y="193"/>
                        <a:pt x="103" y="193"/>
                      </a:cubicBezTo>
                      <a:cubicBezTo>
                        <a:pt x="103" y="193"/>
                        <a:pt x="103" y="193"/>
                        <a:pt x="103" y="193"/>
                      </a:cubicBezTo>
                      <a:cubicBezTo>
                        <a:pt x="128" y="193"/>
                        <a:pt x="150" y="183"/>
                        <a:pt x="166" y="167"/>
                      </a:cubicBezTo>
                      <a:cubicBezTo>
                        <a:pt x="166" y="167"/>
                        <a:pt x="166" y="167"/>
                        <a:pt x="166" y="167"/>
                      </a:cubicBezTo>
                      <a:cubicBezTo>
                        <a:pt x="182" y="150"/>
                        <a:pt x="192" y="128"/>
                        <a:pt x="192" y="103"/>
                      </a:cubicBezTo>
                      <a:cubicBezTo>
                        <a:pt x="192" y="103"/>
                        <a:pt x="192" y="103"/>
                        <a:pt x="192" y="103"/>
                      </a:cubicBezTo>
                      <a:cubicBezTo>
                        <a:pt x="192" y="79"/>
                        <a:pt x="182" y="56"/>
                        <a:pt x="166" y="40"/>
                      </a:cubicBezTo>
                      <a:cubicBezTo>
                        <a:pt x="166" y="40"/>
                        <a:pt x="166" y="40"/>
                        <a:pt x="166" y="40"/>
                      </a:cubicBezTo>
                      <a:cubicBezTo>
                        <a:pt x="150" y="24"/>
                        <a:pt x="128" y="14"/>
                        <a:pt x="103" y="14"/>
                      </a:cubicBezTo>
                      <a:cubicBezTo>
                        <a:pt x="103" y="14"/>
                        <a:pt x="103" y="14"/>
                        <a:pt x="103" y="14"/>
                      </a:cubicBezTo>
                      <a:cubicBezTo>
                        <a:pt x="78" y="14"/>
                        <a:pt x="56" y="24"/>
                        <a:pt x="40" y="4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61" name="文本框 117"/>
              <p:cNvSpPr txBox="1">
                <a:spLocks noChangeArrowheads="1"/>
              </p:cNvSpPr>
              <p:nvPr/>
            </p:nvSpPr>
            <p:spPr bwMode="auto">
              <a:xfrm>
                <a:off x="1255541" y="1870075"/>
                <a:ext cx="30999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zh-CN" altLang="en-US" b="1" dirty="0">
                    <a:solidFill>
                      <a:srgbClr val="1D495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內</a:t>
                </a:r>
                <a:r>
                  <a:rPr lang="zh-CN" altLang="en-US" b="1" dirty="0" smtClean="0">
                    <a:solidFill>
                      <a:srgbClr val="1D495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置事件參數</a:t>
                </a:r>
                <a:endParaRPr lang="zh-CN" altLang="en-US" b="1" dirty="0">
                  <a:solidFill>
                    <a:srgbClr val="1D495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7359" name="矩形 115"/>
            <p:cNvSpPr>
              <a:spLocks noChangeArrowheads="1"/>
            </p:cNvSpPr>
            <p:nvPr/>
          </p:nvSpPr>
          <p:spPr bwMode="auto">
            <a:xfrm>
              <a:off x="1333792" y="2532644"/>
              <a:ext cx="3157252" cy="861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方法使用事件類型時，才需要在事件方法定義中指定事件參數。</a:t>
              </a:r>
              <a:endParaRPr lang="en-US" altLang="zh-CN" sz="1600" dirty="0" smtClean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Tx/>
                <a:buNone/>
              </a:pPr>
              <a:r>
                <a:rPr lang="en-US" altLang="zh-CN" sz="1600" dirty="0"/>
                <a:t> </a:t>
              </a:r>
              <a:r>
                <a:rPr lang="en-US" altLang="zh-CN" sz="1600" dirty="0" err="1">
                  <a:hlinkClick r:id="rId3"/>
                </a:rPr>
                <a:t>MouseEventArgs</a:t>
              </a:r>
              <a:endParaRPr lang="zh-CN" altLang="en-US" sz="160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350" name="组合 120"/>
          <p:cNvGrpSpPr>
            <a:grpSpLocks/>
          </p:cNvGrpSpPr>
          <p:nvPr/>
        </p:nvGrpSpPr>
        <p:grpSpPr bwMode="auto">
          <a:xfrm>
            <a:off x="8432799" y="4691061"/>
            <a:ext cx="3620209" cy="1732190"/>
            <a:chOff x="1230207" y="2124531"/>
            <a:chExt cx="3620064" cy="1731176"/>
          </a:xfrm>
        </p:grpSpPr>
        <p:grpSp>
          <p:nvGrpSpPr>
            <p:cNvPr id="57352" name="组合 121"/>
            <p:cNvGrpSpPr>
              <a:grpSpLocks/>
            </p:cNvGrpSpPr>
            <p:nvPr/>
          </p:nvGrpSpPr>
          <p:grpSpPr bwMode="auto">
            <a:xfrm>
              <a:off x="1230207" y="2124531"/>
              <a:ext cx="3374889" cy="369332"/>
              <a:chOff x="980608" y="1870075"/>
              <a:chExt cx="3374889" cy="369332"/>
            </a:xfrm>
          </p:grpSpPr>
          <p:grpSp>
            <p:nvGrpSpPr>
              <p:cNvPr id="57354" name="组合 123"/>
              <p:cNvGrpSpPr>
                <a:grpSpLocks/>
              </p:cNvGrpSpPr>
              <p:nvPr/>
            </p:nvGrpSpPr>
            <p:grpSpPr bwMode="auto">
              <a:xfrm>
                <a:off x="980608" y="1948657"/>
                <a:ext cx="216000" cy="216443"/>
                <a:chOff x="980608" y="2248535"/>
                <a:chExt cx="216000" cy="216443"/>
              </a:xfrm>
            </p:grpSpPr>
            <p:sp>
              <p:nvSpPr>
                <p:cNvPr id="57356" name="Freeform 15"/>
                <p:cNvSpPr>
                  <a:spLocks noEditPoints="1"/>
                </p:cNvSpPr>
                <p:nvPr/>
              </p:nvSpPr>
              <p:spPr bwMode="auto">
                <a:xfrm>
                  <a:off x="1061331" y="2279139"/>
                  <a:ext cx="46127" cy="154349"/>
                </a:xfrm>
                <a:custGeom>
                  <a:avLst/>
                  <a:gdLst>
                    <a:gd name="T0" fmla="*/ 42982 w 44"/>
                    <a:gd name="T1" fmla="*/ 122849 h 147"/>
                    <a:gd name="T2" fmla="*/ 46127 w 44"/>
                    <a:gd name="T3" fmla="*/ 125999 h 147"/>
                    <a:gd name="T4" fmla="*/ 27257 w 44"/>
                    <a:gd name="T5" fmla="*/ 146999 h 147"/>
                    <a:gd name="T6" fmla="*/ 12580 w 44"/>
                    <a:gd name="T7" fmla="*/ 154349 h 147"/>
                    <a:gd name="T8" fmla="*/ 7338 w 44"/>
                    <a:gd name="T9" fmla="*/ 152249 h 147"/>
                    <a:gd name="T10" fmla="*/ 6290 w 44"/>
                    <a:gd name="T11" fmla="*/ 144899 h 147"/>
                    <a:gd name="T12" fmla="*/ 11532 w 44"/>
                    <a:gd name="T13" fmla="*/ 108149 h 147"/>
                    <a:gd name="T14" fmla="*/ 16773 w 44"/>
                    <a:gd name="T15" fmla="*/ 71400 h 147"/>
                    <a:gd name="T16" fmla="*/ 16773 w 44"/>
                    <a:gd name="T17" fmla="*/ 69300 h 147"/>
                    <a:gd name="T18" fmla="*/ 14677 w 44"/>
                    <a:gd name="T19" fmla="*/ 68250 h 147"/>
                    <a:gd name="T20" fmla="*/ 10483 w 44"/>
                    <a:gd name="T21" fmla="*/ 69300 h 147"/>
                    <a:gd name="T22" fmla="*/ 4193 w 44"/>
                    <a:gd name="T23" fmla="*/ 75600 h 147"/>
                    <a:gd name="T24" fmla="*/ 0 w 44"/>
                    <a:gd name="T25" fmla="*/ 72450 h 147"/>
                    <a:gd name="T26" fmla="*/ 19918 w 44"/>
                    <a:gd name="T27" fmla="*/ 52500 h 147"/>
                    <a:gd name="T28" fmla="*/ 33547 w 44"/>
                    <a:gd name="T29" fmla="*/ 45150 h 147"/>
                    <a:gd name="T30" fmla="*/ 38789 w 44"/>
                    <a:gd name="T31" fmla="*/ 47250 h 147"/>
                    <a:gd name="T32" fmla="*/ 40885 w 44"/>
                    <a:gd name="T33" fmla="*/ 53550 h 147"/>
                    <a:gd name="T34" fmla="*/ 36692 w 44"/>
                    <a:gd name="T35" fmla="*/ 79799 h 147"/>
                    <a:gd name="T36" fmla="*/ 34595 w 44"/>
                    <a:gd name="T37" fmla="*/ 91349 h 147"/>
                    <a:gd name="T38" fmla="*/ 31450 w 44"/>
                    <a:gd name="T39" fmla="*/ 115499 h 147"/>
                    <a:gd name="T40" fmla="*/ 29354 w 44"/>
                    <a:gd name="T41" fmla="*/ 125999 h 147"/>
                    <a:gd name="T42" fmla="*/ 30402 w 44"/>
                    <a:gd name="T43" fmla="*/ 130199 h 147"/>
                    <a:gd name="T44" fmla="*/ 32499 w 44"/>
                    <a:gd name="T45" fmla="*/ 131249 h 147"/>
                    <a:gd name="T46" fmla="*/ 36692 w 44"/>
                    <a:gd name="T47" fmla="*/ 129149 h 147"/>
                    <a:gd name="T48" fmla="*/ 42982 w 44"/>
                    <a:gd name="T49" fmla="*/ 122849 h 147"/>
                    <a:gd name="T50" fmla="*/ 35644 w 44"/>
                    <a:gd name="T51" fmla="*/ 0 h 147"/>
                    <a:gd name="T52" fmla="*/ 42982 w 44"/>
                    <a:gd name="T53" fmla="*/ 3150 h 147"/>
                    <a:gd name="T54" fmla="*/ 46127 w 44"/>
                    <a:gd name="T55" fmla="*/ 10500 h 147"/>
                    <a:gd name="T56" fmla="*/ 41934 w 44"/>
                    <a:gd name="T57" fmla="*/ 23100 h 147"/>
                    <a:gd name="T58" fmla="*/ 32499 w 44"/>
                    <a:gd name="T59" fmla="*/ 28350 h 147"/>
                    <a:gd name="T60" fmla="*/ 24112 w 44"/>
                    <a:gd name="T61" fmla="*/ 25200 h 147"/>
                    <a:gd name="T62" fmla="*/ 22018 w 44"/>
                    <a:gd name="T63" fmla="*/ 16800 h 147"/>
                    <a:gd name="T64" fmla="*/ 26209 w 44"/>
                    <a:gd name="T65" fmla="*/ 5250 h 147"/>
                    <a:gd name="T66" fmla="*/ 35644 w 44"/>
                    <a:gd name="T67" fmla="*/ 0 h 14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44" h="147">
                      <a:moveTo>
                        <a:pt x="41" y="117"/>
                      </a:moveTo>
                      <a:cubicBezTo>
                        <a:pt x="44" y="120"/>
                        <a:pt x="44" y="120"/>
                        <a:pt x="44" y="120"/>
                      </a:cubicBezTo>
                      <a:cubicBezTo>
                        <a:pt x="38" y="129"/>
                        <a:pt x="32" y="135"/>
                        <a:pt x="26" y="140"/>
                      </a:cubicBezTo>
                      <a:cubicBezTo>
                        <a:pt x="20" y="145"/>
                        <a:pt x="16" y="147"/>
                        <a:pt x="12" y="147"/>
                      </a:cubicBezTo>
                      <a:cubicBezTo>
                        <a:pt x="10" y="147"/>
                        <a:pt x="8" y="147"/>
                        <a:pt x="7" y="145"/>
                      </a:cubicBezTo>
                      <a:cubicBezTo>
                        <a:pt x="6" y="144"/>
                        <a:pt x="6" y="141"/>
                        <a:pt x="6" y="138"/>
                      </a:cubicBezTo>
                      <a:cubicBezTo>
                        <a:pt x="6" y="131"/>
                        <a:pt x="7" y="119"/>
                        <a:pt x="11" y="103"/>
                      </a:cubicBezTo>
                      <a:cubicBezTo>
                        <a:pt x="15" y="87"/>
                        <a:pt x="16" y="75"/>
                        <a:pt x="16" y="68"/>
                      </a:cubicBezTo>
                      <a:cubicBezTo>
                        <a:pt x="16" y="67"/>
                        <a:pt x="16" y="66"/>
                        <a:pt x="16" y="66"/>
                      </a:cubicBezTo>
                      <a:cubicBezTo>
                        <a:pt x="15" y="65"/>
                        <a:pt x="15" y="65"/>
                        <a:pt x="14" y="65"/>
                      </a:cubicBezTo>
                      <a:cubicBezTo>
                        <a:pt x="13" y="65"/>
                        <a:pt x="12" y="65"/>
                        <a:pt x="10" y="66"/>
                      </a:cubicBezTo>
                      <a:cubicBezTo>
                        <a:pt x="8" y="68"/>
                        <a:pt x="6" y="70"/>
                        <a:pt x="4" y="72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7" y="61"/>
                        <a:pt x="13" y="55"/>
                        <a:pt x="19" y="50"/>
                      </a:cubicBezTo>
                      <a:cubicBezTo>
                        <a:pt x="25" y="46"/>
                        <a:pt x="29" y="43"/>
                        <a:pt x="32" y="43"/>
                      </a:cubicBezTo>
                      <a:cubicBezTo>
                        <a:pt x="34" y="43"/>
                        <a:pt x="36" y="44"/>
                        <a:pt x="37" y="45"/>
                      </a:cubicBezTo>
                      <a:cubicBezTo>
                        <a:pt x="38" y="47"/>
                        <a:pt x="39" y="49"/>
                        <a:pt x="39" y="51"/>
                      </a:cubicBezTo>
                      <a:cubicBezTo>
                        <a:pt x="39" y="54"/>
                        <a:pt x="37" y="62"/>
                        <a:pt x="35" y="76"/>
                      </a:cubicBezTo>
                      <a:cubicBezTo>
                        <a:pt x="34" y="81"/>
                        <a:pt x="34" y="84"/>
                        <a:pt x="33" y="87"/>
                      </a:cubicBezTo>
                      <a:cubicBezTo>
                        <a:pt x="32" y="96"/>
                        <a:pt x="30" y="104"/>
                        <a:pt x="30" y="110"/>
                      </a:cubicBezTo>
                      <a:cubicBezTo>
                        <a:pt x="29" y="116"/>
                        <a:pt x="28" y="119"/>
                        <a:pt x="28" y="120"/>
                      </a:cubicBezTo>
                      <a:cubicBezTo>
                        <a:pt x="28" y="122"/>
                        <a:pt x="28" y="123"/>
                        <a:pt x="29" y="124"/>
                      </a:cubicBezTo>
                      <a:cubicBezTo>
                        <a:pt x="29" y="125"/>
                        <a:pt x="30" y="125"/>
                        <a:pt x="31" y="125"/>
                      </a:cubicBezTo>
                      <a:cubicBezTo>
                        <a:pt x="32" y="125"/>
                        <a:pt x="34" y="124"/>
                        <a:pt x="35" y="123"/>
                      </a:cubicBezTo>
                      <a:cubicBezTo>
                        <a:pt x="37" y="122"/>
                        <a:pt x="39" y="120"/>
                        <a:pt x="41" y="117"/>
                      </a:cubicBezTo>
                      <a:close/>
                      <a:moveTo>
                        <a:pt x="34" y="0"/>
                      </a:moveTo>
                      <a:cubicBezTo>
                        <a:pt x="37" y="0"/>
                        <a:pt x="40" y="1"/>
                        <a:pt x="41" y="3"/>
                      </a:cubicBezTo>
                      <a:cubicBezTo>
                        <a:pt x="43" y="5"/>
                        <a:pt x="44" y="7"/>
                        <a:pt x="44" y="10"/>
                      </a:cubicBezTo>
                      <a:cubicBezTo>
                        <a:pt x="44" y="15"/>
                        <a:pt x="43" y="19"/>
                        <a:pt x="40" y="22"/>
                      </a:cubicBezTo>
                      <a:cubicBezTo>
                        <a:pt x="38" y="25"/>
                        <a:pt x="34" y="27"/>
                        <a:pt x="31" y="27"/>
                      </a:cubicBezTo>
                      <a:cubicBezTo>
                        <a:pt x="28" y="27"/>
                        <a:pt x="25" y="26"/>
                        <a:pt x="23" y="24"/>
                      </a:cubicBezTo>
                      <a:cubicBezTo>
                        <a:pt x="22" y="22"/>
                        <a:pt x="21" y="19"/>
                        <a:pt x="21" y="16"/>
                      </a:cubicBezTo>
                      <a:cubicBezTo>
                        <a:pt x="21" y="12"/>
                        <a:pt x="22" y="8"/>
                        <a:pt x="25" y="5"/>
                      </a:cubicBezTo>
                      <a:cubicBezTo>
                        <a:pt x="28" y="2"/>
                        <a:pt x="31" y="0"/>
                        <a:pt x="34" y="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57" name="Freeform 16"/>
                <p:cNvSpPr>
                  <a:spLocks noEditPoints="1"/>
                </p:cNvSpPr>
                <p:nvPr/>
              </p:nvSpPr>
              <p:spPr bwMode="auto">
                <a:xfrm>
                  <a:off x="980608" y="2248535"/>
                  <a:ext cx="216000" cy="216443"/>
                </a:xfrm>
                <a:custGeom>
                  <a:avLst/>
                  <a:gdLst>
                    <a:gd name="T0" fmla="*/ 0 w 206"/>
                    <a:gd name="T1" fmla="*/ 108222 h 206"/>
                    <a:gd name="T2" fmla="*/ 108000 w 206"/>
                    <a:gd name="T3" fmla="*/ 0 h 206"/>
                    <a:gd name="T4" fmla="*/ 108000 w 206"/>
                    <a:gd name="T5" fmla="*/ 0 h 206"/>
                    <a:gd name="T6" fmla="*/ 216000 w 206"/>
                    <a:gd name="T7" fmla="*/ 108222 h 206"/>
                    <a:gd name="T8" fmla="*/ 216000 w 206"/>
                    <a:gd name="T9" fmla="*/ 108222 h 206"/>
                    <a:gd name="T10" fmla="*/ 216000 w 206"/>
                    <a:gd name="T11" fmla="*/ 108222 h 206"/>
                    <a:gd name="T12" fmla="*/ 108000 w 206"/>
                    <a:gd name="T13" fmla="*/ 216443 h 206"/>
                    <a:gd name="T14" fmla="*/ 108000 w 206"/>
                    <a:gd name="T15" fmla="*/ 216443 h 206"/>
                    <a:gd name="T16" fmla="*/ 0 w 206"/>
                    <a:gd name="T17" fmla="*/ 108222 h 206"/>
                    <a:gd name="T18" fmla="*/ 41942 w 206"/>
                    <a:gd name="T19" fmla="*/ 42028 h 206"/>
                    <a:gd name="T20" fmla="*/ 13631 w 206"/>
                    <a:gd name="T21" fmla="*/ 108222 h 206"/>
                    <a:gd name="T22" fmla="*/ 13631 w 206"/>
                    <a:gd name="T23" fmla="*/ 108222 h 206"/>
                    <a:gd name="T24" fmla="*/ 41942 w 206"/>
                    <a:gd name="T25" fmla="*/ 175466 h 206"/>
                    <a:gd name="T26" fmla="*/ 41942 w 206"/>
                    <a:gd name="T27" fmla="*/ 175466 h 206"/>
                    <a:gd name="T28" fmla="*/ 108000 w 206"/>
                    <a:gd name="T29" fmla="*/ 202784 h 206"/>
                    <a:gd name="T30" fmla="*/ 108000 w 206"/>
                    <a:gd name="T31" fmla="*/ 202784 h 206"/>
                    <a:gd name="T32" fmla="*/ 174058 w 206"/>
                    <a:gd name="T33" fmla="*/ 175466 h 206"/>
                    <a:gd name="T34" fmla="*/ 174058 w 206"/>
                    <a:gd name="T35" fmla="*/ 175466 h 206"/>
                    <a:gd name="T36" fmla="*/ 201320 w 206"/>
                    <a:gd name="T37" fmla="*/ 108222 h 206"/>
                    <a:gd name="T38" fmla="*/ 201320 w 206"/>
                    <a:gd name="T39" fmla="*/ 108222 h 206"/>
                    <a:gd name="T40" fmla="*/ 174058 w 206"/>
                    <a:gd name="T41" fmla="*/ 42028 h 206"/>
                    <a:gd name="T42" fmla="*/ 174058 w 206"/>
                    <a:gd name="T43" fmla="*/ 42028 h 206"/>
                    <a:gd name="T44" fmla="*/ 108000 w 206"/>
                    <a:gd name="T45" fmla="*/ 14710 h 206"/>
                    <a:gd name="T46" fmla="*/ 108000 w 206"/>
                    <a:gd name="T47" fmla="*/ 14710 h 206"/>
                    <a:gd name="T48" fmla="*/ 41942 w 206"/>
                    <a:gd name="T49" fmla="*/ 42028 h 20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206" h="206">
                      <a:moveTo>
                        <a:pt x="0" y="103"/>
                      </a:moveTo>
                      <a:cubicBezTo>
                        <a:pt x="0" y="46"/>
                        <a:pt x="46" y="0"/>
                        <a:pt x="103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60" y="0"/>
                        <a:pt x="206" y="46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03"/>
                        <a:pt x="206" y="103"/>
                        <a:pt x="206" y="103"/>
                      </a:cubicBezTo>
                      <a:cubicBezTo>
                        <a:pt x="206" y="160"/>
                        <a:pt x="160" y="206"/>
                        <a:pt x="103" y="206"/>
                      </a:cubicBezTo>
                      <a:cubicBezTo>
                        <a:pt x="103" y="206"/>
                        <a:pt x="103" y="206"/>
                        <a:pt x="103" y="206"/>
                      </a:cubicBezTo>
                      <a:cubicBezTo>
                        <a:pt x="46" y="206"/>
                        <a:pt x="0" y="160"/>
                        <a:pt x="0" y="103"/>
                      </a:cubicBezTo>
                      <a:close/>
                      <a:moveTo>
                        <a:pt x="40" y="40"/>
                      </a:moveTo>
                      <a:cubicBezTo>
                        <a:pt x="23" y="56"/>
                        <a:pt x="13" y="79"/>
                        <a:pt x="13" y="103"/>
                      </a:cubicBezTo>
                      <a:cubicBezTo>
                        <a:pt x="13" y="103"/>
                        <a:pt x="13" y="103"/>
                        <a:pt x="13" y="103"/>
                      </a:cubicBezTo>
                      <a:cubicBezTo>
                        <a:pt x="13" y="128"/>
                        <a:pt x="23" y="150"/>
                        <a:pt x="40" y="167"/>
                      </a:cubicBezTo>
                      <a:cubicBezTo>
                        <a:pt x="40" y="167"/>
                        <a:pt x="40" y="167"/>
                        <a:pt x="40" y="167"/>
                      </a:cubicBezTo>
                      <a:cubicBezTo>
                        <a:pt x="56" y="183"/>
                        <a:pt x="78" y="193"/>
                        <a:pt x="103" y="193"/>
                      </a:cubicBezTo>
                      <a:cubicBezTo>
                        <a:pt x="103" y="193"/>
                        <a:pt x="103" y="193"/>
                        <a:pt x="103" y="193"/>
                      </a:cubicBezTo>
                      <a:cubicBezTo>
                        <a:pt x="128" y="193"/>
                        <a:pt x="150" y="183"/>
                        <a:pt x="166" y="167"/>
                      </a:cubicBezTo>
                      <a:cubicBezTo>
                        <a:pt x="166" y="167"/>
                        <a:pt x="166" y="167"/>
                        <a:pt x="166" y="167"/>
                      </a:cubicBezTo>
                      <a:cubicBezTo>
                        <a:pt x="182" y="150"/>
                        <a:pt x="192" y="128"/>
                        <a:pt x="192" y="103"/>
                      </a:cubicBezTo>
                      <a:cubicBezTo>
                        <a:pt x="192" y="103"/>
                        <a:pt x="192" y="103"/>
                        <a:pt x="192" y="103"/>
                      </a:cubicBezTo>
                      <a:cubicBezTo>
                        <a:pt x="192" y="79"/>
                        <a:pt x="182" y="56"/>
                        <a:pt x="166" y="40"/>
                      </a:cubicBezTo>
                      <a:cubicBezTo>
                        <a:pt x="166" y="40"/>
                        <a:pt x="166" y="40"/>
                        <a:pt x="166" y="40"/>
                      </a:cubicBezTo>
                      <a:cubicBezTo>
                        <a:pt x="150" y="24"/>
                        <a:pt x="128" y="14"/>
                        <a:pt x="103" y="14"/>
                      </a:cubicBezTo>
                      <a:cubicBezTo>
                        <a:pt x="103" y="14"/>
                        <a:pt x="103" y="14"/>
                        <a:pt x="103" y="14"/>
                      </a:cubicBezTo>
                      <a:cubicBezTo>
                        <a:pt x="78" y="14"/>
                        <a:pt x="56" y="24"/>
                        <a:pt x="40" y="40"/>
                      </a:cubicBezTo>
                      <a:close/>
                    </a:path>
                  </a:pathLst>
                </a:custGeom>
                <a:solidFill>
                  <a:srgbClr val="CF3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55" name="文本框 124"/>
              <p:cNvSpPr txBox="1">
                <a:spLocks noChangeArrowheads="1"/>
              </p:cNvSpPr>
              <p:nvPr/>
            </p:nvSpPr>
            <p:spPr bwMode="auto">
              <a:xfrm>
                <a:off x="1255541" y="1870075"/>
                <a:ext cx="30999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b="1" dirty="0" err="1" smtClean="0">
                    <a:solidFill>
                      <a:srgbClr val="1D495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EventCallback</a:t>
                </a:r>
                <a:endParaRPr lang="zh-CN" altLang="en-US" b="1" dirty="0">
                  <a:solidFill>
                    <a:srgbClr val="1D495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7353" name="矩形 122"/>
            <p:cNvSpPr>
              <a:spLocks noChangeArrowheads="1"/>
            </p:cNvSpPr>
            <p:nvPr/>
          </p:nvSpPr>
          <p:spPr bwMode="auto">
            <a:xfrm>
              <a:off x="1354888" y="2533043"/>
              <a:ext cx="3495383" cy="1322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①在子組件中聲明 </a:t>
              </a:r>
              <a:r>
                <a:rPr lang="en-US" altLang="zh-CN" sz="1600" dirty="0" err="1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EventCallback</a:t>
              </a:r>
              <a:endParaRPr lang="en-US" altLang="zh-CN" sz="1600" dirty="0" smtClean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Tx/>
                <a:buNone/>
              </a:pP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②在父組件中附加一個子組件的回調方法</a:t>
              </a:r>
              <a:endParaRPr lang="en-US" altLang="zh-CN" sz="1600" dirty="0" smtClean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Tx/>
                <a:buNone/>
              </a:pPr>
              <a:r>
                <a:rPr lang="zh-CN" altLang="en-US" sz="1600" dirty="0" smtClean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③子組件中使</a:t>
              </a:r>
              <a:r>
                <a:rPr lang="en-US" altLang="zh-CN" sz="1600" b="1" dirty="0" err="1" smtClean="0"/>
                <a:t>InvokeAsync</a:t>
              </a:r>
              <a:r>
                <a:rPr lang="en-US" altLang="zh-CN" sz="1600" b="1" dirty="0" smtClean="0"/>
                <a:t>(Object)</a:t>
              </a:r>
            </a:p>
            <a:p>
              <a:pPr eaLnBrk="1" hangingPunct="1">
                <a:buFontTx/>
                <a:buNone/>
              </a:pPr>
              <a:r>
                <a:rPr lang="zh-CN" altLang="en-US" sz="1600" b="1" dirty="0" smtClean="0"/>
                <a:t>調用父組件回調方法</a:t>
              </a:r>
              <a:r>
                <a:rPr lang="en-US" altLang="zh-CN" sz="1600" dirty="0"/>
                <a:t> </a:t>
              </a:r>
              <a:endParaRPr lang="zh-CN" altLang="en-US" sz="160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7351" name="TextBox 88"/>
          <p:cNvSpPr txBox="1">
            <a:spLocks noChangeArrowheads="1"/>
          </p:cNvSpPr>
          <p:nvPr/>
        </p:nvSpPr>
        <p:spPr bwMode="auto">
          <a:xfrm>
            <a:off x="1987550" y="541338"/>
            <a:ext cx="218916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6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事件處理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391" y="3423369"/>
            <a:ext cx="3563609" cy="914528"/>
          </a:xfrm>
          <a:prstGeom prst="rect">
            <a:avLst/>
          </a:prstGeom>
        </p:spPr>
      </p:pic>
    </p:spTree>
  </p:cSld>
  <p:clrMapOvr>
    <a:masterClrMapping/>
  </p:clrMapOvr>
  <p:transition spd="slow" advClick="0" advTm="512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90" name="TextBox 88"/>
          <p:cNvSpPr txBox="1">
            <a:spLocks noChangeArrowheads="1"/>
          </p:cNvSpPr>
          <p:nvPr/>
        </p:nvSpPr>
        <p:spPr bwMode="auto">
          <a:xfrm>
            <a:off x="1987550" y="541338"/>
            <a:ext cx="2997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 smtClean="0">
                <a:solidFill>
                  <a:srgbClr val="5D94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2.3-EventCallback</a:t>
            </a:r>
            <a:endParaRPr lang="zh-CN" altLang="en-US" sz="2600" dirty="0">
              <a:solidFill>
                <a:srgbClr val="5D94A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778" y="1263092"/>
            <a:ext cx="9145276" cy="5744377"/>
          </a:xfrm>
          <a:prstGeom prst="rect">
            <a:avLst/>
          </a:prstGeom>
        </p:spPr>
      </p:pic>
    </p:spTree>
  </p:cSld>
  <p:clrMapOvr>
    <a:masterClrMapping/>
  </p:clrMapOvr>
  <p:transition spd="slow" advClick="0" advTm="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2" name="TextBox 88"/>
          <p:cNvSpPr txBox="1">
            <a:spLocks noChangeArrowheads="1"/>
          </p:cNvSpPr>
          <p:nvPr/>
        </p:nvSpPr>
        <p:spPr bwMode="auto">
          <a:xfrm>
            <a:off x="1987550" y="541338"/>
            <a:ext cx="2997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5D94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2.3-EventCallback</a:t>
            </a:r>
            <a:endParaRPr lang="zh-CN" altLang="en-US" sz="2600" dirty="0">
              <a:solidFill>
                <a:srgbClr val="5D94A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890" y="1280246"/>
            <a:ext cx="9059539" cy="5885485"/>
          </a:xfrm>
          <a:prstGeom prst="rect">
            <a:avLst/>
          </a:prstGeom>
        </p:spPr>
      </p:pic>
    </p:spTree>
  </p:cSld>
  <p:clrMapOvr>
    <a:masterClrMapping/>
  </p:clrMapOvr>
  <p:transition spd="slow" advClick="0" advTm="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2" name="TextBox 88"/>
          <p:cNvSpPr txBox="1">
            <a:spLocks noChangeArrowheads="1"/>
          </p:cNvSpPr>
          <p:nvPr/>
        </p:nvSpPr>
        <p:spPr bwMode="auto">
          <a:xfrm>
            <a:off x="1987550" y="541338"/>
            <a:ext cx="214033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 smtClean="0">
                <a:solidFill>
                  <a:srgbClr val="5D94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 </a:t>
            </a:r>
            <a:r>
              <a:rPr lang="en-US" altLang="zh-CN" sz="2600" dirty="0" err="1" smtClean="0">
                <a:solidFill>
                  <a:srgbClr val="5D94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en-US" altLang="zh-CN" sz="2600" dirty="0" smtClean="0">
                <a:solidFill>
                  <a:srgbClr val="5D94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5D94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互操作</a:t>
            </a:r>
            <a:endParaRPr lang="zh-CN" altLang="en-US" sz="2600" dirty="0">
              <a:solidFill>
                <a:srgbClr val="5D94A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6086" y="1195727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@inject </a:t>
            </a:r>
            <a:r>
              <a:rPr lang="en-US" altLang="zh-CN" dirty="0" err="1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IJSRuntime</a:t>
            </a:r>
            <a:r>
              <a:rPr lang="en-US" altLang="zh-CN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JSRuntime</a:t>
            </a:r>
            <a:endParaRPr lang="zh-CN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86" y="2010926"/>
            <a:ext cx="10314148" cy="241968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86" y="4609786"/>
            <a:ext cx="10314148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78402"/>
      </p:ext>
    </p:extLst>
  </p:cSld>
  <p:clrMapOvr>
    <a:masterClrMapping/>
  </p:clrMapOvr>
  <p:transition spd="slow" advClick="0" advTm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框 2"/>
          <p:cNvSpPr>
            <a:spLocks noChangeArrowheads="1"/>
          </p:cNvSpPr>
          <p:nvPr/>
        </p:nvSpPr>
        <p:spPr bwMode="auto">
          <a:xfrm>
            <a:off x="5121152" y="837844"/>
            <a:ext cx="2630848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0" dirty="0" smtClean="0">
                <a:solidFill>
                  <a:srgbClr val="393939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方正姚体" panose="02010601030101010101" pitchFamily="2" charset="-122"/>
              </a:rPr>
              <a:t>03</a:t>
            </a:r>
            <a:endParaRPr lang="zh-CN" altLang="en-US" sz="15000" dirty="0">
              <a:solidFill>
                <a:srgbClr val="393939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方正姚体" panose="02010601030101010101" pitchFamily="2" charset="-122"/>
            </a:endParaRPr>
          </a:p>
        </p:txBody>
      </p:sp>
      <p:sp>
        <p:nvSpPr>
          <p:cNvPr id="10" name="矩形 136"/>
          <p:cNvSpPr>
            <a:spLocks noChangeArrowheads="1"/>
          </p:cNvSpPr>
          <p:nvPr/>
        </p:nvSpPr>
        <p:spPr bwMode="auto">
          <a:xfrm>
            <a:off x="3759078" y="3465870"/>
            <a:ext cx="4334841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6600" dirty="0" smtClean="0">
                <a:solidFill>
                  <a:srgbClr val="1557AE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Demo</a:t>
            </a:r>
            <a:r>
              <a:rPr lang="zh-CN" altLang="en-US" sz="6600" dirty="0" smtClean="0">
                <a:solidFill>
                  <a:srgbClr val="1557AE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演示</a:t>
            </a:r>
            <a:endParaRPr lang="zh-CN" altLang="en-US" sz="6600" dirty="0">
              <a:solidFill>
                <a:srgbClr val="1557AE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98863" y="4879975"/>
            <a:ext cx="2101850" cy="354013"/>
          </a:xfrm>
          <a:prstGeom prst="rect">
            <a:avLst/>
          </a:prstGeom>
          <a:noFill/>
        </p:spPr>
        <p:txBody>
          <a:bodyPr wrap="non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zh-CN" altLang="en-US" sz="1700" dirty="0">
                <a:solidFill>
                  <a:srgbClr val="393939">
                    <a:lumMod val="85000"/>
                    <a:lumOff val="15000"/>
                  </a:srgb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700" dirty="0">
              <a:solidFill>
                <a:srgbClr val="393939">
                  <a:lumMod val="85000"/>
                  <a:lumOff val="15000"/>
                </a:srgb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3598863" y="5254625"/>
            <a:ext cx="2101850" cy="354013"/>
          </a:xfrm>
          <a:prstGeom prst="rect">
            <a:avLst/>
          </a:prstGeom>
          <a:noFill/>
        </p:spPr>
        <p:txBody>
          <a:bodyPr wrap="none" lIns="91366" tIns="45682" rIns="91366" bIns="45682">
            <a:spAutoFit/>
          </a:bodyPr>
          <a:lstStyle/>
          <a:p>
            <a:pPr marL="171313" lvl="1" indent="-171313">
              <a:buFont typeface="Arial" panose="020B0604020202020204" pitchFamily="34" charset="0"/>
              <a:buChar char="•"/>
              <a:defRPr/>
            </a:pPr>
            <a:r>
              <a:rPr lang="zh-CN" altLang="en-US" sz="1700" dirty="0">
                <a:solidFill>
                  <a:srgbClr val="393939">
                    <a:lumMod val="85000"/>
                    <a:lumOff val="15000"/>
                  </a:srgb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700" dirty="0">
              <a:solidFill>
                <a:srgbClr val="393939">
                  <a:lumMod val="85000"/>
                  <a:lumOff val="15000"/>
                </a:srgb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3475038" y="4587875"/>
            <a:ext cx="511016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5065" name="组合 126"/>
          <p:cNvGrpSpPr>
            <a:grpSpLocks/>
          </p:cNvGrpSpPr>
          <p:nvPr/>
        </p:nvGrpSpPr>
        <p:grpSpPr bwMode="auto">
          <a:xfrm rot="10800000" flipH="1">
            <a:off x="3922713" y="1065213"/>
            <a:ext cx="4238625" cy="2174875"/>
            <a:chOff x="-152726" y="0"/>
            <a:chExt cx="5865488" cy="1257300"/>
          </a:xfrm>
        </p:grpSpPr>
        <p:sp>
          <p:nvSpPr>
            <p:cNvPr id="21" name="矩形 127"/>
            <p:cNvSpPr>
              <a:spLocks noChangeArrowheads="1"/>
            </p:cNvSpPr>
            <p:nvPr/>
          </p:nvSpPr>
          <p:spPr bwMode="auto">
            <a:xfrm>
              <a:off x="-152726" y="918"/>
              <a:ext cx="364671" cy="12573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2" name="矩形 128"/>
            <p:cNvSpPr>
              <a:spLocks noChangeArrowheads="1"/>
            </p:cNvSpPr>
            <p:nvPr/>
          </p:nvSpPr>
          <p:spPr bwMode="auto">
            <a:xfrm>
              <a:off x="359131" y="918"/>
              <a:ext cx="579958" cy="12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3" name="矩形 129"/>
            <p:cNvSpPr>
              <a:spLocks noChangeArrowheads="1"/>
            </p:cNvSpPr>
            <p:nvPr/>
          </p:nvSpPr>
          <p:spPr bwMode="auto">
            <a:xfrm>
              <a:off x="1128015" y="0"/>
              <a:ext cx="681012" cy="1257300"/>
            </a:xfrm>
            <a:prstGeom prst="rect">
              <a:avLst/>
            </a:prstGeom>
            <a:solidFill>
              <a:srgbClr val="15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4" name="矩形 130"/>
            <p:cNvSpPr>
              <a:spLocks noChangeArrowheads="1"/>
            </p:cNvSpPr>
            <p:nvPr/>
          </p:nvSpPr>
          <p:spPr bwMode="auto">
            <a:xfrm>
              <a:off x="4877973" y="0"/>
              <a:ext cx="832591" cy="1257300"/>
            </a:xfrm>
            <a:prstGeom prst="rect">
              <a:avLst/>
            </a:prstGeom>
            <a:solidFill>
              <a:srgbClr val="1557AE"/>
            </a:solidFill>
            <a:ln w="12700" cmpd="sng">
              <a:solidFill>
                <a:srgbClr val="6C5B7B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38667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Tm="0">
        <p15:prstTrans prst="origami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10" grpId="0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矩形 31"/>
          <p:cNvSpPr>
            <a:spLocks noChangeArrowheads="1"/>
          </p:cNvSpPr>
          <p:nvPr/>
        </p:nvSpPr>
        <p:spPr bwMode="auto">
          <a:xfrm>
            <a:off x="4305300" y="2384425"/>
            <a:ext cx="84138" cy="996950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4034" name="矩形 6"/>
          <p:cNvSpPr>
            <a:spLocks noChangeArrowheads="1"/>
          </p:cNvSpPr>
          <p:nvPr/>
        </p:nvSpPr>
        <p:spPr bwMode="auto">
          <a:xfrm>
            <a:off x="3621088" y="1876425"/>
            <a:ext cx="334962" cy="83185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4036" name="任意多边形 43"/>
          <p:cNvSpPr>
            <a:spLocks/>
          </p:cNvSpPr>
          <p:nvPr/>
        </p:nvSpPr>
        <p:spPr bwMode="auto">
          <a:xfrm rot="2694935">
            <a:off x="3578225" y="1730375"/>
            <a:ext cx="419100" cy="2019300"/>
          </a:xfrm>
          <a:custGeom>
            <a:avLst/>
            <a:gdLst>
              <a:gd name="T0" fmla="*/ 0 w 419914"/>
              <a:gd name="T1" fmla="*/ 41884 h 2019468"/>
              <a:gd name="T2" fmla="*/ 81131 w 419914"/>
              <a:gd name="T3" fmla="*/ 0 h 2019468"/>
              <a:gd name="T4" fmla="*/ 419914 w 419914"/>
              <a:gd name="T5" fmla="*/ 0 h 2019468"/>
              <a:gd name="T6" fmla="*/ 419914 w 419914"/>
              <a:gd name="T7" fmla="*/ 1600789 h 2019468"/>
              <a:gd name="T8" fmla="*/ 0 w 419914"/>
              <a:gd name="T9" fmla="*/ 2019468 h 2019468"/>
              <a:gd name="T10" fmla="*/ 0 w 419914"/>
              <a:gd name="T11" fmla="*/ 0 h 2019468"/>
              <a:gd name="T12" fmla="*/ 419914 w 419914"/>
              <a:gd name="T13" fmla="*/ 2019468 h 2019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419914" h="2019468">
                <a:moveTo>
                  <a:pt x="0" y="41884"/>
                </a:moveTo>
                <a:lnTo>
                  <a:pt x="81131" y="0"/>
                </a:lnTo>
                <a:lnTo>
                  <a:pt x="419914" y="0"/>
                </a:lnTo>
                <a:lnTo>
                  <a:pt x="419914" y="1600789"/>
                </a:lnTo>
                <a:lnTo>
                  <a:pt x="0" y="20194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0661" name="文本框 32"/>
          <p:cNvSpPr>
            <a:spLocks noChangeArrowheads="1"/>
          </p:cNvSpPr>
          <p:nvPr/>
        </p:nvSpPr>
        <p:spPr bwMode="auto">
          <a:xfrm>
            <a:off x="3135313" y="3940175"/>
            <a:ext cx="598011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   YOU</a:t>
            </a:r>
            <a:endParaRPr lang="zh-CN" altLang="en-US" sz="6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4035" name="任意多边形 44"/>
          <p:cNvSpPr>
            <a:spLocks/>
          </p:cNvSpPr>
          <p:nvPr/>
        </p:nvSpPr>
        <p:spPr bwMode="auto">
          <a:xfrm rot="11906217">
            <a:off x="4005263" y="2825750"/>
            <a:ext cx="6084887" cy="1111250"/>
          </a:xfrm>
          <a:custGeom>
            <a:avLst/>
            <a:gdLst>
              <a:gd name="T0" fmla="*/ 6076952 w 6084724"/>
              <a:gd name="T1" fmla="*/ 627714 h 627714"/>
              <a:gd name="T2" fmla="*/ 0 w 6084724"/>
              <a:gd name="T3" fmla="*/ 627714 h 627714"/>
              <a:gd name="T4" fmla="*/ 4552423 w 6084724"/>
              <a:gd name="T5" fmla="*/ 0 h 627714"/>
              <a:gd name="T6" fmla="*/ 6084724 w 6084724"/>
              <a:gd name="T7" fmla="*/ 611950 h 627714"/>
              <a:gd name="T8" fmla="*/ 0 w 6084724"/>
              <a:gd name="T9" fmla="*/ 0 h 627714"/>
              <a:gd name="T10" fmla="*/ 6084724 w 6084724"/>
              <a:gd name="T11" fmla="*/ 627714 h 6277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6084724" h="627714">
                <a:moveTo>
                  <a:pt x="6076952" y="627714"/>
                </a:moveTo>
                <a:lnTo>
                  <a:pt x="0" y="627714"/>
                </a:lnTo>
                <a:lnTo>
                  <a:pt x="4552423" y="0"/>
                </a:lnTo>
                <a:lnTo>
                  <a:pt x="6084724" y="6119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0">
        <p15:prstTrans prst="curtains"/>
      </p:transition>
    </mc:Choice>
    <mc:Fallback xmlns="">
      <p:transition spd="slow" advTm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02102"/>
</p:tagLst>
</file>

<file path=ppt/theme/theme1.xml><?xml version="1.0" encoding="utf-8"?>
<a:theme xmlns:a="http://schemas.openxmlformats.org/drawingml/2006/main" name="Office 主题">
  <a:themeElements>
    <a:clrScheme name="我的主题色">
      <a:dk1>
        <a:srgbClr val="393939"/>
      </a:dk1>
      <a:lt1>
        <a:srgbClr val="FFFFFF"/>
      </a:lt1>
      <a:dk2>
        <a:srgbClr val="2A2A2A"/>
      </a:dk2>
      <a:lt2>
        <a:srgbClr val="242424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0070C0"/>
      </a:accent5>
      <a:accent6>
        <a:srgbClr val="00B0F0"/>
      </a:accent6>
      <a:hlink>
        <a:srgbClr val="47BCA1"/>
      </a:hlink>
      <a:folHlink>
        <a:srgbClr val="FA8D78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FFFFFF"/>
        </a:hlink>
        <a:folHlink>
          <a:srgbClr val="00B0F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9862</TotalTime>
  <Pages>0</Pages>
  <Words>1145</Words>
  <Characters>0</Characters>
  <Application>Microsoft Office PowerPoint</Application>
  <DocSecurity>0</DocSecurity>
  <PresentationFormat>寬螢幕</PresentationFormat>
  <Lines>0</Lines>
  <Paragraphs>129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7" baseType="lpstr">
      <vt:lpstr>方正姚体</vt:lpstr>
      <vt:lpstr>微软雅黑</vt:lpstr>
      <vt:lpstr>Open Sans</vt:lpstr>
      <vt:lpstr>宋体</vt:lpstr>
      <vt:lpstr>方正综艺简体</vt:lpstr>
      <vt:lpstr>細明體</vt:lpstr>
      <vt:lpstr>Arial</vt:lpstr>
      <vt:lpstr>Calibri</vt:lpstr>
      <vt:lpstr>Calibri Light</vt:lpstr>
      <vt:lpstr>Impact</vt:lpstr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熊猫办公PPT</dc:title>
  <dc:creator>熊猫办公</dc:creator>
  <cp:keywords>www.tukuppt.com</cp:keywords>
  <cp:lastModifiedBy>gao</cp:lastModifiedBy>
  <cp:revision>62</cp:revision>
  <dcterms:created xsi:type="dcterms:W3CDTF">2014-08-07T04:10:00Z</dcterms:created>
  <dcterms:modified xsi:type="dcterms:W3CDTF">2024-03-22T02:30:10Z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2052-9.1.0.4866</vt:lpwstr>
  </property>
</Properties>
</file>