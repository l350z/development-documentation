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319" r:id="rId4"/>
    <p:sldId id="320" r:id="rId5"/>
    <p:sldId id="340" r:id="rId6"/>
    <p:sldId id="321" r:id="rId7"/>
    <p:sldId id="322" r:id="rId8"/>
    <p:sldId id="323" r:id="rId9"/>
    <p:sldId id="324" r:id="rId10"/>
    <p:sldId id="325" r:id="rId11"/>
    <p:sldId id="341" r:id="rId12"/>
    <p:sldId id="326" r:id="rId13"/>
    <p:sldId id="327" r:id="rId14"/>
    <p:sldId id="328" r:id="rId15"/>
    <p:sldId id="329" r:id="rId16"/>
    <p:sldId id="330" r:id="rId17"/>
    <p:sldId id="331" r:id="rId18"/>
    <p:sldId id="332" r:id="rId19"/>
    <p:sldId id="333" r:id="rId20"/>
    <p:sldId id="334" r:id="rId21"/>
    <p:sldId id="335" r:id="rId22"/>
    <p:sldId id="336" r:id="rId23"/>
    <p:sldId id="337" r:id="rId24"/>
    <p:sldId id="338" r:id="rId25"/>
    <p:sldId id="339" r:id="rId26"/>
    <p:sldId id="318" r:id="rId27"/>
    <p:sldId id="342"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BAE2"/>
    <a:srgbClr val="1257F1"/>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56" autoAdjust="0"/>
    <p:restoredTop sz="94660"/>
  </p:normalViewPr>
  <p:slideViewPr>
    <p:cSldViewPr snapToGrid="0">
      <p:cViewPr varScale="1">
        <p:scale>
          <a:sx n="116" d="100"/>
          <a:sy n="116" d="100"/>
        </p:scale>
        <p:origin x="3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987EFAEB-F12C-4082-9597-875CFD2FE20B}"/>
              </a:ext>
            </a:extLst>
          </p:cNvPr>
          <p:cNvSpPr/>
          <p:nvPr userDrawn="1"/>
        </p:nvSpPr>
        <p:spPr>
          <a:xfrm>
            <a:off x="0" y="0"/>
            <a:ext cx="12192000" cy="685800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8" name="任意多边形: 形状 7">
            <a:extLst>
              <a:ext uri="{FF2B5EF4-FFF2-40B4-BE49-F238E27FC236}">
                <a16:creationId xmlns:a16="http://schemas.microsoft.com/office/drawing/2014/main" xmlns="" id="{CF45F317-1B13-4165-949C-164AA53B6FEE}"/>
              </a:ext>
            </a:extLst>
          </p:cNvPr>
          <p:cNvSpPr/>
          <p:nvPr userDrawn="1"/>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nvGrpSpPr>
          <p:cNvPr id="10" name="组合 9">
            <a:extLst>
              <a:ext uri="{FF2B5EF4-FFF2-40B4-BE49-F238E27FC236}">
                <a16:creationId xmlns:a16="http://schemas.microsoft.com/office/drawing/2014/main" xmlns="" id="{562D74C2-49BE-4402-ACD2-DAF647AEF2EB}"/>
              </a:ext>
            </a:extLst>
          </p:cNvPr>
          <p:cNvGrpSpPr/>
          <p:nvPr userDrawn="1"/>
        </p:nvGrpSpPr>
        <p:grpSpPr>
          <a:xfrm>
            <a:off x="9679404" y="4242544"/>
            <a:ext cx="2512596" cy="2615456"/>
            <a:chOff x="9679404" y="4242544"/>
            <a:chExt cx="2512596" cy="2615456"/>
          </a:xfrm>
        </p:grpSpPr>
        <p:sp>
          <p:nvSpPr>
            <p:cNvPr id="11" name="任意多边形: 形状 10">
              <a:extLst>
                <a:ext uri="{FF2B5EF4-FFF2-40B4-BE49-F238E27FC236}">
                  <a16:creationId xmlns:a16="http://schemas.microsoft.com/office/drawing/2014/main" xmlns="" id="{2A38271F-1833-4A43-AEC1-A61FD8E16157}"/>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sp>
          <p:nvSpPr>
            <p:cNvPr id="12" name="任意多边形: 形状 11">
              <a:extLst>
                <a:ext uri="{FF2B5EF4-FFF2-40B4-BE49-F238E27FC236}">
                  <a16:creationId xmlns:a16="http://schemas.microsoft.com/office/drawing/2014/main" xmlns="" id="{B420AE6F-ABC0-42E5-98F1-925313FC5417}"/>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grpSp>
      <p:sp>
        <p:nvSpPr>
          <p:cNvPr id="9" name="矩形 8">
            <a:extLst>
              <a:ext uri="{FF2B5EF4-FFF2-40B4-BE49-F238E27FC236}">
                <a16:creationId xmlns:a16="http://schemas.microsoft.com/office/drawing/2014/main" xmlns="" id="{7AB4E7BB-B63E-45FF-B846-D8C11327BCA7}"/>
              </a:ext>
            </a:extLst>
          </p:cNvPr>
          <p:cNvSpPr/>
          <p:nvPr userDrawn="1"/>
        </p:nvSpPr>
        <p:spPr>
          <a:xfrm flipH="1">
            <a:off x="-28836" y="240140"/>
            <a:ext cx="12220836" cy="6377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118467629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DE2911D-9D24-47F4-98EF-14714B6F7C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7BF3E032-D7DD-4735-86E2-8031A84B40A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86E3292D-2364-4417-AC2D-A2B5EA304712}"/>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1DC484B6-26FB-41DA-9E8B-9D366E6E9F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8C141284-697E-4C1F-8DE9-AA4547CC988E}"/>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20035481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C0A1317-C0D6-4AA0-92AA-921A1C00A17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A067048A-2000-4DB4-998D-11FFCCEBEF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xmlns="" id="{A307EAD2-14E9-43D3-B97F-77943486F866}"/>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F11FBDEC-4CBC-4DC7-9FF5-AFBC3A6108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FD892678-E36D-411D-B8A6-6B1E5238B2FF}"/>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42105887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628FD3B-A19B-4375-80D7-5C5B3975426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61E027D9-3A55-458F-976B-F36D65D8F9E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xmlns="" id="{B28A1F8E-5C01-41D5-96B3-0AA329B4972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xmlns="" id="{D4D790CE-B792-43DD-A17A-29CC4C8C26E6}"/>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xmlns="" id="{0D6316DF-A313-41BC-B61A-957CF369DA8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C38F7B96-0BBB-4F06-9329-B4C643874CAE}"/>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35436419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CB42859-4447-474E-8124-BD88E4CD016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372443F3-A152-42B2-8CAA-B4015AFB24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xmlns="" id="{C42506DD-A913-434A-BCD8-C36FCC41DDD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xmlns="" id="{7794EFA9-338B-44D6-9F0C-05B68180D6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xmlns="" id="{B19823BD-5C8A-4E79-B5B5-96E97C7BC94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xmlns="" id="{911ADC29-CFB8-4187-98E6-9630C211E89A}"/>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8" name="页脚占位符 7">
            <a:extLst>
              <a:ext uri="{FF2B5EF4-FFF2-40B4-BE49-F238E27FC236}">
                <a16:creationId xmlns:a16="http://schemas.microsoft.com/office/drawing/2014/main" xmlns="" id="{02488BB8-7303-42C2-813C-0B46F307489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xmlns="" id="{C3FD2DB4-FF0F-46F3-8B5C-B38F5B7B0295}"/>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25552130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D27BD13-B33F-42B4-A363-39B2B2029EE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FB5CE299-C8CD-43CF-9898-629B0C96DE21}"/>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4" name="页脚占位符 3">
            <a:extLst>
              <a:ext uri="{FF2B5EF4-FFF2-40B4-BE49-F238E27FC236}">
                <a16:creationId xmlns:a16="http://schemas.microsoft.com/office/drawing/2014/main" xmlns="" id="{574B1AAE-0599-4891-937E-21BDF7247A9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xmlns="" id="{CF687E5B-CBE8-4C7B-B18D-FAF63BB5E340}"/>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25069401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DCBD7CC9-8BFA-45E8-BF06-F2A88D7DB049}"/>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3" name="页脚占位符 2">
            <a:extLst>
              <a:ext uri="{FF2B5EF4-FFF2-40B4-BE49-F238E27FC236}">
                <a16:creationId xmlns:a16="http://schemas.microsoft.com/office/drawing/2014/main" xmlns="" id="{6FC10BBD-FC2B-4FFE-A65C-F7A5D15FB03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xmlns="" id="{79F9E261-CA43-4F94-B790-CC1D1B6562C1}"/>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29650846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0EFEBFA-3D9F-4474-8644-D40299C988C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C4D8FD41-8AE2-4981-88A0-3CBC33440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xmlns="" id="{3967FC95-443C-4044-8F01-AAFDF11DC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B54B972E-52BC-4C0E-B139-A7F72C9AE760}"/>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xmlns="" id="{0684A6D3-3D30-4097-AC17-92722E3AD5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DBEF2920-CD96-485E-87DC-B16F412C87C3}"/>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41320599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59610DB-B5D7-4C6E-B4C8-B08DD93DC16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76E4B9B4-F860-456C-8B4D-E407FAEF45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2693A997-DB57-496F-9C00-AD9509C06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29FF0DDC-2A93-4AB9-9595-241D173991E4}"/>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xmlns="" id="{90DBC99D-6159-4726-995F-7531AC2E1A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0081BDFA-91F6-4120-B0AE-21B2EF93DBD8}"/>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41003854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6644DCC-550E-4C32-A1C4-16B3B9CF8C5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C2DC8784-FAD1-4D59-9921-85073186D0B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39D69969-5433-4712-A571-206574A9D411}"/>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40214135-97A7-4961-AE38-68C1F3836D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8D04C903-D1AC-444B-B0BA-F077EBB4E153}"/>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42641938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5D87E11C-A563-4C84-9754-476430A1475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5A4AA106-3E0C-422D-AE6D-A754EDF4CCC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50F910F6-D3C0-4CFB-8759-68FD0ADFDF0B}"/>
              </a:ext>
            </a:extLst>
          </p:cNvPr>
          <p:cNvSpPr>
            <a:spLocks noGrp="1"/>
          </p:cNvSpPr>
          <p:nvPr>
            <p:ph type="dt" sz="half" idx="10"/>
          </p:nvPr>
        </p:nvSpPr>
        <p:spPr/>
        <p:txBody>
          <a:bodyPr/>
          <a:lstStyle/>
          <a:p>
            <a:fld id="{766AF402-534D-4FF6-A29C-2EB526479B24}"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C65E2186-AE6B-4BEB-A7C8-82504F9C6F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47FFFFE7-6723-4C99-8EE9-5503F7D94624}"/>
              </a:ext>
            </a:extLst>
          </p:cNvPr>
          <p:cNvSpPr>
            <a:spLocks noGrp="1"/>
          </p:cNvSpPr>
          <p:nvPr>
            <p:ph type="sldNum" sz="quarter" idx="12"/>
          </p:nvPr>
        </p:nvSpPr>
        <p:spPr/>
        <p:txBody>
          <a:body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288277010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61211669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B5703255-458D-4D8C-AD7A-2589045D54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1D3CC72B-B25E-4E33-83E4-6ABAE1C68F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90F48472-9965-4A68-8E33-0388324FB8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6AF402-534D-4FF6-A29C-2EB526479B24}"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38CD484D-DDE5-478B-9D8D-A6304E00D9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17A8F200-2C8B-408F-AF5D-6523E88593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98F1C2-F273-4A99-A2AA-1205F7700032}" type="slidenum">
              <a:rPr lang="zh-CN" altLang="en-US" smtClean="0"/>
              <a:t>‹#›</a:t>
            </a:fld>
            <a:endParaRPr lang="zh-CN" altLang="en-US"/>
          </a:p>
        </p:txBody>
      </p:sp>
    </p:spTree>
    <p:extLst>
      <p:ext uri="{BB962C8B-B14F-4D97-AF65-F5344CB8AC3E}">
        <p14:creationId xmlns:p14="http://schemas.microsoft.com/office/powerpoint/2010/main" val="25598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media" Target="../media/media1.mp3"/><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7.xml"/><Relationship Id="rId4"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www.tukuppt.com/ppt/"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C710A07-2A28-40EC-8D93-D7387474F0E6}"/>
              </a:ext>
            </a:extLst>
          </p:cNvPr>
          <p:cNvSpPr/>
          <p:nvPr/>
        </p:nvSpPr>
        <p:spPr>
          <a:xfrm>
            <a:off x="-28836" y="1053684"/>
            <a:ext cx="12192001" cy="5804316"/>
          </a:xfrm>
          <a:prstGeom prst="rect">
            <a:avLst/>
          </a:prstGeom>
          <a:blipFill dpi="0" rotWithShape="1">
            <a:blip r:embed="rId6">
              <a:alphaModFix amt="10000"/>
            </a:blip>
            <a:srcRect/>
            <a:stretch>
              <a:fillRect t="1" b="-18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E007A7BA-1DE5-4665-9D30-DF265963F3B3}"/>
              </a:ext>
            </a:extLst>
          </p:cNvPr>
          <p:cNvSpPr/>
          <p:nvPr/>
        </p:nvSpPr>
        <p:spPr>
          <a:xfrm>
            <a:off x="7281261" y="0"/>
            <a:ext cx="4472589" cy="685800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xmlns="" id="{D6B1D381-2032-4BBA-9BCC-3F2ED3F7A23C}"/>
              </a:ext>
            </a:extLst>
          </p:cNvPr>
          <p:cNvSpPr/>
          <p:nvPr/>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0070C0"/>
              </a:solidFill>
            </a:endParaRPr>
          </a:p>
        </p:txBody>
      </p:sp>
      <p:sp>
        <p:nvSpPr>
          <p:cNvPr id="11" name="矩形 10">
            <a:extLst>
              <a:ext uri="{FF2B5EF4-FFF2-40B4-BE49-F238E27FC236}">
                <a16:creationId xmlns:a16="http://schemas.microsoft.com/office/drawing/2014/main" xmlns="" id="{D3C6F1E2-5A04-4423-A6C1-9B04901EF96E}"/>
              </a:ext>
            </a:extLst>
          </p:cNvPr>
          <p:cNvSpPr/>
          <p:nvPr/>
        </p:nvSpPr>
        <p:spPr>
          <a:xfrm flipH="1">
            <a:off x="7707298" y="0"/>
            <a:ext cx="3636974"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xmlns="" id="{3C44B35C-B18D-44B5-841B-B1F377535E0E}"/>
              </a:ext>
            </a:extLst>
          </p:cNvPr>
          <p:cNvSpPr txBox="1"/>
          <p:nvPr/>
        </p:nvSpPr>
        <p:spPr>
          <a:xfrm>
            <a:off x="124085" y="1247775"/>
            <a:ext cx="1799328"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工</a:t>
            </a:r>
          </a:p>
        </p:txBody>
      </p:sp>
      <p:sp>
        <p:nvSpPr>
          <p:cNvPr id="13" name="文本框 12">
            <a:extLst>
              <a:ext uri="{FF2B5EF4-FFF2-40B4-BE49-F238E27FC236}">
                <a16:creationId xmlns:a16="http://schemas.microsoft.com/office/drawing/2014/main" xmlns="" id="{1C88ECF4-93C8-4876-B008-E8480BA2E38A}"/>
              </a:ext>
            </a:extLst>
          </p:cNvPr>
          <p:cNvSpPr txBox="1"/>
          <p:nvPr/>
        </p:nvSpPr>
        <p:spPr>
          <a:xfrm>
            <a:off x="1819432" y="1247775"/>
            <a:ext cx="1799328"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作</a:t>
            </a:r>
          </a:p>
        </p:txBody>
      </p:sp>
      <p:sp>
        <p:nvSpPr>
          <p:cNvPr id="14" name="文本框 13">
            <a:extLst>
              <a:ext uri="{FF2B5EF4-FFF2-40B4-BE49-F238E27FC236}">
                <a16:creationId xmlns:a16="http://schemas.microsoft.com/office/drawing/2014/main" xmlns="" id="{AFE73881-63F1-4873-A530-B51F0BA63C58}"/>
              </a:ext>
            </a:extLst>
          </p:cNvPr>
          <p:cNvSpPr txBox="1"/>
          <p:nvPr/>
        </p:nvSpPr>
        <p:spPr>
          <a:xfrm>
            <a:off x="3514779" y="1247775"/>
            <a:ext cx="1838374"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总</a:t>
            </a:r>
          </a:p>
        </p:txBody>
      </p:sp>
      <p:sp>
        <p:nvSpPr>
          <p:cNvPr id="15" name="文本框 14">
            <a:extLst>
              <a:ext uri="{FF2B5EF4-FFF2-40B4-BE49-F238E27FC236}">
                <a16:creationId xmlns:a16="http://schemas.microsoft.com/office/drawing/2014/main" xmlns="" id="{FC129FB5-18F9-4327-9AA4-856A22F52F53}"/>
              </a:ext>
            </a:extLst>
          </p:cNvPr>
          <p:cNvSpPr txBox="1"/>
          <p:nvPr/>
        </p:nvSpPr>
        <p:spPr>
          <a:xfrm>
            <a:off x="5210127" y="1247775"/>
            <a:ext cx="2014073"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结</a:t>
            </a:r>
          </a:p>
        </p:txBody>
      </p:sp>
      <p:sp>
        <p:nvSpPr>
          <p:cNvPr id="12" name="îṣľîďé">
            <a:extLst>
              <a:ext uri="{FF2B5EF4-FFF2-40B4-BE49-F238E27FC236}">
                <a16:creationId xmlns:a16="http://schemas.microsoft.com/office/drawing/2014/main" xmlns="" id="{BFF5F9BA-71C6-435F-BBE1-22239E0CD374}"/>
              </a:ext>
            </a:extLst>
          </p:cNvPr>
          <p:cNvSpPr txBox="1"/>
          <p:nvPr/>
        </p:nvSpPr>
        <p:spPr>
          <a:xfrm>
            <a:off x="11007214" y="0"/>
            <a:ext cx="400110" cy="1121716"/>
          </a:xfrm>
          <a:prstGeom prst="rect">
            <a:avLst/>
          </a:prstGeom>
          <a:noFill/>
          <a:ln>
            <a:noFill/>
          </a:ln>
        </p:spPr>
        <p:txBody>
          <a:bodyPr vert="eaVert" wrap="square" rtlCol="0">
            <a:spAutoFit/>
          </a:bodyPr>
          <a:lstStyle/>
          <a:p>
            <a:pPr algn="dist"/>
            <a:r>
              <a:rPr lang="en-US" altLang="zh-CN" sz="1400" spc="-150" dirty="0">
                <a:solidFill>
                  <a:schemeClr val="bg1"/>
                </a:solidFill>
                <a:latin typeface="思源黑体 CN Bold" panose="020B0800000000000000" pitchFamily="34" charset="-122"/>
                <a:ea typeface="思源黑体 CN Bold" panose="020B0800000000000000" pitchFamily="34" charset="-122"/>
                <a:cs typeface="+mn-ea"/>
                <a:sym typeface="+mn-lt"/>
              </a:rPr>
              <a:t>LOGO HERE</a:t>
            </a:r>
            <a:endParaRPr lang="zh-CN" altLang="en-US" sz="1400" spc="-15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7" name="PA_文本框 18">
            <a:extLst>
              <a:ext uri="{FF2B5EF4-FFF2-40B4-BE49-F238E27FC236}">
                <a16:creationId xmlns:a16="http://schemas.microsoft.com/office/drawing/2014/main" xmlns="" id="{85DB1B22-E95D-4460-B4D9-8349FB7A6AAD}"/>
              </a:ext>
            </a:extLst>
          </p:cNvPr>
          <p:cNvSpPr txBox="1"/>
          <p:nvPr>
            <p:custDataLst>
              <p:tags r:id="rId1"/>
            </p:custDataLst>
          </p:nvPr>
        </p:nvSpPr>
        <p:spPr>
          <a:xfrm>
            <a:off x="1495057" y="4883011"/>
            <a:ext cx="1872000" cy="432000"/>
          </a:xfrm>
          <a:prstGeom prst="roundRect">
            <a:avLst>
              <a:gd name="adj" fmla="val 50000"/>
            </a:avLst>
          </a:prstGeom>
          <a:solidFill>
            <a:srgbClr val="0070C0"/>
          </a:solidFill>
          <a:ln w="3175">
            <a:noFill/>
          </a:ln>
          <a:effectLst>
            <a:outerShdw blurRad="50800" dist="38100" dir="2700000" algn="tl" rotWithShape="0">
              <a:prstClr val="black">
                <a:alpha val="20000"/>
              </a:prstClr>
            </a:outerShdw>
          </a:effectLst>
        </p:spPr>
        <p:txBody>
          <a:bodyPr wrap="square" lIns="91440" tIns="45720" rIns="91440" bIns="4572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微软雅黑" panose="020B0503020204020204" pitchFamily="34" charset="-122"/>
                <a:ea typeface="微软雅黑" panose="020B0503020204020204" pitchFamily="34" charset="-122"/>
                <a:sym typeface="+mn-lt"/>
              </a:rPr>
              <a:t>培训人：熊猫办公</a:t>
            </a:r>
          </a:p>
        </p:txBody>
      </p:sp>
      <p:sp>
        <p:nvSpPr>
          <p:cNvPr id="18" name="PA_文本框 18">
            <a:extLst>
              <a:ext uri="{FF2B5EF4-FFF2-40B4-BE49-F238E27FC236}">
                <a16:creationId xmlns:a16="http://schemas.microsoft.com/office/drawing/2014/main" xmlns="" id="{613F8FCA-D71A-4DB0-BEA6-1CE17527F1B4}"/>
              </a:ext>
            </a:extLst>
          </p:cNvPr>
          <p:cNvSpPr txBox="1"/>
          <p:nvPr>
            <p:custDataLst>
              <p:tags r:id="rId2"/>
            </p:custDataLst>
          </p:nvPr>
        </p:nvSpPr>
        <p:spPr>
          <a:xfrm>
            <a:off x="3612767" y="4883010"/>
            <a:ext cx="1994952" cy="432000"/>
          </a:xfrm>
          <a:prstGeom prst="roundRect">
            <a:avLst>
              <a:gd name="adj" fmla="val 50000"/>
            </a:avLst>
          </a:prstGeom>
          <a:solidFill>
            <a:srgbClr val="0070C0"/>
          </a:solidFill>
          <a:ln w="3175">
            <a:noFill/>
          </a:ln>
          <a:effectLst>
            <a:outerShdw blurRad="50800" dist="38100" dir="2700000" algn="tl" rotWithShape="0">
              <a:prstClr val="black">
                <a:alpha val="20000"/>
              </a:prstClr>
            </a:outerShdw>
          </a:effectLst>
        </p:spPr>
        <p:txBody>
          <a:bodyPr wrap="none" lIns="91440" tIns="45720" rIns="91440" bIns="4572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微软雅黑" panose="020B0503020204020204" pitchFamily="34" charset="-122"/>
                <a:ea typeface="微软雅黑" panose="020B0503020204020204" pitchFamily="34" charset="-122"/>
                <a:sym typeface="+mn-lt"/>
              </a:rPr>
              <a:t>培训日期：</a:t>
            </a:r>
            <a:r>
              <a:rPr lang="en-US" altLang="zh-CN" sz="1400" dirty="0">
                <a:solidFill>
                  <a:schemeClr val="bg1"/>
                </a:solidFill>
                <a:latin typeface="微软雅黑" panose="020B0503020204020204" pitchFamily="34" charset="-122"/>
                <a:ea typeface="微软雅黑" panose="020B0503020204020204" pitchFamily="34" charset="-122"/>
                <a:sym typeface="+mn-lt"/>
              </a:rPr>
              <a:t>20XX.X</a:t>
            </a:r>
            <a:r>
              <a:rPr lang="zh-CN" altLang="en-US" sz="1400" dirty="0">
                <a:solidFill>
                  <a:schemeClr val="bg1"/>
                </a:solidFill>
                <a:latin typeface="微软雅黑" panose="020B0503020204020204" pitchFamily="34" charset="-122"/>
                <a:ea typeface="微软雅黑" panose="020B0503020204020204" pitchFamily="34" charset="-122"/>
                <a:sym typeface="+mn-lt"/>
              </a:rPr>
              <a:t>月</a:t>
            </a:r>
          </a:p>
        </p:txBody>
      </p:sp>
      <p:sp>
        <p:nvSpPr>
          <p:cNvPr id="19" name="矩形 18">
            <a:extLst>
              <a:ext uri="{FF2B5EF4-FFF2-40B4-BE49-F238E27FC236}">
                <a16:creationId xmlns:a16="http://schemas.microsoft.com/office/drawing/2014/main" xmlns="" id="{D4B07D08-4B7D-4FAD-8342-B3249DFBDEDF}"/>
              </a:ext>
            </a:extLst>
          </p:cNvPr>
          <p:cNvSpPr/>
          <p:nvPr/>
        </p:nvSpPr>
        <p:spPr>
          <a:xfrm>
            <a:off x="269711" y="3719324"/>
            <a:ext cx="6698330" cy="523220"/>
          </a:xfrm>
          <a:prstGeom prst="rect">
            <a:avLst/>
          </a:prstGeom>
        </p:spPr>
        <p:txBody>
          <a:bodyPr wrap="square">
            <a:spAutoFit/>
          </a:bodyPr>
          <a:lstStyle/>
          <a:p>
            <a:pPr algn="ctr"/>
            <a:r>
              <a:rPr lang="en-US" altLang="zh-CN" sz="1400" b="0" i="0" spc="150" dirty="0">
                <a:solidFill>
                  <a:schemeClr val="tx1">
                    <a:lumMod val="75000"/>
                    <a:lumOff val="25000"/>
                  </a:schemeClr>
                </a:solidFill>
                <a:effectLst/>
                <a:latin typeface="思源黑体 CN ExtraLight" panose="020B0200000000000000" pitchFamily="34" charset="-122"/>
                <a:ea typeface="思源黑体 CN ExtraLight" panose="020B0200000000000000" pitchFamily="34" charset="-122"/>
              </a:rPr>
              <a:t>Lorem ipsum dolor sit amet, consectetuer adipiscing elit. Maecenas porttitor congue massa. </a:t>
            </a:r>
            <a:endParaRPr lang="zh-CN" altLang="en-US" sz="1400" spc="15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endParaRPr>
          </a:p>
        </p:txBody>
      </p:sp>
      <p:sp>
        <p:nvSpPr>
          <p:cNvPr id="20" name="矩形 19">
            <a:extLst>
              <a:ext uri="{FF2B5EF4-FFF2-40B4-BE49-F238E27FC236}">
                <a16:creationId xmlns:a16="http://schemas.microsoft.com/office/drawing/2014/main" xmlns="" id="{55349288-1225-4444-BABC-9007227BB8CF}"/>
              </a:ext>
            </a:extLst>
          </p:cNvPr>
          <p:cNvSpPr/>
          <p:nvPr/>
        </p:nvSpPr>
        <p:spPr>
          <a:xfrm>
            <a:off x="326951" y="3085328"/>
            <a:ext cx="6480000" cy="677108"/>
          </a:xfrm>
          <a:prstGeom prst="rect">
            <a:avLst/>
          </a:prstGeom>
        </p:spPr>
        <p:txBody>
          <a:bodyPr wrap="square">
            <a:spAutoFit/>
          </a:bodyPr>
          <a:lstStyle/>
          <a:p>
            <a:pPr algn="dist"/>
            <a:r>
              <a:rPr lang="en-US" altLang="zh-CN" sz="3800" dirty="0">
                <a:solidFill>
                  <a:schemeClr val="tx1">
                    <a:lumMod val="75000"/>
                    <a:lumOff val="25000"/>
                  </a:schemeClr>
                </a:solidFill>
                <a:latin typeface="思源宋体" panose="02020700000000000000" pitchFamily="18" charset="-122"/>
                <a:ea typeface="思源宋体" panose="02020700000000000000" pitchFamily="18" charset="-122"/>
              </a:rPr>
              <a:t>20XX</a:t>
            </a:r>
            <a:r>
              <a:rPr lang="zh-CN" altLang="en-US" sz="3800" dirty="0">
                <a:solidFill>
                  <a:schemeClr val="tx1">
                    <a:lumMod val="75000"/>
                    <a:lumOff val="25000"/>
                  </a:schemeClr>
                </a:solidFill>
                <a:latin typeface="思源宋体" panose="02020700000000000000" pitchFamily="18" charset="-122"/>
                <a:ea typeface="思源宋体" panose="02020700000000000000" pitchFamily="18" charset="-122"/>
              </a:rPr>
              <a:t>年企业工作总结</a:t>
            </a:r>
            <a:r>
              <a:rPr lang="en-US" altLang="zh-CN" sz="3800" dirty="0">
                <a:solidFill>
                  <a:schemeClr val="tx1">
                    <a:lumMod val="75000"/>
                    <a:lumOff val="25000"/>
                  </a:schemeClr>
                </a:solidFill>
                <a:latin typeface="思源宋体" panose="02020700000000000000" pitchFamily="18" charset="-122"/>
                <a:ea typeface="思源宋体" panose="02020700000000000000" pitchFamily="18" charset="-122"/>
              </a:rPr>
              <a:t>/</a:t>
            </a:r>
            <a:r>
              <a:rPr lang="zh-CN" altLang="en-US" sz="3800" dirty="0">
                <a:solidFill>
                  <a:schemeClr val="tx1">
                    <a:lumMod val="75000"/>
                    <a:lumOff val="25000"/>
                  </a:schemeClr>
                </a:solidFill>
                <a:latin typeface="思源宋体" panose="02020700000000000000" pitchFamily="18" charset="-122"/>
                <a:ea typeface="思源宋体" panose="02020700000000000000" pitchFamily="18" charset="-122"/>
              </a:rPr>
              <a:t>计划</a:t>
            </a:r>
          </a:p>
        </p:txBody>
      </p:sp>
      <p:sp>
        <p:nvSpPr>
          <p:cNvPr id="21" name="矩形 20">
            <a:extLst>
              <a:ext uri="{FF2B5EF4-FFF2-40B4-BE49-F238E27FC236}">
                <a16:creationId xmlns:a16="http://schemas.microsoft.com/office/drawing/2014/main" xmlns="" id="{1F841404-9BB5-4764-AFF0-9CAC476A55FB}"/>
              </a:ext>
            </a:extLst>
          </p:cNvPr>
          <p:cNvSpPr/>
          <p:nvPr/>
        </p:nvSpPr>
        <p:spPr>
          <a:xfrm>
            <a:off x="10241329" y="57150"/>
            <a:ext cx="946413" cy="3866761"/>
          </a:xfrm>
          <a:prstGeom prst="rect">
            <a:avLst/>
          </a:prstGeom>
        </p:spPr>
        <p:txBody>
          <a:bodyPr vert="eaVert" wrap="square">
            <a:spAutoFit/>
          </a:bodyPr>
          <a:lstStyle/>
          <a:p>
            <a:pPr marL="0" lvl="1" algn="just" defTabSz="457200">
              <a:lnSpc>
                <a:spcPct val="150000"/>
              </a:lnSpc>
            </a:pPr>
            <a:r>
              <a:rPr lang="zh-CN" altLang="en-US" sz="1100" spc="200" dirty="0">
                <a:solidFill>
                  <a:schemeClr val="bg1"/>
                </a:solidFill>
                <a:latin typeface="微软雅黑" panose="020B0503020204020204" pitchFamily="34" charset="-122"/>
                <a:ea typeface="微软雅黑" panose="020B0503020204020204" pitchFamily="34" charset="-122"/>
                <a:cs typeface="+mn-ea"/>
                <a:sym typeface="+mn-lt"/>
              </a:rPr>
              <a:t>单击此处添加文字内容单击此处添加文字内容单击此处添加文字内容单击此处添加文字内容单击此处添加文字内容</a:t>
            </a:r>
          </a:p>
        </p:txBody>
      </p:sp>
      <p:grpSp>
        <p:nvGrpSpPr>
          <p:cNvPr id="8" name="组合 7">
            <a:extLst>
              <a:ext uri="{FF2B5EF4-FFF2-40B4-BE49-F238E27FC236}">
                <a16:creationId xmlns:a16="http://schemas.microsoft.com/office/drawing/2014/main" xmlns="" id="{14B152BA-FB3A-4DEF-97AF-2D3132A6379B}"/>
              </a:ext>
            </a:extLst>
          </p:cNvPr>
          <p:cNvGrpSpPr/>
          <p:nvPr/>
        </p:nvGrpSpPr>
        <p:grpSpPr>
          <a:xfrm>
            <a:off x="9679404" y="4242544"/>
            <a:ext cx="2512596" cy="2615456"/>
            <a:chOff x="9679404" y="4242544"/>
            <a:chExt cx="2512596" cy="2615456"/>
          </a:xfrm>
        </p:grpSpPr>
        <p:sp>
          <p:nvSpPr>
            <p:cNvPr id="10" name="任意多边形: 形状 9">
              <a:extLst>
                <a:ext uri="{FF2B5EF4-FFF2-40B4-BE49-F238E27FC236}">
                  <a16:creationId xmlns:a16="http://schemas.microsoft.com/office/drawing/2014/main" xmlns="" id="{616D1BA4-5DFB-495C-B4C0-D9BF0BD2A928}"/>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2" name="任意多边形: 形状 21">
              <a:extLst>
                <a:ext uri="{FF2B5EF4-FFF2-40B4-BE49-F238E27FC236}">
                  <a16:creationId xmlns:a16="http://schemas.microsoft.com/office/drawing/2014/main" xmlns="" id="{A7585635-9F29-4E63-8ED6-2D0E97E9D29A}"/>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sp>
        <p:nvSpPr>
          <p:cNvPr id="23" name="矩形 22">
            <a:extLst>
              <a:ext uri="{FF2B5EF4-FFF2-40B4-BE49-F238E27FC236}">
                <a16:creationId xmlns:a16="http://schemas.microsoft.com/office/drawing/2014/main" xmlns="" id="{B58BF173-0F6E-4C2C-AB7E-1BDE59335BAF}"/>
              </a:ext>
            </a:extLst>
          </p:cNvPr>
          <p:cNvSpPr/>
          <p:nvPr/>
        </p:nvSpPr>
        <p:spPr>
          <a:xfrm>
            <a:off x="364630"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个人总结</a:t>
            </a:r>
          </a:p>
        </p:txBody>
      </p:sp>
      <p:sp>
        <p:nvSpPr>
          <p:cNvPr id="24" name="矩形 23">
            <a:extLst>
              <a:ext uri="{FF2B5EF4-FFF2-40B4-BE49-F238E27FC236}">
                <a16:creationId xmlns:a16="http://schemas.microsoft.com/office/drawing/2014/main" xmlns="" id="{DCFE4E76-F45C-4610-800D-5A3A56D20CDF}"/>
              </a:ext>
            </a:extLst>
          </p:cNvPr>
          <p:cNvSpPr/>
          <p:nvPr/>
        </p:nvSpPr>
        <p:spPr>
          <a:xfrm>
            <a:off x="1695919"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月度总结</a:t>
            </a:r>
          </a:p>
        </p:txBody>
      </p:sp>
      <p:sp>
        <p:nvSpPr>
          <p:cNvPr id="25" name="矩形 24">
            <a:extLst>
              <a:ext uri="{FF2B5EF4-FFF2-40B4-BE49-F238E27FC236}">
                <a16:creationId xmlns:a16="http://schemas.microsoft.com/office/drawing/2014/main" xmlns="" id="{E5BA2CD9-0467-4476-B03A-4632D4BFFC1D}"/>
              </a:ext>
            </a:extLst>
          </p:cNvPr>
          <p:cNvSpPr/>
          <p:nvPr/>
        </p:nvSpPr>
        <p:spPr>
          <a:xfrm>
            <a:off x="3027208"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季度总结</a:t>
            </a:r>
          </a:p>
        </p:txBody>
      </p:sp>
      <p:sp>
        <p:nvSpPr>
          <p:cNvPr id="26" name="矩形 25">
            <a:extLst>
              <a:ext uri="{FF2B5EF4-FFF2-40B4-BE49-F238E27FC236}">
                <a16:creationId xmlns:a16="http://schemas.microsoft.com/office/drawing/2014/main" xmlns="" id="{FDAE7E95-1D39-4FF4-A601-3A171DB3468C}"/>
              </a:ext>
            </a:extLst>
          </p:cNvPr>
          <p:cNvSpPr/>
          <p:nvPr/>
        </p:nvSpPr>
        <p:spPr>
          <a:xfrm>
            <a:off x="5689786"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工作计划</a:t>
            </a:r>
          </a:p>
        </p:txBody>
      </p:sp>
      <p:sp>
        <p:nvSpPr>
          <p:cNvPr id="27" name="矩形 26">
            <a:extLst>
              <a:ext uri="{FF2B5EF4-FFF2-40B4-BE49-F238E27FC236}">
                <a16:creationId xmlns:a16="http://schemas.microsoft.com/office/drawing/2014/main" xmlns="" id="{6C7ED302-8DBD-4162-8DDF-18DB1A67AF34}"/>
              </a:ext>
            </a:extLst>
          </p:cNvPr>
          <p:cNvSpPr/>
          <p:nvPr/>
        </p:nvSpPr>
        <p:spPr>
          <a:xfrm>
            <a:off x="4358497"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年度总结</a:t>
            </a:r>
          </a:p>
        </p:txBody>
      </p:sp>
      <p:pic>
        <p:nvPicPr>
          <p:cNvPr id="2" name="缓慢钢琴音乐">
            <a:hlinkClick r:id="" action="ppaction://media"/>
            <a:extLst>
              <a:ext uri="{FF2B5EF4-FFF2-40B4-BE49-F238E27FC236}">
                <a16:creationId xmlns:a16="http://schemas.microsoft.com/office/drawing/2014/main" xmlns="" id="{835AD22F-0388-44CF-A9E5-429FA7E37136}"/>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2545961" y="-2509684"/>
            <a:ext cx="609600" cy="609600"/>
          </a:xfrm>
          <a:prstGeom prst="rect">
            <a:avLst/>
          </a:prstGeom>
        </p:spPr>
      </p:pic>
    </p:spTree>
    <p:extLst>
      <p:ext uri="{BB962C8B-B14F-4D97-AF65-F5344CB8AC3E}">
        <p14:creationId xmlns:p14="http://schemas.microsoft.com/office/powerpoint/2010/main" val="25689119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 presetClass="entr" presetSubtype="4" fill="hold" grpId="0" nodeType="afterEffect">
                                  <p:stCondLst>
                                    <p:cond delay="50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1+#ppt_h/2"/>
                                          </p:val>
                                        </p:tav>
                                        <p:tav tm="100000">
                                          <p:val>
                                            <p:strVal val="#ppt_y"/>
                                          </p:val>
                                        </p:tav>
                                      </p:tavLst>
                                    </p:anim>
                                  </p:childTnLst>
                                </p:cTn>
                              </p:par>
                              <p:par>
                                <p:cTn id="12" presetID="2" presetClass="entr" presetSubtype="1" fill="hold" grpId="0" nodeType="withEffect">
                                  <p:stCondLst>
                                    <p:cond delay="50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2" presetClass="entr" presetSubtype="6"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up)">
                                      <p:cBhvr>
                                        <p:cTn id="24" dur="500"/>
                                        <p:tgtEl>
                                          <p:spTgt spid="12"/>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up)">
                                      <p:cBhvr>
                                        <p:cTn id="28" dur="500"/>
                                        <p:tgtEl>
                                          <p:spTgt spid="21"/>
                                        </p:tgtEl>
                                      </p:cBhvr>
                                    </p:animEffect>
                                  </p:childTnLst>
                                </p:cTn>
                              </p:par>
                              <p:par>
                                <p:cTn id="29" presetID="37" presetClass="entr" presetSubtype="0" fill="hold" grpId="0" nodeType="withEffect">
                                  <p:stCondLst>
                                    <p:cond delay="50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750"/>
                                        <p:tgtEl>
                                          <p:spTgt spid="6"/>
                                        </p:tgtEl>
                                      </p:cBhvr>
                                    </p:animEffect>
                                    <p:anim calcmode="lin" valueType="num">
                                      <p:cBhvr>
                                        <p:cTn id="32" dur="750" fill="hold"/>
                                        <p:tgtEl>
                                          <p:spTgt spid="6"/>
                                        </p:tgtEl>
                                        <p:attrNameLst>
                                          <p:attrName>ppt_x</p:attrName>
                                        </p:attrNameLst>
                                      </p:cBhvr>
                                      <p:tavLst>
                                        <p:tav tm="0">
                                          <p:val>
                                            <p:strVal val="#ppt_x"/>
                                          </p:val>
                                        </p:tav>
                                        <p:tav tm="100000">
                                          <p:val>
                                            <p:strVal val="#ppt_x"/>
                                          </p:val>
                                        </p:tav>
                                      </p:tavLst>
                                    </p:anim>
                                    <p:anim calcmode="lin" valueType="num">
                                      <p:cBhvr>
                                        <p:cTn id="33" dur="675" decel="100000" fill="hold"/>
                                        <p:tgtEl>
                                          <p:spTgt spid="6"/>
                                        </p:tgtEl>
                                        <p:attrNameLst>
                                          <p:attrName>ppt_y</p:attrName>
                                        </p:attrNameLst>
                                      </p:cBhvr>
                                      <p:tavLst>
                                        <p:tav tm="0">
                                          <p:val>
                                            <p:strVal val="#ppt_y+1"/>
                                          </p:val>
                                        </p:tav>
                                        <p:tav tm="100000">
                                          <p:val>
                                            <p:strVal val="#ppt_y-.03"/>
                                          </p:val>
                                        </p:tav>
                                      </p:tavLst>
                                    </p:anim>
                                    <p:anim calcmode="lin" valueType="num">
                                      <p:cBhvr>
                                        <p:cTn id="34"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7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750"/>
                                        <p:tgtEl>
                                          <p:spTgt spid="13"/>
                                        </p:tgtEl>
                                      </p:cBhvr>
                                    </p:animEffect>
                                    <p:anim calcmode="lin" valueType="num">
                                      <p:cBhvr>
                                        <p:cTn id="38" dur="750" fill="hold"/>
                                        <p:tgtEl>
                                          <p:spTgt spid="13"/>
                                        </p:tgtEl>
                                        <p:attrNameLst>
                                          <p:attrName>ppt_x</p:attrName>
                                        </p:attrNameLst>
                                      </p:cBhvr>
                                      <p:tavLst>
                                        <p:tav tm="0">
                                          <p:val>
                                            <p:strVal val="#ppt_x"/>
                                          </p:val>
                                        </p:tav>
                                        <p:tav tm="100000">
                                          <p:val>
                                            <p:strVal val="#ppt_x"/>
                                          </p:val>
                                        </p:tav>
                                      </p:tavLst>
                                    </p:anim>
                                    <p:anim calcmode="lin" valueType="num">
                                      <p:cBhvr>
                                        <p:cTn id="39" dur="675" decel="100000" fill="hold"/>
                                        <p:tgtEl>
                                          <p:spTgt spid="13"/>
                                        </p:tgtEl>
                                        <p:attrNameLst>
                                          <p:attrName>ppt_y</p:attrName>
                                        </p:attrNameLst>
                                      </p:cBhvr>
                                      <p:tavLst>
                                        <p:tav tm="0">
                                          <p:val>
                                            <p:strVal val="#ppt_y+1"/>
                                          </p:val>
                                        </p:tav>
                                        <p:tav tm="100000">
                                          <p:val>
                                            <p:strVal val="#ppt_y-.03"/>
                                          </p:val>
                                        </p:tav>
                                      </p:tavLst>
                                    </p:anim>
                                    <p:anim calcmode="lin" valueType="num">
                                      <p:cBhvr>
                                        <p:cTn id="40" dur="75" accel="100000" fill="hold">
                                          <p:stCondLst>
                                            <p:cond delay="675"/>
                                          </p:stCondLst>
                                        </p:cTn>
                                        <p:tgtEl>
                                          <p:spTgt spid="13"/>
                                        </p:tgtEl>
                                        <p:attrNameLst>
                                          <p:attrName>ppt_y</p:attrName>
                                        </p:attrNameLst>
                                      </p:cBhvr>
                                      <p:tavLst>
                                        <p:tav tm="0">
                                          <p:val>
                                            <p:strVal val="#ppt_y-.03"/>
                                          </p:val>
                                        </p:tav>
                                        <p:tav tm="100000">
                                          <p:val>
                                            <p:strVal val="#ppt_y"/>
                                          </p:val>
                                        </p:tav>
                                      </p:tavLst>
                                    </p:anim>
                                  </p:childTnLst>
                                </p:cTn>
                              </p:par>
                              <p:par>
                                <p:cTn id="41" presetID="37" presetClass="entr" presetSubtype="0" fill="hold" grpId="0" nodeType="withEffect">
                                  <p:stCondLst>
                                    <p:cond delay="100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50"/>
                                        <p:tgtEl>
                                          <p:spTgt spid="14"/>
                                        </p:tgtEl>
                                      </p:cBhvr>
                                    </p:animEffect>
                                    <p:anim calcmode="lin" valueType="num">
                                      <p:cBhvr>
                                        <p:cTn id="44" dur="750" fill="hold"/>
                                        <p:tgtEl>
                                          <p:spTgt spid="14"/>
                                        </p:tgtEl>
                                        <p:attrNameLst>
                                          <p:attrName>ppt_x</p:attrName>
                                        </p:attrNameLst>
                                      </p:cBhvr>
                                      <p:tavLst>
                                        <p:tav tm="0">
                                          <p:val>
                                            <p:strVal val="#ppt_x"/>
                                          </p:val>
                                        </p:tav>
                                        <p:tav tm="100000">
                                          <p:val>
                                            <p:strVal val="#ppt_x"/>
                                          </p:val>
                                        </p:tav>
                                      </p:tavLst>
                                    </p:anim>
                                    <p:anim calcmode="lin" valueType="num">
                                      <p:cBhvr>
                                        <p:cTn id="45" dur="675" decel="100000" fill="hold"/>
                                        <p:tgtEl>
                                          <p:spTgt spid="14"/>
                                        </p:tgtEl>
                                        <p:attrNameLst>
                                          <p:attrName>ppt_y</p:attrName>
                                        </p:attrNameLst>
                                      </p:cBhvr>
                                      <p:tavLst>
                                        <p:tav tm="0">
                                          <p:val>
                                            <p:strVal val="#ppt_y+1"/>
                                          </p:val>
                                        </p:tav>
                                        <p:tav tm="100000">
                                          <p:val>
                                            <p:strVal val="#ppt_y-.03"/>
                                          </p:val>
                                        </p:tav>
                                      </p:tavLst>
                                    </p:anim>
                                    <p:anim calcmode="lin" valueType="num">
                                      <p:cBhvr>
                                        <p:cTn id="46" dur="75" accel="100000" fill="hold">
                                          <p:stCondLst>
                                            <p:cond delay="675"/>
                                          </p:stCondLst>
                                        </p:cTn>
                                        <p:tgtEl>
                                          <p:spTgt spid="14"/>
                                        </p:tgtEl>
                                        <p:attrNameLst>
                                          <p:attrName>ppt_y</p:attrName>
                                        </p:attrNameLst>
                                      </p:cBhvr>
                                      <p:tavLst>
                                        <p:tav tm="0">
                                          <p:val>
                                            <p:strVal val="#ppt_y-.03"/>
                                          </p:val>
                                        </p:tav>
                                        <p:tav tm="100000">
                                          <p:val>
                                            <p:strVal val="#ppt_y"/>
                                          </p:val>
                                        </p:tav>
                                      </p:tavLst>
                                    </p:anim>
                                  </p:childTnLst>
                                </p:cTn>
                              </p:par>
                              <p:par>
                                <p:cTn id="47" presetID="37" presetClass="entr" presetSubtype="0" fill="hold" grpId="0" nodeType="withEffect">
                                  <p:stCondLst>
                                    <p:cond delay="12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750"/>
                                        <p:tgtEl>
                                          <p:spTgt spid="15"/>
                                        </p:tgtEl>
                                      </p:cBhvr>
                                    </p:animEffect>
                                    <p:anim calcmode="lin" valueType="num">
                                      <p:cBhvr>
                                        <p:cTn id="50" dur="750" fill="hold"/>
                                        <p:tgtEl>
                                          <p:spTgt spid="15"/>
                                        </p:tgtEl>
                                        <p:attrNameLst>
                                          <p:attrName>ppt_x</p:attrName>
                                        </p:attrNameLst>
                                      </p:cBhvr>
                                      <p:tavLst>
                                        <p:tav tm="0">
                                          <p:val>
                                            <p:strVal val="#ppt_x"/>
                                          </p:val>
                                        </p:tav>
                                        <p:tav tm="100000">
                                          <p:val>
                                            <p:strVal val="#ppt_x"/>
                                          </p:val>
                                        </p:tav>
                                      </p:tavLst>
                                    </p:anim>
                                    <p:anim calcmode="lin" valueType="num">
                                      <p:cBhvr>
                                        <p:cTn id="51" dur="675" decel="100000" fill="hold"/>
                                        <p:tgtEl>
                                          <p:spTgt spid="15"/>
                                        </p:tgtEl>
                                        <p:attrNameLst>
                                          <p:attrName>ppt_y</p:attrName>
                                        </p:attrNameLst>
                                      </p:cBhvr>
                                      <p:tavLst>
                                        <p:tav tm="0">
                                          <p:val>
                                            <p:strVal val="#ppt_y+1"/>
                                          </p:val>
                                        </p:tav>
                                        <p:tav tm="100000">
                                          <p:val>
                                            <p:strVal val="#ppt_y-.03"/>
                                          </p:val>
                                        </p:tav>
                                      </p:tavLst>
                                    </p:anim>
                                    <p:anim calcmode="lin" valueType="num">
                                      <p:cBhvr>
                                        <p:cTn id="52" dur="75" accel="100000" fill="hold">
                                          <p:stCondLst>
                                            <p:cond delay="675"/>
                                          </p:stCondLst>
                                        </p:cTn>
                                        <p:tgtEl>
                                          <p:spTgt spid="15"/>
                                        </p:tgtEl>
                                        <p:attrNameLst>
                                          <p:attrName>ppt_y</p:attrName>
                                        </p:attrNameLst>
                                      </p:cBhvr>
                                      <p:tavLst>
                                        <p:tav tm="0">
                                          <p:val>
                                            <p:strVal val="#ppt_y-.03"/>
                                          </p:val>
                                        </p:tav>
                                        <p:tav tm="100000">
                                          <p:val>
                                            <p:strVal val="#ppt_y"/>
                                          </p:val>
                                        </p:tav>
                                      </p:tavLst>
                                    </p:anim>
                                  </p:childTnLst>
                                </p:cTn>
                              </p:par>
                            </p:childTnLst>
                          </p:cTn>
                        </p:par>
                        <p:par>
                          <p:cTn id="53" fill="hold">
                            <p:stCondLst>
                              <p:cond delay="4000"/>
                            </p:stCondLst>
                            <p:childTnLst>
                              <p:par>
                                <p:cTn id="54" presetID="22" presetClass="entr" presetSubtype="8" fill="hold" grpId="0" nodeType="afterEffect">
                                  <p:stCondLst>
                                    <p:cond delay="0"/>
                                  </p:stCondLst>
                                  <p:iterate type="lt">
                                    <p:tmPct val="10000"/>
                                  </p:iterate>
                                  <p:childTnLst>
                                    <p:set>
                                      <p:cBhvr>
                                        <p:cTn id="55" dur="1" fill="hold">
                                          <p:stCondLst>
                                            <p:cond delay="0"/>
                                          </p:stCondLst>
                                        </p:cTn>
                                        <p:tgtEl>
                                          <p:spTgt spid="20"/>
                                        </p:tgtEl>
                                        <p:attrNameLst>
                                          <p:attrName>style.visibility</p:attrName>
                                        </p:attrNameLst>
                                      </p:cBhvr>
                                      <p:to>
                                        <p:strVal val="visible"/>
                                      </p:to>
                                    </p:set>
                                    <p:animEffect transition="in" filter="wipe(left)">
                                      <p:cBhvr>
                                        <p:cTn id="56" dur="750"/>
                                        <p:tgtEl>
                                          <p:spTgt spid="20"/>
                                        </p:tgtEl>
                                      </p:cBhvr>
                                    </p:animEffect>
                                  </p:childTnLst>
                                </p:cTn>
                              </p:par>
                            </p:childTnLst>
                          </p:cTn>
                        </p:par>
                        <p:par>
                          <p:cTn id="57" fill="hold">
                            <p:stCondLst>
                              <p:cond delay="5725"/>
                            </p:stCondLst>
                            <p:childTnLst>
                              <p:par>
                                <p:cTn id="58" presetID="23" presetClass="entr" presetSubtype="16" fill="hold" grpId="0" nodeType="afterEffect">
                                  <p:stCondLst>
                                    <p:cond delay="0"/>
                                  </p:stCondLst>
                                  <p:iterate type="lt">
                                    <p:tmPct val="2000"/>
                                  </p:iterate>
                                  <p:childTnLst>
                                    <p:set>
                                      <p:cBhvr>
                                        <p:cTn id="59" dur="1" fill="hold">
                                          <p:stCondLst>
                                            <p:cond delay="0"/>
                                          </p:stCondLst>
                                        </p:cTn>
                                        <p:tgtEl>
                                          <p:spTgt spid="19"/>
                                        </p:tgtEl>
                                        <p:attrNameLst>
                                          <p:attrName>style.visibility</p:attrName>
                                        </p:attrNameLst>
                                      </p:cBhvr>
                                      <p:to>
                                        <p:strVal val="visible"/>
                                      </p:to>
                                    </p:set>
                                    <p:anim calcmode="lin" valueType="num">
                                      <p:cBhvr>
                                        <p:cTn id="60" dur="500" fill="hold"/>
                                        <p:tgtEl>
                                          <p:spTgt spid="19"/>
                                        </p:tgtEl>
                                        <p:attrNameLst>
                                          <p:attrName>ppt_w</p:attrName>
                                        </p:attrNameLst>
                                      </p:cBhvr>
                                      <p:tavLst>
                                        <p:tav tm="0">
                                          <p:val>
                                            <p:fltVal val="0"/>
                                          </p:val>
                                        </p:tav>
                                        <p:tav tm="100000">
                                          <p:val>
                                            <p:strVal val="#ppt_w"/>
                                          </p:val>
                                        </p:tav>
                                      </p:tavLst>
                                    </p:anim>
                                    <p:anim calcmode="lin" valueType="num">
                                      <p:cBhvr>
                                        <p:cTn id="61" dur="500" fill="hold"/>
                                        <p:tgtEl>
                                          <p:spTgt spid="19"/>
                                        </p:tgtEl>
                                        <p:attrNameLst>
                                          <p:attrName>ppt_h</p:attrName>
                                        </p:attrNameLst>
                                      </p:cBhvr>
                                      <p:tavLst>
                                        <p:tav tm="0">
                                          <p:val>
                                            <p:fltVal val="0"/>
                                          </p:val>
                                        </p:tav>
                                        <p:tav tm="100000">
                                          <p:val>
                                            <p:strVal val="#ppt_h"/>
                                          </p:val>
                                        </p:tav>
                                      </p:tavLst>
                                    </p:anim>
                                  </p:childTnLst>
                                </p:cTn>
                              </p:par>
                              <p:par>
                                <p:cTn id="62" presetID="12" presetClass="entr" presetSubtype="8" fill="hold" grpId="0" nodeType="withEffect">
                                  <p:stCondLst>
                                    <p:cond delay="75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p:tgtEl>
                                          <p:spTgt spid="17"/>
                                        </p:tgtEl>
                                        <p:attrNameLst>
                                          <p:attrName>ppt_x</p:attrName>
                                        </p:attrNameLst>
                                      </p:cBhvr>
                                      <p:tavLst>
                                        <p:tav tm="0">
                                          <p:val>
                                            <p:strVal val="#ppt_x-#ppt_w*1.125000"/>
                                          </p:val>
                                        </p:tav>
                                        <p:tav tm="100000">
                                          <p:val>
                                            <p:strVal val="#ppt_x"/>
                                          </p:val>
                                        </p:tav>
                                      </p:tavLst>
                                    </p:anim>
                                    <p:animEffect transition="in" filter="wipe(right)">
                                      <p:cBhvr>
                                        <p:cTn id="65" dur="500"/>
                                        <p:tgtEl>
                                          <p:spTgt spid="17"/>
                                        </p:tgtEl>
                                      </p:cBhvr>
                                    </p:animEffect>
                                  </p:childTnLst>
                                </p:cTn>
                              </p:par>
                              <p:par>
                                <p:cTn id="66" presetID="12" presetClass="entr" presetSubtype="2" fill="hold" grpId="0" nodeType="withEffect">
                                  <p:stCondLst>
                                    <p:cond delay="75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00"/>
                                        <p:tgtEl>
                                          <p:spTgt spid="18"/>
                                        </p:tgtEl>
                                        <p:attrNameLst>
                                          <p:attrName>ppt_x</p:attrName>
                                        </p:attrNameLst>
                                      </p:cBhvr>
                                      <p:tavLst>
                                        <p:tav tm="0">
                                          <p:val>
                                            <p:strVal val="#ppt_x+#ppt_w*1.125000"/>
                                          </p:val>
                                        </p:tav>
                                        <p:tav tm="100000">
                                          <p:val>
                                            <p:strVal val="#ppt_x"/>
                                          </p:val>
                                        </p:tav>
                                      </p:tavLst>
                                    </p:anim>
                                    <p:animEffect transition="in" filter="wipe(left)">
                                      <p:cBhvr>
                                        <p:cTn id="69" dur="500"/>
                                        <p:tgtEl>
                                          <p:spTgt spid="18"/>
                                        </p:tgtEl>
                                      </p:cBhvr>
                                    </p:animEffect>
                                  </p:childTnLst>
                                </p:cTn>
                              </p:par>
                              <p:par>
                                <p:cTn id="70" presetID="10" presetClass="entr" presetSubtype="0" fill="hold" grpId="0" nodeType="withEffect">
                                  <p:stCondLst>
                                    <p:cond delay="125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125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125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125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125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85" repeatCount="indefinite" fill="hold" display="0">
                  <p:stCondLst>
                    <p:cond delay="indefinite"/>
                  </p:stCondLst>
                  <p:endCondLst>
                    <p:cond evt="onStopAudio" delay="0">
                      <p:tgtEl>
                        <p:sldTgt/>
                      </p:tgtEl>
                    </p:cond>
                  </p:endCondLst>
                </p:cTn>
                <p:tgtEl>
                  <p:spTgt spid="2"/>
                </p:tgtEl>
              </p:cMediaNode>
            </p:audio>
          </p:childTnLst>
        </p:cTn>
      </p:par>
    </p:tnLst>
    <p:bldLst>
      <p:bldP spid="4" grpId="0" animBg="1"/>
      <p:bldP spid="11" grpId="0" animBg="1"/>
      <p:bldP spid="6" grpId="0"/>
      <p:bldP spid="13" grpId="0"/>
      <p:bldP spid="14" grpId="0"/>
      <p:bldP spid="15" grpId="0"/>
      <p:bldP spid="12" grpId="0"/>
      <p:bldP spid="17" grpId="0" animBg="1"/>
      <p:bldP spid="18" grpId="0" animBg="1"/>
      <p:bldP spid="19" grpId="0"/>
      <p:bldP spid="20" grpId="0"/>
      <p:bldP spid="21" grpId="0"/>
      <p:bldP spid="23" grpId="0"/>
      <p:bldP spid="24" grpId="0"/>
      <p:bldP spid="25" grpId="0"/>
      <p:bldP spid="26"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A3688E2B-4A69-4912-9385-02F7BCB1FEDD}"/>
              </a:ext>
            </a:extLst>
          </p:cNvPr>
          <p:cNvGrpSpPr/>
          <p:nvPr/>
        </p:nvGrpSpPr>
        <p:grpSpPr>
          <a:xfrm>
            <a:off x="739952" y="0"/>
            <a:ext cx="4472589" cy="6858000"/>
            <a:chOff x="739952" y="0"/>
            <a:chExt cx="4472589" cy="6858000"/>
          </a:xfrm>
        </p:grpSpPr>
        <p:sp>
          <p:nvSpPr>
            <p:cNvPr id="16" name="矩形 15">
              <a:extLst>
                <a:ext uri="{FF2B5EF4-FFF2-40B4-BE49-F238E27FC236}">
                  <a16:creationId xmlns:a16="http://schemas.microsoft.com/office/drawing/2014/main" xmlns="" id="{4019EA95-F30B-4581-8F8A-F33A28D017DC}"/>
                </a:ext>
              </a:extLst>
            </p:cNvPr>
            <p:cNvSpPr/>
            <p:nvPr/>
          </p:nvSpPr>
          <p:spPr>
            <a:xfrm>
              <a:off x="739952" y="0"/>
              <a:ext cx="4472589" cy="685800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979622C1-C207-4CF6-A629-E94307ABD6FE}"/>
                </a:ext>
              </a:extLst>
            </p:cNvPr>
            <p:cNvSpPr/>
            <p:nvPr/>
          </p:nvSpPr>
          <p:spPr>
            <a:xfrm flipH="1">
              <a:off x="1165989" y="0"/>
              <a:ext cx="3636974"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xmlns="" id="{E121F607-CECB-4F1C-B81C-0B3AA1F6C295}"/>
              </a:ext>
            </a:extLst>
          </p:cNvPr>
          <p:cNvGrpSpPr/>
          <p:nvPr/>
        </p:nvGrpSpPr>
        <p:grpSpPr>
          <a:xfrm flipH="1">
            <a:off x="0" y="4242544"/>
            <a:ext cx="2512596" cy="2615456"/>
            <a:chOff x="9679404" y="4242544"/>
            <a:chExt cx="2512596" cy="2615456"/>
          </a:xfrm>
        </p:grpSpPr>
        <p:sp>
          <p:nvSpPr>
            <p:cNvPr id="20" name="任意多边形: 形状 19">
              <a:extLst>
                <a:ext uri="{FF2B5EF4-FFF2-40B4-BE49-F238E27FC236}">
                  <a16:creationId xmlns:a16="http://schemas.microsoft.com/office/drawing/2014/main" xmlns="" id="{EF690674-91FD-49EF-ABBD-54DF6D8C511F}"/>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1" name="任意多边形: 形状 20">
              <a:extLst>
                <a:ext uri="{FF2B5EF4-FFF2-40B4-BE49-F238E27FC236}">
                  <a16:creationId xmlns:a16="http://schemas.microsoft.com/office/drawing/2014/main" xmlns="" id="{1DC01A66-6C49-48BE-9FC1-13844E1D2C10}"/>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sp>
        <p:nvSpPr>
          <p:cNvPr id="23" name="文本框 22">
            <a:extLst>
              <a:ext uri="{FF2B5EF4-FFF2-40B4-BE49-F238E27FC236}">
                <a16:creationId xmlns:a16="http://schemas.microsoft.com/office/drawing/2014/main" xmlns="" id="{46D14E2A-E116-4324-A0F5-26BC8B7A85CA}"/>
              </a:ext>
            </a:extLst>
          </p:cNvPr>
          <p:cNvSpPr txBox="1"/>
          <p:nvPr/>
        </p:nvSpPr>
        <p:spPr>
          <a:xfrm>
            <a:off x="1706019" y="251530"/>
            <a:ext cx="2222303" cy="1246495"/>
          </a:xfrm>
          <a:prstGeom prst="rect">
            <a:avLst/>
          </a:prstGeom>
          <a:noFill/>
          <a:effectLst>
            <a:outerShdw blurRad="50800" dist="38100" dir="2700000" algn="tl" rotWithShape="0">
              <a:prstClr val="black">
                <a:alpha val="5000"/>
              </a:prstClr>
            </a:outerShdw>
          </a:effectLst>
        </p:spPr>
        <p:txBody>
          <a:bodyPr wrap="square" rtlCol="0">
            <a:spAutoFit/>
          </a:bodyPr>
          <a:lstStyle/>
          <a:p>
            <a:pPr algn="dist"/>
            <a:r>
              <a:rPr lang="zh-CN" altLang="en-US" sz="7500" b="1" dirty="0">
                <a:solidFill>
                  <a:schemeClr val="bg1"/>
                </a:solidFill>
                <a:effectLst>
                  <a:outerShdw blurRad="38100" dist="38100" dir="2700000" algn="tl">
                    <a:srgbClr val="000000">
                      <a:alpha val="43137"/>
                    </a:srgbClr>
                  </a:outerShdw>
                </a:effectLst>
                <a:latin typeface="思源宋体" panose="02020700000000000000" pitchFamily="18" charset="-122"/>
                <a:ea typeface="思源宋体" panose="02020700000000000000" pitchFamily="18" charset="-122"/>
              </a:rPr>
              <a:t>目录</a:t>
            </a:r>
          </a:p>
        </p:txBody>
      </p:sp>
      <p:sp>
        <p:nvSpPr>
          <p:cNvPr id="24" name="文本框 23">
            <a:extLst>
              <a:ext uri="{FF2B5EF4-FFF2-40B4-BE49-F238E27FC236}">
                <a16:creationId xmlns:a16="http://schemas.microsoft.com/office/drawing/2014/main" xmlns="" id="{7165D3AE-107A-494D-A7F1-430B750AFFEA}"/>
              </a:ext>
            </a:extLst>
          </p:cNvPr>
          <p:cNvSpPr txBox="1"/>
          <p:nvPr/>
        </p:nvSpPr>
        <p:spPr>
          <a:xfrm>
            <a:off x="1780356" y="1433940"/>
            <a:ext cx="2147966" cy="430887"/>
          </a:xfrm>
          <a:prstGeom prst="rect">
            <a:avLst/>
          </a:prstGeom>
          <a:noFill/>
          <a:effectLst>
            <a:outerShdw blurRad="50800" dist="38100" dir="2700000" algn="tl" rotWithShape="0">
              <a:prstClr val="black">
                <a:alpha val="5000"/>
              </a:prstClr>
            </a:outerShdw>
          </a:effectLst>
        </p:spPr>
        <p:txBody>
          <a:bodyPr wrap="square" rtlCol="0">
            <a:spAutoFit/>
          </a:bodyPr>
          <a:lstStyle/>
          <a:p>
            <a:pPr algn="dist"/>
            <a:r>
              <a:rPr lang="en-US" altLang="zh-CN" sz="2200" b="1" dirty="0">
                <a:solidFill>
                  <a:schemeClr val="bg1"/>
                </a:solidFill>
                <a:effectLst>
                  <a:outerShdw blurRad="38100" dist="38100" dir="2700000" algn="tl">
                    <a:srgbClr val="000000">
                      <a:alpha val="43137"/>
                    </a:srgbClr>
                  </a:outerShdw>
                </a:effectLst>
                <a:latin typeface="思源宋体" panose="02020700000000000000" pitchFamily="18" charset="-122"/>
                <a:ea typeface="思源宋体" panose="02020700000000000000" pitchFamily="18" charset="-122"/>
              </a:rPr>
              <a:t>CONTENTS</a:t>
            </a:r>
            <a:endParaRPr lang="zh-CN" altLang="en-US" sz="2200" b="1" dirty="0">
              <a:solidFill>
                <a:schemeClr val="bg1"/>
              </a:solidFill>
              <a:effectLst>
                <a:outerShdw blurRad="38100" dist="38100" dir="2700000" algn="tl">
                  <a:srgbClr val="000000">
                    <a:alpha val="43137"/>
                  </a:srgbClr>
                </a:outerShdw>
              </a:effectLst>
              <a:latin typeface="思源宋体" panose="02020700000000000000" pitchFamily="18" charset="-122"/>
              <a:ea typeface="思源宋体" panose="02020700000000000000" pitchFamily="18" charset="-122"/>
            </a:endParaRPr>
          </a:p>
        </p:txBody>
      </p:sp>
      <p:grpSp>
        <p:nvGrpSpPr>
          <p:cNvPr id="28" name="组合 27">
            <a:extLst>
              <a:ext uri="{FF2B5EF4-FFF2-40B4-BE49-F238E27FC236}">
                <a16:creationId xmlns:a16="http://schemas.microsoft.com/office/drawing/2014/main" xmlns="" id="{405A6E8F-3EAB-429C-BCDA-A9341AFC06D7}"/>
              </a:ext>
            </a:extLst>
          </p:cNvPr>
          <p:cNvGrpSpPr/>
          <p:nvPr/>
        </p:nvGrpSpPr>
        <p:grpSpPr>
          <a:xfrm>
            <a:off x="6366825" y="761710"/>
            <a:ext cx="1246549" cy="1021243"/>
            <a:chOff x="6328725" y="987403"/>
            <a:chExt cx="1246549" cy="1021243"/>
          </a:xfrm>
        </p:grpSpPr>
        <p:sp>
          <p:nvSpPr>
            <p:cNvPr id="25" name="任意多边形: 形状 24">
              <a:extLst>
                <a:ext uri="{FF2B5EF4-FFF2-40B4-BE49-F238E27FC236}">
                  <a16:creationId xmlns:a16="http://schemas.microsoft.com/office/drawing/2014/main" xmlns="" id="{6FCE2919-D0EC-4966-8B5F-64EB75F42EF1}"/>
                </a:ext>
              </a:extLst>
            </p:cNvPr>
            <p:cNvSpPr/>
            <p:nvPr/>
          </p:nvSpPr>
          <p:spPr>
            <a:xfrm flipH="1" flipV="1">
              <a:off x="6328725" y="987403"/>
              <a:ext cx="923496" cy="1021243"/>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ysClr val="windowText" lastClr="000000"/>
                </a:solidFill>
                <a:latin typeface="微软雅黑" panose="020B0503020204020204" pitchFamily="34" charset="-122"/>
                <a:ea typeface="微软雅黑" panose="020B0503020204020204" pitchFamily="34" charset="-122"/>
              </a:endParaRPr>
            </a:p>
          </p:txBody>
        </p:sp>
        <p:sp>
          <p:nvSpPr>
            <p:cNvPr id="26" name="íśḻïḓè">
              <a:extLst>
                <a:ext uri="{FF2B5EF4-FFF2-40B4-BE49-F238E27FC236}">
                  <a16:creationId xmlns:a16="http://schemas.microsoft.com/office/drawing/2014/main" xmlns="" id="{2DFCAA9E-36B4-4D44-815B-D528459093CE}"/>
                </a:ext>
              </a:extLst>
            </p:cNvPr>
            <p:cNvSpPr txBox="1"/>
            <p:nvPr/>
          </p:nvSpPr>
          <p:spPr bwMode="auto">
            <a:xfrm>
              <a:off x="6651778" y="1364484"/>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rPr>
                <a:t>01</a:t>
              </a:r>
            </a:p>
          </p:txBody>
        </p:sp>
      </p:grpSp>
      <p:grpSp>
        <p:nvGrpSpPr>
          <p:cNvPr id="3" name="组合 2">
            <a:extLst>
              <a:ext uri="{FF2B5EF4-FFF2-40B4-BE49-F238E27FC236}">
                <a16:creationId xmlns:a16="http://schemas.microsoft.com/office/drawing/2014/main" xmlns="" id="{B4558CCC-CCCA-48DF-BBC5-AFB92E565530}"/>
              </a:ext>
            </a:extLst>
          </p:cNvPr>
          <p:cNvGrpSpPr/>
          <p:nvPr/>
        </p:nvGrpSpPr>
        <p:grpSpPr>
          <a:xfrm>
            <a:off x="7755647" y="1002052"/>
            <a:ext cx="3450739" cy="862775"/>
            <a:chOff x="7575273" y="1498025"/>
            <a:chExt cx="3450739" cy="862775"/>
          </a:xfrm>
        </p:grpSpPr>
        <p:sp>
          <p:nvSpPr>
            <p:cNvPr id="9" name="íśḻïḓè">
              <a:extLst>
                <a:ext uri="{FF2B5EF4-FFF2-40B4-BE49-F238E27FC236}">
                  <a16:creationId xmlns:a16="http://schemas.microsoft.com/office/drawing/2014/main" xmlns="" id="{FA0AADBE-F1A7-40B8-B64C-BEEF8273C90C}"/>
                </a:ext>
              </a:extLst>
            </p:cNvPr>
            <p:cNvSpPr txBox="1"/>
            <p:nvPr/>
          </p:nvSpPr>
          <p:spPr bwMode="auto">
            <a:xfrm>
              <a:off x="7575273" y="1498025"/>
              <a:ext cx="2910707" cy="427703"/>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dist" eaLnBrk="1" hangingPunct="1">
                <a:lnSpc>
                  <a:spcPct val="100000"/>
                </a:lnSpc>
                <a:spcBef>
                  <a:spcPct val="0"/>
                </a:spcBef>
                <a:buFontTx/>
                <a:buNone/>
              </a:pPr>
              <a:r>
                <a:rPr lang="zh-CN" altLang="en-US" sz="3000" spc="600" dirty="0">
                  <a:solidFill>
                    <a:sysClr val="windowText" lastClr="000000"/>
                  </a:solidFill>
                  <a:latin typeface="微软雅黑" panose="020B0503020204020204" pitchFamily="34" charset="-122"/>
                  <a:ea typeface="微软雅黑" panose="020B0503020204020204" pitchFamily="34" charset="-122"/>
                  <a:cs typeface="+mn-ea"/>
                  <a:sym typeface="+mn-lt"/>
                </a:rPr>
                <a:t>工作回顾</a:t>
              </a:r>
              <a:endPar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sp>
          <p:nvSpPr>
            <p:cNvPr id="27" name="文本框 26">
              <a:extLst>
                <a:ext uri="{FF2B5EF4-FFF2-40B4-BE49-F238E27FC236}">
                  <a16:creationId xmlns:a16="http://schemas.microsoft.com/office/drawing/2014/main" xmlns="" id="{3DA03428-07F5-4FB4-B0E5-8949FBFBAB85}"/>
                </a:ext>
              </a:extLst>
            </p:cNvPr>
            <p:cNvSpPr txBox="1"/>
            <p:nvPr/>
          </p:nvSpPr>
          <p:spPr>
            <a:xfrm>
              <a:off x="7638832" y="1960690"/>
              <a:ext cx="3387180" cy="400110"/>
            </a:xfrm>
            <a:prstGeom prst="rect">
              <a:avLst/>
            </a:prstGeom>
            <a:noFill/>
          </p:spPr>
          <p:txBody>
            <a:bodyPr vert="horz" wrap="square" rtlCol="0" anchor="b">
              <a:spAutoFit/>
            </a:bodyPr>
            <a:lstStyle/>
            <a:p>
              <a:r>
                <a:rPr lang="en-US" altLang="zh-CN" sz="1000" spc="120" dirty="0">
                  <a:solidFill>
                    <a:sysClr val="windowText" lastClr="000000"/>
                  </a:solidFill>
                  <a:latin typeface="微软雅黑" panose="020B0503020204020204" pitchFamily="34" charset="-122"/>
                  <a:ea typeface="微软雅黑" panose="020B0503020204020204" pitchFamily="34" charset="-122"/>
                  <a:cs typeface="+mn-ea"/>
                  <a:sym typeface="+mn-lt"/>
                </a:rPr>
                <a:t>Truth is the lifeblood of life, is the foundation of all values</a:t>
              </a:r>
              <a:endParaRPr lang="zh-CN" altLang="en-US" sz="1000" spc="12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grpSp>
      <p:grpSp>
        <p:nvGrpSpPr>
          <p:cNvPr id="29" name="组合 28">
            <a:extLst>
              <a:ext uri="{FF2B5EF4-FFF2-40B4-BE49-F238E27FC236}">
                <a16:creationId xmlns:a16="http://schemas.microsoft.com/office/drawing/2014/main" xmlns="" id="{C4FAF213-0257-4D85-9857-3A43936D83F3}"/>
              </a:ext>
            </a:extLst>
          </p:cNvPr>
          <p:cNvGrpSpPr/>
          <p:nvPr/>
        </p:nvGrpSpPr>
        <p:grpSpPr>
          <a:xfrm>
            <a:off x="6430384" y="2212987"/>
            <a:ext cx="1246549" cy="1021243"/>
            <a:chOff x="6328725" y="987403"/>
            <a:chExt cx="1246549" cy="1021243"/>
          </a:xfrm>
        </p:grpSpPr>
        <p:sp>
          <p:nvSpPr>
            <p:cNvPr id="30" name="任意多边形: 形状 29">
              <a:extLst>
                <a:ext uri="{FF2B5EF4-FFF2-40B4-BE49-F238E27FC236}">
                  <a16:creationId xmlns:a16="http://schemas.microsoft.com/office/drawing/2014/main" xmlns="" id="{DEF2E766-3D4A-4AD6-890E-8A1A049C557F}"/>
                </a:ext>
              </a:extLst>
            </p:cNvPr>
            <p:cNvSpPr/>
            <p:nvPr/>
          </p:nvSpPr>
          <p:spPr>
            <a:xfrm flipH="1" flipV="1">
              <a:off x="6328725" y="987403"/>
              <a:ext cx="923496" cy="1021243"/>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ysClr val="windowText" lastClr="000000"/>
                </a:solidFill>
                <a:latin typeface="微软雅黑" panose="020B0503020204020204" pitchFamily="34" charset="-122"/>
                <a:ea typeface="微软雅黑" panose="020B0503020204020204" pitchFamily="34" charset="-122"/>
              </a:endParaRPr>
            </a:p>
          </p:txBody>
        </p:sp>
        <p:sp>
          <p:nvSpPr>
            <p:cNvPr id="31" name="íśḻïḓè">
              <a:extLst>
                <a:ext uri="{FF2B5EF4-FFF2-40B4-BE49-F238E27FC236}">
                  <a16:creationId xmlns:a16="http://schemas.microsoft.com/office/drawing/2014/main" xmlns="" id="{52978352-A6EF-4840-BC2C-28F62548C565}"/>
                </a:ext>
              </a:extLst>
            </p:cNvPr>
            <p:cNvSpPr txBox="1"/>
            <p:nvPr/>
          </p:nvSpPr>
          <p:spPr bwMode="auto">
            <a:xfrm>
              <a:off x="6651778" y="1364484"/>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rPr>
                <a:t>02</a:t>
              </a:r>
            </a:p>
          </p:txBody>
        </p:sp>
      </p:grpSp>
      <p:grpSp>
        <p:nvGrpSpPr>
          <p:cNvPr id="32" name="组合 31">
            <a:extLst>
              <a:ext uri="{FF2B5EF4-FFF2-40B4-BE49-F238E27FC236}">
                <a16:creationId xmlns:a16="http://schemas.microsoft.com/office/drawing/2014/main" xmlns="" id="{842C6ABF-95D0-4B3E-90D1-020AC0CE35C6}"/>
              </a:ext>
            </a:extLst>
          </p:cNvPr>
          <p:cNvGrpSpPr/>
          <p:nvPr/>
        </p:nvGrpSpPr>
        <p:grpSpPr>
          <a:xfrm>
            <a:off x="7755647" y="2453329"/>
            <a:ext cx="3450739" cy="862775"/>
            <a:chOff x="7575273" y="1498025"/>
            <a:chExt cx="3450739" cy="862775"/>
          </a:xfrm>
        </p:grpSpPr>
        <p:sp>
          <p:nvSpPr>
            <p:cNvPr id="33" name="íśḻïḓè">
              <a:extLst>
                <a:ext uri="{FF2B5EF4-FFF2-40B4-BE49-F238E27FC236}">
                  <a16:creationId xmlns:a16="http://schemas.microsoft.com/office/drawing/2014/main" xmlns="" id="{A620EE44-488E-4814-A717-7E1ABB16B08A}"/>
                </a:ext>
              </a:extLst>
            </p:cNvPr>
            <p:cNvSpPr txBox="1"/>
            <p:nvPr/>
          </p:nvSpPr>
          <p:spPr bwMode="auto">
            <a:xfrm>
              <a:off x="7575273" y="1498025"/>
              <a:ext cx="2910707" cy="427703"/>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dist" eaLnBrk="1" hangingPunct="1">
                <a:lnSpc>
                  <a:spcPct val="100000"/>
                </a:lnSpc>
                <a:spcBef>
                  <a:spcPct val="0"/>
                </a:spcBef>
                <a:buFontTx/>
                <a:buNone/>
              </a:pPr>
              <a:r>
                <a:rPr lang="zh-CN" altLang="en-US" sz="3000" spc="600" dirty="0">
                  <a:solidFill>
                    <a:sysClr val="windowText" lastClr="000000"/>
                  </a:solidFill>
                  <a:latin typeface="微软雅黑" panose="020B0503020204020204" pitchFamily="34" charset="-122"/>
                  <a:ea typeface="微软雅黑" panose="020B0503020204020204" pitchFamily="34" charset="-122"/>
                  <a:cs typeface="+mn-ea"/>
                  <a:sym typeface="+mn-lt"/>
                </a:rPr>
                <a:t>工作收获</a:t>
              </a:r>
              <a:endPar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sp>
          <p:nvSpPr>
            <p:cNvPr id="34" name="文本框 33">
              <a:extLst>
                <a:ext uri="{FF2B5EF4-FFF2-40B4-BE49-F238E27FC236}">
                  <a16:creationId xmlns:a16="http://schemas.microsoft.com/office/drawing/2014/main" xmlns="" id="{DFA7D2E0-E087-4066-8C77-6ACA619A7CDB}"/>
                </a:ext>
              </a:extLst>
            </p:cNvPr>
            <p:cNvSpPr txBox="1"/>
            <p:nvPr/>
          </p:nvSpPr>
          <p:spPr>
            <a:xfrm>
              <a:off x="7638832" y="1960690"/>
              <a:ext cx="3387180" cy="400110"/>
            </a:xfrm>
            <a:prstGeom prst="rect">
              <a:avLst/>
            </a:prstGeom>
            <a:noFill/>
          </p:spPr>
          <p:txBody>
            <a:bodyPr vert="horz" wrap="square" rtlCol="0" anchor="b">
              <a:spAutoFit/>
            </a:bodyPr>
            <a:lstStyle/>
            <a:p>
              <a:r>
                <a:rPr lang="en-US" altLang="zh-CN" sz="1000" spc="120" dirty="0">
                  <a:solidFill>
                    <a:sysClr val="windowText" lastClr="000000"/>
                  </a:solidFill>
                  <a:latin typeface="微软雅黑" panose="020B0503020204020204" pitchFamily="34" charset="-122"/>
                  <a:ea typeface="微软雅黑" panose="020B0503020204020204" pitchFamily="34" charset="-122"/>
                  <a:cs typeface="+mn-ea"/>
                  <a:sym typeface="+mn-lt"/>
                </a:rPr>
                <a:t>Truth is the lifeblood of life, is the foundation of all values</a:t>
              </a:r>
              <a:endParaRPr lang="zh-CN" altLang="en-US" sz="1000" spc="12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grpSp>
      <p:grpSp>
        <p:nvGrpSpPr>
          <p:cNvPr id="35" name="组合 34">
            <a:extLst>
              <a:ext uri="{FF2B5EF4-FFF2-40B4-BE49-F238E27FC236}">
                <a16:creationId xmlns:a16="http://schemas.microsoft.com/office/drawing/2014/main" xmlns="" id="{1035E13D-FF3E-4427-AD37-392C51A855B6}"/>
              </a:ext>
            </a:extLst>
          </p:cNvPr>
          <p:cNvGrpSpPr/>
          <p:nvPr/>
        </p:nvGrpSpPr>
        <p:grpSpPr>
          <a:xfrm>
            <a:off x="6430384" y="3613667"/>
            <a:ext cx="1246549" cy="1021243"/>
            <a:chOff x="6328725" y="987403"/>
            <a:chExt cx="1246549" cy="1021243"/>
          </a:xfrm>
        </p:grpSpPr>
        <p:sp>
          <p:nvSpPr>
            <p:cNvPr id="36" name="任意多边形: 形状 35">
              <a:extLst>
                <a:ext uri="{FF2B5EF4-FFF2-40B4-BE49-F238E27FC236}">
                  <a16:creationId xmlns:a16="http://schemas.microsoft.com/office/drawing/2014/main" xmlns="" id="{33F11071-368F-480D-AB03-49A6CFB0AC59}"/>
                </a:ext>
              </a:extLst>
            </p:cNvPr>
            <p:cNvSpPr/>
            <p:nvPr/>
          </p:nvSpPr>
          <p:spPr>
            <a:xfrm flipH="1" flipV="1">
              <a:off x="6328725" y="987403"/>
              <a:ext cx="923496" cy="1021243"/>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ysClr val="windowText" lastClr="000000"/>
                </a:solidFill>
                <a:latin typeface="微软雅黑" panose="020B0503020204020204" pitchFamily="34" charset="-122"/>
                <a:ea typeface="微软雅黑" panose="020B0503020204020204" pitchFamily="34" charset="-122"/>
              </a:endParaRPr>
            </a:p>
          </p:txBody>
        </p:sp>
        <p:sp>
          <p:nvSpPr>
            <p:cNvPr id="37" name="íśḻïḓè">
              <a:extLst>
                <a:ext uri="{FF2B5EF4-FFF2-40B4-BE49-F238E27FC236}">
                  <a16:creationId xmlns:a16="http://schemas.microsoft.com/office/drawing/2014/main" xmlns="" id="{51E28B3D-9E20-45F0-8120-613F2BA2FB77}"/>
                </a:ext>
              </a:extLst>
            </p:cNvPr>
            <p:cNvSpPr txBox="1"/>
            <p:nvPr/>
          </p:nvSpPr>
          <p:spPr bwMode="auto">
            <a:xfrm>
              <a:off x="6651778" y="1364484"/>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rPr>
                <a:t>03</a:t>
              </a:r>
            </a:p>
          </p:txBody>
        </p:sp>
      </p:grpSp>
      <p:grpSp>
        <p:nvGrpSpPr>
          <p:cNvPr id="38" name="组合 37">
            <a:extLst>
              <a:ext uri="{FF2B5EF4-FFF2-40B4-BE49-F238E27FC236}">
                <a16:creationId xmlns:a16="http://schemas.microsoft.com/office/drawing/2014/main" xmlns="" id="{602DE879-6A2A-4882-BE76-D381AB6B3535}"/>
              </a:ext>
            </a:extLst>
          </p:cNvPr>
          <p:cNvGrpSpPr/>
          <p:nvPr/>
        </p:nvGrpSpPr>
        <p:grpSpPr>
          <a:xfrm>
            <a:off x="7755647" y="3854009"/>
            <a:ext cx="3450739" cy="862775"/>
            <a:chOff x="7575273" y="1498025"/>
            <a:chExt cx="3450739" cy="862775"/>
          </a:xfrm>
        </p:grpSpPr>
        <p:sp>
          <p:nvSpPr>
            <p:cNvPr id="39" name="íśḻïḓè">
              <a:extLst>
                <a:ext uri="{FF2B5EF4-FFF2-40B4-BE49-F238E27FC236}">
                  <a16:creationId xmlns:a16="http://schemas.microsoft.com/office/drawing/2014/main" xmlns="" id="{738EB60E-009F-4E4A-89CC-7472635F286C}"/>
                </a:ext>
              </a:extLst>
            </p:cNvPr>
            <p:cNvSpPr txBox="1"/>
            <p:nvPr/>
          </p:nvSpPr>
          <p:spPr bwMode="auto">
            <a:xfrm>
              <a:off x="7575273" y="1498025"/>
              <a:ext cx="2910707" cy="427703"/>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dist" eaLnBrk="1" hangingPunct="1">
                <a:lnSpc>
                  <a:spcPct val="100000"/>
                </a:lnSpc>
                <a:spcBef>
                  <a:spcPct val="0"/>
                </a:spcBef>
                <a:buFontTx/>
                <a:buNone/>
              </a:pPr>
              <a:r>
                <a:rPr lang="zh-CN" altLang="en-US" sz="3000" spc="600" dirty="0">
                  <a:solidFill>
                    <a:sysClr val="windowText" lastClr="000000"/>
                  </a:solidFill>
                  <a:latin typeface="微软雅黑" panose="020B0503020204020204" pitchFamily="34" charset="-122"/>
                  <a:ea typeface="微软雅黑" panose="020B0503020204020204" pitchFamily="34" charset="-122"/>
                  <a:cs typeface="+mn-ea"/>
                  <a:sym typeface="+mn-lt"/>
                </a:rPr>
                <a:t>工作不足</a:t>
              </a:r>
              <a:endPar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sp>
          <p:nvSpPr>
            <p:cNvPr id="40" name="文本框 39">
              <a:extLst>
                <a:ext uri="{FF2B5EF4-FFF2-40B4-BE49-F238E27FC236}">
                  <a16:creationId xmlns:a16="http://schemas.microsoft.com/office/drawing/2014/main" xmlns="" id="{0D09A785-8B2D-4123-B078-9F0DE0DA4F3A}"/>
                </a:ext>
              </a:extLst>
            </p:cNvPr>
            <p:cNvSpPr txBox="1"/>
            <p:nvPr/>
          </p:nvSpPr>
          <p:spPr>
            <a:xfrm>
              <a:off x="7638832" y="1960690"/>
              <a:ext cx="3387180" cy="400110"/>
            </a:xfrm>
            <a:prstGeom prst="rect">
              <a:avLst/>
            </a:prstGeom>
            <a:noFill/>
          </p:spPr>
          <p:txBody>
            <a:bodyPr vert="horz" wrap="square" rtlCol="0" anchor="b">
              <a:spAutoFit/>
            </a:bodyPr>
            <a:lstStyle/>
            <a:p>
              <a:r>
                <a:rPr lang="en-US" altLang="zh-CN" sz="1000" spc="120" dirty="0">
                  <a:solidFill>
                    <a:sysClr val="windowText" lastClr="000000"/>
                  </a:solidFill>
                  <a:latin typeface="微软雅黑" panose="020B0503020204020204" pitchFamily="34" charset="-122"/>
                  <a:ea typeface="微软雅黑" panose="020B0503020204020204" pitchFamily="34" charset="-122"/>
                  <a:cs typeface="+mn-ea"/>
                  <a:sym typeface="+mn-lt"/>
                </a:rPr>
                <a:t>Truth is the lifeblood of life, is the foundation of all values</a:t>
              </a:r>
              <a:endParaRPr lang="zh-CN" altLang="en-US" sz="1000" spc="12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grpSp>
      <p:grpSp>
        <p:nvGrpSpPr>
          <p:cNvPr id="41" name="组合 40">
            <a:extLst>
              <a:ext uri="{FF2B5EF4-FFF2-40B4-BE49-F238E27FC236}">
                <a16:creationId xmlns:a16="http://schemas.microsoft.com/office/drawing/2014/main" xmlns="" id="{9C72CC76-A5C2-44CA-BD3D-0D7F85DDB226}"/>
              </a:ext>
            </a:extLst>
          </p:cNvPr>
          <p:cNvGrpSpPr/>
          <p:nvPr/>
        </p:nvGrpSpPr>
        <p:grpSpPr>
          <a:xfrm>
            <a:off x="6430384" y="5144189"/>
            <a:ext cx="1246549" cy="1021243"/>
            <a:chOff x="6328725" y="987403"/>
            <a:chExt cx="1246549" cy="1021243"/>
          </a:xfrm>
        </p:grpSpPr>
        <p:sp>
          <p:nvSpPr>
            <p:cNvPr id="42" name="任意多边形: 形状 41">
              <a:extLst>
                <a:ext uri="{FF2B5EF4-FFF2-40B4-BE49-F238E27FC236}">
                  <a16:creationId xmlns:a16="http://schemas.microsoft.com/office/drawing/2014/main" xmlns="" id="{6218C750-8C4A-4EB9-99A7-B5CB9B3DE2C0}"/>
                </a:ext>
              </a:extLst>
            </p:cNvPr>
            <p:cNvSpPr/>
            <p:nvPr/>
          </p:nvSpPr>
          <p:spPr>
            <a:xfrm flipH="1" flipV="1">
              <a:off x="6328725" y="987403"/>
              <a:ext cx="923496" cy="1021243"/>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ysClr val="windowText" lastClr="000000"/>
                </a:solidFill>
                <a:latin typeface="微软雅黑" panose="020B0503020204020204" pitchFamily="34" charset="-122"/>
                <a:ea typeface="微软雅黑" panose="020B0503020204020204" pitchFamily="34" charset="-122"/>
              </a:endParaRPr>
            </a:p>
          </p:txBody>
        </p:sp>
        <p:sp>
          <p:nvSpPr>
            <p:cNvPr id="43" name="íśḻïḓè">
              <a:extLst>
                <a:ext uri="{FF2B5EF4-FFF2-40B4-BE49-F238E27FC236}">
                  <a16:creationId xmlns:a16="http://schemas.microsoft.com/office/drawing/2014/main" xmlns="" id="{DE9A9F57-1593-456C-9A57-A81AF902AB01}"/>
                </a:ext>
              </a:extLst>
            </p:cNvPr>
            <p:cNvSpPr txBox="1"/>
            <p:nvPr/>
          </p:nvSpPr>
          <p:spPr bwMode="auto">
            <a:xfrm>
              <a:off x="6651778" y="1364484"/>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rPr>
                <a:t>04</a:t>
              </a:r>
            </a:p>
          </p:txBody>
        </p:sp>
      </p:grpSp>
      <p:grpSp>
        <p:nvGrpSpPr>
          <p:cNvPr id="44" name="组合 43">
            <a:extLst>
              <a:ext uri="{FF2B5EF4-FFF2-40B4-BE49-F238E27FC236}">
                <a16:creationId xmlns:a16="http://schemas.microsoft.com/office/drawing/2014/main" xmlns="" id="{1591D7E0-E0D4-4AB0-9FE1-860317E052D3}"/>
              </a:ext>
            </a:extLst>
          </p:cNvPr>
          <p:cNvGrpSpPr/>
          <p:nvPr/>
        </p:nvGrpSpPr>
        <p:grpSpPr>
          <a:xfrm>
            <a:off x="7755647" y="5384531"/>
            <a:ext cx="3450739" cy="862775"/>
            <a:chOff x="7575273" y="1498025"/>
            <a:chExt cx="3450739" cy="862775"/>
          </a:xfrm>
        </p:grpSpPr>
        <p:sp>
          <p:nvSpPr>
            <p:cNvPr id="45" name="íśḻïḓè">
              <a:extLst>
                <a:ext uri="{FF2B5EF4-FFF2-40B4-BE49-F238E27FC236}">
                  <a16:creationId xmlns:a16="http://schemas.microsoft.com/office/drawing/2014/main" xmlns="" id="{C616CF79-E9D5-4129-9480-8FFF651FDE24}"/>
                </a:ext>
              </a:extLst>
            </p:cNvPr>
            <p:cNvSpPr txBox="1"/>
            <p:nvPr/>
          </p:nvSpPr>
          <p:spPr bwMode="auto">
            <a:xfrm>
              <a:off x="7575273" y="1498025"/>
              <a:ext cx="2910707" cy="427703"/>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dist" eaLnBrk="1" hangingPunct="1">
                <a:lnSpc>
                  <a:spcPct val="100000"/>
                </a:lnSpc>
                <a:spcBef>
                  <a:spcPct val="0"/>
                </a:spcBef>
                <a:buFontTx/>
                <a:buNone/>
              </a:pPr>
              <a:r>
                <a:rPr lang="zh-CN" altLang="en-US" sz="3000" spc="600" dirty="0">
                  <a:solidFill>
                    <a:sysClr val="windowText" lastClr="000000"/>
                  </a:solidFill>
                  <a:latin typeface="微软雅黑" panose="020B0503020204020204" pitchFamily="34" charset="-122"/>
                  <a:ea typeface="微软雅黑" panose="020B0503020204020204" pitchFamily="34" charset="-122"/>
                  <a:cs typeface="+mn-ea"/>
                  <a:sym typeface="+mn-lt"/>
                </a:rPr>
                <a:t>计划展望</a:t>
              </a:r>
              <a:endParaRPr lang="en-US" altLang="zh-CN" sz="3000" spc="60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xmlns="" id="{996E38D6-4DA7-407E-9344-CEC35696193E}"/>
                </a:ext>
              </a:extLst>
            </p:cNvPr>
            <p:cNvSpPr txBox="1"/>
            <p:nvPr/>
          </p:nvSpPr>
          <p:spPr>
            <a:xfrm>
              <a:off x="7638832" y="1960690"/>
              <a:ext cx="3387180" cy="400110"/>
            </a:xfrm>
            <a:prstGeom prst="rect">
              <a:avLst/>
            </a:prstGeom>
            <a:noFill/>
          </p:spPr>
          <p:txBody>
            <a:bodyPr vert="horz" wrap="square" rtlCol="0" anchor="b">
              <a:spAutoFit/>
            </a:bodyPr>
            <a:lstStyle/>
            <a:p>
              <a:r>
                <a:rPr lang="en-US" altLang="zh-CN" sz="1000" spc="120" dirty="0">
                  <a:solidFill>
                    <a:sysClr val="windowText" lastClr="000000"/>
                  </a:solidFill>
                  <a:latin typeface="微软雅黑" panose="020B0503020204020204" pitchFamily="34" charset="-122"/>
                  <a:ea typeface="微软雅黑" panose="020B0503020204020204" pitchFamily="34" charset="-122"/>
                  <a:cs typeface="+mn-ea"/>
                  <a:sym typeface="+mn-lt"/>
                </a:rPr>
                <a:t>Truth is the lifeblood of life, is the foundation of all values</a:t>
              </a:r>
              <a:endParaRPr lang="zh-CN" altLang="en-US" sz="1000" spc="120"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3029931199"/>
      </p:ext>
    </p:extLst>
  </p:cSld>
  <p:clrMapOvr>
    <a:masterClrMapping/>
  </p:clrMapOvr>
  <mc:AlternateContent xmlns:mc="http://schemas.openxmlformats.org/markup-compatibility/2006" xmlns:p14="http://schemas.microsoft.com/office/powerpoint/2010/main">
    <mc:Choice Requires="p14">
      <p:transition spd="slow" p14:dur="1600" advClick="0" advTm="2000">
        <p:blinds dir="vert"/>
      </p:transition>
    </mc:Choice>
    <mc:Fallback xmlns="">
      <p:transition spd="slow" advClick="0" advTm="2000">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C710A07-2A28-40EC-8D93-D7387474F0E6}"/>
              </a:ext>
            </a:extLst>
          </p:cNvPr>
          <p:cNvSpPr/>
          <p:nvPr/>
        </p:nvSpPr>
        <p:spPr>
          <a:xfrm>
            <a:off x="-28836" y="1053684"/>
            <a:ext cx="12192001" cy="5804316"/>
          </a:xfrm>
          <a:prstGeom prst="rect">
            <a:avLst/>
          </a:prstGeom>
          <a:blipFill dpi="0" rotWithShape="1">
            <a:blip r:embed="rId2">
              <a:alphaModFix amt="10000"/>
            </a:blip>
            <a:srcRect/>
            <a:stretch>
              <a:fillRect t="1" b="-18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4" name="矩形 3">
            <a:extLst>
              <a:ext uri="{FF2B5EF4-FFF2-40B4-BE49-F238E27FC236}">
                <a16:creationId xmlns:a16="http://schemas.microsoft.com/office/drawing/2014/main" xmlns="" id="{E007A7BA-1DE5-4665-9D30-DF265963F3B3}"/>
              </a:ext>
            </a:extLst>
          </p:cNvPr>
          <p:cNvSpPr/>
          <p:nvPr/>
        </p:nvSpPr>
        <p:spPr>
          <a:xfrm>
            <a:off x="-57671" y="1657350"/>
            <a:ext cx="12249671" cy="390525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9" name="任意多边形: 形状 8">
            <a:extLst>
              <a:ext uri="{FF2B5EF4-FFF2-40B4-BE49-F238E27FC236}">
                <a16:creationId xmlns:a16="http://schemas.microsoft.com/office/drawing/2014/main" xmlns="" id="{D6B1D381-2032-4BBA-9BCC-3F2ED3F7A23C}"/>
              </a:ext>
            </a:extLst>
          </p:cNvPr>
          <p:cNvSpPr/>
          <p:nvPr/>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1" name="矩形 10">
            <a:extLst>
              <a:ext uri="{FF2B5EF4-FFF2-40B4-BE49-F238E27FC236}">
                <a16:creationId xmlns:a16="http://schemas.microsoft.com/office/drawing/2014/main" xmlns="" id="{D3C6F1E2-5A04-4423-A6C1-9B04901EF96E}"/>
              </a:ext>
            </a:extLst>
          </p:cNvPr>
          <p:cNvSpPr/>
          <p:nvPr/>
        </p:nvSpPr>
        <p:spPr>
          <a:xfrm flipH="1">
            <a:off x="-47886" y="2076450"/>
            <a:ext cx="12240000" cy="30099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grpSp>
        <p:nvGrpSpPr>
          <p:cNvPr id="8" name="组合 7">
            <a:extLst>
              <a:ext uri="{FF2B5EF4-FFF2-40B4-BE49-F238E27FC236}">
                <a16:creationId xmlns:a16="http://schemas.microsoft.com/office/drawing/2014/main" xmlns="" id="{14B152BA-FB3A-4DEF-97AF-2D3132A6379B}"/>
              </a:ext>
            </a:extLst>
          </p:cNvPr>
          <p:cNvGrpSpPr/>
          <p:nvPr/>
        </p:nvGrpSpPr>
        <p:grpSpPr>
          <a:xfrm>
            <a:off x="9679404" y="4242544"/>
            <a:ext cx="2512596" cy="2615456"/>
            <a:chOff x="9679404" y="4242544"/>
            <a:chExt cx="2512596" cy="2615456"/>
          </a:xfrm>
        </p:grpSpPr>
        <p:sp>
          <p:nvSpPr>
            <p:cNvPr id="10" name="任意多边形: 形状 9">
              <a:extLst>
                <a:ext uri="{FF2B5EF4-FFF2-40B4-BE49-F238E27FC236}">
                  <a16:creationId xmlns:a16="http://schemas.microsoft.com/office/drawing/2014/main" xmlns="" id="{616D1BA4-5DFB-495C-B4C0-D9BF0BD2A928}"/>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sp>
          <p:nvSpPr>
            <p:cNvPr id="22" name="任意多边形: 形状 21">
              <a:extLst>
                <a:ext uri="{FF2B5EF4-FFF2-40B4-BE49-F238E27FC236}">
                  <a16:creationId xmlns:a16="http://schemas.microsoft.com/office/drawing/2014/main" xmlns="" id="{A7585635-9F29-4E63-8ED6-2D0E97E9D29A}"/>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grpSp>
      <p:sp>
        <p:nvSpPr>
          <p:cNvPr id="28" name="文本框 27">
            <a:extLst>
              <a:ext uri="{FF2B5EF4-FFF2-40B4-BE49-F238E27FC236}">
                <a16:creationId xmlns:a16="http://schemas.microsoft.com/office/drawing/2014/main" xmlns="" id="{5D8AB465-9371-4219-94C0-2D44DDA759B9}"/>
              </a:ext>
            </a:extLst>
          </p:cNvPr>
          <p:cNvSpPr txBox="1"/>
          <p:nvPr/>
        </p:nvSpPr>
        <p:spPr>
          <a:xfrm>
            <a:off x="504801" y="2381071"/>
            <a:ext cx="2660591" cy="2400657"/>
          </a:xfrm>
          <a:prstGeom prst="rect">
            <a:avLst/>
          </a:prstGeom>
          <a:noFill/>
        </p:spPr>
        <p:txBody>
          <a:bodyPr wrap="square" rtlCol="0">
            <a:spAutoFit/>
          </a:bodyPr>
          <a:lstStyle/>
          <a:p>
            <a:pPr algn="ctr"/>
            <a:r>
              <a:rPr lang="en-US" altLang="zh-CN"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rPr>
              <a:t>01</a:t>
            </a:r>
            <a:endParaRPr lang="zh-CN" altLang="en-US"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xmlns="" id="{B4E23612-32A5-4085-A451-FACD073E4899}"/>
              </a:ext>
            </a:extLst>
          </p:cNvPr>
          <p:cNvSpPr txBox="1"/>
          <p:nvPr/>
        </p:nvSpPr>
        <p:spPr>
          <a:xfrm>
            <a:off x="4686426" y="2438042"/>
            <a:ext cx="4492584" cy="1246495"/>
          </a:xfrm>
          <a:prstGeom prst="rect">
            <a:avLst/>
          </a:prstGeom>
          <a:noFill/>
        </p:spPr>
        <p:txBody>
          <a:bodyPr wrap="square" rtlCol="0">
            <a:spAutoFit/>
          </a:bodyPr>
          <a:lstStyle/>
          <a:p>
            <a:pPr algn="dist"/>
            <a:r>
              <a:rPr lang="zh-CN" altLang="en-US" sz="7500" b="1" dirty="0">
                <a:ln w="19050">
                  <a:solidFill>
                    <a:schemeClr val="bg1"/>
                  </a:solidFill>
                </a:ln>
                <a:solidFill>
                  <a:schemeClr val="bg1"/>
                </a:solidFill>
                <a:effectLst>
                  <a:outerShdw blurRad="50800" dist="38100" dir="2700000" algn="tl" rotWithShape="0">
                    <a:prstClr val="black">
                      <a:alpha val="10000"/>
                    </a:prstClr>
                  </a:outerShdw>
                </a:effectLst>
                <a:latin typeface="思源宋体" panose="02020700000000000000" pitchFamily="18" charset="-122"/>
                <a:ea typeface="思源宋体" panose="02020700000000000000" pitchFamily="18" charset="-122"/>
              </a:rPr>
              <a:t>工作回顾</a:t>
            </a:r>
          </a:p>
        </p:txBody>
      </p:sp>
      <p:sp>
        <p:nvSpPr>
          <p:cNvPr id="30" name="íṧḷîḓé">
            <a:extLst>
              <a:ext uri="{FF2B5EF4-FFF2-40B4-BE49-F238E27FC236}">
                <a16:creationId xmlns:a16="http://schemas.microsoft.com/office/drawing/2014/main" xmlns="" id="{9A9CC219-B3C8-44F9-AAB1-61979C46557B}"/>
              </a:ext>
            </a:extLst>
          </p:cNvPr>
          <p:cNvSpPr/>
          <p:nvPr/>
        </p:nvSpPr>
        <p:spPr bwMode="auto">
          <a:xfrm>
            <a:off x="4528187" y="3826030"/>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工作岗位职责</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1" name="íṧḷîḓé">
            <a:extLst>
              <a:ext uri="{FF2B5EF4-FFF2-40B4-BE49-F238E27FC236}">
                <a16:creationId xmlns:a16="http://schemas.microsoft.com/office/drawing/2014/main" xmlns="" id="{E1ACB847-3840-4A5F-B227-0725A8C1E106}"/>
              </a:ext>
            </a:extLst>
          </p:cNvPr>
          <p:cNvSpPr/>
          <p:nvPr/>
        </p:nvSpPr>
        <p:spPr bwMode="auto">
          <a:xfrm>
            <a:off x="6193282" y="3821367"/>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主要工作事项</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2" name="íṧḷîḓé">
            <a:extLst>
              <a:ext uri="{FF2B5EF4-FFF2-40B4-BE49-F238E27FC236}">
                <a16:creationId xmlns:a16="http://schemas.microsoft.com/office/drawing/2014/main" xmlns="" id="{A4599828-4B71-4D0B-92F2-7486A305727B}"/>
              </a:ext>
            </a:extLst>
          </p:cNvPr>
          <p:cNvSpPr/>
          <p:nvPr/>
        </p:nvSpPr>
        <p:spPr bwMode="auto">
          <a:xfrm>
            <a:off x="7858377" y="3816704"/>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工作完成情况</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3" name="íṧḷîḓé">
            <a:extLst>
              <a:ext uri="{FF2B5EF4-FFF2-40B4-BE49-F238E27FC236}">
                <a16:creationId xmlns:a16="http://schemas.microsoft.com/office/drawing/2014/main" xmlns="" id="{A86FEB13-B10E-44A4-A4BE-1F311032CCF1}"/>
              </a:ext>
            </a:extLst>
          </p:cNvPr>
          <p:cNvSpPr/>
          <p:nvPr/>
        </p:nvSpPr>
        <p:spPr bwMode="auto">
          <a:xfrm>
            <a:off x="4529304" y="4295648"/>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学习培训情况</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4" name="íṧḷîḓé">
            <a:extLst>
              <a:ext uri="{FF2B5EF4-FFF2-40B4-BE49-F238E27FC236}">
                <a16:creationId xmlns:a16="http://schemas.microsoft.com/office/drawing/2014/main" xmlns="" id="{4F6BBD75-D989-4C52-BFF0-C1F7560D32F7}"/>
              </a:ext>
            </a:extLst>
          </p:cNvPr>
          <p:cNvSpPr/>
          <p:nvPr/>
        </p:nvSpPr>
        <p:spPr bwMode="auto">
          <a:xfrm>
            <a:off x="6194399" y="4290985"/>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部门活动情况</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5" name="íṧḷîḓé">
            <a:extLst>
              <a:ext uri="{FF2B5EF4-FFF2-40B4-BE49-F238E27FC236}">
                <a16:creationId xmlns:a16="http://schemas.microsoft.com/office/drawing/2014/main" xmlns="" id="{DCDC3495-848C-4D94-B12D-E0DBA38FBEFE}"/>
              </a:ext>
            </a:extLst>
          </p:cNvPr>
          <p:cNvSpPr/>
          <p:nvPr/>
        </p:nvSpPr>
        <p:spPr bwMode="auto">
          <a:xfrm>
            <a:off x="7859494" y="4286322"/>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其他工作事项</a:t>
            </a:r>
            <a:endParaRPr lang="en-US" altLang="zh-CN" sz="1200"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279379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ageCurlDouble"/>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2" presetClass="entr" presetSubtype="2"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1+#ppt_w/2"/>
                                          </p:val>
                                        </p:tav>
                                        <p:tav tm="100000">
                                          <p:val>
                                            <p:strVal val="#ppt_x"/>
                                          </p:val>
                                        </p:tav>
                                      </p:tavLst>
                                    </p:anim>
                                    <p:anim calcmode="lin" valueType="num">
                                      <p:cBhvr additive="base">
                                        <p:cTn id="13" dur="500" fill="hold"/>
                                        <p:tgtEl>
                                          <p:spTgt spid="29"/>
                                        </p:tgtEl>
                                        <p:attrNameLst>
                                          <p:attrName>ppt_y</p:attrName>
                                        </p:attrNameLst>
                                      </p:cBhvr>
                                      <p:tavLst>
                                        <p:tav tm="0">
                                          <p:val>
                                            <p:strVal val="#ppt_y"/>
                                          </p:val>
                                        </p:tav>
                                        <p:tav tm="100000">
                                          <p:val>
                                            <p:strVal val="#ppt_y"/>
                                          </p:val>
                                        </p:tav>
                                      </p:tavLst>
                                    </p:anim>
                                  </p:childTnLst>
                                </p:cTn>
                              </p:par>
                              <p:par>
                                <p:cTn id="14" presetID="10" presetClass="entr" presetSubtype="0" fill="hold" grpId="0" nodeType="withEffect">
                                  <p:stCondLst>
                                    <p:cond delay="5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3" grpId="0"/>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4581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工作岗位职责</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01</a:t>
              </a:r>
            </a:p>
          </p:txBody>
        </p:sp>
      </p:grpSp>
      <p:grpSp>
        <p:nvGrpSpPr>
          <p:cNvPr id="108" name="组合 107">
            <a:extLst>
              <a:ext uri="{FF2B5EF4-FFF2-40B4-BE49-F238E27FC236}">
                <a16:creationId xmlns:a16="http://schemas.microsoft.com/office/drawing/2014/main" xmlns="" id="{4831F88A-31CE-46E5-92C0-6C236165AD3E}"/>
              </a:ext>
            </a:extLst>
          </p:cNvPr>
          <p:cNvGrpSpPr/>
          <p:nvPr/>
        </p:nvGrpSpPr>
        <p:grpSpPr>
          <a:xfrm>
            <a:off x="681110" y="3792998"/>
            <a:ext cx="1935030" cy="1327216"/>
            <a:chOff x="741503" y="3873193"/>
            <a:chExt cx="1935030" cy="1327216"/>
          </a:xfrm>
        </p:grpSpPr>
        <p:sp>
          <p:nvSpPr>
            <p:cNvPr id="109" name="îšlíḓè">
              <a:extLst>
                <a:ext uri="{FF2B5EF4-FFF2-40B4-BE49-F238E27FC236}">
                  <a16:creationId xmlns:a16="http://schemas.microsoft.com/office/drawing/2014/main" xmlns="" id="{9579C43B-7A9A-4B9C-BE89-2F6D7DCEADFB}"/>
                </a:ext>
              </a:extLst>
            </p:cNvPr>
            <p:cNvSpPr/>
            <p:nvPr/>
          </p:nvSpPr>
          <p:spPr>
            <a:xfrm>
              <a:off x="741504" y="4261085"/>
              <a:ext cx="1935029" cy="93932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0" name="î$ľîdé">
              <a:extLst>
                <a:ext uri="{FF2B5EF4-FFF2-40B4-BE49-F238E27FC236}">
                  <a16:creationId xmlns:a16="http://schemas.microsoft.com/office/drawing/2014/main" xmlns="" id="{EE1AA702-B898-4ABB-AC3E-EBDF9CB7308C}"/>
                </a:ext>
              </a:extLst>
            </p:cNvPr>
            <p:cNvSpPr/>
            <p:nvPr/>
          </p:nvSpPr>
          <p:spPr>
            <a:xfrm>
              <a:off x="741503" y="3873193"/>
              <a:ext cx="1935029" cy="387894"/>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Bef>
                  <a:spcPct val="0"/>
                </a:spcBef>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行政经理</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1" name="组合 110">
            <a:extLst>
              <a:ext uri="{FF2B5EF4-FFF2-40B4-BE49-F238E27FC236}">
                <a16:creationId xmlns:a16="http://schemas.microsoft.com/office/drawing/2014/main" xmlns="" id="{08E43AF9-A7E9-43DE-AED8-0ABA9AD5AADA}"/>
              </a:ext>
            </a:extLst>
          </p:cNvPr>
          <p:cNvGrpSpPr/>
          <p:nvPr/>
        </p:nvGrpSpPr>
        <p:grpSpPr>
          <a:xfrm>
            <a:off x="4781416" y="3792998"/>
            <a:ext cx="2073289" cy="1189394"/>
            <a:chOff x="4841809" y="3873193"/>
            <a:chExt cx="2073289" cy="1189394"/>
          </a:xfrm>
        </p:grpSpPr>
        <p:sp>
          <p:nvSpPr>
            <p:cNvPr id="112" name="islîḓe">
              <a:extLst>
                <a:ext uri="{FF2B5EF4-FFF2-40B4-BE49-F238E27FC236}">
                  <a16:creationId xmlns:a16="http://schemas.microsoft.com/office/drawing/2014/main" xmlns="" id="{E81F0D0B-1ABE-48AA-9198-70EE2478BB1F}"/>
                </a:ext>
              </a:extLst>
            </p:cNvPr>
            <p:cNvSpPr/>
            <p:nvPr/>
          </p:nvSpPr>
          <p:spPr>
            <a:xfrm>
              <a:off x="4841809" y="4261085"/>
              <a:ext cx="2073289" cy="801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3" name="ísļïḑè">
              <a:extLst>
                <a:ext uri="{FF2B5EF4-FFF2-40B4-BE49-F238E27FC236}">
                  <a16:creationId xmlns:a16="http://schemas.microsoft.com/office/drawing/2014/main" xmlns="" id="{0EDF524D-9C44-4705-9661-18FF2DE82BF9}"/>
                </a:ext>
              </a:extLst>
            </p:cNvPr>
            <p:cNvSpPr/>
            <p:nvPr/>
          </p:nvSpPr>
          <p:spPr>
            <a:xfrm>
              <a:off x="4841809" y="3873193"/>
              <a:ext cx="2073289" cy="387894"/>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Bef>
                  <a:spcPct val="0"/>
                </a:spcBef>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市场销售部</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4" name="组合 113">
            <a:extLst>
              <a:ext uri="{FF2B5EF4-FFF2-40B4-BE49-F238E27FC236}">
                <a16:creationId xmlns:a16="http://schemas.microsoft.com/office/drawing/2014/main" xmlns="" id="{B4879DFB-1030-4E75-A4CF-6355F77A5594}"/>
              </a:ext>
            </a:extLst>
          </p:cNvPr>
          <p:cNvGrpSpPr/>
          <p:nvPr/>
        </p:nvGrpSpPr>
        <p:grpSpPr>
          <a:xfrm>
            <a:off x="7053096" y="3792998"/>
            <a:ext cx="2073289" cy="1189394"/>
            <a:chOff x="7287657" y="3873193"/>
            <a:chExt cx="2073289" cy="1189394"/>
          </a:xfrm>
        </p:grpSpPr>
        <p:sp>
          <p:nvSpPr>
            <p:cNvPr id="115" name="işḷïďé">
              <a:extLst>
                <a:ext uri="{FF2B5EF4-FFF2-40B4-BE49-F238E27FC236}">
                  <a16:creationId xmlns:a16="http://schemas.microsoft.com/office/drawing/2014/main" xmlns="" id="{42464A78-54B2-4836-AB5A-68FB11786DC5}"/>
                </a:ext>
              </a:extLst>
            </p:cNvPr>
            <p:cNvSpPr/>
            <p:nvPr/>
          </p:nvSpPr>
          <p:spPr>
            <a:xfrm>
              <a:off x="7287657" y="4261085"/>
              <a:ext cx="2073289" cy="801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6" name="îşľíḍe">
              <a:extLst>
                <a:ext uri="{FF2B5EF4-FFF2-40B4-BE49-F238E27FC236}">
                  <a16:creationId xmlns:a16="http://schemas.microsoft.com/office/drawing/2014/main" xmlns="" id="{80A08229-A6B5-4865-8F7C-64E7FBC4D3FE}"/>
                </a:ext>
              </a:extLst>
            </p:cNvPr>
            <p:cNvSpPr/>
            <p:nvPr/>
          </p:nvSpPr>
          <p:spPr>
            <a:xfrm>
              <a:off x="7287657" y="3873193"/>
              <a:ext cx="2073289" cy="387894"/>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Bef>
                  <a:spcPct val="0"/>
                </a:spcBef>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客户服务部</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17" name="组合 116">
            <a:extLst>
              <a:ext uri="{FF2B5EF4-FFF2-40B4-BE49-F238E27FC236}">
                <a16:creationId xmlns:a16="http://schemas.microsoft.com/office/drawing/2014/main" xmlns="" id="{AB11AC29-03B1-4D95-A428-B6A4E80F74B2}"/>
              </a:ext>
            </a:extLst>
          </p:cNvPr>
          <p:cNvGrpSpPr/>
          <p:nvPr/>
        </p:nvGrpSpPr>
        <p:grpSpPr>
          <a:xfrm>
            <a:off x="9244998" y="3804843"/>
            <a:ext cx="1934702" cy="1189394"/>
            <a:chOff x="9515794" y="3873193"/>
            <a:chExt cx="1934702" cy="1189394"/>
          </a:xfrm>
        </p:grpSpPr>
        <p:sp>
          <p:nvSpPr>
            <p:cNvPr id="118" name="ïṡ1idè">
              <a:extLst>
                <a:ext uri="{FF2B5EF4-FFF2-40B4-BE49-F238E27FC236}">
                  <a16:creationId xmlns:a16="http://schemas.microsoft.com/office/drawing/2014/main" xmlns="" id="{FC6894A5-E6EF-40AD-9F67-BAACD85F32A6}"/>
                </a:ext>
              </a:extLst>
            </p:cNvPr>
            <p:cNvSpPr/>
            <p:nvPr/>
          </p:nvSpPr>
          <p:spPr>
            <a:xfrm>
              <a:off x="9515794" y="4261085"/>
              <a:ext cx="1934702" cy="801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9" name="ïşľîḋè">
              <a:extLst>
                <a:ext uri="{FF2B5EF4-FFF2-40B4-BE49-F238E27FC236}">
                  <a16:creationId xmlns:a16="http://schemas.microsoft.com/office/drawing/2014/main" xmlns="" id="{D1403852-5BF4-48E0-A4A3-6B3F33FF8156}"/>
                </a:ext>
              </a:extLst>
            </p:cNvPr>
            <p:cNvSpPr/>
            <p:nvPr/>
          </p:nvSpPr>
          <p:spPr>
            <a:xfrm>
              <a:off x="9515794" y="3873193"/>
              <a:ext cx="1934702" cy="387894"/>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Bef>
                  <a:spcPct val="0"/>
                </a:spcBef>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技术支持部</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20" name="组合 119">
            <a:extLst>
              <a:ext uri="{FF2B5EF4-FFF2-40B4-BE49-F238E27FC236}">
                <a16:creationId xmlns:a16="http://schemas.microsoft.com/office/drawing/2014/main" xmlns="" id="{6ECA3BBB-1019-45E4-AD9B-124F478AA189}"/>
              </a:ext>
            </a:extLst>
          </p:cNvPr>
          <p:cNvGrpSpPr/>
          <p:nvPr/>
        </p:nvGrpSpPr>
        <p:grpSpPr>
          <a:xfrm>
            <a:off x="5040878" y="1558066"/>
            <a:ext cx="2110243" cy="1146834"/>
            <a:chOff x="5101271" y="1739859"/>
            <a:chExt cx="2110243" cy="1146834"/>
          </a:xfrm>
        </p:grpSpPr>
        <p:sp>
          <p:nvSpPr>
            <p:cNvPr id="121" name="íṥḻiḋè">
              <a:extLst>
                <a:ext uri="{FF2B5EF4-FFF2-40B4-BE49-F238E27FC236}">
                  <a16:creationId xmlns:a16="http://schemas.microsoft.com/office/drawing/2014/main" xmlns="" id="{97550D2C-5F82-48A7-8ECF-C849260B30A7}"/>
                </a:ext>
              </a:extLst>
            </p:cNvPr>
            <p:cNvSpPr/>
            <p:nvPr/>
          </p:nvSpPr>
          <p:spPr>
            <a:xfrm>
              <a:off x="5101271" y="2008986"/>
              <a:ext cx="2073289" cy="489627"/>
            </a:xfrm>
            <a:prstGeom prst="rect">
              <a:avLst/>
            </a:prstGeom>
            <a:noFill/>
            <a:ln>
              <a:noFill/>
            </a:ln>
          </p:spPr>
          <p:txBody>
            <a:bodyPr wrap="square" lIns="91440" tIns="45720" rIns="91440" bIns="45720" anchor="t" anchorCtr="0">
              <a:normAutofit fontScale="6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2" name="iṥľïḋê">
              <a:extLst>
                <a:ext uri="{FF2B5EF4-FFF2-40B4-BE49-F238E27FC236}">
                  <a16:creationId xmlns:a16="http://schemas.microsoft.com/office/drawing/2014/main" xmlns="" id="{BD98D4C5-E99C-42D6-B809-657CF6D498A9}"/>
                </a:ext>
              </a:extLst>
            </p:cNvPr>
            <p:cNvSpPr/>
            <p:nvPr/>
          </p:nvSpPr>
          <p:spPr>
            <a:xfrm>
              <a:off x="5138225" y="1739859"/>
              <a:ext cx="2073289" cy="41082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latin typeface="微软雅黑" panose="020B0503020204020204" pitchFamily="34" charset="-122"/>
                  <a:ea typeface="微软雅黑" panose="020B0503020204020204" pitchFamily="34" charset="-122"/>
                  <a:sym typeface="微软雅黑" panose="020B0503020204020204" pitchFamily="34" charset="-122"/>
                </a:rPr>
                <a:t>总经理</a:t>
              </a:r>
              <a:endParaRPr lang="id-ID" altLang="zh-CN" sz="20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3" name="îṧľïḓe">
              <a:extLst>
                <a:ext uri="{FF2B5EF4-FFF2-40B4-BE49-F238E27FC236}">
                  <a16:creationId xmlns:a16="http://schemas.microsoft.com/office/drawing/2014/main" xmlns="" id="{0C420D10-D884-45FA-97CE-9268EA6321AC}"/>
                </a:ext>
              </a:extLst>
            </p:cNvPr>
            <p:cNvSpPr/>
            <p:nvPr/>
          </p:nvSpPr>
          <p:spPr>
            <a:xfrm>
              <a:off x="5900370" y="2316151"/>
              <a:ext cx="570542" cy="570542"/>
            </a:xfrm>
            <a:prstGeom prst="ellipse">
              <a:avLst/>
            </a:prstGeom>
            <a:solidFill>
              <a:srgbClr val="3344E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4" name="iŝḷiďè">
              <a:extLst>
                <a:ext uri="{FF2B5EF4-FFF2-40B4-BE49-F238E27FC236}">
                  <a16:creationId xmlns:a16="http://schemas.microsoft.com/office/drawing/2014/main" xmlns="" id="{F1ACFC0C-BD2D-4F0C-B298-5A1DF1B1BB86}"/>
                </a:ext>
              </a:extLst>
            </p:cNvPr>
            <p:cNvSpPr/>
            <p:nvPr/>
          </p:nvSpPr>
          <p:spPr>
            <a:xfrm>
              <a:off x="6018174" y="2433927"/>
              <a:ext cx="334933" cy="334990"/>
            </a:xfrm>
            <a:custGeom>
              <a:avLst/>
              <a:gdLst>
                <a:gd name="T0" fmla="*/ 9102 w 12516"/>
                <a:gd name="T1" fmla="*/ 7467 h 12516"/>
                <a:gd name="T2" fmla="*/ 9102 w 12516"/>
                <a:gd name="T3" fmla="*/ 7396 h 12516"/>
                <a:gd name="T4" fmla="*/ 9671 w 12516"/>
                <a:gd name="T5" fmla="*/ 6827 h 12516"/>
                <a:gd name="T6" fmla="*/ 10240 w 12516"/>
                <a:gd name="T7" fmla="*/ 7396 h 12516"/>
                <a:gd name="T8" fmla="*/ 10240 w 12516"/>
                <a:gd name="T9" fmla="*/ 7467 h 12516"/>
                <a:gd name="T10" fmla="*/ 10827 w 12516"/>
                <a:gd name="T11" fmla="*/ 7711 h 12516"/>
                <a:gd name="T12" fmla="*/ 10879 w 12516"/>
                <a:gd name="T13" fmla="*/ 7660 h 12516"/>
                <a:gd name="T14" fmla="*/ 11683 w 12516"/>
                <a:gd name="T15" fmla="*/ 7660 h 12516"/>
                <a:gd name="T16" fmla="*/ 11683 w 12516"/>
                <a:gd name="T17" fmla="*/ 8465 h 12516"/>
                <a:gd name="T18" fmla="*/ 11632 w 12516"/>
                <a:gd name="T19" fmla="*/ 8515 h 12516"/>
                <a:gd name="T20" fmla="*/ 11875 w 12516"/>
                <a:gd name="T21" fmla="*/ 9102 h 12516"/>
                <a:gd name="T22" fmla="*/ 11947 w 12516"/>
                <a:gd name="T23" fmla="*/ 9102 h 12516"/>
                <a:gd name="T24" fmla="*/ 12516 w 12516"/>
                <a:gd name="T25" fmla="*/ 9671 h 12516"/>
                <a:gd name="T26" fmla="*/ 11947 w 12516"/>
                <a:gd name="T27" fmla="*/ 10240 h 12516"/>
                <a:gd name="T28" fmla="*/ 11875 w 12516"/>
                <a:gd name="T29" fmla="*/ 10240 h 12516"/>
                <a:gd name="T30" fmla="*/ 11632 w 12516"/>
                <a:gd name="T31" fmla="*/ 10827 h 12516"/>
                <a:gd name="T32" fmla="*/ 11683 w 12516"/>
                <a:gd name="T33" fmla="*/ 10879 h 12516"/>
                <a:gd name="T34" fmla="*/ 11683 w 12516"/>
                <a:gd name="T35" fmla="*/ 11683 h 12516"/>
                <a:gd name="T36" fmla="*/ 10878 w 12516"/>
                <a:gd name="T37" fmla="*/ 11683 h 12516"/>
                <a:gd name="T38" fmla="*/ 10827 w 12516"/>
                <a:gd name="T39" fmla="*/ 11632 h 12516"/>
                <a:gd name="T40" fmla="*/ 10240 w 12516"/>
                <a:gd name="T41" fmla="*/ 11875 h 12516"/>
                <a:gd name="T42" fmla="*/ 10240 w 12516"/>
                <a:gd name="T43" fmla="*/ 11947 h 12516"/>
                <a:gd name="T44" fmla="*/ 9671 w 12516"/>
                <a:gd name="T45" fmla="*/ 12516 h 12516"/>
                <a:gd name="T46" fmla="*/ 9102 w 12516"/>
                <a:gd name="T47" fmla="*/ 11947 h 12516"/>
                <a:gd name="T48" fmla="*/ 9102 w 12516"/>
                <a:gd name="T49" fmla="*/ 11875 h 12516"/>
                <a:gd name="T50" fmla="*/ 8515 w 12516"/>
                <a:gd name="T51" fmla="*/ 11632 h 12516"/>
                <a:gd name="T52" fmla="*/ 8464 w 12516"/>
                <a:gd name="T53" fmla="*/ 11683 h 12516"/>
                <a:gd name="T54" fmla="*/ 7667 w 12516"/>
                <a:gd name="T55" fmla="*/ 11676 h 12516"/>
                <a:gd name="T56" fmla="*/ 7660 w 12516"/>
                <a:gd name="T57" fmla="*/ 10879 h 12516"/>
                <a:gd name="T58" fmla="*/ 7711 w 12516"/>
                <a:gd name="T59" fmla="*/ 10827 h 12516"/>
                <a:gd name="T60" fmla="*/ 7467 w 12516"/>
                <a:gd name="T61" fmla="*/ 10240 h 12516"/>
                <a:gd name="T62" fmla="*/ 7396 w 12516"/>
                <a:gd name="T63" fmla="*/ 10240 h 12516"/>
                <a:gd name="T64" fmla="*/ 6827 w 12516"/>
                <a:gd name="T65" fmla="*/ 9671 h 12516"/>
                <a:gd name="T66" fmla="*/ 7396 w 12516"/>
                <a:gd name="T67" fmla="*/ 9102 h 12516"/>
                <a:gd name="T68" fmla="*/ 7467 w 12516"/>
                <a:gd name="T69" fmla="*/ 9102 h 12516"/>
                <a:gd name="T70" fmla="*/ 7711 w 12516"/>
                <a:gd name="T71" fmla="*/ 8515 h 12516"/>
                <a:gd name="T72" fmla="*/ 7660 w 12516"/>
                <a:gd name="T73" fmla="*/ 8464 h 12516"/>
                <a:gd name="T74" fmla="*/ 7660 w 12516"/>
                <a:gd name="T75" fmla="*/ 7659 h 12516"/>
                <a:gd name="T76" fmla="*/ 8465 w 12516"/>
                <a:gd name="T77" fmla="*/ 7660 h 12516"/>
                <a:gd name="T78" fmla="*/ 8515 w 12516"/>
                <a:gd name="T79" fmla="*/ 7711 h 12516"/>
                <a:gd name="T80" fmla="*/ 9102 w 12516"/>
                <a:gd name="T81" fmla="*/ 7467 h 12516"/>
                <a:gd name="T82" fmla="*/ 5854 w 12516"/>
                <a:gd name="T83" fmla="*/ 10809 h 12516"/>
                <a:gd name="T84" fmla="*/ 569 w 12516"/>
                <a:gd name="T85" fmla="*/ 10809 h 12516"/>
                <a:gd name="T86" fmla="*/ 0 w 12516"/>
                <a:gd name="T87" fmla="*/ 10240 h 12516"/>
                <a:gd name="T88" fmla="*/ 0 w 12516"/>
                <a:gd name="T89" fmla="*/ 9671 h 12516"/>
                <a:gd name="T90" fmla="*/ 2693 w 12516"/>
                <a:gd name="T91" fmla="*/ 5516 h 12516"/>
                <a:gd name="T92" fmla="*/ 7585 w 12516"/>
                <a:gd name="T93" fmla="*/ 6278 h 12516"/>
                <a:gd name="T94" fmla="*/ 5689 w 12516"/>
                <a:gd name="T95" fmla="*/ 9671 h 12516"/>
                <a:gd name="T96" fmla="*/ 5854 w 12516"/>
                <a:gd name="T97" fmla="*/ 10809 h 12516"/>
                <a:gd name="T98" fmla="*/ 4551 w 12516"/>
                <a:gd name="T99" fmla="*/ 5120 h 12516"/>
                <a:gd name="T100" fmla="*/ 2276 w 12516"/>
                <a:gd name="T101" fmla="*/ 2560 h 12516"/>
                <a:gd name="T102" fmla="*/ 4551 w 12516"/>
                <a:gd name="T103" fmla="*/ 0 h 12516"/>
                <a:gd name="T104" fmla="*/ 6827 w 12516"/>
                <a:gd name="T105" fmla="*/ 2560 h 12516"/>
                <a:gd name="T106" fmla="*/ 4551 w 12516"/>
                <a:gd name="T107" fmla="*/ 5120 h 12516"/>
                <a:gd name="T108" fmla="*/ 9671 w 12516"/>
                <a:gd name="T109" fmla="*/ 10809 h 12516"/>
                <a:gd name="T110" fmla="*/ 10809 w 12516"/>
                <a:gd name="T111" fmla="*/ 9671 h 12516"/>
                <a:gd name="T112" fmla="*/ 9671 w 12516"/>
                <a:gd name="T113" fmla="*/ 8534 h 12516"/>
                <a:gd name="T114" fmla="*/ 8534 w 12516"/>
                <a:gd name="T115" fmla="*/ 9671 h 12516"/>
                <a:gd name="T116" fmla="*/ 9671 w 12516"/>
                <a:gd name="T117" fmla="*/ 10809 h 12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516" h="12516">
                  <a:moveTo>
                    <a:pt x="9102" y="7467"/>
                  </a:moveTo>
                  <a:lnTo>
                    <a:pt x="9102" y="7396"/>
                  </a:lnTo>
                  <a:cubicBezTo>
                    <a:pt x="9102" y="7082"/>
                    <a:pt x="9357" y="6827"/>
                    <a:pt x="9671" y="6827"/>
                  </a:cubicBezTo>
                  <a:cubicBezTo>
                    <a:pt x="9986" y="6827"/>
                    <a:pt x="10240" y="7082"/>
                    <a:pt x="10240" y="7396"/>
                  </a:cubicBezTo>
                  <a:lnTo>
                    <a:pt x="10240" y="7467"/>
                  </a:lnTo>
                  <a:cubicBezTo>
                    <a:pt x="10449" y="7521"/>
                    <a:pt x="10646" y="7604"/>
                    <a:pt x="10827" y="7711"/>
                  </a:cubicBezTo>
                  <a:lnTo>
                    <a:pt x="10879" y="7660"/>
                  </a:lnTo>
                  <a:cubicBezTo>
                    <a:pt x="11101" y="7438"/>
                    <a:pt x="11461" y="7438"/>
                    <a:pt x="11683" y="7660"/>
                  </a:cubicBezTo>
                  <a:cubicBezTo>
                    <a:pt x="11905" y="7882"/>
                    <a:pt x="11905" y="8243"/>
                    <a:pt x="11683" y="8465"/>
                  </a:cubicBezTo>
                  <a:lnTo>
                    <a:pt x="11632" y="8515"/>
                  </a:lnTo>
                  <a:cubicBezTo>
                    <a:pt x="11739" y="8696"/>
                    <a:pt x="11822" y="8894"/>
                    <a:pt x="11875" y="9102"/>
                  </a:cubicBezTo>
                  <a:lnTo>
                    <a:pt x="11947" y="9102"/>
                  </a:lnTo>
                  <a:cubicBezTo>
                    <a:pt x="12261" y="9102"/>
                    <a:pt x="12516" y="9357"/>
                    <a:pt x="12516" y="9671"/>
                  </a:cubicBezTo>
                  <a:cubicBezTo>
                    <a:pt x="12516" y="9986"/>
                    <a:pt x="12261" y="10240"/>
                    <a:pt x="11947" y="10240"/>
                  </a:cubicBezTo>
                  <a:lnTo>
                    <a:pt x="11875" y="10240"/>
                  </a:lnTo>
                  <a:cubicBezTo>
                    <a:pt x="11822" y="10449"/>
                    <a:pt x="11739" y="10646"/>
                    <a:pt x="11632" y="10827"/>
                  </a:cubicBezTo>
                  <a:lnTo>
                    <a:pt x="11683" y="10879"/>
                  </a:lnTo>
                  <a:cubicBezTo>
                    <a:pt x="11905" y="11101"/>
                    <a:pt x="11905" y="11461"/>
                    <a:pt x="11683" y="11683"/>
                  </a:cubicBezTo>
                  <a:cubicBezTo>
                    <a:pt x="11460" y="11905"/>
                    <a:pt x="11100" y="11905"/>
                    <a:pt x="10878" y="11683"/>
                  </a:cubicBezTo>
                  <a:lnTo>
                    <a:pt x="10827" y="11632"/>
                  </a:lnTo>
                  <a:cubicBezTo>
                    <a:pt x="10644" y="11740"/>
                    <a:pt x="10446" y="11822"/>
                    <a:pt x="10240" y="11875"/>
                  </a:cubicBezTo>
                  <a:lnTo>
                    <a:pt x="10240" y="11947"/>
                  </a:lnTo>
                  <a:cubicBezTo>
                    <a:pt x="10240" y="12261"/>
                    <a:pt x="9986" y="12516"/>
                    <a:pt x="9671" y="12516"/>
                  </a:cubicBezTo>
                  <a:cubicBezTo>
                    <a:pt x="9357" y="12516"/>
                    <a:pt x="9102" y="12261"/>
                    <a:pt x="9102" y="11947"/>
                  </a:cubicBezTo>
                  <a:lnTo>
                    <a:pt x="9102" y="11875"/>
                  </a:lnTo>
                  <a:cubicBezTo>
                    <a:pt x="8896" y="11822"/>
                    <a:pt x="8699" y="11740"/>
                    <a:pt x="8515" y="11632"/>
                  </a:cubicBezTo>
                  <a:lnTo>
                    <a:pt x="8464" y="11683"/>
                  </a:lnTo>
                  <a:cubicBezTo>
                    <a:pt x="8241" y="11899"/>
                    <a:pt x="7886" y="11895"/>
                    <a:pt x="7667" y="11676"/>
                  </a:cubicBezTo>
                  <a:cubicBezTo>
                    <a:pt x="7447" y="11457"/>
                    <a:pt x="7444" y="11102"/>
                    <a:pt x="7660" y="10879"/>
                  </a:cubicBezTo>
                  <a:lnTo>
                    <a:pt x="7711" y="10827"/>
                  </a:lnTo>
                  <a:cubicBezTo>
                    <a:pt x="7603" y="10644"/>
                    <a:pt x="7521" y="10446"/>
                    <a:pt x="7467" y="10240"/>
                  </a:cubicBezTo>
                  <a:lnTo>
                    <a:pt x="7396" y="10240"/>
                  </a:lnTo>
                  <a:cubicBezTo>
                    <a:pt x="7082" y="10240"/>
                    <a:pt x="6827" y="9986"/>
                    <a:pt x="6827" y="9671"/>
                  </a:cubicBezTo>
                  <a:cubicBezTo>
                    <a:pt x="6827" y="9357"/>
                    <a:pt x="7082" y="9102"/>
                    <a:pt x="7396" y="9102"/>
                  </a:cubicBezTo>
                  <a:lnTo>
                    <a:pt x="7467" y="9102"/>
                  </a:lnTo>
                  <a:cubicBezTo>
                    <a:pt x="7521" y="8894"/>
                    <a:pt x="7604" y="8696"/>
                    <a:pt x="7711" y="8515"/>
                  </a:cubicBezTo>
                  <a:lnTo>
                    <a:pt x="7660" y="8464"/>
                  </a:lnTo>
                  <a:cubicBezTo>
                    <a:pt x="7438" y="8242"/>
                    <a:pt x="7438" y="7882"/>
                    <a:pt x="7660" y="7659"/>
                  </a:cubicBezTo>
                  <a:cubicBezTo>
                    <a:pt x="7882" y="7437"/>
                    <a:pt x="8243" y="7437"/>
                    <a:pt x="8465" y="7660"/>
                  </a:cubicBezTo>
                  <a:lnTo>
                    <a:pt x="8515" y="7711"/>
                  </a:lnTo>
                  <a:cubicBezTo>
                    <a:pt x="8699" y="7603"/>
                    <a:pt x="8896" y="7521"/>
                    <a:pt x="9102" y="7467"/>
                  </a:cubicBezTo>
                  <a:close/>
                  <a:moveTo>
                    <a:pt x="5854" y="10809"/>
                  </a:moveTo>
                  <a:lnTo>
                    <a:pt x="569" y="10809"/>
                  </a:lnTo>
                  <a:cubicBezTo>
                    <a:pt x="255" y="10809"/>
                    <a:pt x="0" y="10554"/>
                    <a:pt x="0" y="10240"/>
                  </a:cubicBezTo>
                  <a:lnTo>
                    <a:pt x="0" y="9671"/>
                  </a:lnTo>
                  <a:cubicBezTo>
                    <a:pt x="0" y="7877"/>
                    <a:pt x="1055" y="6249"/>
                    <a:pt x="2693" y="5516"/>
                  </a:cubicBezTo>
                  <a:cubicBezTo>
                    <a:pt x="4331" y="4784"/>
                    <a:pt x="6247" y="5082"/>
                    <a:pt x="7585" y="6278"/>
                  </a:cubicBezTo>
                  <a:cubicBezTo>
                    <a:pt x="6406" y="7003"/>
                    <a:pt x="5688" y="8288"/>
                    <a:pt x="5689" y="9671"/>
                  </a:cubicBezTo>
                  <a:cubicBezTo>
                    <a:pt x="5689" y="10067"/>
                    <a:pt x="5747" y="10448"/>
                    <a:pt x="5854" y="10809"/>
                  </a:cubicBezTo>
                  <a:close/>
                  <a:moveTo>
                    <a:pt x="4551" y="5120"/>
                  </a:moveTo>
                  <a:cubicBezTo>
                    <a:pt x="3294" y="5120"/>
                    <a:pt x="2276" y="3974"/>
                    <a:pt x="2276" y="2560"/>
                  </a:cubicBezTo>
                  <a:cubicBezTo>
                    <a:pt x="2276" y="1147"/>
                    <a:pt x="3294" y="0"/>
                    <a:pt x="4551" y="0"/>
                  </a:cubicBezTo>
                  <a:cubicBezTo>
                    <a:pt x="5809" y="0"/>
                    <a:pt x="6827" y="1147"/>
                    <a:pt x="6827" y="2560"/>
                  </a:cubicBezTo>
                  <a:cubicBezTo>
                    <a:pt x="6827" y="3974"/>
                    <a:pt x="5809" y="5120"/>
                    <a:pt x="4551" y="5120"/>
                  </a:cubicBezTo>
                  <a:close/>
                  <a:moveTo>
                    <a:pt x="9671" y="10809"/>
                  </a:moveTo>
                  <a:cubicBezTo>
                    <a:pt x="10300" y="10809"/>
                    <a:pt x="10809" y="10300"/>
                    <a:pt x="10809" y="9671"/>
                  </a:cubicBezTo>
                  <a:cubicBezTo>
                    <a:pt x="10809" y="9043"/>
                    <a:pt x="10300" y="8534"/>
                    <a:pt x="9671" y="8534"/>
                  </a:cubicBezTo>
                  <a:cubicBezTo>
                    <a:pt x="9043" y="8534"/>
                    <a:pt x="8534" y="9043"/>
                    <a:pt x="8534" y="9671"/>
                  </a:cubicBezTo>
                  <a:cubicBezTo>
                    <a:pt x="8534" y="10300"/>
                    <a:pt x="9043" y="10809"/>
                    <a:pt x="9671" y="10809"/>
                  </a:cubicBezTo>
                  <a:close/>
                </a:path>
              </a:pathLst>
            </a:custGeom>
            <a:solidFill>
              <a:schemeClr val="bg1"/>
            </a:solidFill>
            <a:ln>
              <a:noFill/>
            </a:ln>
            <a:effectLst/>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25" name="组合 124">
            <a:extLst>
              <a:ext uri="{FF2B5EF4-FFF2-40B4-BE49-F238E27FC236}">
                <a16:creationId xmlns:a16="http://schemas.microsoft.com/office/drawing/2014/main" xmlns="" id="{FCF75142-9740-4742-A30F-785816E9005C}"/>
              </a:ext>
            </a:extLst>
          </p:cNvPr>
          <p:cNvGrpSpPr/>
          <p:nvPr/>
        </p:nvGrpSpPr>
        <p:grpSpPr>
          <a:xfrm>
            <a:off x="2770989" y="3792998"/>
            <a:ext cx="2073289" cy="1189394"/>
            <a:chOff x="2831382" y="3873193"/>
            <a:chExt cx="2073289" cy="1189394"/>
          </a:xfrm>
        </p:grpSpPr>
        <p:sp>
          <p:nvSpPr>
            <p:cNvPr id="126" name="îṣḷïdê">
              <a:extLst>
                <a:ext uri="{FF2B5EF4-FFF2-40B4-BE49-F238E27FC236}">
                  <a16:creationId xmlns:a16="http://schemas.microsoft.com/office/drawing/2014/main" xmlns="" id="{3251CED5-2FC9-46C0-AA22-50E12C25970A}"/>
                </a:ext>
              </a:extLst>
            </p:cNvPr>
            <p:cNvSpPr/>
            <p:nvPr/>
          </p:nvSpPr>
          <p:spPr>
            <a:xfrm>
              <a:off x="2831382" y="4261085"/>
              <a:ext cx="2073289" cy="80150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7" name="îş1iḑè">
              <a:extLst>
                <a:ext uri="{FF2B5EF4-FFF2-40B4-BE49-F238E27FC236}">
                  <a16:creationId xmlns:a16="http://schemas.microsoft.com/office/drawing/2014/main" xmlns="" id="{D4C90B19-8843-4ADA-9555-4600FC7202C3}"/>
                </a:ext>
              </a:extLst>
            </p:cNvPr>
            <p:cNvSpPr/>
            <p:nvPr/>
          </p:nvSpPr>
          <p:spPr>
            <a:xfrm>
              <a:off x="2831382" y="3873193"/>
              <a:ext cx="2073289" cy="387894"/>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Bef>
                  <a:spcPct val="0"/>
                </a:spcBef>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财务总监</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28" name="组合 127">
            <a:extLst>
              <a:ext uri="{FF2B5EF4-FFF2-40B4-BE49-F238E27FC236}">
                <a16:creationId xmlns:a16="http://schemas.microsoft.com/office/drawing/2014/main" xmlns="" id="{FDB10782-3B60-4944-86D1-0ADB6F1469C9}"/>
              </a:ext>
            </a:extLst>
          </p:cNvPr>
          <p:cNvGrpSpPr/>
          <p:nvPr/>
        </p:nvGrpSpPr>
        <p:grpSpPr>
          <a:xfrm>
            <a:off x="1351100" y="2704900"/>
            <a:ext cx="9046444" cy="1126969"/>
            <a:chOff x="1445942" y="2667191"/>
            <a:chExt cx="9046444" cy="1126969"/>
          </a:xfrm>
        </p:grpSpPr>
        <p:cxnSp>
          <p:nvCxnSpPr>
            <p:cNvPr id="129" name="肘形连接符 11">
              <a:extLst>
                <a:ext uri="{FF2B5EF4-FFF2-40B4-BE49-F238E27FC236}">
                  <a16:creationId xmlns:a16="http://schemas.microsoft.com/office/drawing/2014/main" xmlns="" id="{B0DB0A93-1FF7-49D2-A675-FDB438824B23}"/>
                </a:ext>
              </a:extLst>
            </p:cNvPr>
            <p:cNvCxnSpPr>
              <a:cxnSpLocks/>
              <a:stCxn id="123" idx="4"/>
              <a:endCxn id="134" idx="0"/>
            </p:cNvCxnSpPr>
            <p:nvPr/>
          </p:nvCxnSpPr>
          <p:spPr>
            <a:xfrm rot="5400000">
              <a:off x="3516003" y="816478"/>
              <a:ext cx="713675" cy="4465901"/>
            </a:xfrm>
            <a:prstGeom prst="bentConnector3">
              <a:avLst>
                <a:gd name="adj1" fmla="val 50000"/>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肘形连接符 12">
              <a:extLst>
                <a:ext uri="{FF2B5EF4-FFF2-40B4-BE49-F238E27FC236}">
                  <a16:creationId xmlns:a16="http://schemas.microsoft.com/office/drawing/2014/main" xmlns="" id="{D4235F0F-B8DA-476A-897C-50E306DF86AF}"/>
                </a:ext>
              </a:extLst>
            </p:cNvPr>
            <p:cNvCxnSpPr>
              <a:cxnSpLocks/>
            </p:cNvCxnSpPr>
            <p:nvPr/>
          </p:nvCxnSpPr>
          <p:spPr>
            <a:xfrm rot="5400000">
              <a:off x="4663412" y="1847997"/>
              <a:ext cx="713675" cy="2352063"/>
            </a:xfrm>
            <a:prstGeom prst="bentConnector3">
              <a:avLst>
                <a:gd name="adj1" fmla="val 50000"/>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肘形连接符 13">
              <a:extLst>
                <a:ext uri="{FF2B5EF4-FFF2-40B4-BE49-F238E27FC236}">
                  <a16:creationId xmlns:a16="http://schemas.microsoft.com/office/drawing/2014/main" xmlns="" id="{6C611953-6039-48E7-B8D2-66B826FBC2DB}"/>
                </a:ext>
              </a:extLst>
            </p:cNvPr>
            <p:cNvCxnSpPr>
              <a:cxnSpLocks/>
            </p:cNvCxnSpPr>
            <p:nvPr/>
          </p:nvCxnSpPr>
          <p:spPr>
            <a:xfrm rot="5400000">
              <a:off x="5729994" y="2902505"/>
              <a:ext cx="701366" cy="245247"/>
            </a:xfrm>
            <a:prstGeom prst="bentConnector3">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肘形连接符 14">
              <a:extLst>
                <a:ext uri="{FF2B5EF4-FFF2-40B4-BE49-F238E27FC236}">
                  <a16:creationId xmlns:a16="http://schemas.microsoft.com/office/drawing/2014/main" xmlns="" id="{2DB5A73A-AF2D-4F19-A400-E537AD5CA9E0}"/>
                </a:ext>
              </a:extLst>
            </p:cNvPr>
            <p:cNvCxnSpPr>
              <a:cxnSpLocks/>
            </p:cNvCxnSpPr>
            <p:nvPr/>
          </p:nvCxnSpPr>
          <p:spPr>
            <a:xfrm rot="16200000" flipH="1">
              <a:off x="6839526" y="2030811"/>
              <a:ext cx="701366" cy="1982891"/>
            </a:xfrm>
            <a:prstGeom prst="bentConnector3">
              <a:avLst>
                <a:gd name="adj1" fmla="val 50000"/>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肘形连接符 15">
              <a:extLst>
                <a:ext uri="{FF2B5EF4-FFF2-40B4-BE49-F238E27FC236}">
                  <a16:creationId xmlns:a16="http://schemas.microsoft.com/office/drawing/2014/main" xmlns="" id="{55970C7E-D050-4C41-9424-9A6B5FFA8063}"/>
                </a:ext>
              </a:extLst>
            </p:cNvPr>
            <p:cNvCxnSpPr>
              <a:cxnSpLocks/>
            </p:cNvCxnSpPr>
            <p:nvPr/>
          </p:nvCxnSpPr>
          <p:spPr>
            <a:xfrm rot="16200000" flipH="1">
              <a:off x="7964232" y="913757"/>
              <a:ext cx="701366" cy="4211028"/>
            </a:xfrm>
            <a:prstGeom prst="bentConnector3">
              <a:avLst>
                <a:gd name="adj1" fmla="val 50000"/>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4" name="is1iďé">
              <a:extLst>
                <a:ext uri="{FF2B5EF4-FFF2-40B4-BE49-F238E27FC236}">
                  <a16:creationId xmlns:a16="http://schemas.microsoft.com/office/drawing/2014/main" xmlns="" id="{B914FCBF-807D-43DD-B034-F37101252AF5}"/>
                </a:ext>
              </a:extLst>
            </p:cNvPr>
            <p:cNvSpPr/>
            <p:nvPr/>
          </p:nvSpPr>
          <p:spPr>
            <a:xfrm>
              <a:off x="1445942" y="3406266"/>
              <a:ext cx="387894" cy="387894"/>
            </a:xfrm>
            <a:prstGeom prst="ellipse">
              <a:avLst/>
            </a:prstGeom>
            <a:solidFill>
              <a:srgbClr val="3344E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5" name="ïṡḷíḑè">
              <a:extLst>
                <a:ext uri="{FF2B5EF4-FFF2-40B4-BE49-F238E27FC236}">
                  <a16:creationId xmlns:a16="http://schemas.microsoft.com/office/drawing/2014/main" xmlns="" id="{53CC515B-2688-4D3A-82C0-AC03FDFCF49D}"/>
                </a:ext>
              </a:extLst>
            </p:cNvPr>
            <p:cNvSpPr/>
            <p:nvPr/>
          </p:nvSpPr>
          <p:spPr>
            <a:xfrm>
              <a:off x="1566195" y="3451601"/>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6" name="i$1iḑè">
              <a:extLst>
                <a:ext uri="{FF2B5EF4-FFF2-40B4-BE49-F238E27FC236}">
                  <a16:creationId xmlns:a16="http://schemas.microsoft.com/office/drawing/2014/main" xmlns="" id="{5CCA687A-CF1F-499C-839F-8738DD110D97}"/>
                </a:ext>
              </a:extLst>
            </p:cNvPr>
            <p:cNvSpPr/>
            <p:nvPr/>
          </p:nvSpPr>
          <p:spPr>
            <a:xfrm>
              <a:off x="3674080" y="3406266"/>
              <a:ext cx="387894" cy="387894"/>
            </a:xfrm>
            <a:prstGeom prst="ellipse">
              <a:avLst/>
            </a:prstGeom>
            <a:solidFill>
              <a:srgbClr val="8EBA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7" name="îsḷîďe">
              <a:extLst>
                <a:ext uri="{FF2B5EF4-FFF2-40B4-BE49-F238E27FC236}">
                  <a16:creationId xmlns:a16="http://schemas.microsoft.com/office/drawing/2014/main" xmlns="" id="{2B3979E0-3987-4EB0-A928-B35B5350DB26}"/>
                </a:ext>
              </a:extLst>
            </p:cNvPr>
            <p:cNvSpPr/>
            <p:nvPr/>
          </p:nvSpPr>
          <p:spPr>
            <a:xfrm>
              <a:off x="3794333" y="3451601"/>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8" name="ísļïdê">
              <a:extLst>
                <a:ext uri="{FF2B5EF4-FFF2-40B4-BE49-F238E27FC236}">
                  <a16:creationId xmlns:a16="http://schemas.microsoft.com/office/drawing/2014/main" xmlns="" id="{2791B120-B83B-454D-AE5C-7E279CDEE85B}"/>
                </a:ext>
              </a:extLst>
            </p:cNvPr>
            <p:cNvSpPr/>
            <p:nvPr/>
          </p:nvSpPr>
          <p:spPr>
            <a:xfrm>
              <a:off x="5728049" y="3406266"/>
              <a:ext cx="387894" cy="387894"/>
            </a:xfrm>
            <a:prstGeom prst="ellipse">
              <a:avLst/>
            </a:prstGeom>
            <a:solidFill>
              <a:srgbClr val="3344E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9" name="iślide">
              <a:extLst>
                <a:ext uri="{FF2B5EF4-FFF2-40B4-BE49-F238E27FC236}">
                  <a16:creationId xmlns:a16="http://schemas.microsoft.com/office/drawing/2014/main" xmlns="" id="{B7B0D6ED-BB2F-45EF-8947-84093905086C}"/>
                </a:ext>
              </a:extLst>
            </p:cNvPr>
            <p:cNvSpPr/>
            <p:nvPr/>
          </p:nvSpPr>
          <p:spPr>
            <a:xfrm>
              <a:off x="5848302" y="3451601"/>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 name="í$ḷïḍê">
              <a:extLst>
                <a:ext uri="{FF2B5EF4-FFF2-40B4-BE49-F238E27FC236}">
                  <a16:creationId xmlns:a16="http://schemas.microsoft.com/office/drawing/2014/main" xmlns="" id="{714FBD71-32E4-4E0D-A90A-5730C0F427F8}"/>
                </a:ext>
              </a:extLst>
            </p:cNvPr>
            <p:cNvSpPr/>
            <p:nvPr/>
          </p:nvSpPr>
          <p:spPr>
            <a:xfrm>
              <a:off x="7956187" y="3406266"/>
              <a:ext cx="387894" cy="387894"/>
            </a:xfrm>
            <a:prstGeom prst="ellipse">
              <a:avLst/>
            </a:prstGeom>
            <a:solidFill>
              <a:srgbClr val="8EBA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1" name="íşļîdê">
              <a:extLst>
                <a:ext uri="{FF2B5EF4-FFF2-40B4-BE49-F238E27FC236}">
                  <a16:creationId xmlns:a16="http://schemas.microsoft.com/office/drawing/2014/main" xmlns="" id="{06DF46F8-53DD-4C85-A85C-654C30A39AC8}"/>
                </a:ext>
              </a:extLst>
            </p:cNvPr>
            <p:cNvSpPr/>
            <p:nvPr/>
          </p:nvSpPr>
          <p:spPr>
            <a:xfrm>
              <a:off x="8076440" y="3451601"/>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2" name="íṣḻiḓè">
              <a:extLst>
                <a:ext uri="{FF2B5EF4-FFF2-40B4-BE49-F238E27FC236}">
                  <a16:creationId xmlns:a16="http://schemas.microsoft.com/office/drawing/2014/main" xmlns="" id="{1EB84E87-60DE-4848-8E86-12D487DEC371}"/>
                </a:ext>
              </a:extLst>
            </p:cNvPr>
            <p:cNvSpPr/>
            <p:nvPr/>
          </p:nvSpPr>
          <p:spPr>
            <a:xfrm>
              <a:off x="10104492" y="3406266"/>
              <a:ext cx="387894" cy="387894"/>
            </a:xfrm>
            <a:prstGeom prst="ellipse">
              <a:avLst/>
            </a:prstGeom>
            <a:solidFill>
              <a:srgbClr val="3344E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 name="î$ḷîḑê">
              <a:extLst>
                <a:ext uri="{FF2B5EF4-FFF2-40B4-BE49-F238E27FC236}">
                  <a16:creationId xmlns:a16="http://schemas.microsoft.com/office/drawing/2014/main" xmlns="" id="{EBC43E8D-F168-45DB-BBBC-826A5F1975D4}"/>
                </a:ext>
              </a:extLst>
            </p:cNvPr>
            <p:cNvSpPr/>
            <p:nvPr/>
          </p:nvSpPr>
          <p:spPr>
            <a:xfrm>
              <a:off x="10224744" y="3451601"/>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44" name="组合 143">
            <a:extLst>
              <a:ext uri="{FF2B5EF4-FFF2-40B4-BE49-F238E27FC236}">
                <a16:creationId xmlns:a16="http://schemas.microsoft.com/office/drawing/2014/main" xmlns="" id="{AF59C6F1-724D-4808-9DB0-8720761E03B8}"/>
              </a:ext>
            </a:extLst>
          </p:cNvPr>
          <p:cNvGrpSpPr/>
          <p:nvPr/>
        </p:nvGrpSpPr>
        <p:grpSpPr>
          <a:xfrm>
            <a:off x="7227264" y="4805993"/>
            <a:ext cx="2073289" cy="1797542"/>
            <a:chOff x="7287657" y="4869255"/>
            <a:chExt cx="2073289" cy="1797542"/>
          </a:xfrm>
        </p:grpSpPr>
        <p:sp>
          <p:nvSpPr>
            <p:cNvPr id="145" name="íşḻidè">
              <a:extLst>
                <a:ext uri="{FF2B5EF4-FFF2-40B4-BE49-F238E27FC236}">
                  <a16:creationId xmlns:a16="http://schemas.microsoft.com/office/drawing/2014/main" xmlns="" id="{48CFED98-8A31-4614-B0E9-63C37CD6A88D}"/>
                </a:ext>
              </a:extLst>
            </p:cNvPr>
            <p:cNvSpPr/>
            <p:nvPr/>
          </p:nvSpPr>
          <p:spPr>
            <a:xfrm>
              <a:off x="7287657" y="5722653"/>
              <a:ext cx="2073289" cy="94414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46" name="组合 145">
              <a:extLst>
                <a:ext uri="{FF2B5EF4-FFF2-40B4-BE49-F238E27FC236}">
                  <a16:creationId xmlns:a16="http://schemas.microsoft.com/office/drawing/2014/main" xmlns="" id="{43142925-3613-418C-A411-7414323C5F18}"/>
                </a:ext>
              </a:extLst>
            </p:cNvPr>
            <p:cNvGrpSpPr/>
            <p:nvPr/>
          </p:nvGrpSpPr>
          <p:grpSpPr>
            <a:xfrm>
              <a:off x="7287657" y="4869255"/>
              <a:ext cx="2073289" cy="853399"/>
              <a:chOff x="7287657" y="4869255"/>
              <a:chExt cx="2073289" cy="853399"/>
            </a:xfrm>
          </p:grpSpPr>
          <p:cxnSp>
            <p:nvCxnSpPr>
              <p:cNvPr id="147" name="直接连接符 146">
                <a:extLst>
                  <a:ext uri="{FF2B5EF4-FFF2-40B4-BE49-F238E27FC236}">
                    <a16:creationId xmlns:a16="http://schemas.microsoft.com/office/drawing/2014/main" xmlns="" id="{997B43B4-FA8E-44AE-8ECE-2330FBF4D731}"/>
                  </a:ext>
                </a:extLst>
              </p:cNvPr>
              <p:cNvCxnSpPr>
                <a:cxnSpLocks/>
                <a:stCxn id="115" idx="2"/>
                <a:endCxn id="149" idx="0"/>
              </p:cNvCxnSpPr>
              <p:nvPr/>
            </p:nvCxnSpPr>
            <p:spPr>
              <a:xfrm flipV="1">
                <a:off x="8035834" y="4869255"/>
                <a:ext cx="288468" cy="233549"/>
              </a:xfrm>
              <a:prstGeom prst="line">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8" name="is1ïḓè">
                <a:extLst>
                  <a:ext uri="{FF2B5EF4-FFF2-40B4-BE49-F238E27FC236}">
                    <a16:creationId xmlns:a16="http://schemas.microsoft.com/office/drawing/2014/main" xmlns="" id="{37375AA1-234A-432A-9618-CB734A0DE3FD}"/>
                  </a:ext>
                </a:extLst>
              </p:cNvPr>
              <p:cNvSpPr/>
              <p:nvPr/>
            </p:nvSpPr>
            <p:spPr>
              <a:xfrm>
                <a:off x="7287657" y="5336181"/>
                <a:ext cx="2073289" cy="38647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25000"/>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售后</a:t>
                </a:r>
              </a:p>
            </p:txBody>
          </p:sp>
          <p:sp>
            <p:nvSpPr>
              <p:cNvPr id="149" name="ïṧḷïdê">
                <a:extLst>
                  <a:ext uri="{FF2B5EF4-FFF2-40B4-BE49-F238E27FC236}">
                    <a16:creationId xmlns:a16="http://schemas.microsoft.com/office/drawing/2014/main" xmlns="" id="{E56F785A-82F9-4E24-B4BB-67BE86E07388}"/>
                  </a:ext>
                </a:extLst>
              </p:cNvPr>
              <p:cNvSpPr/>
              <p:nvPr/>
            </p:nvSpPr>
            <p:spPr>
              <a:xfrm>
                <a:off x="8130355" y="4869255"/>
                <a:ext cx="387894" cy="387894"/>
              </a:xfrm>
              <a:prstGeom prst="ellipse">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0" name="îŝ1ïḍè">
                <a:extLst>
                  <a:ext uri="{FF2B5EF4-FFF2-40B4-BE49-F238E27FC236}">
                    <a16:creationId xmlns:a16="http://schemas.microsoft.com/office/drawing/2014/main" xmlns="" id="{B6DFAD62-EA50-4D38-9D92-7F64E76E04A4}"/>
                  </a:ext>
                </a:extLst>
              </p:cNvPr>
              <p:cNvSpPr/>
              <p:nvPr/>
            </p:nvSpPr>
            <p:spPr>
              <a:xfrm>
                <a:off x="8250608" y="4914590"/>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151" name="组合 150">
            <a:extLst>
              <a:ext uri="{FF2B5EF4-FFF2-40B4-BE49-F238E27FC236}">
                <a16:creationId xmlns:a16="http://schemas.microsoft.com/office/drawing/2014/main" xmlns="" id="{971C3584-5F60-429E-A602-E28A4F6E85A1}"/>
              </a:ext>
            </a:extLst>
          </p:cNvPr>
          <p:cNvGrpSpPr/>
          <p:nvPr/>
        </p:nvGrpSpPr>
        <p:grpSpPr>
          <a:xfrm>
            <a:off x="2770989" y="4805993"/>
            <a:ext cx="2073289" cy="1797542"/>
            <a:chOff x="2831382" y="4869255"/>
            <a:chExt cx="2073289" cy="1797542"/>
          </a:xfrm>
        </p:grpSpPr>
        <p:cxnSp>
          <p:nvCxnSpPr>
            <p:cNvPr id="152" name="直接连接符 151">
              <a:extLst>
                <a:ext uri="{FF2B5EF4-FFF2-40B4-BE49-F238E27FC236}">
                  <a16:creationId xmlns:a16="http://schemas.microsoft.com/office/drawing/2014/main" xmlns="" id="{14C6BB51-B6CA-498A-9303-0DE9D97572FB}"/>
                </a:ext>
              </a:extLst>
            </p:cNvPr>
            <p:cNvCxnSpPr>
              <a:cxnSpLocks/>
              <a:stCxn id="126" idx="2"/>
              <a:endCxn id="155" idx="0"/>
            </p:cNvCxnSpPr>
            <p:nvPr/>
          </p:nvCxnSpPr>
          <p:spPr>
            <a:xfrm flipV="1">
              <a:off x="3753727" y="4869255"/>
              <a:ext cx="114300" cy="233549"/>
            </a:xfrm>
            <a:prstGeom prst="line">
              <a:avLst/>
            </a:prstGeom>
            <a:ln w="28575" cap="rnd">
              <a:solidFill>
                <a:schemeClr val="tx2">
                  <a:lumMod val="20000"/>
                  <a:lumOff val="80000"/>
                </a:schemeClr>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3" name="išļïḍê">
              <a:extLst>
                <a:ext uri="{FF2B5EF4-FFF2-40B4-BE49-F238E27FC236}">
                  <a16:creationId xmlns:a16="http://schemas.microsoft.com/office/drawing/2014/main" xmlns="" id="{724FA7B7-3C90-427C-9500-32C118ED2DA6}"/>
                </a:ext>
              </a:extLst>
            </p:cNvPr>
            <p:cNvSpPr/>
            <p:nvPr/>
          </p:nvSpPr>
          <p:spPr>
            <a:xfrm>
              <a:off x="2831382" y="5722653"/>
              <a:ext cx="2073289" cy="94414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00"/>
                </a:lnSpc>
              </a:pPr>
              <a:r>
                <a:rPr lang="zh-CN" altLang="en-US" sz="1100" spc="150" dirty="0">
                  <a:latin typeface="微软雅黑" panose="020B0503020204020204" pitchFamily="34" charset="-122"/>
                  <a:ea typeface="微软雅黑" panose="020B0503020204020204" pitchFamily="34" charset="-122"/>
                  <a:sym typeface="微软雅黑" panose="020B0503020204020204" pitchFamily="34" charset="-122"/>
                </a:rPr>
                <a:t>点击此处输入部门以及工作的具体描述</a:t>
              </a:r>
              <a:endParaRPr lang="en-US" altLang="zh-CN" sz="1100" spc="1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4" name="íṧļïḑè">
              <a:extLst>
                <a:ext uri="{FF2B5EF4-FFF2-40B4-BE49-F238E27FC236}">
                  <a16:creationId xmlns:a16="http://schemas.microsoft.com/office/drawing/2014/main" xmlns="" id="{A27E0F71-6913-458C-9FFB-CAA032ADD191}"/>
                </a:ext>
              </a:extLst>
            </p:cNvPr>
            <p:cNvSpPr/>
            <p:nvPr/>
          </p:nvSpPr>
          <p:spPr>
            <a:xfrm>
              <a:off x="2831382" y="5336181"/>
              <a:ext cx="2073289" cy="38647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25000"/>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总账</a:t>
              </a:r>
            </a:p>
          </p:txBody>
        </p:sp>
        <p:sp>
          <p:nvSpPr>
            <p:cNvPr id="155" name="i$ḻíḓê">
              <a:extLst>
                <a:ext uri="{FF2B5EF4-FFF2-40B4-BE49-F238E27FC236}">
                  <a16:creationId xmlns:a16="http://schemas.microsoft.com/office/drawing/2014/main" xmlns="" id="{8DDA3EEF-F7C6-4082-82DD-E9FE8E34D3F9}"/>
                </a:ext>
              </a:extLst>
            </p:cNvPr>
            <p:cNvSpPr/>
            <p:nvPr/>
          </p:nvSpPr>
          <p:spPr>
            <a:xfrm>
              <a:off x="3674080" y="4869255"/>
              <a:ext cx="387894" cy="387894"/>
            </a:xfrm>
            <a:prstGeom prst="ellipse">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6" name="îṡḻîḍê">
              <a:extLst>
                <a:ext uri="{FF2B5EF4-FFF2-40B4-BE49-F238E27FC236}">
                  <a16:creationId xmlns:a16="http://schemas.microsoft.com/office/drawing/2014/main" xmlns="" id="{8079C3BF-FB6C-4CF3-87CF-E4F1DEAFC021}"/>
                </a:ext>
              </a:extLst>
            </p:cNvPr>
            <p:cNvSpPr/>
            <p:nvPr/>
          </p:nvSpPr>
          <p:spPr>
            <a:xfrm>
              <a:off x="3794333" y="4914590"/>
              <a:ext cx="147388" cy="285819"/>
            </a:xfrm>
            <a:custGeom>
              <a:avLst/>
              <a:gdLst>
                <a:gd name="connsiteX0" fmla="*/ 159127 w 313668"/>
                <a:gd name="connsiteY0" fmla="*/ 411396 h 608274"/>
                <a:gd name="connsiteX1" fmla="*/ 159127 w 313668"/>
                <a:gd name="connsiteY1" fmla="*/ 577440 h 608274"/>
                <a:gd name="connsiteX2" fmla="*/ 128336 w 313668"/>
                <a:gd name="connsiteY2" fmla="*/ 608274 h 608274"/>
                <a:gd name="connsiteX3" fmla="*/ 97453 w 313668"/>
                <a:gd name="connsiteY3" fmla="*/ 577440 h 608274"/>
                <a:gd name="connsiteX4" fmla="*/ 97453 w 313668"/>
                <a:gd name="connsiteY4" fmla="*/ 458706 h 608274"/>
                <a:gd name="connsiteX5" fmla="*/ 128221 w 313668"/>
                <a:gd name="connsiteY5" fmla="*/ 306395 h 608274"/>
                <a:gd name="connsiteX6" fmla="*/ 168122 w 313668"/>
                <a:gd name="connsiteY6" fmla="*/ 358410 h 608274"/>
                <a:gd name="connsiteX7" fmla="*/ 171347 w 313668"/>
                <a:gd name="connsiteY7" fmla="*/ 370377 h 608274"/>
                <a:gd name="connsiteX8" fmla="*/ 165173 w 313668"/>
                <a:gd name="connsiteY8" fmla="*/ 381149 h 608274"/>
                <a:gd name="connsiteX9" fmla="*/ 71917 w 313668"/>
                <a:gd name="connsiteY9" fmla="*/ 452588 h 608274"/>
                <a:gd name="connsiteX10" fmla="*/ 62057 w 313668"/>
                <a:gd name="connsiteY10" fmla="*/ 455994 h 608274"/>
                <a:gd name="connsiteX11" fmla="*/ 49156 w 313668"/>
                <a:gd name="connsiteY11" fmla="*/ 449642 h 608274"/>
                <a:gd name="connsiteX12" fmla="*/ 3357 w 313668"/>
                <a:gd name="connsiteY12" fmla="*/ 390079 h 608274"/>
                <a:gd name="connsiteX13" fmla="*/ 132 w 313668"/>
                <a:gd name="connsiteY13" fmla="*/ 378019 h 608274"/>
                <a:gd name="connsiteX14" fmla="*/ 6398 w 313668"/>
                <a:gd name="connsiteY14" fmla="*/ 367339 h 608274"/>
                <a:gd name="connsiteX15" fmla="*/ 9162 w 313668"/>
                <a:gd name="connsiteY15" fmla="*/ 365130 h 608274"/>
                <a:gd name="connsiteX16" fmla="*/ 43904 w 313668"/>
                <a:gd name="connsiteY16" fmla="*/ 407754 h 608274"/>
                <a:gd name="connsiteX17" fmla="*/ 59661 w 313668"/>
                <a:gd name="connsiteY17" fmla="*/ 410240 h 608274"/>
                <a:gd name="connsiteX18" fmla="*/ 107948 w 313668"/>
                <a:gd name="connsiteY18" fmla="*/ 375165 h 608274"/>
                <a:gd name="connsiteX19" fmla="*/ 126009 w 313668"/>
                <a:gd name="connsiteY19" fmla="*/ 319836 h 608274"/>
                <a:gd name="connsiteX20" fmla="*/ 128221 w 313668"/>
                <a:gd name="connsiteY20" fmla="*/ 306395 h 608274"/>
                <a:gd name="connsiteX21" fmla="*/ 163534 w 313668"/>
                <a:gd name="connsiteY21" fmla="*/ 163741 h 608274"/>
                <a:gd name="connsiteX22" fmla="*/ 160861 w 313668"/>
                <a:gd name="connsiteY22" fmla="*/ 166411 h 608274"/>
                <a:gd name="connsiteX23" fmla="*/ 160861 w 313668"/>
                <a:gd name="connsiteY23" fmla="*/ 185098 h 608274"/>
                <a:gd name="connsiteX24" fmla="*/ 163534 w 313668"/>
                <a:gd name="connsiteY24" fmla="*/ 187767 h 608274"/>
                <a:gd name="connsiteX25" fmla="*/ 179484 w 313668"/>
                <a:gd name="connsiteY25" fmla="*/ 187767 h 608274"/>
                <a:gd name="connsiteX26" fmla="*/ 182157 w 313668"/>
                <a:gd name="connsiteY26" fmla="*/ 185098 h 608274"/>
                <a:gd name="connsiteX27" fmla="*/ 182157 w 313668"/>
                <a:gd name="connsiteY27" fmla="*/ 166411 h 608274"/>
                <a:gd name="connsiteX28" fmla="*/ 179484 w 313668"/>
                <a:gd name="connsiteY28" fmla="*/ 163741 h 608274"/>
                <a:gd name="connsiteX29" fmla="*/ 131358 w 313668"/>
                <a:gd name="connsiteY29" fmla="*/ 155456 h 608274"/>
                <a:gd name="connsiteX30" fmla="*/ 211383 w 313668"/>
                <a:gd name="connsiteY30" fmla="*/ 155456 h 608274"/>
                <a:gd name="connsiteX31" fmla="*/ 260338 w 313668"/>
                <a:gd name="connsiteY31" fmla="*/ 190989 h 608274"/>
                <a:gd name="connsiteX32" fmla="*/ 312151 w 313668"/>
                <a:gd name="connsiteY32" fmla="*/ 350060 h 608274"/>
                <a:gd name="connsiteX33" fmla="*/ 292606 w 313668"/>
                <a:gd name="connsiteY33" fmla="*/ 388447 h 608274"/>
                <a:gd name="connsiteX34" fmla="*/ 283110 w 313668"/>
                <a:gd name="connsiteY34" fmla="*/ 389920 h 608274"/>
                <a:gd name="connsiteX35" fmla="*/ 254069 w 313668"/>
                <a:gd name="connsiteY35" fmla="*/ 368931 h 608274"/>
                <a:gd name="connsiteX36" fmla="*/ 245310 w 313668"/>
                <a:gd name="connsiteY36" fmla="*/ 341867 h 608274"/>
                <a:gd name="connsiteX37" fmla="*/ 245310 w 313668"/>
                <a:gd name="connsiteY37" fmla="*/ 383108 h 608274"/>
                <a:gd name="connsiteX38" fmla="*/ 245310 w 313668"/>
                <a:gd name="connsiteY38" fmla="*/ 577436 h 608274"/>
                <a:gd name="connsiteX39" fmla="*/ 214425 w 313668"/>
                <a:gd name="connsiteY39" fmla="*/ 608274 h 608274"/>
                <a:gd name="connsiteX40" fmla="*/ 183540 w 313668"/>
                <a:gd name="connsiteY40" fmla="*/ 577436 h 608274"/>
                <a:gd name="connsiteX41" fmla="*/ 183540 w 313668"/>
                <a:gd name="connsiteY41" fmla="*/ 391301 h 608274"/>
                <a:gd name="connsiteX42" fmla="*/ 191561 w 313668"/>
                <a:gd name="connsiteY42" fmla="*/ 373074 h 608274"/>
                <a:gd name="connsiteX43" fmla="*/ 184278 w 313668"/>
                <a:gd name="connsiteY43" fmla="*/ 346102 h 608274"/>
                <a:gd name="connsiteX44" fmla="*/ 181789 w 313668"/>
                <a:gd name="connsiteY44" fmla="*/ 342788 h 608274"/>
                <a:gd name="connsiteX45" fmla="*/ 197646 w 313668"/>
                <a:gd name="connsiteY45" fmla="*/ 323825 h 608274"/>
                <a:gd name="connsiteX46" fmla="*/ 201242 w 313668"/>
                <a:gd name="connsiteY46" fmla="*/ 310661 h 608274"/>
                <a:gd name="connsiteX47" fmla="*/ 185015 w 313668"/>
                <a:gd name="connsiteY47" fmla="*/ 216396 h 608274"/>
                <a:gd name="connsiteX48" fmla="*/ 182526 w 313668"/>
                <a:gd name="connsiteY48" fmla="*/ 201760 h 608274"/>
                <a:gd name="connsiteX49" fmla="*/ 179853 w 313668"/>
                <a:gd name="connsiteY49" fmla="*/ 199550 h 608274"/>
                <a:gd name="connsiteX50" fmla="*/ 162797 w 313668"/>
                <a:gd name="connsiteY50" fmla="*/ 199550 h 608274"/>
                <a:gd name="connsiteX51" fmla="*/ 160123 w 313668"/>
                <a:gd name="connsiteY51" fmla="*/ 201760 h 608274"/>
                <a:gd name="connsiteX52" fmla="*/ 157634 w 313668"/>
                <a:gd name="connsiteY52" fmla="*/ 216396 h 608274"/>
                <a:gd name="connsiteX53" fmla="*/ 144266 w 313668"/>
                <a:gd name="connsiteY53" fmla="*/ 293999 h 608274"/>
                <a:gd name="connsiteX54" fmla="*/ 138550 w 313668"/>
                <a:gd name="connsiteY54" fmla="*/ 286450 h 608274"/>
                <a:gd name="connsiteX55" fmla="*/ 119650 w 313668"/>
                <a:gd name="connsiteY55" fmla="*/ 273747 h 608274"/>
                <a:gd name="connsiteX56" fmla="*/ 119189 w 313668"/>
                <a:gd name="connsiteY56" fmla="*/ 275127 h 608274"/>
                <a:gd name="connsiteX57" fmla="*/ 88580 w 313668"/>
                <a:gd name="connsiteY57" fmla="*/ 368931 h 608274"/>
                <a:gd name="connsiteX58" fmla="*/ 50135 w 313668"/>
                <a:gd name="connsiteY58" fmla="*/ 388447 h 608274"/>
                <a:gd name="connsiteX59" fmla="*/ 30590 w 313668"/>
                <a:gd name="connsiteY59" fmla="*/ 350060 h 608274"/>
                <a:gd name="connsiteX60" fmla="*/ 61107 w 313668"/>
                <a:gd name="connsiteY60" fmla="*/ 256256 h 608274"/>
                <a:gd name="connsiteX61" fmla="*/ 82403 w 313668"/>
                <a:gd name="connsiteY61" fmla="*/ 190989 h 608274"/>
                <a:gd name="connsiteX62" fmla="*/ 131358 w 313668"/>
                <a:gd name="connsiteY62" fmla="*/ 155456 h 608274"/>
                <a:gd name="connsiteX63" fmla="*/ 171336 w 313668"/>
                <a:gd name="connsiteY63" fmla="*/ 0 h 608274"/>
                <a:gd name="connsiteX64" fmla="*/ 238585 w 313668"/>
                <a:gd name="connsiteY64" fmla="*/ 67108 h 608274"/>
                <a:gd name="connsiteX65" fmla="*/ 171336 w 313668"/>
                <a:gd name="connsiteY65" fmla="*/ 134216 h 608274"/>
                <a:gd name="connsiteX66" fmla="*/ 104087 w 313668"/>
                <a:gd name="connsiteY66" fmla="*/ 67108 h 608274"/>
                <a:gd name="connsiteX67" fmla="*/ 171336 w 313668"/>
                <a:gd name="connsiteY67" fmla="*/ 0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13668" h="608274">
                  <a:moveTo>
                    <a:pt x="159127" y="411396"/>
                  </a:moveTo>
                  <a:lnTo>
                    <a:pt x="159127" y="577440"/>
                  </a:lnTo>
                  <a:cubicBezTo>
                    <a:pt x="159127" y="594468"/>
                    <a:pt x="145391" y="608274"/>
                    <a:pt x="128336" y="608274"/>
                  </a:cubicBezTo>
                  <a:cubicBezTo>
                    <a:pt x="111282" y="608274"/>
                    <a:pt x="97453" y="594468"/>
                    <a:pt x="97453" y="577440"/>
                  </a:cubicBezTo>
                  <a:lnTo>
                    <a:pt x="97453" y="458706"/>
                  </a:lnTo>
                  <a:close/>
                  <a:moveTo>
                    <a:pt x="128221" y="306395"/>
                  </a:moveTo>
                  <a:lnTo>
                    <a:pt x="168122" y="358410"/>
                  </a:lnTo>
                  <a:cubicBezTo>
                    <a:pt x="170794" y="361816"/>
                    <a:pt x="171900" y="366143"/>
                    <a:pt x="171347" y="370377"/>
                  </a:cubicBezTo>
                  <a:cubicBezTo>
                    <a:pt x="170794" y="374612"/>
                    <a:pt x="168583" y="378479"/>
                    <a:pt x="165173" y="381149"/>
                  </a:cubicBezTo>
                  <a:lnTo>
                    <a:pt x="71917" y="452588"/>
                  </a:lnTo>
                  <a:cubicBezTo>
                    <a:pt x="68968" y="454889"/>
                    <a:pt x="65467" y="455994"/>
                    <a:pt x="62057" y="455994"/>
                  </a:cubicBezTo>
                  <a:cubicBezTo>
                    <a:pt x="57173" y="455994"/>
                    <a:pt x="52289" y="453785"/>
                    <a:pt x="49156" y="449642"/>
                  </a:cubicBezTo>
                  <a:lnTo>
                    <a:pt x="3357" y="390079"/>
                  </a:lnTo>
                  <a:cubicBezTo>
                    <a:pt x="777" y="386672"/>
                    <a:pt x="-421" y="382345"/>
                    <a:pt x="132" y="378019"/>
                  </a:cubicBezTo>
                  <a:cubicBezTo>
                    <a:pt x="685" y="373784"/>
                    <a:pt x="2988" y="369917"/>
                    <a:pt x="6398" y="367339"/>
                  </a:cubicBezTo>
                  <a:lnTo>
                    <a:pt x="9162" y="365130"/>
                  </a:lnTo>
                  <a:cubicBezTo>
                    <a:pt x="11374" y="384279"/>
                    <a:pt x="24367" y="401402"/>
                    <a:pt x="43904" y="407754"/>
                  </a:cubicBezTo>
                  <a:cubicBezTo>
                    <a:pt x="49064" y="409411"/>
                    <a:pt x="54409" y="410240"/>
                    <a:pt x="59661" y="410240"/>
                  </a:cubicBezTo>
                  <a:cubicBezTo>
                    <a:pt x="81040" y="410240"/>
                    <a:pt x="100945" y="396615"/>
                    <a:pt x="107948" y="375165"/>
                  </a:cubicBezTo>
                  <a:lnTo>
                    <a:pt x="126009" y="319836"/>
                  </a:lnTo>
                  <a:cubicBezTo>
                    <a:pt x="127484" y="315325"/>
                    <a:pt x="128037" y="310906"/>
                    <a:pt x="128221" y="306395"/>
                  </a:cubicBezTo>
                  <a:close/>
                  <a:moveTo>
                    <a:pt x="163534" y="163741"/>
                  </a:moveTo>
                  <a:cubicBezTo>
                    <a:pt x="162059" y="163741"/>
                    <a:pt x="160861" y="164938"/>
                    <a:pt x="160861" y="166411"/>
                  </a:cubicBezTo>
                  <a:lnTo>
                    <a:pt x="160861" y="185098"/>
                  </a:lnTo>
                  <a:cubicBezTo>
                    <a:pt x="160861" y="186571"/>
                    <a:pt x="162059" y="187767"/>
                    <a:pt x="163534" y="187767"/>
                  </a:cubicBezTo>
                  <a:lnTo>
                    <a:pt x="179484" y="187767"/>
                  </a:lnTo>
                  <a:cubicBezTo>
                    <a:pt x="180959" y="187767"/>
                    <a:pt x="182157" y="186571"/>
                    <a:pt x="182157" y="185098"/>
                  </a:cubicBezTo>
                  <a:lnTo>
                    <a:pt x="182157" y="166411"/>
                  </a:lnTo>
                  <a:cubicBezTo>
                    <a:pt x="182157" y="164938"/>
                    <a:pt x="180959" y="163741"/>
                    <a:pt x="179484" y="163741"/>
                  </a:cubicBezTo>
                  <a:close/>
                  <a:moveTo>
                    <a:pt x="131358" y="155456"/>
                  </a:moveTo>
                  <a:lnTo>
                    <a:pt x="211383" y="155456"/>
                  </a:lnTo>
                  <a:cubicBezTo>
                    <a:pt x="233694" y="155456"/>
                    <a:pt x="253424" y="169725"/>
                    <a:pt x="260338" y="190989"/>
                  </a:cubicBezTo>
                  <a:lnTo>
                    <a:pt x="312151" y="350060"/>
                  </a:lnTo>
                  <a:cubicBezTo>
                    <a:pt x="317406" y="366078"/>
                    <a:pt x="308556" y="383292"/>
                    <a:pt x="292606" y="388447"/>
                  </a:cubicBezTo>
                  <a:cubicBezTo>
                    <a:pt x="289471" y="389460"/>
                    <a:pt x="286245" y="389920"/>
                    <a:pt x="283110" y="389920"/>
                  </a:cubicBezTo>
                  <a:cubicBezTo>
                    <a:pt x="270295" y="389920"/>
                    <a:pt x="258310" y="381819"/>
                    <a:pt x="254069" y="368931"/>
                  </a:cubicBezTo>
                  <a:lnTo>
                    <a:pt x="245310" y="341867"/>
                  </a:lnTo>
                  <a:lnTo>
                    <a:pt x="245310" y="383108"/>
                  </a:lnTo>
                  <a:lnTo>
                    <a:pt x="245310" y="577436"/>
                  </a:lnTo>
                  <a:cubicBezTo>
                    <a:pt x="245310" y="594466"/>
                    <a:pt x="231481" y="608274"/>
                    <a:pt x="214425" y="608274"/>
                  </a:cubicBezTo>
                  <a:cubicBezTo>
                    <a:pt x="197369" y="608274"/>
                    <a:pt x="183540" y="594466"/>
                    <a:pt x="183540" y="577436"/>
                  </a:cubicBezTo>
                  <a:lnTo>
                    <a:pt x="183540" y="391301"/>
                  </a:lnTo>
                  <a:cubicBezTo>
                    <a:pt x="187873" y="386146"/>
                    <a:pt x="190639" y="379886"/>
                    <a:pt x="191561" y="373074"/>
                  </a:cubicBezTo>
                  <a:cubicBezTo>
                    <a:pt x="192852" y="363316"/>
                    <a:pt x="190271" y="353742"/>
                    <a:pt x="184278" y="346102"/>
                  </a:cubicBezTo>
                  <a:lnTo>
                    <a:pt x="181789" y="342788"/>
                  </a:lnTo>
                  <a:lnTo>
                    <a:pt x="197646" y="323825"/>
                  </a:lnTo>
                  <a:cubicBezTo>
                    <a:pt x="200688" y="320142"/>
                    <a:pt x="201979" y="315355"/>
                    <a:pt x="201242" y="310661"/>
                  </a:cubicBezTo>
                  <a:lnTo>
                    <a:pt x="185015" y="216396"/>
                  </a:lnTo>
                  <a:lnTo>
                    <a:pt x="182526" y="201760"/>
                  </a:lnTo>
                  <a:cubicBezTo>
                    <a:pt x="182250" y="200471"/>
                    <a:pt x="181143" y="199550"/>
                    <a:pt x="179853" y="199550"/>
                  </a:cubicBezTo>
                  <a:lnTo>
                    <a:pt x="162797" y="199550"/>
                  </a:lnTo>
                  <a:cubicBezTo>
                    <a:pt x="161506" y="199550"/>
                    <a:pt x="160400" y="200471"/>
                    <a:pt x="160123" y="201760"/>
                  </a:cubicBezTo>
                  <a:lnTo>
                    <a:pt x="157634" y="216396"/>
                  </a:lnTo>
                  <a:lnTo>
                    <a:pt x="144266" y="293999"/>
                  </a:lnTo>
                  <a:lnTo>
                    <a:pt x="138550" y="286450"/>
                  </a:lnTo>
                  <a:cubicBezTo>
                    <a:pt x="133663" y="280191"/>
                    <a:pt x="127025" y="275864"/>
                    <a:pt x="119650" y="273747"/>
                  </a:cubicBezTo>
                  <a:lnTo>
                    <a:pt x="119189" y="275127"/>
                  </a:lnTo>
                  <a:lnTo>
                    <a:pt x="88580" y="368931"/>
                  </a:lnTo>
                  <a:cubicBezTo>
                    <a:pt x="83418" y="384949"/>
                    <a:pt x="66177" y="393694"/>
                    <a:pt x="50135" y="388447"/>
                  </a:cubicBezTo>
                  <a:cubicBezTo>
                    <a:pt x="34094" y="383200"/>
                    <a:pt x="25335" y="366078"/>
                    <a:pt x="30590" y="350060"/>
                  </a:cubicBezTo>
                  <a:lnTo>
                    <a:pt x="61107" y="256256"/>
                  </a:lnTo>
                  <a:lnTo>
                    <a:pt x="82403" y="190989"/>
                  </a:lnTo>
                  <a:cubicBezTo>
                    <a:pt x="89318" y="169725"/>
                    <a:pt x="108955" y="155456"/>
                    <a:pt x="131358" y="155456"/>
                  </a:cubicBezTo>
                  <a:close/>
                  <a:moveTo>
                    <a:pt x="171336" y="0"/>
                  </a:moveTo>
                  <a:cubicBezTo>
                    <a:pt x="208477" y="0"/>
                    <a:pt x="238585" y="30045"/>
                    <a:pt x="238585" y="67108"/>
                  </a:cubicBezTo>
                  <a:cubicBezTo>
                    <a:pt x="238585" y="104171"/>
                    <a:pt x="208477" y="134216"/>
                    <a:pt x="171336" y="134216"/>
                  </a:cubicBezTo>
                  <a:cubicBezTo>
                    <a:pt x="134195" y="134216"/>
                    <a:pt x="104087" y="104171"/>
                    <a:pt x="104087" y="67108"/>
                  </a:cubicBezTo>
                  <a:cubicBezTo>
                    <a:pt x="104087" y="30045"/>
                    <a:pt x="134195" y="0"/>
                    <a:pt x="171336"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sym typeface="微软雅黑" panose="020B0503020204020204" pitchFamily="34" charset="-122"/>
              </a:endParaRPr>
            </a:p>
          </p:txBody>
        </p:sp>
      </p:grpSp>
    </p:spTree>
    <p:extLst>
      <p:ext uri="{BB962C8B-B14F-4D97-AF65-F5344CB8AC3E}">
        <p14:creationId xmlns:p14="http://schemas.microsoft.com/office/powerpoint/2010/main" val="35213701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ageCurlDouble"/>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20"/>
                                        </p:tgtEl>
                                        <p:attrNameLst>
                                          <p:attrName>style.visibility</p:attrName>
                                        </p:attrNameLst>
                                      </p:cBhvr>
                                      <p:to>
                                        <p:strVal val="visible"/>
                                      </p:to>
                                    </p:set>
                                    <p:anim calcmode="lin" valueType="num">
                                      <p:cBhvr additive="base">
                                        <p:cTn id="7" dur="500"/>
                                        <p:tgtEl>
                                          <p:spTgt spid="120"/>
                                        </p:tgtEl>
                                        <p:attrNameLst>
                                          <p:attrName>ppt_y</p:attrName>
                                        </p:attrNameLst>
                                      </p:cBhvr>
                                      <p:tavLst>
                                        <p:tav tm="0">
                                          <p:val>
                                            <p:strVal val="#ppt_y-#ppt_h*1.125000"/>
                                          </p:val>
                                        </p:tav>
                                        <p:tav tm="100000">
                                          <p:val>
                                            <p:strVal val="#ppt_y"/>
                                          </p:val>
                                        </p:tav>
                                      </p:tavLst>
                                    </p:anim>
                                    <p:animEffect transition="in" filter="wipe(down)">
                                      <p:cBhvr>
                                        <p:cTn id="8" dur="500"/>
                                        <p:tgtEl>
                                          <p:spTgt spid="120"/>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128"/>
                                        </p:tgtEl>
                                        <p:attrNameLst>
                                          <p:attrName>style.visibility</p:attrName>
                                        </p:attrNameLst>
                                      </p:cBhvr>
                                      <p:to>
                                        <p:strVal val="visible"/>
                                      </p:to>
                                    </p:set>
                                    <p:anim calcmode="lin" valueType="num">
                                      <p:cBhvr additive="base">
                                        <p:cTn id="12" dur="500"/>
                                        <p:tgtEl>
                                          <p:spTgt spid="128"/>
                                        </p:tgtEl>
                                        <p:attrNameLst>
                                          <p:attrName>ppt_y</p:attrName>
                                        </p:attrNameLst>
                                      </p:cBhvr>
                                      <p:tavLst>
                                        <p:tav tm="0">
                                          <p:val>
                                            <p:strVal val="#ppt_y-#ppt_h*1.125000"/>
                                          </p:val>
                                        </p:tav>
                                        <p:tav tm="100000">
                                          <p:val>
                                            <p:strVal val="#ppt_y"/>
                                          </p:val>
                                        </p:tav>
                                      </p:tavLst>
                                    </p:anim>
                                    <p:animEffect transition="in" filter="wipe(down)">
                                      <p:cBhvr>
                                        <p:cTn id="13" dur="500"/>
                                        <p:tgtEl>
                                          <p:spTgt spid="128"/>
                                        </p:tgtEl>
                                      </p:cBhvr>
                                    </p:animEffect>
                                  </p:childTnLst>
                                </p:cTn>
                              </p:par>
                            </p:childTnLst>
                          </p:cTn>
                        </p:par>
                        <p:par>
                          <p:cTn id="14" fill="hold">
                            <p:stCondLst>
                              <p:cond delay="1000"/>
                            </p:stCondLst>
                            <p:childTnLst>
                              <p:par>
                                <p:cTn id="15" presetID="12" presetClass="entr" presetSubtype="1"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 calcmode="lin" valueType="num">
                                      <p:cBhvr additive="base">
                                        <p:cTn id="17" dur="500"/>
                                        <p:tgtEl>
                                          <p:spTgt spid="108"/>
                                        </p:tgtEl>
                                        <p:attrNameLst>
                                          <p:attrName>ppt_y</p:attrName>
                                        </p:attrNameLst>
                                      </p:cBhvr>
                                      <p:tavLst>
                                        <p:tav tm="0">
                                          <p:val>
                                            <p:strVal val="#ppt_y-#ppt_h*1.125000"/>
                                          </p:val>
                                        </p:tav>
                                        <p:tav tm="100000">
                                          <p:val>
                                            <p:strVal val="#ppt_y"/>
                                          </p:val>
                                        </p:tav>
                                      </p:tavLst>
                                    </p:anim>
                                    <p:animEffect transition="in" filter="wipe(down)">
                                      <p:cBhvr>
                                        <p:cTn id="18" dur="500"/>
                                        <p:tgtEl>
                                          <p:spTgt spid="108"/>
                                        </p:tgtEl>
                                      </p:cBhvr>
                                    </p:animEffect>
                                  </p:childTnLst>
                                </p:cTn>
                              </p:par>
                              <p:par>
                                <p:cTn id="19" presetID="12" presetClass="entr" presetSubtype="1" fill="hold" nodeType="withEffect">
                                  <p:stCondLst>
                                    <p:cond delay="0"/>
                                  </p:stCondLst>
                                  <p:childTnLst>
                                    <p:set>
                                      <p:cBhvr>
                                        <p:cTn id="20" dur="1" fill="hold">
                                          <p:stCondLst>
                                            <p:cond delay="0"/>
                                          </p:stCondLst>
                                        </p:cTn>
                                        <p:tgtEl>
                                          <p:spTgt spid="125"/>
                                        </p:tgtEl>
                                        <p:attrNameLst>
                                          <p:attrName>style.visibility</p:attrName>
                                        </p:attrNameLst>
                                      </p:cBhvr>
                                      <p:to>
                                        <p:strVal val="visible"/>
                                      </p:to>
                                    </p:set>
                                    <p:anim calcmode="lin" valueType="num">
                                      <p:cBhvr additive="base">
                                        <p:cTn id="21" dur="500"/>
                                        <p:tgtEl>
                                          <p:spTgt spid="125"/>
                                        </p:tgtEl>
                                        <p:attrNameLst>
                                          <p:attrName>ppt_y</p:attrName>
                                        </p:attrNameLst>
                                      </p:cBhvr>
                                      <p:tavLst>
                                        <p:tav tm="0">
                                          <p:val>
                                            <p:strVal val="#ppt_y-#ppt_h*1.125000"/>
                                          </p:val>
                                        </p:tav>
                                        <p:tav tm="100000">
                                          <p:val>
                                            <p:strVal val="#ppt_y"/>
                                          </p:val>
                                        </p:tav>
                                      </p:tavLst>
                                    </p:anim>
                                    <p:animEffect transition="in" filter="wipe(down)">
                                      <p:cBhvr>
                                        <p:cTn id="22" dur="500"/>
                                        <p:tgtEl>
                                          <p:spTgt spid="125"/>
                                        </p:tgtEl>
                                      </p:cBhvr>
                                    </p:animEffect>
                                  </p:childTnLst>
                                </p:cTn>
                              </p:par>
                              <p:par>
                                <p:cTn id="23" presetID="12" presetClass="entr" presetSubtype="1" fill="hold" nodeType="withEffect">
                                  <p:stCondLst>
                                    <p:cond delay="0"/>
                                  </p:stCondLst>
                                  <p:childTnLst>
                                    <p:set>
                                      <p:cBhvr>
                                        <p:cTn id="24" dur="1" fill="hold">
                                          <p:stCondLst>
                                            <p:cond delay="0"/>
                                          </p:stCondLst>
                                        </p:cTn>
                                        <p:tgtEl>
                                          <p:spTgt spid="111"/>
                                        </p:tgtEl>
                                        <p:attrNameLst>
                                          <p:attrName>style.visibility</p:attrName>
                                        </p:attrNameLst>
                                      </p:cBhvr>
                                      <p:to>
                                        <p:strVal val="visible"/>
                                      </p:to>
                                    </p:set>
                                    <p:anim calcmode="lin" valueType="num">
                                      <p:cBhvr additive="base">
                                        <p:cTn id="25" dur="500"/>
                                        <p:tgtEl>
                                          <p:spTgt spid="111"/>
                                        </p:tgtEl>
                                        <p:attrNameLst>
                                          <p:attrName>ppt_y</p:attrName>
                                        </p:attrNameLst>
                                      </p:cBhvr>
                                      <p:tavLst>
                                        <p:tav tm="0">
                                          <p:val>
                                            <p:strVal val="#ppt_y-#ppt_h*1.125000"/>
                                          </p:val>
                                        </p:tav>
                                        <p:tav tm="100000">
                                          <p:val>
                                            <p:strVal val="#ppt_y"/>
                                          </p:val>
                                        </p:tav>
                                      </p:tavLst>
                                    </p:anim>
                                    <p:animEffect transition="in" filter="wipe(down)">
                                      <p:cBhvr>
                                        <p:cTn id="26" dur="500"/>
                                        <p:tgtEl>
                                          <p:spTgt spid="111"/>
                                        </p:tgtEl>
                                      </p:cBhvr>
                                    </p:animEffect>
                                  </p:childTnLst>
                                </p:cTn>
                              </p:par>
                              <p:par>
                                <p:cTn id="27" presetID="12" presetClass="entr" presetSubtype="1" fill="hold" nodeType="withEffect">
                                  <p:stCondLst>
                                    <p:cond delay="0"/>
                                  </p:stCondLst>
                                  <p:childTnLst>
                                    <p:set>
                                      <p:cBhvr>
                                        <p:cTn id="28" dur="1" fill="hold">
                                          <p:stCondLst>
                                            <p:cond delay="0"/>
                                          </p:stCondLst>
                                        </p:cTn>
                                        <p:tgtEl>
                                          <p:spTgt spid="114"/>
                                        </p:tgtEl>
                                        <p:attrNameLst>
                                          <p:attrName>style.visibility</p:attrName>
                                        </p:attrNameLst>
                                      </p:cBhvr>
                                      <p:to>
                                        <p:strVal val="visible"/>
                                      </p:to>
                                    </p:set>
                                    <p:anim calcmode="lin" valueType="num">
                                      <p:cBhvr additive="base">
                                        <p:cTn id="29" dur="500"/>
                                        <p:tgtEl>
                                          <p:spTgt spid="114"/>
                                        </p:tgtEl>
                                        <p:attrNameLst>
                                          <p:attrName>ppt_y</p:attrName>
                                        </p:attrNameLst>
                                      </p:cBhvr>
                                      <p:tavLst>
                                        <p:tav tm="0">
                                          <p:val>
                                            <p:strVal val="#ppt_y-#ppt_h*1.125000"/>
                                          </p:val>
                                        </p:tav>
                                        <p:tav tm="100000">
                                          <p:val>
                                            <p:strVal val="#ppt_y"/>
                                          </p:val>
                                        </p:tav>
                                      </p:tavLst>
                                    </p:anim>
                                    <p:animEffect transition="in" filter="wipe(down)">
                                      <p:cBhvr>
                                        <p:cTn id="30" dur="500"/>
                                        <p:tgtEl>
                                          <p:spTgt spid="114"/>
                                        </p:tgtEl>
                                      </p:cBhvr>
                                    </p:animEffect>
                                  </p:childTnLst>
                                </p:cTn>
                              </p:par>
                              <p:par>
                                <p:cTn id="31" presetID="12" presetClass="entr" presetSubtype="1" fill="hold" nodeType="withEffect">
                                  <p:stCondLst>
                                    <p:cond delay="0"/>
                                  </p:stCondLst>
                                  <p:childTnLst>
                                    <p:set>
                                      <p:cBhvr>
                                        <p:cTn id="32" dur="1" fill="hold">
                                          <p:stCondLst>
                                            <p:cond delay="0"/>
                                          </p:stCondLst>
                                        </p:cTn>
                                        <p:tgtEl>
                                          <p:spTgt spid="117"/>
                                        </p:tgtEl>
                                        <p:attrNameLst>
                                          <p:attrName>style.visibility</p:attrName>
                                        </p:attrNameLst>
                                      </p:cBhvr>
                                      <p:to>
                                        <p:strVal val="visible"/>
                                      </p:to>
                                    </p:set>
                                    <p:anim calcmode="lin" valueType="num">
                                      <p:cBhvr additive="base">
                                        <p:cTn id="33" dur="500"/>
                                        <p:tgtEl>
                                          <p:spTgt spid="117"/>
                                        </p:tgtEl>
                                        <p:attrNameLst>
                                          <p:attrName>ppt_y</p:attrName>
                                        </p:attrNameLst>
                                      </p:cBhvr>
                                      <p:tavLst>
                                        <p:tav tm="0">
                                          <p:val>
                                            <p:strVal val="#ppt_y-#ppt_h*1.125000"/>
                                          </p:val>
                                        </p:tav>
                                        <p:tav tm="100000">
                                          <p:val>
                                            <p:strVal val="#ppt_y"/>
                                          </p:val>
                                        </p:tav>
                                      </p:tavLst>
                                    </p:anim>
                                    <p:animEffect transition="in" filter="wipe(down)">
                                      <p:cBhvr>
                                        <p:cTn id="34" dur="500"/>
                                        <p:tgtEl>
                                          <p:spTgt spid="117"/>
                                        </p:tgtEl>
                                      </p:cBhvr>
                                    </p:animEffect>
                                  </p:childTnLst>
                                </p:cTn>
                              </p:par>
                            </p:childTnLst>
                          </p:cTn>
                        </p:par>
                        <p:par>
                          <p:cTn id="35" fill="hold">
                            <p:stCondLst>
                              <p:cond delay="1500"/>
                            </p:stCondLst>
                            <p:childTnLst>
                              <p:par>
                                <p:cTn id="36" presetID="12" presetClass="entr" presetSubtype="1" fill="hold" nodeType="afterEffect">
                                  <p:stCondLst>
                                    <p:cond delay="0"/>
                                  </p:stCondLst>
                                  <p:childTnLst>
                                    <p:set>
                                      <p:cBhvr>
                                        <p:cTn id="37" dur="1" fill="hold">
                                          <p:stCondLst>
                                            <p:cond delay="0"/>
                                          </p:stCondLst>
                                        </p:cTn>
                                        <p:tgtEl>
                                          <p:spTgt spid="151"/>
                                        </p:tgtEl>
                                        <p:attrNameLst>
                                          <p:attrName>style.visibility</p:attrName>
                                        </p:attrNameLst>
                                      </p:cBhvr>
                                      <p:to>
                                        <p:strVal val="visible"/>
                                      </p:to>
                                    </p:set>
                                    <p:anim calcmode="lin" valueType="num">
                                      <p:cBhvr additive="base">
                                        <p:cTn id="38" dur="500"/>
                                        <p:tgtEl>
                                          <p:spTgt spid="151"/>
                                        </p:tgtEl>
                                        <p:attrNameLst>
                                          <p:attrName>ppt_y</p:attrName>
                                        </p:attrNameLst>
                                      </p:cBhvr>
                                      <p:tavLst>
                                        <p:tav tm="0">
                                          <p:val>
                                            <p:strVal val="#ppt_y-#ppt_h*1.125000"/>
                                          </p:val>
                                        </p:tav>
                                        <p:tav tm="100000">
                                          <p:val>
                                            <p:strVal val="#ppt_y"/>
                                          </p:val>
                                        </p:tav>
                                      </p:tavLst>
                                    </p:anim>
                                    <p:animEffect transition="in" filter="wipe(down)">
                                      <p:cBhvr>
                                        <p:cTn id="39" dur="500"/>
                                        <p:tgtEl>
                                          <p:spTgt spid="151"/>
                                        </p:tgtEl>
                                      </p:cBhvr>
                                    </p:animEffect>
                                  </p:childTnLst>
                                </p:cTn>
                              </p:par>
                              <p:par>
                                <p:cTn id="40" presetID="12" presetClass="entr" presetSubtype="1" fill="hold" nodeType="withEffect">
                                  <p:stCondLst>
                                    <p:cond delay="0"/>
                                  </p:stCondLst>
                                  <p:childTnLst>
                                    <p:set>
                                      <p:cBhvr>
                                        <p:cTn id="41" dur="1" fill="hold">
                                          <p:stCondLst>
                                            <p:cond delay="0"/>
                                          </p:stCondLst>
                                        </p:cTn>
                                        <p:tgtEl>
                                          <p:spTgt spid="144"/>
                                        </p:tgtEl>
                                        <p:attrNameLst>
                                          <p:attrName>style.visibility</p:attrName>
                                        </p:attrNameLst>
                                      </p:cBhvr>
                                      <p:to>
                                        <p:strVal val="visible"/>
                                      </p:to>
                                    </p:set>
                                    <p:anim calcmode="lin" valueType="num">
                                      <p:cBhvr additive="base">
                                        <p:cTn id="42" dur="500"/>
                                        <p:tgtEl>
                                          <p:spTgt spid="144"/>
                                        </p:tgtEl>
                                        <p:attrNameLst>
                                          <p:attrName>ppt_y</p:attrName>
                                        </p:attrNameLst>
                                      </p:cBhvr>
                                      <p:tavLst>
                                        <p:tav tm="0">
                                          <p:val>
                                            <p:strVal val="#ppt_y-#ppt_h*1.125000"/>
                                          </p:val>
                                        </p:tav>
                                        <p:tav tm="100000">
                                          <p:val>
                                            <p:strVal val="#ppt_y"/>
                                          </p:val>
                                        </p:tav>
                                      </p:tavLst>
                                    </p:anim>
                                    <p:animEffect transition="in" filter="wipe(down)">
                                      <p:cBhvr>
                                        <p:cTn id="43"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4581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主要工作事项</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01</a:t>
              </a:r>
            </a:p>
          </p:txBody>
        </p:sp>
      </p:grpSp>
      <p:sp>
        <p:nvSpPr>
          <p:cNvPr id="8" name="ïṥļiḋe">
            <a:extLst>
              <a:ext uri="{FF2B5EF4-FFF2-40B4-BE49-F238E27FC236}">
                <a16:creationId xmlns:a16="http://schemas.microsoft.com/office/drawing/2014/main" xmlns="" id="{E55F346B-F83C-4C0C-A7B9-3B46EE5EC78B}"/>
              </a:ext>
            </a:extLst>
          </p:cNvPr>
          <p:cNvSpPr/>
          <p:nvPr/>
        </p:nvSpPr>
        <p:spPr>
          <a:xfrm>
            <a:off x="764005" y="1499015"/>
            <a:ext cx="10718382" cy="4913479"/>
          </a:xfrm>
          <a:prstGeom prst="rect">
            <a:avLst/>
          </a:prstGeom>
          <a:solidFill>
            <a:srgbClr val="8EBAE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pic>
        <p:nvPicPr>
          <p:cNvPr id="3" name="图片 2">
            <a:extLst>
              <a:ext uri="{FF2B5EF4-FFF2-40B4-BE49-F238E27FC236}">
                <a16:creationId xmlns:a16="http://schemas.microsoft.com/office/drawing/2014/main" xmlns="" id="{7E2CA33F-9C52-4646-8F9C-267BC7642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3702" y="2039434"/>
            <a:ext cx="5849297" cy="3896853"/>
          </a:xfrm>
          <a:prstGeom prst="rect">
            <a:avLst/>
          </a:prstGeom>
        </p:spPr>
      </p:pic>
      <p:sp>
        <p:nvSpPr>
          <p:cNvPr id="13" name="iŝḷíḋè">
            <a:extLst>
              <a:ext uri="{FF2B5EF4-FFF2-40B4-BE49-F238E27FC236}">
                <a16:creationId xmlns:a16="http://schemas.microsoft.com/office/drawing/2014/main" xmlns="" id="{9E5E597E-01DF-4610-97AA-19102FF79FA8}"/>
              </a:ext>
            </a:extLst>
          </p:cNvPr>
          <p:cNvSpPr/>
          <p:nvPr/>
        </p:nvSpPr>
        <p:spPr>
          <a:xfrm>
            <a:off x="1310080" y="2039435"/>
            <a:ext cx="7142302" cy="3896853"/>
          </a:xfrm>
          <a:prstGeom prst="roundRect">
            <a:avLst>
              <a:gd name="adj" fmla="val 3005"/>
            </a:avLst>
          </a:prstGeom>
          <a:solidFill>
            <a:schemeClr val="bg1"/>
          </a:solidFill>
          <a:ln>
            <a:noFill/>
          </a:ln>
          <a:effectLst>
            <a:outerShdw blurRad="254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sz="1200">
              <a:solidFill>
                <a:schemeClr val="tx1">
                  <a:lumMod val="85000"/>
                  <a:lumOff val="15000"/>
                </a:schemeClr>
              </a:solidFill>
            </a:endParaRPr>
          </a:p>
        </p:txBody>
      </p:sp>
      <p:grpSp>
        <p:nvGrpSpPr>
          <p:cNvPr id="14" name="组合 13">
            <a:extLst>
              <a:ext uri="{FF2B5EF4-FFF2-40B4-BE49-F238E27FC236}">
                <a16:creationId xmlns:a16="http://schemas.microsoft.com/office/drawing/2014/main" xmlns="" id="{C00CD499-D4A1-4F8B-BFF8-D8CD3F25B9DF}"/>
              </a:ext>
            </a:extLst>
          </p:cNvPr>
          <p:cNvGrpSpPr/>
          <p:nvPr/>
        </p:nvGrpSpPr>
        <p:grpSpPr>
          <a:xfrm>
            <a:off x="1812994" y="2256967"/>
            <a:ext cx="6232177" cy="1198080"/>
            <a:chOff x="5442041" y="1615633"/>
            <a:chExt cx="6232177" cy="1198080"/>
          </a:xfrm>
        </p:grpSpPr>
        <p:grpSp>
          <p:nvGrpSpPr>
            <p:cNvPr id="15" name="组合 14">
              <a:extLst>
                <a:ext uri="{FF2B5EF4-FFF2-40B4-BE49-F238E27FC236}">
                  <a16:creationId xmlns:a16="http://schemas.microsoft.com/office/drawing/2014/main" xmlns="" id="{62E056A8-8D9A-4099-A7A0-3DA527ED0BFC}"/>
                </a:ext>
              </a:extLst>
            </p:cNvPr>
            <p:cNvGrpSpPr/>
            <p:nvPr/>
          </p:nvGrpSpPr>
          <p:grpSpPr>
            <a:xfrm>
              <a:off x="5442041" y="1615633"/>
              <a:ext cx="6232177" cy="1198080"/>
              <a:chOff x="5841004" y="1447486"/>
              <a:chExt cx="6232177" cy="1198080"/>
            </a:xfrm>
          </p:grpSpPr>
          <p:sp>
            <p:nvSpPr>
              <p:cNvPr id="17" name="MH_SubTitle_1">
                <a:extLst>
                  <a:ext uri="{FF2B5EF4-FFF2-40B4-BE49-F238E27FC236}">
                    <a16:creationId xmlns:a16="http://schemas.microsoft.com/office/drawing/2014/main" xmlns="" id="{0FD7DAD3-0B86-4AD3-A63C-B478E55D901B}"/>
                  </a:ext>
                </a:extLst>
              </p:cNvPr>
              <p:cNvSpPr>
                <a:spLocks noChangeArrowheads="1"/>
              </p:cNvSpPr>
              <p:nvPr/>
            </p:nvSpPr>
            <p:spPr bwMode="auto">
              <a:xfrm flipH="1">
                <a:off x="5841004" y="1447486"/>
                <a:ext cx="1415772"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anose="020B0503020204020204" charset="-122"/>
                    <a:ea typeface="微软雅黑" panose="020B0503020204020204" charset="-122"/>
                  </a:rPr>
                  <a:t>主要工作事项</a:t>
                </a:r>
              </a:p>
            </p:txBody>
          </p:sp>
          <p:sp>
            <p:nvSpPr>
              <p:cNvPr id="18" name="Rectangle 5">
                <a:extLst>
                  <a:ext uri="{FF2B5EF4-FFF2-40B4-BE49-F238E27FC236}">
                    <a16:creationId xmlns:a16="http://schemas.microsoft.com/office/drawing/2014/main" xmlns="" id="{F09068E8-3D4B-422B-8586-1E94D2A8F120}"/>
                  </a:ext>
                </a:extLst>
              </p:cNvPr>
              <p:cNvSpPr/>
              <p:nvPr/>
            </p:nvSpPr>
            <p:spPr bwMode="auto">
              <a:xfrm>
                <a:off x="5964661" y="1833058"/>
                <a:ext cx="6108520" cy="81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200" spc="130" dirty="0">
                    <a:solidFill>
                      <a:schemeClr val="tx1">
                        <a:lumMod val="85000"/>
                        <a:lumOff val="15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此处添加详细文本描述，建议与标题相关并符合整体语言风格，语言描述尽量简洁生动。尽量将每页幻灯片的字数控制在 </a:t>
                </a:r>
                <a:r>
                  <a:rPr lang="en-US" altLang="zh-CN" sz="1200" spc="130" dirty="0">
                    <a:solidFill>
                      <a:schemeClr val="tx1">
                        <a:lumMod val="85000"/>
                        <a:lumOff val="15000"/>
                      </a:schemeClr>
                    </a:solidFill>
                    <a:latin typeface="微软雅黑" panose="020B0503020204020204" charset="-122"/>
                    <a:ea typeface="微软雅黑" panose="020B0503020204020204" charset="-122"/>
                    <a:sym typeface="Gill Sans" charset="0"/>
                  </a:rPr>
                  <a:t>100</a:t>
                </a:r>
                <a:r>
                  <a:rPr lang="zh-CN" altLang="en-US" sz="1200" spc="130" dirty="0">
                    <a:solidFill>
                      <a:schemeClr val="tx1">
                        <a:lumMod val="85000"/>
                        <a:lumOff val="15000"/>
                      </a:schemeClr>
                    </a:solidFill>
                    <a:latin typeface="微软雅黑" panose="020B0503020204020204" charset="-122"/>
                    <a:ea typeface="微软雅黑" panose="020B0503020204020204" charset="-122"/>
                    <a:sym typeface="Gill Sans" charset="0"/>
                  </a:rPr>
                  <a:t>字以内</a:t>
                </a:r>
                <a:r>
                  <a:rPr lang="zh-CN" altLang="en-US" sz="1200" dirty="0">
                    <a:solidFill>
                      <a:schemeClr val="tx1">
                        <a:lumMod val="85000"/>
                        <a:lumOff val="15000"/>
                      </a:schemeClr>
                    </a:solidFill>
                    <a:latin typeface="微软雅黑" panose="020B0503020204020204" charset="-122"/>
                    <a:ea typeface="微软雅黑" panose="020B0503020204020204" charset="-122"/>
                    <a:sym typeface="Gill Sans" charset="0"/>
                  </a:rPr>
                  <a:t>。</a:t>
                </a:r>
                <a:endParaRPr lang="en-US" altLang="zh-CN" sz="1200" dirty="0">
                  <a:solidFill>
                    <a:schemeClr val="tx1">
                      <a:lumMod val="85000"/>
                      <a:lumOff val="15000"/>
                    </a:schemeClr>
                  </a:solidFill>
                  <a:latin typeface="微软雅黑" panose="020B0503020204020204" charset="-122"/>
                  <a:ea typeface="微软雅黑" panose="020B0503020204020204" charset="-122"/>
                  <a:cs typeface="Lato Light" charset="0"/>
                  <a:sym typeface="Lato Light" charset="0"/>
                </a:endParaRPr>
              </a:p>
            </p:txBody>
          </p:sp>
        </p:grpSp>
        <p:cxnSp>
          <p:nvCxnSpPr>
            <p:cNvPr id="16" name="直接连接符 15">
              <a:extLst>
                <a:ext uri="{FF2B5EF4-FFF2-40B4-BE49-F238E27FC236}">
                  <a16:creationId xmlns:a16="http://schemas.microsoft.com/office/drawing/2014/main" xmlns="" id="{0E788566-04F1-4239-B261-0300B83E6450}"/>
                </a:ext>
              </a:extLst>
            </p:cNvPr>
            <p:cNvCxnSpPr/>
            <p:nvPr/>
          </p:nvCxnSpPr>
          <p:spPr>
            <a:xfrm>
              <a:off x="5505846" y="1985192"/>
              <a:ext cx="2966458" cy="0"/>
            </a:xfrm>
            <a:prstGeom prst="line">
              <a:avLst/>
            </a:prstGeom>
            <a:ln w="19050">
              <a:solidFill>
                <a:schemeClr val="bg2">
                  <a:lumMod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xmlns="" id="{DDF9CFAF-235A-480A-89D5-567933575557}"/>
              </a:ext>
            </a:extLst>
          </p:cNvPr>
          <p:cNvGrpSpPr/>
          <p:nvPr/>
        </p:nvGrpSpPr>
        <p:grpSpPr>
          <a:xfrm>
            <a:off x="1790130" y="3535257"/>
            <a:ext cx="6248221" cy="1233300"/>
            <a:chOff x="5931266" y="3279600"/>
            <a:chExt cx="6248220" cy="1224827"/>
          </a:xfrm>
        </p:grpSpPr>
        <p:grpSp>
          <p:nvGrpSpPr>
            <p:cNvPr id="20" name="组合 19">
              <a:extLst>
                <a:ext uri="{FF2B5EF4-FFF2-40B4-BE49-F238E27FC236}">
                  <a16:creationId xmlns:a16="http://schemas.microsoft.com/office/drawing/2014/main" xmlns="" id="{EBE26668-C253-456B-9D0F-6F9B65F6E3BF}"/>
                </a:ext>
              </a:extLst>
            </p:cNvPr>
            <p:cNvGrpSpPr/>
            <p:nvPr/>
          </p:nvGrpSpPr>
          <p:grpSpPr>
            <a:xfrm>
              <a:off x="5931266" y="3279600"/>
              <a:ext cx="6248220" cy="1224827"/>
              <a:chOff x="5841004" y="2711041"/>
              <a:chExt cx="6248220" cy="1224827"/>
            </a:xfrm>
          </p:grpSpPr>
          <p:sp>
            <p:nvSpPr>
              <p:cNvPr id="22" name="MH_SubTitle_1">
                <a:extLst>
                  <a:ext uri="{FF2B5EF4-FFF2-40B4-BE49-F238E27FC236}">
                    <a16:creationId xmlns:a16="http://schemas.microsoft.com/office/drawing/2014/main" xmlns="" id="{C7B971F1-08D0-46DC-A5AF-4F2D719D2B8D}"/>
                  </a:ext>
                </a:extLst>
              </p:cNvPr>
              <p:cNvSpPr>
                <a:spLocks noChangeArrowheads="1"/>
              </p:cNvSpPr>
              <p:nvPr/>
            </p:nvSpPr>
            <p:spPr bwMode="auto">
              <a:xfrm flipH="1">
                <a:off x="5841004" y="2711041"/>
                <a:ext cx="1415772" cy="336228"/>
              </a:xfrm>
              <a:prstGeom prst="rect">
                <a:avLst/>
              </a:prstGeom>
              <a:noFill/>
            </p:spPr>
            <p:txBody>
              <a:bodyPr wrap="none" rtlCol="0">
                <a:spAutoFit/>
              </a:bodyPr>
              <a:lstStyle/>
              <a:p>
                <a:r>
                  <a:rPr lang="zh-CN" altLang="en-US" sz="1600" dirty="0">
                    <a:solidFill>
                      <a:schemeClr val="tx1">
                        <a:lumMod val="85000"/>
                        <a:lumOff val="15000"/>
                      </a:schemeClr>
                    </a:solidFill>
                    <a:latin typeface="微软雅黑" panose="020B0503020204020204" charset="-122"/>
                    <a:ea typeface="微软雅黑" panose="020B0503020204020204" charset="-122"/>
                  </a:rPr>
                  <a:t>主要工作事项</a:t>
                </a:r>
              </a:p>
            </p:txBody>
          </p:sp>
          <p:sp>
            <p:nvSpPr>
              <p:cNvPr id="23" name="Rectangle 5">
                <a:extLst>
                  <a:ext uri="{FF2B5EF4-FFF2-40B4-BE49-F238E27FC236}">
                    <a16:creationId xmlns:a16="http://schemas.microsoft.com/office/drawing/2014/main" xmlns="" id="{D6E8F0FF-288B-4F9D-9647-2E19262B6A53}"/>
                  </a:ext>
                </a:extLst>
              </p:cNvPr>
              <p:cNvSpPr/>
              <p:nvPr/>
            </p:nvSpPr>
            <p:spPr bwMode="auto">
              <a:xfrm>
                <a:off x="5980705" y="3123360"/>
                <a:ext cx="6108519" cy="81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200" spc="130" dirty="0">
                    <a:solidFill>
                      <a:schemeClr val="tx1">
                        <a:lumMod val="85000"/>
                        <a:lumOff val="15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此处添加详细文本描述，建议与标题相关并符合整体语言风格，语言描述尽量简洁生动。尽量将每页幻灯片的字数控制在 </a:t>
                </a:r>
                <a:r>
                  <a:rPr lang="en-US" altLang="zh-CN" sz="1200" spc="130" dirty="0">
                    <a:solidFill>
                      <a:schemeClr val="tx1">
                        <a:lumMod val="85000"/>
                        <a:lumOff val="15000"/>
                      </a:schemeClr>
                    </a:solidFill>
                    <a:latin typeface="微软雅黑" panose="020B0503020204020204" charset="-122"/>
                    <a:ea typeface="微软雅黑" panose="020B0503020204020204" charset="-122"/>
                    <a:sym typeface="Gill Sans" charset="0"/>
                  </a:rPr>
                  <a:t>100</a:t>
                </a:r>
                <a:r>
                  <a:rPr lang="zh-CN" altLang="en-US" sz="1200" spc="130" dirty="0">
                    <a:solidFill>
                      <a:schemeClr val="tx1">
                        <a:lumMod val="85000"/>
                        <a:lumOff val="15000"/>
                      </a:schemeClr>
                    </a:solidFill>
                    <a:latin typeface="微软雅黑" panose="020B0503020204020204" charset="-122"/>
                    <a:ea typeface="微软雅黑" panose="020B0503020204020204" charset="-122"/>
                    <a:sym typeface="Gill Sans" charset="0"/>
                  </a:rPr>
                  <a:t>字以内。</a:t>
                </a:r>
                <a:endParaRPr lang="en-US" altLang="zh-CN" sz="1200" spc="130" dirty="0">
                  <a:solidFill>
                    <a:schemeClr val="tx1">
                      <a:lumMod val="85000"/>
                      <a:lumOff val="15000"/>
                    </a:schemeClr>
                  </a:solidFill>
                  <a:latin typeface="微软雅黑" panose="020B0503020204020204" charset="-122"/>
                  <a:ea typeface="微软雅黑" panose="020B0503020204020204" charset="-122"/>
                  <a:sym typeface="Lato Light" charset="0"/>
                </a:endParaRPr>
              </a:p>
            </p:txBody>
          </p:sp>
        </p:grpSp>
        <p:cxnSp>
          <p:nvCxnSpPr>
            <p:cNvPr id="21" name="直接连接符 20">
              <a:extLst>
                <a:ext uri="{FF2B5EF4-FFF2-40B4-BE49-F238E27FC236}">
                  <a16:creationId xmlns:a16="http://schemas.microsoft.com/office/drawing/2014/main" xmlns="" id="{832B661B-AEAF-4B9B-B716-9A905AAE74FA}"/>
                </a:ext>
              </a:extLst>
            </p:cNvPr>
            <p:cNvCxnSpPr/>
            <p:nvPr/>
          </p:nvCxnSpPr>
          <p:spPr>
            <a:xfrm>
              <a:off x="6036141" y="3669060"/>
              <a:ext cx="2966458" cy="0"/>
            </a:xfrm>
            <a:prstGeom prst="line">
              <a:avLst/>
            </a:prstGeom>
            <a:ln w="19050">
              <a:solidFill>
                <a:schemeClr val="bg2">
                  <a:lumMod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xmlns="" id="{EDFC4AB0-CB3B-437C-BF38-1B6D53CE587B}"/>
              </a:ext>
            </a:extLst>
          </p:cNvPr>
          <p:cNvGrpSpPr/>
          <p:nvPr/>
        </p:nvGrpSpPr>
        <p:grpSpPr>
          <a:xfrm>
            <a:off x="1790131" y="4793588"/>
            <a:ext cx="6255039" cy="1259973"/>
            <a:chOff x="5302340" y="5020042"/>
            <a:chExt cx="6255039" cy="1259973"/>
          </a:xfrm>
        </p:grpSpPr>
        <p:grpSp>
          <p:nvGrpSpPr>
            <p:cNvPr id="25" name="组合 24">
              <a:extLst>
                <a:ext uri="{FF2B5EF4-FFF2-40B4-BE49-F238E27FC236}">
                  <a16:creationId xmlns:a16="http://schemas.microsoft.com/office/drawing/2014/main" xmlns="" id="{09898437-ECA7-4E90-B7B1-CBB05CBF07D1}"/>
                </a:ext>
              </a:extLst>
            </p:cNvPr>
            <p:cNvGrpSpPr/>
            <p:nvPr/>
          </p:nvGrpSpPr>
          <p:grpSpPr>
            <a:xfrm>
              <a:off x="5302340" y="5020042"/>
              <a:ext cx="6255039" cy="1259973"/>
              <a:chOff x="5678803" y="4973323"/>
              <a:chExt cx="6255039" cy="1259973"/>
            </a:xfrm>
          </p:grpSpPr>
          <p:sp>
            <p:nvSpPr>
              <p:cNvPr id="27" name="MH_SubTitle_1">
                <a:extLst>
                  <a:ext uri="{FF2B5EF4-FFF2-40B4-BE49-F238E27FC236}">
                    <a16:creationId xmlns:a16="http://schemas.microsoft.com/office/drawing/2014/main" xmlns="" id="{C817CCDF-8F15-4F23-B013-413925A06FF5}"/>
                  </a:ext>
                </a:extLst>
              </p:cNvPr>
              <p:cNvSpPr>
                <a:spLocks noChangeArrowheads="1"/>
              </p:cNvSpPr>
              <p:nvPr/>
            </p:nvSpPr>
            <p:spPr bwMode="auto">
              <a:xfrm flipH="1">
                <a:off x="5678803" y="4973323"/>
                <a:ext cx="1415772" cy="338554"/>
              </a:xfrm>
              <a:prstGeom prst="rect">
                <a:avLst/>
              </a:prstGeom>
              <a:noFill/>
            </p:spPr>
            <p:txBody>
              <a:bodyPr wrap="none" rtlCol="0">
                <a:spAutoFit/>
              </a:bodyPr>
              <a:lstStyle/>
              <a:p>
                <a:r>
                  <a:rPr lang="zh-CN" altLang="en-US" sz="1600" dirty="0">
                    <a:solidFill>
                      <a:schemeClr val="tx1">
                        <a:lumMod val="85000"/>
                        <a:lumOff val="15000"/>
                      </a:schemeClr>
                    </a:solidFill>
                    <a:latin typeface="微软雅黑" panose="020B0503020204020204" charset="-122"/>
                    <a:ea typeface="微软雅黑" panose="020B0503020204020204" charset="-122"/>
                  </a:rPr>
                  <a:t>主要工作事项</a:t>
                </a:r>
              </a:p>
            </p:txBody>
          </p:sp>
          <p:sp>
            <p:nvSpPr>
              <p:cNvPr id="28" name="Rectangle 5">
                <a:extLst>
                  <a:ext uri="{FF2B5EF4-FFF2-40B4-BE49-F238E27FC236}">
                    <a16:creationId xmlns:a16="http://schemas.microsoft.com/office/drawing/2014/main" xmlns="" id="{2977F995-F2A0-496D-8AF9-93846B497271}"/>
                  </a:ext>
                </a:extLst>
              </p:cNvPr>
              <p:cNvSpPr/>
              <p:nvPr/>
            </p:nvSpPr>
            <p:spPr bwMode="auto">
              <a:xfrm>
                <a:off x="5818503" y="5420788"/>
                <a:ext cx="6115339" cy="81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200" spc="130" dirty="0">
                    <a:solidFill>
                      <a:schemeClr val="tx1">
                        <a:lumMod val="85000"/>
                        <a:lumOff val="15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此处添加详细文本描述，建议与标题相关并符合整体语言风格，语言描述尽量简洁生动。尽量将每页幻灯片的字数控制在 </a:t>
                </a:r>
                <a:r>
                  <a:rPr lang="en-US" altLang="zh-CN" sz="1200" spc="130" dirty="0">
                    <a:solidFill>
                      <a:schemeClr val="tx1">
                        <a:lumMod val="85000"/>
                        <a:lumOff val="15000"/>
                      </a:schemeClr>
                    </a:solidFill>
                    <a:latin typeface="微软雅黑" panose="020B0503020204020204" charset="-122"/>
                    <a:ea typeface="微软雅黑" panose="020B0503020204020204" charset="-122"/>
                    <a:sym typeface="Gill Sans" charset="0"/>
                  </a:rPr>
                  <a:t>100</a:t>
                </a:r>
                <a:r>
                  <a:rPr lang="zh-CN" altLang="en-US" sz="1200" spc="130" dirty="0">
                    <a:solidFill>
                      <a:schemeClr val="tx1">
                        <a:lumMod val="85000"/>
                        <a:lumOff val="15000"/>
                      </a:schemeClr>
                    </a:solidFill>
                    <a:latin typeface="微软雅黑" panose="020B0503020204020204" charset="-122"/>
                    <a:ea typeface="微软雅黑" panose="020B0503020204020204" charset="-122"/>
                    <a:sym typeface="Gill Sans" charset="0"/>
                  </a:rPr>
                  <a:t>字以内。</a:t>
                </a:r>
                <a:endParaRPr lang="en-US" altLang="zh-CN" sz="1200" spc="130" dirty="0">
                  <a:solidFill>
                    <a:schemeClr val="tx1">
                      <a:lumMod val="85000"/>
                      <a:lumOff val="15000"/>
                    </a:schemeClr>
                  </a:solidFill>
                  <a:latin typeface="微软雅黑" panose="020B0503020204020204" charset="-122"/>
                  <a:ea typeface="微软雅黑" panose="020B0503020204020204" charset="-122"/>
                  <a:sym typeface="Lato Light" charset="0"/>
                </a:endParaRPr>
              </a:p>
            </p:txBody>
          </p:sp>
        </p:grpSp>
        <p:cxnSp>
          <p:nvCxnSpPr>
            <p:cNvPr id="26" name="直接连接符 25">
              <a:extLst>
                <a:ext uri="{FF2B5EF4-FFF2-40B4-BE49-F238E27FC236}">
                  <a16:creationId xmlns:a16="http://schemas.microsoft.com/office/drawing/2014/main" xmlns="" id="{56BA84C2-1860-465B-9466-95532FC2A9CC}"/>
                </a:ext>
              </a:extLst>
            </p:cNvPr>
            <p:cNvCxnSpPr/>
            <p:nvPr/>
          </p:nvCxnSpPr>
          <p:spPr>
            <a:xfrm>
              <a:off x="5434860" y="5432319"/>
              <a:ext cx="2966458" cy="0"/>
            </a:xfrm>
            <a:prstGeom prst="line">
              <a:avLst/>
            </a:prstGeom>
            <a:ln w="19050">
              <a:solidFill>
                <a:schemeClr val="bg2">
                  <a:lumMod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25541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ageCurlDouble"/>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55339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工作完成情况</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01</a:t>
              </a:r>
            </a:p>
          </p:txBody>
        </p:sp>
      </p:grpSp>
      <p:sp>
        <p:nvSpPr>
          <p:cNvPr id="8" name="文本框 30">
            <a:extLst>
              <a:ext uri="{FF2B5EF4-FFF2-40B4-BE49-F238E27FC236}">
                <a16:creationId xmlns:a16="http://schemas.microsoft.com/office/drawing/2014/main" xmlns="" id="{EDF017C8-1F52-4130-AF92-95646F25B607}"/>
              </a:ext>
            </a:extLst>
          </p:cNvPr>
          <p:cNvSpPr txBox="1"/>
          <p:nvPr/>
        </p:nvSpPr>
        <p:spPr>
          <a:xfrm>
            <a:off x="4796873" y="1546335"/>
            <a:ext cx="3013475" cy="492443"/>
          </a:xfrm>
          <a:prstGeom prst="rect">
            <a:avLst/>
          </a:prstGeom>
          <a:noFill/>
        </p:spPr>
        <p:txBody>
          <a:bodyPr wrap="square" rtlCol="0">
            <a:spAutoFit/>
          </a:bodyPr>
          <a:lstStyle/>
          <a:p>
            <a:pPr algn="dist"/>
            <a:r>
              <a:rPr lang="zh-CN" altLang="en-US" sz="2600" dirty="0">
                <a:solidFill>
                  <a:schemeClr val="bg2">
                    <a:lumMod val="25000"/>
                  </a:schemeClr>
                </a:solidFill>
                <a:latin typeface="微软雅黑" panose="020B0503020204020204" pitchFamily="34" charset="-122"/>
                <a:ea typeface="微软雅黑" panose="020B0503020204020204" pitchFamily="34" charset="-122"/>
              </a:rPr>
              <a:t>主要工作完成情况</a:t>
            </a:r>
          </a:p>
        </p:txBody>
      </p:sp>
      <p:sp>
        <p:nvSpPr>
          <p:cNvPr id="12" name="íş1îde">
            <a:extLst>
              <a:ext uri="{FF2B5EF4-FFF2-40B4-BE49-F238E27FC236}">
                <a16:creationId xmlns:a16="http://schemas.microsoft.com/office/drawing/2014/main" xmlns="" id="{08863D2E-13C1-4CA8-8DA3-C83977FD86C8}"/>
              </a:ext>
            </a:extLst>
          </p:cNvPr>
          <p:cNvSpPr/>
          <p:nvPr/>
        </p:nvSpPr>
        <p:spPr>
          <a:xfrm>
            <a:off x="601574" y="5499436"/>
            <a:ext cx="11098240" cy="72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13" name="íśľîḓê">
            <a:extLst>
              <a:ext uri="{FF2B5EF4-FFF2-40B4-BE49-F238E27FC236}">
                <a16:creationId xmlns:a16="http://schemas.microsoft.com/office/drawing/2014/main" xmlns="" id="{759F8A75-12CB-415C-A2B5-94FB10F92048}"/>
              </a:ext>
            </a:extLst>
          </p:cNvPr>
          <p:cNvSpPr/>
          <p:nvPr/>
        </p:nvSpPr>
        <p:spPr>
          <a:xfrm>
            <a:off x="601574" y="3868813"/>
            <a:ext cx="11098240" cy="7054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14" name="íŝḷïḑé">
            <a:extLst>
              <a:ext uri="{FF2B5EF4-FFF2-40B4-BE49-F238E27FC236}">
                <a16:creationId xmlns:a16="http://schemas.microsoft.com/office/drawing/2014/main" xmlns="" id="{3F7ACCD5-20A5-41A7-8173-6082BDD0A955}"/>
              </a:ext>
            </a:extLst>
          </p:cNvPr>
          <p:cNvSpPr txBox="1"/>
          <p:nvPr/>
        </p:nvSpPr>
        <p:spPr bwMode="auto">
          <a:xfrm>
            <a:off x="963524" y="3180308"/>
            <a:ext cx="1070313" cy="4518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en-US" altLang="zh-CN" sz="1600" dirty="0">
                <a:latin typeface="微软雅黑" panose="020B0503020204020204" pitchFamily="34" charset="-122"/>
                <a:ea typeface="微软雅黑" panose="020B0503020204020204" pitchFamily="34" charset="-122"/>
              </a:rPr>
              <a:t>Week 01</a:t>
            </a:r>
          </a:p>
        </p:txBody>
      </p:sp>
      <p:sp>
        <p:nvSpPr>
          <p:cNvPr id="15" name="íṡ1íḑe">
            <a:extLst>
              <a:ext uri="{FF2B5EF4-FFF2-40B4-BE49-F238E27FC236}">
                <a16:creationId xmlns:a16="http://schemas.microsoft.com/office/drawing/2014/main" xmlns="" id="{1A90F1FB-2664-495F-ADAC-1D1DB9A1FD13}"/>
              </a:ext>
            </a:extLst>
          </p:cNvPr>
          <p:cNvSpPr txBox="1"/>
          <p:nvPr/>
        </p:nvSpPr>
        <p:spPr bwMode="auto">
          <a:xfrm>
            <a:off x="963524" y="3995620"/>
            <a:ext cx="1585231" cy="4518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en-US" altLang="zh-CN" sz="1600" dirty="0">
                <a:latin typeface="微软雅黑" panose="020B0503020204020204" pitchFamily="34" charset="-122"/>
                <a:ea typeface="微软雅黑" panose="020B0503020204020204" pitchFamily="34" charset="-122"/>
              </a:rPr>
              <a:t>Week 02</a:t>
            </a:r>
          </a:p>
        </p:txBody>
      </p:sp>
      <p:sp>
        <p:nvSpPr>
          <p:cNvPr id="16" name="îş1ïďe">
            <a:extLst>
              <a:ext uri="{FF2B5EF4-FFF2-40B4-BE49-F238E27FC236}">
                <a16:creationId xmlns:a16="http://schemas.microsoft.com/office/drawing/2014/main" xmlns="" id="{67799D48-4853-42DD-8380-664F352AB12E}"/>
              </a:ext>
            </a:extLst>
          </p:cNvPr>
          <p:cNvSpPr txBox="1"/>
          <p:nvPr/>
        </p:nvSpPr>
        <p:spPr bwMode="auto">
          <a:xfrm>
            <a:off x="963524" y="4810931"/>
            <a:ext cx="1585231" cy="4518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en-US" altLang="zh-CN" sz="1600" dirty="0">
                <a:latin typeface="微软雅黑" panose="020B0503020204020204" pitchFamily="34" charset="-122"/>
                <a:ea typeface="微软雅黑" panose="020B0503020204020204" pitchFamily="34" charset="-122"/>
              </a:rPr>
              <a:t>Week 03</a:t>
            </a:r>
          </a:p>
        </p:txBody>
      </p:sp>
      <p:sp>
        <p:nvSpPr>
          <p:cNvPr id="17" name="iṡlïďè">
            <a:extLst>
              <a:ext uri="{FF2B5EF4-FFF2-40B4-BE49-F238E27FC236}">
                <a16:creationId xmlns:a16="http://schemas.microsoft.com/office/drawing/2014/main" xmlns="" id="{8EE785BD-A57E-4CE6-A218-48E9C4786D0C}"/>
              </a:ext>
            </a:extLst>
          </p:cNvPr>
          <p:cNvSpPr txBox="1"/>
          <p:nvPr/>
        </p:nvSpPr>
        <p:spPr bwMode="auto">
          <a:xfrm>
            <a:off x="963524" y="5626243"/>
            <a:ext cx="1585231" cy="4518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en-US" altLang="zh-CN" sz="1600" dirty="0">
                <a:latin typeface="微软雅黑" panose="020B0503020204020204" pitchFamily="34" charset="-122"/>
                <a:ea typeface="微软雅黑" panose="020B0503020204020204" pitchFamily="34" charset="-122"/>
              </a:rPr>
              <a:t>Week 04</a:t>
            </a:r>
          </a:p>
        </p:txBody>
      </p:sp>
      <p:cxnSp>
        <p:nvCxnSpPr>
          <p:cNvPr id="18" name="直接连接符 17">
            <a:extLst>
              <a:ext uri="{FF2B5EF4-FFF2-40B4-BE49-F238E27FC236}">
                <a16:creationId xmlns:a16="http://schemas.microsoft.com/office/drawing/2014/main" xmlns="" id="{35AEC63F-1F3F-413B-A49F-4A7F56D76246}"/>
              </a:ext>
            </a:extLst>
          </p:cNvPr>
          <p:cNvCxnSpPr>
            <a:cxnSpLocks/>
          </p:cNvCxnSpPr>
          <p:nvPr/>
        </p:nvCxnSpPr>
        <p:spPr>
          <a:xfrm>
            <a:off x="3772036" y="2358230"/>
            <a:ext cx="0" cy="38520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xmlns="" id="{9E828C91-F3E8-4194-B83B-55BF00F25B38}"/>
              </a:ext>
            </a:extLst>
          </p:cNvPr>
          <p:cNvCxnSpPr>
            <a:cxnSpLocks/>
          </p:cNvCxnSpPr>
          <p:nvPr/>
        </p:nvCxnSpPr>
        <p:spPr>
          <a:xfrm>
            <a:off x="5357266" y="2358230"/>
            <a:ext cx="0" cy="38520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xmlns="" id="{E7CEC5F4-7A29-435A-AA69-16AC5744E0B5}"/>
              </a:ext>
            </a:extLst>
          </p:cNvPr>
          <p:cNvCxnSpPr>
            <a:cxnSpLocks/>
          </p:cNvCxnSpPr>
          <p:nvPr/>
        </p:nvCxnSpPr>
        <p:spPr>
          <a:xfrm>
            <a:off x="6942497" y="2358230"/>
            <a:ext cx="0" cy="38520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xmlns="" id="{D207EFBD-647D-4D6E-AE0A-B08B37A17B08}"/>
              </a:ext>
            </a:extLst>
          </p:cNvPr>
          <p:cNvCxnSpPr>
            <a:cxnSpLocks/>
          </p:cNvCxnSpPr>
          <p:nvPr/>
        </p:nvCxnSpPr>
        <p:spPr>
          <a:xfrm>
            <a:off x="8527728" y="2358230"/>
            <a:ext cx="0" cy="38520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xmlns="" id="{AFD3499D-88E4-4855-858D-73B1BBE3334E}"/>
              </a:ext>
            </a:extLst>
          </p:cNvPr>
          <p:cNvCxnSpPr>
            <a:cxnSpLocks/>
          </p:cNvCxnSpPr>
          <p:nvPr/>
        </p:nvCxnSpPr>
        <p:spPr>
          <a:xfrm>
            <a:off x="10112959" y="2358230"/>
            <a:ext cx="0" cy="38520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xmlns="" id="{4D728D35-5F0B-43B6-84EF-16159935C330}"/>
              </a:ext>
            </a:extLst>
          </p:cNvPr>
          <p:cNvCxnSpPr>
            <a:cxnSpLocks/>
          </p:cNvCxnSpPr>
          <p:nvPr/>
        </p:nvCxnSpPr>
        <p:spPr>
          <a:xfrm>
            <a:off x="2203922" y="2358230"/>
            <a:ext cx="0" cy="38520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4" name="ïṩľídé">
            <a:extLst>
              <a:ext uri="{FF2B5EF4-FFF2-40B4-BE49-F238E27FC236}">
                <a16:creationId xmlns:a16="http://schemas.microsoft.com/office/drawing/2014/main" xmlns="" id="{87D52FC3-6870-46BB-9275-A726CE88021E}"/>
              </a:ext>
            </a:extLst>
          </p:cNvPr>
          <p:cNvSpPr/>
          <p:nvPr/>
        </p:nvSpPr>
        <p:spPr>
          <a:xfrm>
            <a:off x="2776694" y="3189888"/>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25" name="ïṡliḋè">
            <a:extLst>
              <a:ext uri="{FF2B5EF4-FFF2-40B4-BE49-F238E27FC236}">
                <a16:creationId xmlns:a16="http://schemas.microsoft.com/office/drawing/2014/main" xmlns="" id="{BF165700-A706-4610-8EB0-A37E04B20289}"/>
              </a:ext>
            </a:extLst>
          </p:cNvPr>
          <p:cNvSpPr/>
          <p:nvPr/>
        </p:nvSpPr>
        <p:spPr>
          <a:xfrm>
            <a:off x="2776694" y="4820511"/>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26" name="iṧliḑé">
            <a:extLst>
              <a:ext uri="{FF2B5EF4-FFF2-40B4-BE49-F238E27FC236}">
                <a16:creationId xmlns:a16="http://schemas.microsoft.com/office/drawing/2014/main" xmlns="" id="{20666DB9-48C4-4E09-B92C-591528CA15EE}"/>
              </a:ext>
            </a:extLst>
          </p:cNvPr>
          <p:cNvSpPr/>
          <p:nvPr/>
        </p:nvSpPr>
        <p:spPr>
          <a:xfrm>
            <a:off x="5947156" y="3189888"/>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27" name="ïŝlïḓè">
            <a:extLst>
              <a:ext uri="{FF2B5EF4-FFF2-40B4-BE49-F238E27FC236}">
                <a16:creationId xmlns:a16="http://schemas.microsoft.com/office/drawing/2014/main" xmlns="" id="{2C92B3D8-DBB1-4ABB-B726-92886BFD526B}"/>
              </a:ext>
            </a:extLst>
          </p:cNvPr>
          <p:cNvSpPr/>
          <p:nvPr/>
        </p:nvSpPr>
        <p:spPr>
          <a:xfrm>
            <a:off x="4442711" y="4005200"/>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28" name="iṥ1ídé">
            <a:extLst>
              <a:ext uri="{FF2B5EF4-FFF2-40B4-BE49-F238E27FC236}">
                <a16:creationId xmlns:a16="http://schemas.microsoft.com/office/drawing/2014/main" xmlns="" id="{23B7D2B8-1D34-45B0-8E8B-28493DF791E0}"/>
              </a:ext>
            </a:extLst>
          </p:cNvPr>
          <p:cNvSpPr/>
          <p:nvPr/>
        </p:nvSpPr>
        <p:spPr>
          <a:xfrm>
            <a:off x="9117618" y="4005200"/>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29" name="íśļiďê">
            <a:extLst>
              <a:ext uri="{FF2B5EF4-FFF2-40B4-BE49-F238E27FC236}">
                <a16:creationId xmlns:a16="http://schemas.microsoft.com/office/drawing/2014/main" xmlns="" id="{FC3B3F03-1DAD-4F51-A04F-6B037381FAA8}"/>
              </a:ext>
            </a:extLst>
          </p:cNvPr>
          <p:cNvSpPr/>
          <p:nvPr/>
        </p:nvSpPr>
        <p:spPr>
          <a:xfrm>
            <a:off x="10702849" y="3189888"/>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30" name="ïśľîḋê">
            <a:extLst>
              <a:ext uri="{FF2B5EF4-FFF2-40B4-BE49-F238E27FC236}">
                <a16:creationId xmlns:a16="http://schemas.microsoft.com/office/drawing/2014/main" xmlns="" id="{53F0D543-5D29-4513-903F-458323F370E9}"/>
              </a:ext>
            </a:extLst>
          </p:cNvPr>
          <p:cNvSpPr/>
          <p:nvPr/>
        </p:nvSpPr>
        <p:spPr>
          <a:xfrm>
            <a:off x="10702849" y="5635823"/>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4384" y="6021"/>
                </a:moveTo>
                <a:cubicBezTo>
                  <a:pt x="14582" y="6002"/>
                  <a:pt x="14780" y="6068"/>
                  <a:pt x="14933" y="6202"/>
                </a:cubicBezTo>
                <a:lnTo>
                  <a:pt x="16267" y="7573"/>
                </a:lnTo>
                <a:cubicBezTo>
                  <a:pt x="16395" y="7705"/>
                  <a:pt x="16474" y="7879"/>
                  <a:pt x="16489" y="8066"/>
                </a:cubicBezTo>
                <a:cubicBezTo>
                  <a:pt x="16507" y="8274"/>
                  <a:pt x="16445" y="8482"/>
                  <a:pt x="16317" y="8643"/>
                </a:cubicBezTo>
                <a:lnTo>
                  <a:pt x="9248" y="16048"/>
                </a:lnTo>
                <a:cubicBezTo>
                  <a:pt x="9091" y="16175"/>
                  <a:pt x="8898" y="16245"/>
                  <a:pt x="8700" y="16250"/>
                </a:cubicBezTo>
                <a:cubicBezTo>
                  <a:pt x="8488" y="16254"/>
                  <a:pt x="8281" y="16183"/>
                  <a:pt x="8113" y="16048"/>
                </a:cubicBezTo>
                <a:lnTo>
                  <a:pt x="3426" y="11129"/>
                </a:lnTo>
                <a:cubicBezTo>
                  <a:pt x="3308" y="10993"/>
                  <a:pt x="3236" y="10822"/>
                  <a:pt x="3218" y="10639"/>
                </a:cubicBezTo>
                <a:cubicBezTo>
                  <a:pt x="3196" y="10402"/>
                  <a:pt x="3268" y="10166"/>
                  <a:pt x="3417" y="9987"/>
                </a:cubicBezTo>
                <a:lnTo>
                  <a:pt x="4700" y="8645"/>
                </a:lnTo>
                <a:cubicBezTo>
                  <a:pt x="4837" y="8527"/>
                  <a:pt x="5009" y="8461"/>
                  <a:pt x="5186" y="8458"/>
                </a:cubicBezTo>
                <a:cubicBezTo>
                  <a:pt x="5411" y="8454"/>
                  <a:pt x="5626" y="8550"/>
                  <a:pt x="5780" y="8721"/>
                </a:cubicBezTo>
                <a:lnTo>
                  <a:pt x="8712" y="11745"/>
                </a:lnTo>
                <a:lnTo>
                  <a:pt x="13894" y="6277"/>
                </a:lnTo>
                <a:cubicBezTo>
                  <a:pt x="14021" y="6130"/>
                  <a:pt x="14195" y="6038"/>
                  <a:pt x="14384" y="6021"/>
                </a:cubicBezTo>
                <a:close/>
              </a:path>
            </a:pathLst>
          </a:custGeom>
          <a:solidFill>
            <a:srgbClr val="8EBAE2"/>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31" name="îṥľiḓê">
            <a:extLst>
              <a:ext uri="{FF2B5EF4-FFF2-40B4-BE49-F238E27FC236}">
                <a16:creationId xmlns:a16="http://schemas.microsoft.com/office/drawing/2014/main" xmlns="" id="{66524468-0B0C-4EA5-882D-A25AEF7FD19F}"/>
              </a:ext>
            </a:extLst>
          </p:cNvPr>
          <p:cNvSpPr/>
          <p:nvPr/>
        </p:nvSpPr>
        <p:spPr>
          <a:xfrm>
            <a:off x="7530764" y="4005200"/>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2636" y="5129"/>
                </a:moveTo>
                <a:cubicBezTo>
                  <a:pt x="12729" y="5129"/>
                  <a:pt x="12822" y="5150"/>
                  <a:pt x="12909" y="5192"/>
                </a:cubicBezTo>
                <a:cubicBezTo>
                  <a:pt x="13061" y="5275"/>
                  <a:pt x="13171" y="5389"/>
                  <a:pt x="13389" y="5618"/>
                </a:cubicBezTo>
                <a:lnTo>
                  <a:pt x="14217" y="6484"/>
                </a:lnTo>
                <a:cubicBezTo>
                  <a:pt x="14431" y="6708"/>
                  <a:pt x="14540" y="6823"/>
                  <a:pt x="14619" y="6982"/>
                </a:cubicBezTo>
                <a:cubicBezTo>
                  <a:pt x="14700" y="7163"/>
                  <a:pt x="14700" y="7373"/>
                  <a:pt x="14619" y="7554"/>
                </a:cubicBezTo>
                <a:cubicBezTo>
                  <a:pt x="14540" y="7714"/>
                  <a:pt x="14431" y="7828"/>
                  <a:pt x="14213" y="8056"/>
                </a:cubicBezTo>
                <a:lnTo>
                  <a:pt x="12169" y="10195"/>
                </a:lnTo>
                <a:lnTo>
                  <a:pt x="14412" y="12543"/>
                </a:lnTo>
                <a:cubicBezTo>
                  <a:pt x="14627" y="12767"/>
                  <a:pt x="14735" y="12882"/>
                  <a:pt x="14815" y="13041"/>
                </a:cubicBezTo>
                <a:cubicBezTo>
                  <a:pt x="14895" y="13222"/>
                  <a:pt x="14895" y="13431"/>
                  <a:pt x="14815" y="13612"/>
                </a:cubicBezTo>
                <a:cubicBezTo>
                  <a:pt x="14735" y="13772"/>
                  <a:pt x="14626" y="13886"/>
                  <a:pt x="14408" y="14115"/>
                </a:cubicBezTo>
                <a:lnTo>
                  <a:pt x="13581" y="14981"/>
                </a:lnTo>
                <a:cubicBezTo>
                  <a:pt x="13366" y="15206"/>
                  <a:pt x="13257" y="15320"/>
                  <a:pt x="13104" y="15403"/>
                </a:cubicBezTo>
                <a:cubicBezTo>
                  <a:pt x="12931" y="15487"/>
                  <a:pt x="12732" y="15487"/>
                  <a:pt x="12559" y="15403"/>
                </a:cubicBezTo>
                <a:cubicBezTo>
                  <a:pt x="12406" y="15320"/>
                  <a:pt x="12297" y="15206"/>
                  <a:pt x="12078" y="14978"/>
                </a:cubicBezTo>
                <a:lnTo>
                  <a:pt x="9839" y="12634"/>
                </a:lnTo>
                <a:lnTo>
                  <a:pt x="7596" y="14981"/>
                </a:lnTo>
                <a:cubicBezTo>
                  <a:pt x="7381" y="15206"/>
                  <a:pt x="7272" y="15320"/>
                  <a:pt x="7119" y="15403"/>
                </a:cubicBezTo>
                <a:cubicBezTo>
                  <a:pt x="6946" y="15487"/>
                  <a:pt x="6747" y="15487"/>
                  <a:pt x="6574" y="15403"/>
                </a:cubicBezTo>
                <a:cubicBezTo>
                  <a:pt x="6421" y="15320"/>
                  <a:pt x="6312" y="15206"/>
                  <a:pt x="6094" y="14978"/>
                </a:cubicBezTo>
                <a:lnTo>
                  <a:pt x="5266" y="14111"/>
                </a:lnTo>
                <a:cubicBezTo>
                  <a:pt x="5051" y="13886"/>
                  <a:pt x="4943" y="13772"/>
                  <a:pt x="4863" y="13612"/>
                </a:cubicBezTo>
                <a:cubicBezTo>
                  <a:pt x="4783" y="13431"/>
                  <a:pt x="4783" y="13222"/>
                  <a:pt x="4863" y="13041"/>
                </a:cubicBezTo>
                <a:cubicBezTo>
                  <a:pt x="4943" y="12882"/>
                  <a:pt x="5052" y="12768"/>
                  <a:pt x="5270" y="12539"/>
                </a:cubicBezTo>
                <a:lnTo>
                  <a:pt x="7509" y="10196"/>
                </a:lnTo>
                <a:lnTo>
                  <a:pt x="5461" y="8053"/>
                </a:lnTo>
                <a:cubicBezTo>
                  <a:pt x="5247" y="7828"/>
                  <a:pt x="5138" y="7714"/>
                  <a:pt x="5059" y="7554"/>
                </a:cubicBezTo>
                <a:cubicBezTo>
                  <a:pt x="4978" y="7373"/>
                  <a:pt x="4978" y="7163"/>
                  <a:pt x="5059" y="6982"/>
                </a:cubicBezTo>
                <a:cubicBezTo>
                  <a:pt x="5138" y="6823"/>
                  <a:pt x="5247" y="6709"/>
                  <a:pt x="5465" y="6480"/>
                </a:cubicBezTo>
                <a:lnTo>
                  <a:pt x="6293" y="5615"/>
                </a:lnTo>
                <a:cubicBezTo>
                  <a:pt x="6507" y="5390"/>
                  <a:pt x="6617" y="5275"/>
                  <a:pt x="6769" y="5192"/>
                </a:cubicBezTo>
                <a:cubicBezTo>
                  <a:pt x="6856" y="5150"/>
                  <a:pt x="6949" y="5129"/>
                  <a:pt x="7042" y="5129"/>
                </a:cubicBezTo>
                <a:cubicBezTo>
                  <a:pt x="7135" y="5129"/>
                  <a:pt x="7228" y="5150"/>
                  <a:pt x="7315" y="5192"/>
                </a:cubicBezTo>
                <a:cubicBezTo>
                  <a:pt x="7467" y="5275"/>
                  <a:pt x="7577" y="5389"/>
                  <a:pt x="7795" y="5618"/>
                </a:cubicBezTo>
                <a:lnTo>
                  <a:pt x="9840" y="7758"/>
                </a:lnTo>
                <a:lnTo>
                  <a:pt x="11887" y="5615"/>
                </a:lnTo>
                <a:cubicBezTo>
                  <a:pt x="12102" y="5390"/>
                  <a:pt x="12211" y="5275"/>
                  <a:pt x="12363" y="5192"/>
                </a:cubicBezTo>
                <a:cubicBezTo>
                  <a:pt x="12450" y="5150"/>
                  <a:pt x="12543" y="5129"/>
                  <a:pt x="12636" y="5129"/>
                </a:cubicBezTo>
                <a:close/>
              </a:path>
            </a:pathLst>
          </a:custGeom>
          <a:solidFill>
            <a:srgbClr val="1257F1"/>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grpSp>
        <p:nvGrpSpPr>
          <p:cNvPr id="32" name="组合 31">
            <a:extLst>
              <a:ext uri="{FF2B5EF4-FFF2-40B4-BE49-F238E27FC236}">
                <a16:creationId xmlns:a16="http://schemas.microsoft.com/office/drawing/2014/main" xmlns="" id="{CF076975-889C-4A2D-82E5-DE6B24CBB43D}"/>
              </a:ext>
            </a:extLst>
          </p:cNvPr>
          <p:cNvGrpSpPr/>
          <p:nvPr/>
        </p:nvGrpSpPr>
        <p:grpSpPr>
          <a:xfrm>
            <a:off x="601574" y="2364995"/>
            <a:ext cx="11098240" cy="570853"/>
            <a:chOff x="601574" y="2364995"/>
            <a:chExt cx="11098240" cy="570853"/>
          </a:xfrm>
          <a:solidFill>
            <a:srgbClr val="8EBAE2"/>
          </a:solidFill>
        </p:grpSpPr>
        <p:sp>
          <p:nvSpPr>
            <p:cNvPr id="33" name="îṩľiḓè">
              <a:extLst>
                <a:ext uri="{FF2B5EF4-FFF2-40B4-BE49-F238E27FC236}">
                  <a16:creationId xmlns:a16="http://schemas.microsoft.com/office/drawing/2014/main" xmlns="" id="{3E9F2A72-7A13-4F8B-A2F0-66D4BCAA8AD1}"/>
                </a:ext>
              </a:extLst>
            </p:cNvPr>
            <p:cNvSpPr/>
            <p:nvPr/>
          </p:nvSpPr>
          <p:spPr>
            <a:xfrm>
              <a:off x="2186805" y="2364996"/>
              <a:ext cx="9513009" cy="4518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cxnSp>
          <p:nvCxnSpPr>
            <p:cNvPr id="34" name="直接连接符 33">
              <a:extLst>
                <a:ext uri="{FF2B5EF4-FFF2-40B4-BE49-F238E27FC236}">
                  <a16:creationId xmlns:a16="http://schemas.microsoft.com/office/drawing/2014/main" xmlns="" id="{31F9ADD9-4F0D-4094-87DB-0466E9F7C2BA}"/>
                </a:ext>
              </a:extLst>
            </p:cNvPr>
            <p:cNvCxnSpPr>
              <a:cxnSpLocks/>
            </p:cNvCxnSpPr>
            <p:nvPr/>
          </p:nvCxnSpPr>
          <p:spPr>
            <a:xfrm flipH="1">
              <a:off x="601574" y="2816844"/>
              <a:ext cx="11096615" cy="0"/>
            </a:xfrm>
            <a:prstGeom prst="line">
              <a:avLst/>
            </a:prstGeom>
            <a:grpFill/>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5" name="išḷídé">
              <a:extLst>
                <a:ext uri="{FF2B5EF4-FFF2-40B4-BE49-F238E27FC236}">
                  <a16:creationId xmlns:a16="http://schemas.microsoft.com/office/drawing/2014/main" xmlns="" id="{56E16320-A2EA-427C-9A46-035D74B82421}"/>
                </a:ext>
              </a:extLst>
            </p:cNvPr>
            <p:cNvSpPr txBox="1"/>
            <p:nvPr/>
          </p:nvSpPr>
          <p:spPr bwMode="auto">
            <a:xfrm>
              <a:off x="2186805" y="2364996"/>
              <a:ext cx="1585231" cy="4518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solidFill>
                  <a:latin typeface="微软雅黑" panose="020B0503020204020204" pitchFamily="34" charset="-122"/>
                  <a:ea typeface="微软雅黑" panose="020B0503020204020204" pitchFamily="34" charset="-122"/>
                </a:rPr>
                <a:t>Monday</a:t>
              </a:r>
            </a:p>
          </p:txBody>
        </p:sp>
        <p:sp>
          <p:nvSpPr>
            <p:cNvPr id="36" name="ïṧļiḋè">
              <a:extLst>
                <a:ext uri="{FF2B5EF4-FFF2-40B4-BE49-F238E27FC236}">
                  <a16:creationId xmlns:a16="http://schemas.microsoft.com/office/drawing/2014/main" xmlns="" id="{EA4F41CD-E550-477B-84F8-417B2A2F5B69}"/>
                </a:ext>
              </a:extLst>
            </p:cNvPr>
            <p:cNvSpPr txBox="1"/>
            <p:nvPr/>
          </p:nvSpPr>
          <p:spPr bwMode="auto">
            <a:xfrm>
              <a:off x="10112959" y="2364996"/>
              <a:ext cx="1585231" cy="4518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solidFill>
                  <a:latin typeface="微软雅黑" panose="020B0503020204020204" pitchFamily="34" charset="-122"/>
                  <a:ea typeface="微软雅黑" panose="020B0503020204020204" pitchFamily="34" charset="-122"/>
                </a:rPr>
                <a:t>Saturday</a:t>
              </a:r>
            </a:p>
          </p:txBody>
        </p:sp>
        <p:sp>
          <p:nvSpPr>
            <p:cNvPr id="37" name="iṣḷide">
              <a:extLst>
                <a:ext uri="{FF2B5EF4-FFF2-40B4-BE49-F238E27FC236}">
                  <a16:creationId xmlns:a16="http://schemas.microsoft.com/office/drawing/2014/main" xmlns="" id="{8B26C276-A3AF-4FFE-8C43-F6540A4105DD}"/>
                </a:ext>
              </a:extLst>
            </p:cNvPr>
            <p:cNvSpPr txBox="1"/>
            <p:nvPr/>
          </p:nvSpPr>
          <p:spPr bwMode="auto">
            <a:xfrm>
              <a:off x="3772036" y="2364996"/>
              <a:ext cx="1585231" cy="4518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solidFill>
                  <a:latin typeface="微软雅黑" panose="020B0503020204020204" pitchFamily="34" charset="-122"/>
                  <a:ea typeface="微软雅黑" panose="020B0503020204020204" pitchFamily="34" charset="-122"/>
                </a:rPr>
                <a:t>Tuesday</a:t>
              </a:r>
            </a:p>
          </p:txBody>
        </p:sp>
        <p:sp>
          <p:nvSpPr>
            <p:cNvPr id="38" name="ïṩliḋê">
              <a:extLst>
                <a:ext uri="{FF2B5EF4-FFF2-40B4-BE49-F238E27FC236}">
                  <a16:creationId xmlns:a16="http://schemas.microsoft.com/office/drawing/2014/main" xmlns="" id="{5E7163A1-87D4-4D9E-90AE-1C13A40E1187}"/>
                </a:ext>
              </a:extLst>
            </p:cNvPr>
            <p:cNvSpPr txBox="1"/>
            <p:nvPr/>
          </p:nvSpPr>
          <p:spPr bwMode="auto">
            <a:xfrm>
              <a:off x="5340149" y="2484000"/>
              <a:ext cx="1729333" cy="4518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92500"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solidFill>
                  <a:latin typeface="微软雅黑" panose="020B0503020204020204" pitchFamily="34" charset="-122"/>
                  <a:ea typeface="微软雅黑" panose="020B0503020204020204" pitchFamily="34" charset="-122"/>
                </a:rPr>
                <a:t> Wednesday	</a:t>
              </a:r>
            </a:p>
          </p:txBody>
        </p:sp>
        <p:sp>
          <p:nvSpPr>
            <p:cNvPr id="39" name="ïşļiďè">
              <a:extLst>
                <a:ext uri="{FF2B5EF4-FFF2-40B4-BE49-F238E27FC236}">
                  <a16:creationId xmlns:a16="http://schemas.microsoft.com/office/drawing/2014/main" xmlns="" id="{6F9E6BDA-4B5E-4AD7-9F02-6BB5CAB3DF88}"/>
                </a:ext>
              </a:extLst>
            </p:cNvPr>
            <p:cNvSpPr txBox="1"/>
            <p:nvPr/>
          </p:nvSpPr>
          <p:spPr bwMode="auto">
            <a:xfrm>
              <a:off x="6942497" y="2364996"/>
              <a:ext cx="1585231" cy="4518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solidFill>
                  <a:latin typeface="微软雅黑" panose="020B0503020204020204" pitchFamily="34" charset="-122"/>
                  <a:ea typeface="微软雅黑" panose="020B0503020204020204" pitchFamily="34" charset="-122"/>
                </a:rPr>
                <a:t>Thursday</a:t>
              </a:r>
            </a:p>
          </p:txBody>
        </p:sp>
        <p:sp>
          <p:nvSpPr>
            <p:cNvPr id="40" name="ïṣlîḓê">
              <a:extLst>
                <a:ext uri="{FF2B5EF4-FFF2-40B4-BE49-F238E27FC236}">
                  <a16:creationId xmlns:a16="http://schemas.microsoft.com/office/drawing/2014/main" xmlns="" id="{FB81DA99-0A13-4D14-AE1A-46E733912EF4}"/>
                </a:ext>
              </a:extLst>
            </p:cNvPr>
            <p:cNvSpPr txBox="1"/>
            <p:nvPr/>
          </p:nvSpPr>
          <p:spPr bwMode="auto">
            <a:xfrm>
              <a:off x="8527728" y="2364996"/>
              <a:ext cx="1585231" cy="4518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dirty="0">
                  <a:solidFill>
                    <a:schemeClr val="bg1"/>
                  </a:solidFill>
                  <a:latin typeface="微软雅黑" panose="020B0503020204020204" pitchFamily="34" charset="-122"/>
                  <a:ea typeface="微软雅黑" panose="020B0503020204020204" pitchFamily="34" charset="-122"/>
                </a:rPr>
                <a:t>Friday</a:t>
              </a:r>
            </a:p>
          </p:txBody>
        </p:sp>
        <p:sp>
          <p:nvSpPr>
            <p:cNvPr id="41" name="流程图: 过程 40">
              <a:extLst>
                <a:ext uri="{FF2B5EF4-FFF2-40B4-BE49-F238E27FC236}">
                  <a16:creationId xmlns:a16="http://schemas.microsoft.com/office/drawing/2014/main" xmlns="" id="{340382D7-6344-40DC-9A77-EA76DD5579A7}"/>
                </a:ext>
              </a:extLst>
            </p:cNvPr>
            <p:cNvSpPr/>
            <p:nvPr/>
          </p:nvSpPr>
          <p:spPr>
            <a:xfrm>
              <a:off x="601574" y="2364995"/>
              <a:ext cx="1602348" cy="450799"/>
            </a:xfrm>
            <a:prstGeom prst="flowChartProcess">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2" name="TextBox 77">
              <a:extLst>
                <a:ext uri="{FF2B5EF4-FFF2-40B4-BE49-F238E27FC236}">
                  <a16:creationId xmlns:a16="http://schemas.microsoft.com/office/drawing/2014/main" xmlns="" id="{EA540FEC-04A9-4E02-9F31-124316A5714E}"/>
                </a:ext>
              </a:extLst>
            </p:cNvPr>
            <p:cNvSpPr txBox="1"/>
            <p:nvPr/>
          </p:nvSpPr>
          <p:spPr>
            <a:xfrm>
              <a:off x="864171" y="2407213"/>
              <a:ext cx="1140056" cy="379656"/>
            </a:xfrm>
            <a:prstGeom prst="rect">
              <a:avLst/>
            </a:prstGeom>
            <a:grpFill/>
          </p:spPr>
          <p:txBody>
            <a:bodyPr wrap="none" rtlCol="0">
              <a:spAutoFit/>
            </a:bodyPr>
            <a:lstStyle/>
            <a:p>
              <a:pPr algn="ctr">
                <a:defRPr/>
              </a:pPr>
              <a:r>
                <a:rPr lang="zh-CN" altLang="en-US" sz="1867" dirty="0">
                  <a:solidFill>
                    <a:schemeClr val="bg1"/>
                  </a:solidFill>
                  <a:latin typeface="微软雅黑" panose="020B0503020204020204" pitchFamily="34" charset="-122"/>
                  <a:ea typeface="微软雅黑" panose="020B0503020204020204" pitchFamily="34" charset="-122"/>
                </a:rPr>
                <a:t>完成项目</a:t>
              </a:r>
            </a:p>
          </p:txBody>
        </p:sp>
      </p:grpSp>
      <p:sp>
        <p:nvSpPr>
          <p:cNvPr id="43" name="矩形 42">
            <a:extLst>
              <a:ext uri="{FF2B5EF4-FFF2-40B4-BE49-F238E27FC236}">
                <a16:creationId xmlns:a16="http://schemas.microsoft.com/office/drawing/2014/main" xmlns="" id="{AFA7578A-11DA-451D-AAC0-FCAA56F590EE}"/>
              </a:ext>
            </a:extLst>
          </p:cNvPr>
          <p:cNvSpPr/>
          <p:nvPr/>
        </p:nvSpPr>
        <p:spPr>
          <a:xfrm>
            <a:off x="7005991" y="3068644"/>
            <a:ext cx="1458242"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点击输入简要文字内容</a:t>
            </a:r>
          </a:p>
        </p:txBody>
      </p:sp>
      <p:sp>
        <p:nvSpPr>
          <p:cNvPr id="44" name="矩形 43">
            <a:extLst>
              <a:ext uri="{FF2B5EF4-FFF2-40B4-BE49-F238E27FC236}">
                <a16:creationId xmlns:a16="http://schemas.microsoft.com/office/drawing/2014/main" xmlns="" id="{445293E8-0274-4FE3-95C9-383382132D56}"/>
              </a:ext>
            </a:extLst>
          </p:cNvPr>
          <p:cNvSpPr/>
          <p:nvPr/>
        </p:nvSpPr>
        <p:spPr>
          <a:xfrm>
            <a:off x="3907984" y="4728113"/>
            <a:ext cx="1458242"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点击输入简要文字内容</a:t>
            </a:r>
          </a:p>
        </p:txBody>
      </p:sp>
      <p:sp>
        <p:nvSpPr>
          <p:cNvPr id="45" name="矩形 44">
            <a:extLst>
              <a:ext uri="{FF2B5EF4-FFF2-40B4-BE49-F238E27FC236}">
                <a16:creationId xmlns:a16="http://schemas.microsoft.com/office/drawing/2014/main" xmlns="" id="{6CE9A33B-59C0-4743-AA54-20F1C6C4A424}"/>
              </a:ext>
            </a:extLst>
          </p:cNvPr>
          <p:cNvSpPr/>
          <p:nvPr/>
        </p:nvSpPr>
        <p:spPr>
          <a:xfrm>
            <a:off x="2374008" y="5563964"/>
            <a:ext cx="1458242"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点击输入简要文字内容</a:t>
            </a:r>
          </a:p>
        </p:txBody>
      </p:sp>
      <p:sp>
        <p:nvSpPr>
          <p:cNvPr id="46" name="矩形 45">
            <a:extLst>
              <a:ext uri="{FF2B5EF4-FFF2-40B4-BE49-F238E27FC236}">
                <a16:creationId xmlns:a16="http://schemas.microsoft.com/office/drawing/2014/main" xmlns="" id="{E253934C-C268-4776-996A-2EA2C14C4B0D}"/>
              </a:ext>
            </a:extLst>
          </p:cNvPr>
          <p:cNvSpPr/>
          <p:nvPr/>
        </p:nvSpPr>
        <p:spPr>
          <a:xfrm>
            <a:off x="7081227" y="5529000"/>
            <a:ext cx="1458242"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点击输入简要文字内容</a:t>
            </a:r>
          </a:p>
        </p:txBody>
      </p:sp>
      <p:sp>
        <p:nvSpPr>
          <p:cNvPr id="47" name="矩形 46">
            <a:extLst>
              <a:ext uri="{FF2B5EF4-FFF2-40B4-BE49-F238E27FC236}">
                <a16:creationId xmlns:a16="http://schemas.microsoft.com/office/drawing/2014/main" xmlns="" id="{8D8312A4-D4BB-441C-B537-95BC0AEC204F}"/>
              </a:ext>
            </a:extLst>
          </p:cNvPr>
          <p:cNvSpPr/>
          <p:nvPr/>
        </p:nvSpPr>
        <p:spPr>
          <a:xfrm>
            <a:off x="10231480" y="4728112"/>
            <a:ext cx="1458242"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点击输入简要文字内容</a:t>
            </a:r>
          </a:p>
        </p:txBody>
      </p:sp>
      <p:sp>
        <p:nvSpPr>
          <p:cNvPr id="48" name="îṥľiḓê">
            <a:extLst>
              <a:ext uri="{FF2B5EF4-FFF2-40B4-BE49-F238E27FC236}">
                <a16:creationId xmlns:a16="http://schemas.microsoft.com/office/drawing/2014/main" xmlns="" id="{D76ECCA2-0B1C-4E20-A3D4-B5345A7C7717}"/>
              </a:ext>
            </a:extLst>
          </p:cNvPr>
          <p:cNvSpPr/>
          <p:nvPr/>
        </p:nvSpPr>
        <p:spPr>
          <a:xfrm>
            <a:off x="5929542" y="4862106"/>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2636" y="5129"/>
                </a:moveTo>
                <a:cubicBezTo>
                  <a:pt x="12729" y="5129"/>
                  <a:pt x="12822" y="5150"/>
                  <a:pt x="12909" y="5192"/>
                </a:cubicBezTo>
                <a:cubicBezTo>
                  <a:pt x="13061" y="5275"/>
                  <a:pt x="13171" y="5389"/>
                  <a:pt x="13389" y="5618"/>
                </a:cubicBezTo>
                <a:lnTo>
                  <a:pt x="14217" y="6484"/>
                </a:lnTo>
                <a:cubicBezTo>
                  <a:pt x="14431" y="6708"/>
                  <a:pt x="14540" y="6823"/>
                  <a:pt x="14619" y="6982"/>
                </a:cubicBezTo>
                <a:cubicBezTo>
                  <a:pt x="14700" y="7163"/>
                  <a:pt x="14700" y="7373"/>
                  <a:pt x="14619" y="7554"/>
                </a:cubicBezTo>
                <a:cubicBezTo>
                  <a:pt x="14540" y="7714"/>
                  <a:pt x="14431" y="7828"/>
                  <a:pt x="14213" y="8056"/>
                </a:cubicBezTo>
                <a:lnTo>
                  <a:pt x="12169" y="10195"/>
                </a:lnTo>
                <a:lnTo>
                  <a:pt x="14412" y="12543"/>
                </a:lnTo>
                <a:cubicBezTo>
                  <a:pt x="14627" y="12767"/>
                  <a:pt x="14735" y="12882"/>
                  <a:pt x="14815" y="13041"/>
                </a:cubicBezTo>
                <a:cubicBezTo>
                  <a:pt x="14895" y="13222"/>
                  <a:pt x="14895" y="13431"/>
                  <a:pt x="14815" y="13612"/>
                </a:cubicBezTo>
                <a:cubicBezTo>
                  <a:pt x="14735" y="13772"/>
                  <a:pt x="14626" y="13886"/>
                  <a:pt x="14408" y="14115"/>
                </a:cubicBezTo>
                <a:lnTo>
                  <a:pt x="13581" y="14981"/>
                </a:lnTo>
                <a:cubicBezTo>
                  <a:pt x="13366" y="15206"/>
                  <a:pt x="13257" y="15320"/>
                  <a:pt x="13104" y="15403"/>
                </a:cubicBezTo>
                <a:cubicBezTo>
                  <a:pt x="12931" y="15487"/>
                  <a:pt x="12732" y="15487"/>
                  <a:pt x="12559" y="15403"/>
                </a:cubicBezTo>
                <a:cubicBezTo>
                  <a:pt x="12406" y="15320"/>
                  <a:pt x="12297" y="15206"/>
                  <a:pt x="12078" y="14978"/>
                </a:cubicBezTo>
                <a:lnTo>
                  <a:pt x="9839" y="12634"/>
                </a:lnTo>
                <a:lnTo>
                  <a:pt x="7596" y="14981"/>
                </a:lnTo>
                <a:cubicBezTo>
                  <a:pt x="7381" y="15206"/>
                  <a:pt x="7272" y="15320"/>
                  <a:pt x="7119" y="15403"/>
                </a:cubicBezTo>
                <a:cubicBezTo>
                  <a:pt x="6946" y="15487"/>
                  <a:pt x="6747" y="15487"/>
                  <a:pt x="6574" y="15403"/>
                </a:cubicBezTo>
                <a:cubicBezTo>
                  <a:pt x="6421" y="15320"/>
                  <a:pt x="6312" y="15206"/>
                  <a:pt x="6094" y="14978"/>
                </a:cubicBezTo>
                <a:lnTo>
                  <a:pt x="5266" y="14111"/>
                </a:lnTo>
                <a:cubicBezTo>
                  <a:pt x="5051" y="13886"/>
                  <a:pt x="4943" y="13772"/>
                  <a:pt x="4863" y="13612"/>
                </a:cubicBezTo>
                <a:cubicBezTo>
                  <a:pt x="4783" y="13431"/>
                  <a:pt x="4783" y="13222"/>
                  <a:pt x="4863" y="13041"/>
                </a:cubicBezTo>
                <a:cubicBezTo>
                  <a:pt x="4943" y="12882"/>
                  <a:pt x="5052" y="12768"/>
                  <a:pt x="5270" y="12539"/>
                </a:cubicBezTo>
                <a:lnTo>
                  <a:pt x="7509" y="10196"/>
                </a:lnTo>
                <a:lnTo>
                  <a:pt x="5461" y="8053"/>
                </a:lnTo>
                <a:cubicBezTo>
                  <a:pt x="5247" y="7828"/>
                  <a:pt x="5138" y="7714"/>
                  <a:pt x="5059" y="7554"/>
                </a:cubicBezTo>
                <a:cubicBezTo>
                  <a:pt x="4978" y="7373"/>
                  <a:pt x="4978" y="7163"/>
                  <a:pt x="5059" y="6982"/>
                </a:cubicBezTo>
                <a:cubicBezTo>
                  <a:pt x="5138" y="6823"/>
                  <a:pt x="5247" y="6709"/>
                  <a:pt x="5465" y="6480"/>
                </a:cubicBezTo>
                <a:lnTo>
                  <a:pt x="6293" y="5615"/>
                </a:lnTo>
                <a:cubicBezTo>
                  <a:pt x="6507" y="5390"/>
                  <a:pt x="6617" y="5275"/>
                  <a:pt x="6769" y="5192"/>
                </a:cubicBezTo>
                <a:cubicBezTo>
                  <a:pt x="6856" y="5150"/>
                  <a:pt x="6949" y="5129"/>
                  <a:pt x="7042" y="5129"/>
                </a:cubicBezTo>
                <a:cubicBezTo>
                  <a:pt x="7135" y="5129"/>
                  <a:pt x="7228" y="5150"/>
                  <a:pt x="7315" y="5192"/>
                </a:cubicBezTo>
                <a:cubicBezTo>
                  <a:pt x="7467" y="5275"/>
                  <a:pt x="7577" y="5389"/>
                  <a:pt x="7795" y="5618"/>
                </a:cubicBezTo>
                <a:lnTo>
                  <a:pt x="9840" y="7758"/>
                </a:lnTo>
                <a:lnTo>
                  <a:pt x="11887" y="5615"/>
                </a:lnTo>
                <a:cubicBezTo>
                  <a:pt x="12102" y="5390"/>
                  <a:pt x="12211" y="5275"/>
                  <a:pt x="12363" y="5192"/>
                </a:cubicBezTo>
                <a:cubicBezTo>
                  <a:pt x="12450" y="5150"/>
                  <a:pt x="12543" y="5129"/>
                  <a:pt x="12636" y="5129"/>
                </a:cubicBezTo>
                <a:close/>
              </a:path>
            </a:pathLst>
          </a:custGeom>
          <a:solidFill>
            <a:srgbClr val="1257F1"/>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
        <p:nvSpPr>
          <p:cNvPr id="49" name="îṥľiḓê">
            <a:extLst>
              <a:ext uri="{FF2B5EF4-FFF2-40B4-BE49-F238E27FC236}">
                <a16:creationId xmlns:a16="http://schemas.microsoft.com/office/drawing/2014/main" xmlns="" id="{64ACB96F-5DD9-4B99-A524-012E75A8D78A}"/>
              </a:ext>
            </a:extLst>
          </p:cNvPr>
          <p:cNvSpPr/>
          <p:nvPr/>
        </p:nvSpPr>
        <p:spPr>
          <a:xfrm>
            <a:off x="9129358" y="5670785"/>
            <a:ext cx="405450" cy="432687"/>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2" y="3016"/>
                </a:cubicBezTo>
                <a:cubicBezTo>
                  <a:pt x="-961" y="7038"/>
                  <a:pt x="-961" y="13557"/>
                  <a:pt x="2882" y="17579"/>
                </a:cubicBezTo>
                <a:cubicBezTo>
                  <a:pt x="6724" y="21600"/>
                  <a:pt x="12954" y="21600"/>
                  <a:pt x="16796" y="17579"/>
                </a:cubicBezTo>
                <a:cubicBezTo>
                  <a:pt x="20639" y="13557"/>
                  <a:pt x="20639" y="7038"/>
                  <a:pt x="16796" y="3016"/>
                </a:cubicBezTo>
                <a:cubicBezTo>
                  <a:pt x="14875" y="1005"/>
                  <a:pt x="12357" y="0"/>
                  <a:pt x="9839" y="0"/>
                </a:cubicBezTo>
                <a:close/>
                <a:moveTo>
                  <a:pt x="12636" y="5129"/>
                </a:moveTo>
                <a:cubicBezTo>
                  <a:pt x="12729" y="5129"/>
                  <a:pt x="12822" y="5150"/>
                  <a:pt x="12909" y="5192"/>
                </a:cubicBezTo>
                <a:cubicBezTo>
                  <a:pt x="13061" y="5275"/>
                  <a:pt x="13171" y="5389"/>
                  <a:pt x="13389" y="5618"/>
                </a:cubicBezTo>
                <a:lnTo>
                  <a:pt x="14217" y="6484"/>
                </a:lnTo>
                <a:cubicBezTo>
                  <a:pt x="14431" y="6708"/>
                  <a:pt x="14540" y="6823"/>
                  <a:pt x="14619" y="6982"/>
                </a:cubicBezTo>
                <a:cubicBezTo>
                  <a:pt x="14700" y="7163"/>
                  <a:pt x="14700" y="7373"/>
                  <a:pt x="14619" y="7554"/>
                </a:cubicBezTo>
                <a:cubicBezTo>
                  <a:pt x="14540" y="7714"/>
                  <a:pt x="14431" y="7828"/>
                  <a:pt x="14213" y="8056"/>
                </a:cubicBezTo>
                <a:lnTo>
                  <a:pt x="12169" y="10195"/>
                </a:lnTo>
                <a:lnTo>
                  <a:pt x="14412" y="12543"/>
                </a:lnTo>
                <a:cubicBezTo>
                  <a:pt x="14627" y="12767"/>
                  <a:pt x="14735" y="12882"/>
                  <a:pt x="14815" y="13041"/>
                </a:cubicBezTo>
                <a:cubicBezTo>
                  <a:pt x="14895" y="13222"/>
                  <a:pt x="14895" y="13431"/>
                  <a:pt x="14815" y="13612"/>
                </a:cubicBezTo>
                <a:cubicBezTo>
                  <a:pt x="14735" y="13772"/>
                  <a:pt x="14626" y="13886"/>
                  <a:pt x="14408" y="14115"/>
                </a:cubicBezTo>
                <a:lnTo>
                  <a:pt x="13581" y="14981"/>
                </a:lnTo>
                <a:cubicBezTo>
                  <a:pt x="13366" y="15206"/>
                  <a:pt x="13257" y="15320"/>
                  <a:pt x="13104" y="15403"/>
                </a:cubicBezTo>
                <a:cubicBezTo>
                  <a:pt x="12931" y="15487"/>
                  <a:pt x="12732" y="15487"/>
                  <a:pt x="12559" y="15403"/>
                </a:cubicBezTo>
                <a:cubicBezTo>
                  <a:pt x="12406" y="15320"/>
                  <a:pt x="12297" y="15206"/>
                  <a:pt x="12078" y="14978"/>
                </a:cubicBezTo>
                <a:lnTo>
                  <a:pt x="9839" y="12634"/>
                </a:lnTo>
                <a:lnTo>
                  <a:pt x="7596" y="14981"/>
                </a:lnTo>
                <a:cubicBezTo>
                  <a:pt x="7381" y="15206"/>
                  <a:pt x="7272" y="15320"/>
                  <a:pt x="7119" y="15403"/>
                </a:cubicBezTo>
                <a:cubicBezTo>
                  <a:pt x="6946" y="15487"/>
                  <a:pt x="6747" y="15487"/>
                  <a:pt x="6574" y="15403"/>
                </a:cubicBezTo>
                <a:cubicBezTo>
                  <a:pt x="6421" y="15320"/>
                  <a:pt x="6312" y="15206"/>
                  <a:pt x="6094" y="14978"/>
                </a:cubicBezTo>
                <a:lnTo>
                  <a:pt x="5266" y="14111"/>
                </a:lnTo>
                <a:cubicBezTo>
                  <a:pt x="5051" y="13886"/>
                  <a:pt x="4943" y="13772"/>
                  <a:pt x="4863" y="13612"/>
                </a:cubicBezTo>
                <a:cubicBezTo>
                  <a:pt x="4783" y="13431"/>
                  <a:pt x="4783" y="13222"/>
                  <a:pt x="4863" y="13041"/>
                </a:cubicBezTo>
                <a:cubicBezTo>
                  <a:pt x="4943" y="12882"/>
                  <a:pt x="5052" y="12768"/>
                  <a:pt x="5270" y="12539"/>
                </a:cubicBezTo>
                <a:lnTo>
                  <a:pt x="7509" y="10196"/>
                </a:lnTo>
                <a:lnTo>
                  <a:pt x="5461" y="8053"/>
                </a:lnTo>
                <a:cubicBezTo>
                  <a:pt x="5247" y="7828"/>
                  <a:pt x="5138" y="7714"/>
                  <a:pt x="5059" y="7554"/>
                </a:cubicBezTo>
                <a:cubicBezTo>
                  <a:pt x="4978" y="7373"/>
                  <a:pt x="4978" y="7163"/>
                  <a:pt x="5059" y="6982"/>
                </a:cubicBezTo>
                <a:cubicBezTo>
                  <a:pt x="5138" y="6823"/>
                  <a:pt x="5247" y="6709"/>
                  <a:pt x="5465" y="6480"/>
                </a:cubicBezTo>
                <a:lnTo>
                  <a:pt x="6293" y="5615"/>
                </a:lnTo>
                <a:cubicBezTo>
                  <a:pt x="6507" y="5390"/>
                  <a:pt x="6617" y="5275"/>
                  <a:pt x="6769" y="5192"/>
                </a:cubicBezTo>
                <a:cubicBezTo>
                  <a:pt x="6856" y="5150"/>
                  <a:pt x="6949" y="5129"/>
                  <a:pt x="7042" y="5129"/>
                </a:cubicBezTo>
                <a:cubicBezTo>
                  <a:pt x="7135" y="5129"/>
                  <a:pt x="7228" y="5150"/>
                  <a:pt x="7315" y="5192"/>
                </a:cubicBezTo>
                <a:cubicBezTo>
                  <a:pt x="7467" y="5275"/>
                  <a:pt x="7577" y="5389"/>
                  <a:pt x="7795" y="5618"/>
                </a:cubicBezTo>
                <a:lnTo>
                  <a:pt x="9840" y="7758"/>
                </a:lnTo>
                <a:lnTo>
                  <a:pt x="11887" y="5615"/>
                </a:lnTo>
                <a:cubicBezTo>
                  <a:pt x="12102" y="5390"/>
                  <a:pt x="12211" y="5275"/>
                  <a:pt x="12363" y="5192"/>
                </a:cubicBezTo>
                <a:cubicBezTo>
                  <a:pt x="12450" y="5150"/>
                  <a:pt x="12543" y="5129"/>
                  <a:pt x="12636" y="5129"/>
                </a:cubicBezTo>
                <a:close/>
              </a:path>
            </a:pathLst>
          </a:custGeom>
          <a:solidFill>
            <a:srgbClr val="1257F1"/>
          </a:solidFill>
          <a:ln w="25400">
            <a:noFill/>
            <a:miter lim="400000"/>
          </a:ln>
        </p:spPr>
        <p:txBody>
          <a:bodyPr wrap="square" lIns="91440" tIns="45720" rIns="91440" bIns="45720" anchor="ctr">
            <a:normAutofit/>
          </a:bodyPr>
          <a:lstStyle/>
          <a:p>
            <a:pPr>
              <a:defRPr sz="3200" b="0">
                <a:solidFill>
                  <a:srgbClr val="FFFFFF"/>
                </a:solidFill>
              </a:defRPr>
            </a:pPr>
            <a:endParaRPr sz="16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2170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ageCurlDouble"/>
      </p:transition>
    </mc:Choice>
    <mc:Fallback xmlns="">
      <p:transition spd="slow" advClick="0" advTm="200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0-#ppt_w/2"/>
                                              </p:val>
                                            </p:tav>
                                            <p:tav tm="100000">
                                              <p:val>
                                                <p:strVal val="#ppt_x"/>
                                              </p:val>
                                            </p:tav>
                                          </p:tavLst>
                                        </p:anim>
                                        <p:anim calcmode="lin" valueType="num">
                                          <p:cBhvr additive="base">
                                            <p:cTn id="14" dur="500" fill="hold"/>
                                            <p:tgtEl>
                                              <p:spTgt spid="32"/>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ppt_w</p:attrName>
                                            </p:attrNameLst>
                                          </p:cBhvr>
                                          <p:tavLst>
                                            <p:tav tm="0">
                                              <p:val>
                                                <p:fltVal val="0"/>
                                              </p:val>
                                            </p:tav>
                                            <p:tav tm="100000">
                                              <p:val>
                                                <p:strVal val="#ppt_w"/>
                                              </p:val>
                                            </p:tav>
                                          </p:tavLst>
                                        </p:anim>
                                        <p:anim calcmode="lin" valueType="num">
                                          <p:cBhvr>
                                            <p:cTn id="41" dur="500" fill="hold"/>
                                            <p:tgtEl>
                                              <p:spTgt spid="17"/>
                                            </p:tgtEl>
                                            <p:attrNameLst>
                                              <p:attrName>ppt_h</p:attrName>
                                            </p:attrNameLst>
                                          </p:cBhvr>
                                          <p:tavLst>
                                            <p:tav tm="0">
                                              <p:val>
                                                <p:fltVal val="0"/>
                                              </p:val>
                                            </p:tav>
                                            <p:tav tm="100000">
                                              <p:val>
                                                <p:strVal val="#ppt_h"/>
                                              </p:val>
                                            </p:tav>
                                          </p:tavLst>
                                        </p:anim>
                                        <p:animEffect transition="in" filter="fade">
                                          <p:cBhvr>
                                            <p:cTn id="42" dur="500"/>
                                            <p:tgtEl>
                                              <p:spTgt spid="17"/>
                                            </p:tgtEl>
                                          </p:cBhvr>
                                        </p:animEffect>
                                      </p:childTnLst>
                                    </p:cTn>
                                  </p:par>
                                </p:childTnLst>
                              </p:cTn>
                            </p:par>
                            <p:par>
                              <p:cTn id="43" fill="hold">
                                <p:stCondLst>
                                  <p:cond delay="2000"/>
                                </p:stCondLst>
                                <p:childTnLst>
                                  <p:par>
                                    <p:cTn id="44" presetID="2" presetClass="entr" presetSubtype="4"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ppt_x"/>
                                              </p:val>
                                            </p:tav>
                                            <p:tav tm="100000">
                                              <p:val>
                                                <p:strVal val="#ppt_x"/>
                                              </p:val>
                                            </p:tav>
                                          </p:tavLst>
                                        </p:anim>
                                        <p:anim calcmode="lin" valueType="num">
                                          <p:cBhvr additive="base">
                                            <p:cTn id="55" dur="500" fill="hold"/>
                                            <p:tgtEl>
                                              <p:spTgt spid="19"/>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500" fill="hold"/>
                                            <p:tgtEl>
                                              <p:spTgt spid="20"/>
                                            </p:tgtEl>
                                            <p:attrNameLst>
                                              <p:attrName>ppt_x</p:attrName>
                                            </p:attrNameLst>
                                          </p:cBhvr>
                                          <p:tavLst>
                                            <p:tav tm="0">
                                              <p:val>
                                                <p:strVal val="#ppt_x"/>
                                              </p:val>
                                            </p:tav>
                                            <p:tav tm="100000">
                                              <p:val>
                                                <p:strVal val="#ppt_x"/>
                                              </p:val>
                                            </p:tav>
                                          </p:tavLst>
                                        </p:anim>
                                        <p:anim calcmode="lin" valueType="num">
                                          <p:cBhvr additive="base">
                                            <p:cTn id="59" dur="500" fill="hold"/>
                                            <p:tgtEl>
                                              <p:spTgt spid="20"/>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ppt_x"/>
                                              </p:val>
                                            </p:tav>
                                            <p:tav tm="100000">
                                              <p:val>
                                                <p:strVal val="#ppt_x"/>
                                              </p:val>
                                            </p:tav>
                                          </p:tavLst>
                                        </p:anim>
                                        <p:anim calcmode="lin" valueType="num">
                                          <p:cBhvr additive="base">
                                            <p:cTn id="63" dur="500" fill="hold"/>
                                            <p:tgtEl>
                                              <p:spTgt spid="21"/>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1+#ppt_h/2"/>
                                              </p:val>
                                            </p:tav>
                                            <p:tav tm="100000">
                                              <p:val>
                                                <p:strVal val="#ppt_y"/>
                                              </p:val>
                                            </p:tav>
                                          </p:tavLst>
                                        </p:anim>
                                      </p:childTnLst>
                                    </p:cTn>
                                  </p:par>
                                </p:childTnLst>
                              </p:cTn>
                            </p:par>
                            <p:par>
                              <p:cTn id="68" fill="hold">
                                <p:stCondLst>
                                  <p:cond delay="2500"/>
                                </p:stCondLst>
                                <p:childTnLst>
                                  <p:par>
                                    <p:cTn id="69" presetID="2" presetClass="entr" presetSubtype="1" fill="hold" grpId="0" nodeType="afterEffect" p14:presetBounceEnd="62000">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14:bounceEnd="62000">
                                          <p:cBhvr additive="base">
                                            <p:cTn id="71" dur="500" fill="hold"/>
                                            <p:tgtEl>
                                              <p:spTgt spid="24"/>
                                            </p:tgtEl>
                                            <p:attrNameLst>
                                              <p:attrName>ppt_x</p:attrName>
                                            </p:attrNameLst>
                                          </p:cBhvr>
                                          <p:tavLst>
                                            <p:tav tm="0">
                                              <p:val>
                                                <p:strVal val="#ppt_x"/>
                                              </p:val>
                                            </p:tav>
                                            <p:tav tm="100000">
                                              <p:val>
                                                <p:strVal val="#ppt_x"/>
                                              </p:val>
                                            </p:tav>
                                          </p:tavLst>
                                        </p:anim>
                                        <p:anim calcmode="lin" valueType="num" p14:bounceEnd="62000">
                                          <p:cBhvr additive="base">
                                            <p:cTn id="72" dur="500" fill="hold"/>
                                            <p:tgtEl>
                                              <p:spTgt spid="24"/>
                                            </p:tgtEl>
                                            <p:attrNameLst>
                                              <p:attrName>ppt_y</p:attrName>
                                            </p:attrNameLst>
                                          </p:cBhvr>
                                          <p:tavLst>
                                            <p:tav tm="0">
                                              <p:val>
                                                <p:strVal val="0-#ppt_h/2"/>
                                              </p:val>
                                            </p:tav>
                                            <p:tav tm="100000">
                                              <p:val>
                                                <p:strVal val="#ppt_y"/>
                                              </p:val>
                                            </p:tav>
                                          </p:tavLst>
                                        </p:anim>
                                      </p:childTnLst>
                                    </p:cTn>
                                  </p:par>
                                  <p:par>
                                    <p:cTn id="73" presetID="2" presetClass="entr" presetSubtype="1" fill="hold" grpId="0" nodeType="withEffect" p14:presetBounceEnd="62000">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14:bounceEnd="62000">
                                          <p:cBhvr additive="base">
                                            <p:cTn id="75" dur="500" fill="hold"/>
                                            <p:tgtEl>
                                              <p:spTgt spid="25"/>
                                            </p:tgtEl>
                                            <p:attrNameLst>
                                              <p:attrName>ppt_x</p:attrName>
                                            </p:attrNameLst>
                                          </p:cBhvr>
                                          <p:tavLst>
                                            <p:tav tm="0">
                                              <p:val>
                                                <p:strVal val="#ppt_x"/>
                                              </p:val>
                                            </p:tav>
                                            <p:tav tm="100000">
                                              <p:val>
                                                <p:strVal val="#ppt_x"/>
                                              </p:val>
                                            </p:tav>
                                          </p:tavLst>
                                        </p:anim>
                                        <p:anim calcmode="lin" valueType="num" p14:bounceEnd="62000">
                                          <p:cBhvr additive="base">
                                            <p:cTn id="76" dur="500" fill="hold"/>
                                            <p:tgtEl>
                                              <p:spTgt spid="25"/>
                                            </p:tgtEl>
                                            <p:attrNameLst>
                                              <p:attrName>ppt_y</p:attrName>
                                            </p:attrNameLst>
                                          </p:cBhvr>
                                          <p:tavLst>
                                            <p:tav tm="0">
                                              <p:val>
                                                <p:strVal val="0-#ppt_h/2"/>
                                              </p:val>
                                            </p:tav>
                                            <p:tav tm="100000">
                                              <p:val>
                                                <p:strVal val="#ppt_y"/>
                                              </p:val>
                                            </p:tav>
                                          </p:tavLst>
                                        </p:anim>
                                      </p:childTnLst>
                                    </p:cTn>
                                  </p:par>
                                  <p:par>
                                    <p:cTn id="77" presetID="2" presetClass="entr" presetSubtype="1" fill="hold" grpId="0" nodeType="withEffect" p14:presetBounceEnd="62000">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14:bounceEnd="62000">
                                          <p:cBhvr additive="base">
                                            <p:cTn id="79" dur="500" fill="hold"/>
                                            <p:tgtEl>
                                              <p:spTgt spid="27"/>
                                            </p:tgtEl>
                                            <p:attrNameLst>
                                              <p:attrName>ppt_x</p:attrName>
                                            </p:attrNameLst>
                                          </p:cBhvr>
                                          <p:tavLst>
                                            <p:tav tm="0">
                                              <p:val>
                                                <p:strVal val="#ppt_x"/>
                                              </p:val>
                                            </p:tav>
                                            <p:tav tm="100000">
                                              <p:val>
                                                <p:strVal val="#ppt_x"/>
                                              </p:val>
                                            </p:tav>
                                          </p:tavLst>
                                        </p:anim>
                                        <p:anim calcmode="lin" valueType="num" p14:bounceEnd="62000">
                                          <p:cBhvr additive="base">
                                            <p:cTn id="80" dur="500" fill="hold"/>
                                            <p:tgtEl>
                                              <p:spTgt spid="27"/>
                                            </p:tgtEl>
                                            <p:attrNameLst>
                                              <p:attrName>ppt_y</p:attrName>
                                            </p:attrNameLst>
                                          </p:cBhvr>
                                          <p:tavLst>
                                            <p:tav tm="0">
                                              <p:val>
                                                <p:strVal val="0-#ppt_h/2"/>
                                              </p:val>
                                            </p:tav>
                                            <p:tav tm="100000">
                                              <p:val>
                                                <p:strVal val="#ppt_y"/>
                                              </p:val>
                                            </p:tav>
                                          </p:tavLst>
                                        </p:anim>
                                      </p:childTnLst>
                                    </p:cTn>
                                  </p:par>
                                  <p:par>
                                    <p:cTn id="81" presetID="2" presetClass="entr" presetSubtype="1" fill="hold" grpId="0" nodeType="withEffect" p14:presetBounceEnd="62000">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14:bounceEnd="62000">
                                          <p:cBhvr additive="base">
                                            <p:cTn id="83" dur="500" fill="hold"/>
                                            <p:tgtEl>
                                              <p:spTgt spid="26"/>
                                            </p:tgtEl>
                                            <p:attrNameLst>
                                              <p:attrName>ppt_x</p:attrName>
                                            </p:attrNameLst>
                                          </p:cBhvr>
                                          <p:tavLst>
                                            <p:tav tm="0">
                                              <p:val>
                                                <p:strVal val="#ppt_x"/>
                                              </p:val>
                                            </p:tav>
                                            <p:tav tm="100000">
                                              <p:val>
                                                <p:strVal val="#ppt_x"/>
                                              </p:val>
                                            </p:tav>
                                          </p:tavLst>
                                        </p:anim>
                                        <p:anim calcmode="lin" valueType="num" p14:bounceEnd="62000">
                                          <p:cBhvr additive="base">
                                            <p:cTn id="84" dur="500" fill="hold"/>
                                            <p:tgtEl>
                                              <p:spTgt spid="26"/>
                                            </p:tgtEl>
                                            <p:attrNameLst>
                                              <p:attrName>ppt_y</p:attrName>
                                            </p:attrNameLst>
                                          </p:cBhvr>
                                          <p:tavLst>
                                            <p:tav tm="0">
                                              <p:val>
                                                <p:strVal val="0-#ppt_h/2"/>
                                              </p:val>
                                            </p:tav>
                                            <p:tav tm="100000">
                                              <p:val>
                                                <p:strVal val="#ppt_y"/>
                                              </p:val>
                                            </p:tav>
                                          </p:tavLst>
                                        </p:anim>
                                      </p:childTnLst>
                                    </p:cTn>
                                  </p:par>
                                  <p:par>
                                    <p:cTn id="85" presetID="2" presetClass="entr" presetSubtype="1" fill="hold" grpId="0" nodeType="withEffect" p14:presetBounceEnd="62000">
                                      <p:stCondLst>
                                        <p:cond delay="0"/>
                                      </p:stCondLst>
                                      <p:childTnLst>
                                        <p:set>
                                          <p:cBhvr>
                                            <p:cTn id="86" dur="1" fill="hold">
                                              <p:stCondLst>
                                                <p:cond delay="0"/>
                                              </p:stCondLst>
                                            </p:cTn>
                                            <p:tgtEl>
                                              <p:spTgt spid="48"/>
                                            </p:tgtEl>
                                            <p:attrNameLst>
                                              <p:attrName>style.visibility</p:attrName>
                                            </p:attrNameLst>
                                          </p:cBhvr>
                                          <p:to>
                                            <p:strVal val="visible"/>
                                          </p:to>
                                        </p:set>
                                        <p:anim calcmode="lin" valueType="num" p14:bounceEnd="62000">
                                          <p:cBhvr additive="base">
                                            <p:cTn id="87" dur="500" fill="hold"/>
                                            <p:tgtEl>
                                              <p:spTgt spid="48"/>
                                            </p:tgtEl>
                                            <p:attrNameLst>
                                              <p:attrName>ppt_x</p:attrName>
                                            </p:attrNameLst>
                                          </p:cBhvr>
                                          <p:tavLst>
                                            <p:tav tm="0">
                                              <p:val>
                                                <p:strVal val="#ppt_x"/>
                                              </p:val>
                                            </p:tav>
                                            <p:tav tm="100000">
                                              <p:val>
                                                <p:strVal val="#ppt_x"/>
                                              </p:val>
                                            </p:tav>
                                          </p:tavLst>
                                        </p:anim>
                                        <p:anim calcmode="lin" valueType="num" p14:bounceEnd="62000">
                                          <p:cBhvr additive="base">
                                            <p:cTn id="88" dur="500" fill="hold"/>
                                            <p:tgtEl>
                                              <p:spTgt spid="48"/>
                                            </p:tgtEl>
                                            <p:attrNameLst>
                                              <p:attrName>ppt_y</p:attrName>
                                            </p:attrNameLst>
                                          </p:cBhvr>
                                          <p:tavLst>
                                            <p:tav tm="0">
                                              <p:val>
                                                <p:strVal val="0-#ppt_h/2"/>
                                              </p:val>
                                            </p:tav>
                                            <p:tav tm="100000">
                                              <p:val>
                                                <p:strVal val="#ppt_y"/>
                                              </p:val>
                                            </p:tav>
                                          </p:tavLst>
                                        </p:anim>
                                      </p:childTnLst>
                                    </p:cTn>
                                  </p:par>
                                  <p:par>
                                    <p:cTn id="89" presetID="2" presetClass="entr" presetSubtype="1" fill="hold" grpId="0" nodeType="withEffect" p14:presetBounceEnd="62000">
                                      <p:stCondLst>
                                        <p:cond delay="0"/>
                                      </p:stCondLst>
                                      <p:childTnLst>
                                        <p:set>
                                          <p:cBhvr>
                                            <p:cTn id="90" dur="1" fill="hold">
                                              <p:stCondLst>
                                                <p:cond delay="0"/>
                                              </p:stCondLst>
                                            </p:cTn>
                                            <p:tgtEl>
                                              <p:spTgt spid="31"/>
                                            </p:tgtEl>
                                            <p:attrNameLst>
                                              <p:attrName>style.visibility</p:attrName>
                                            </p:attrNameLst>
                                          </p:cBhvr>
                                          <p:to>
                                            <p:strVal val="visible"/>
                                          </p:to>
                                        </p:set>
                                        <p:anim calcmode="lin" valueType="num" p14:bounceEnd="62000">
                                          <p:cBhvr additive="base">
                                            <p:cTn id="91" dur="500" fill="hold"/>
                                            <p:tgtEl>
                                              <p:spTgt spid="31"/>
                                            </p:tgtEl>
                                            <p:attrNameLst>
                                              <p:attrName>ppt_x</p:attrName>
                                            </p:attrNameLst>
                                          </p:cBhvr>
                                          <p:tavLst>
                                            <p:tav tm="0">
                                              <p:val>
                                                <p:strVal val="#ppt_x"/>
                                              </p:val>
                                            </p:tav>
                                            <p:tav tm="100000">
                                              <p:val>
                                                <p:strVal val="#ppt_x"/>
                                              </p:val>
                                            </p:tav>
                                          </p:tavLst>
                                        </p:anim>
                                        <p:anim calcmode="lin" valueType="num" p14:bounceEnd="62000">
                                          <p:cBhvr additive="base">
                                            <p:cTn id="92" dur="500" fill="hold"/>
                                            <p:tgtEl>
                                              <p:spTgt spid="31"/>
                                            </p:tgtEl>
                                            <p:attrNameLst>
                                              <p:attrName>ppt_y</p:attrName>
                                            </p:attrNameLst>
                                          </p:cBhvr>
                                          <p:tavLst>
                                            <p:tav tm="0">
                                              <p:val>
                                                <p:strVal val="0-#ppt_h/2"/>
                                              </p:val>
                                            </p:tav>
                                            <p:tav tm="100000">
                                              <p:val>
                                                <p:strVal val="#ppt_y"/>
                                              </p:val>
                                            </p:tav>
                                          </p:tavLst>
                                        </p:anim>
                                      </p:childTnLst>
                                    </p:cTn>
                                  </p:par>
                                  <p:par>
                                    <p:cTn id="93" presetID="2" presetClass="entr" presetSubtype="1" fill="hold" grpId="0" nodeType="withEffect" p14:presetBounceEnd="62000">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14:bounceEnd="62000">
                                          <p:cBhvr additive="base">
                                            <p:cTn id="95" dur="500" fill="hold"/>
                                            <p:tgtEl>
                                              <p:spTgt spid="28"/>
                                            </p:tgtEl>
                                            <p:attrNameLst>
                                              <p:attrName>ppt_x</p:attrName>
                                            </p:attrNameLst>
                                          </p:cBhvr>
                                          <p:tavLst>
                                            <p:tav tm="0">
                                              <p:val>
                                                <p:strVal val="#ppt_x"/>
                                              </p:val>
                                            </p:tav>
                                            <p:tav tm="100000">
                                              <p:val>
                                                <p:strVal val="#ppt_x"/>
                                              </p:val>
                                            </p:tav>
                                          </p:tavLst>
                                        </p:anim>
                                        <p:anim calcmode="lin" valueType="num" p14:bounceEnd="62000">
                                          <p:cBhvr additive="base">
                                            <p:cTn id="96" dur="500" fill="hold"/>
                                            <p:tgtEl>
                                              <p:spTgt spid="28"/>
                                            </p:tgtEl>
                                            <p:attrNameLst>
                                              <p:attrName>ppt_y</p:attrName>
                                            </p:attrNameLst>
                                          </p:cBhvr>
                                          <p:tavLst>
                                            <p:tav tm="0">
                                              <p:val>
                                                <p:strVal val="0-#ppt_h/2"/>
                                              </p:val>
                                            </p:tav>
                                            <p:tav tm="100000">
                                              <p:val>
                                                <p:strVal val="#ppt_y"/>
                                              </p:val>
                                            </p:tav>
                                          </p:tavLst>
                                        </p:anim>
                                      </p:childTnLst>
                                    </p:cTn>
                                  </p:par>
                                  <p:par>
                                    <p:cTn id="97" presetID="2" presetClass="entr" presetSubtype="1" fill="hold" grpId="0" nodeType="withEffect" p14:presetBounceEnd="62000">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14:bounceEnd="62000">
                                          <p:cBhvr additive="base">
                                            <p:cTn id="99" dur="500" fill="hold"/>
                                            <p:tgtEl>
                                              <p:spTgt spid="29"/>
                                            </p:tgtEl>
                                            <p:attrNameLst>
                                              <p:attrName>ppt_x</p:attrName>
                                            </p:attrNameLst>
                                          </p:cBhvr>
                                          <p:tavLst>
                                            <p:tav tm="0">
                                              <p:val>
                                                <p:strVal val="#ppt_x"/>
                                              </p:val>
                                            </p:tav>
                                            <p:tav tm="100000">
                                              <p:val>
                                                <p:strVal val="#ppt_x"/>
                                              </p:val>
                                            </p:tav>
                                          </p:tavLst>
                                        </p:anim>
                                        <p:anim calcmode="lin" valueType="num" p14:bounceEnd="62000">
                                          <p:cBhvr additive="base">
                                            <p:cTn id="100" dur="500" fill="hold"/>
                                            <p:tgtEl>
                                              <p:spTgt spid="29"/>
                                            </p:tgtEl>
                                            <p:attrNameLst>
                                              <p:attrName>ppt_y</p:attrName>
                                            </p:attrNameLst>
                                          </p:cBhvr>
                                          <p:tavLst>
                                            <p:tav tm="0">
                                              <p:val>
                                                <p:strVal val="0-#ppt_h/2"/>
                                              </p:val>
                                            </p:tav>
                                            <p:tav tm="100000">
                                              <p:val>
                                                <p:strVal val="#ppt_y"/>
                                              </p:val>
                                            </p:tav>
                                          </p:tavLst>
                                        </p:anim>
                                      </p:childTnLst>
                                    </p:cTn>
                                  </p:par>
                                  <p:par>
                                    <p:cTn id="101" presetID="2" presetClass="entr" presetSubtype="1" fill="hold" grpId="0" nodeType="withEffect" p14:presetBounceEnd="62000">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14:bounceEnd="62000">
                                          <p:cBhvr additive="base">
                                            <p:cTn id="103" dur="500" fill="hold"/>
                                            <p:tgtEl>
                                              <p:spTgt spid="30"/>
                                            </p:tgtEl>
                                            <p:attrNameLst>
                                              <p:attrName>ppt_x</p:attrName>
                                            </p:attrNameLst>
                                          </p:cBhvr>
                                          <p:tavLst>
                                            <p:tav tm="0">
                                              <p:val>
                                                <p:strVal val="#ppt_x"/>
                                              </p:val>
                                            </p:tav>
                                            <p:tav tm="100000">
                                              <p:val>
                                                <p:strVal val="#ppt_x"/>
                                              </p:val>
                                            </p:tav>
                                          </p:tavLst>
                                        </p:anim>
                                        <p:anim calcmode="lin" valueType="num" p14:bounceEnd="62000">
                                          <p:cBhvr additive="base">
                                            <p:cTn id="104" dur="500" fill="hold"/>
                                            <p:tgtEl>
                                              <p:spTgt spid="30"/>
                                            </p:tgtEl>
                                            <p:attrNameLst>
                                              <p:attrName>ppt_y</p:attrName>
                                            </p:attrNameLst>
                                          </p:cBhvr>
                                          <p:tavLst>
                                            <p:tav tm="0">
                                              <p:val>
                                                <p:strVal val="0-#ppt_h/2"/>
                                              </p:val>
                                            </p:tav>
                                            <p:tav tm="100000">
                                              <p:val>
                                                <p:strVal val="#ppt_y"/>
                                              </p:val>
                                            </p:tav>
                                          </p:tavLst>
                                        </p:anim>
                                      </p:childTnLst>
                                    </p:cTn>
                                  </p:par>
                                  <p:par>
                                    <p:cTn id="105" presetID="2" presetClass="entr" presetSubtype="1" fill="hold" grpId="0" nodeType="withEffect" p14:presetBounceEnd="62000">
                                      <p:stCondLst>
                                        <p:cond delay="0"/>
                                      </p:stCondLst>
                                      <p:childTnLst>
                                        <p:set>
                                          <p:cBhvr>
                                            <p:cTn id="106" dur="1" fill="hold">
                                              <p:stCondLst>
                                                <p:cond delay="0"/>
                                              </p:stCondLst>
                                            </p:cTn>
                                            <p:tgtEl>
                                              <p:spTgt spid="49"/>
                                            </p:tgtEl>
                                            <p:attrNameLst>
                                              <p:attrName>style.visibility</p:attrName>
                                            </p:attrNameLst>
                                          </p:cBhvr>
                                          <p:to>
                                            <p:strVal val="visible"/>
                                          </p:to>
                                        </p:set>
                                        <p:anim calcmode="lin" valueType="num" p14:bounceEnd="62000">
                                          <p:cBhvr additive="base">
                                            <p:cTn id="107" dur="500" fill="hold"/>
                                            <p:tgtEl>
                                              <p:spTgt spid="49"/>
                                            </p:tgtEl>
                                            <p:attrNameLst>
                                              <p:attrName>ppt_x</p:attrName>
                                            </p:attrNameLst>
                                          </p:cBhvr>
                                          <p:tavLst>
                                            <p:tav tm="0">
                                              <p:val>
                                                <p:strVal val="#ppt_x"/>
                                              </p:val>
                                            </p:tav>
                                            <p:tav tm="100000">
                                              <p:val>
                                                <p:strVal val="#ppt_x"/>
                                              </p:val>
                                            </p:tav>
                                          </p:tavLst>
                                        </p:anim>
                                        <p:anim calcmode="lin" valueType="num" p14:bounceEnd="62000">
                                          <p:cBhvr additive="base">
                                            <p:cTn id="108" dur="500" fill="hold"/>
                                            <p:tgtEl>
                                              <p:spTgt spid="49"/>
                                            </p:tgtEl>
                                            <p:attrNameLst>
                                              <p:attrName>ppt_y</p:attrName>
                                            </p:attrNameLst>
                                          </p:cBhvr>
                                          <p:tavLst>
                                            <p:tav tm="0">
                                              <p:val>
                                                <p:strVal val="0-#ppt_h/2"/>
                                              </p:val>
                                            </p:tav>
                                            <p:tav tm="100000">
                                              <p:val>
                                                <p:strVal val="#ppt_y"/>
                                              </p:val>
                                            </p:tav>
                                          </p:tavLst>
                                        </p:anim>
                                      </p:childTnLst>
                                    </p:cTn>
                                  </p:par>
                                </p:childTnLst>
                              </p:cTn>
                            </p:par>
                            <p:par>
                              <p:cTn id="109" fill="hold">
                                <p:stCondLst>
                                  <p:cond delay="3000"/>
                                </p:stCondLst>
                                <p:childTnLst>
                                  <p:par>
                                    <p:cTn id="110" presetID="16" presetClass="entr" presetSubtype="37" fill="hold" grpId="0" nodeType="after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barn(outVertical)">
                                          <p:cBhvr>
                                            <p:cTn id="112" dur="500"/>
                                            <p:tgtEl>
                                              <p:spTgt spid="43"/>
                                            </p:tgtEl>
                                          </p:cBhvr>
                                        </p:animEffect>
                                      </p:childTnLst>
                                    </p:cTn>
                                  </p:par>
                                  <p:par>
                                    <p:cTn id="113" presetID="16" presetClass="entr" presetSubtype="37" fill="hold" grpId="0" nodeType="with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barn(outVertical)">
                                          <p:cBhvr>
                                            <p:cTn id="115" dur="500"/>
                                            <p:tgtEl>
                                              <p:spTgt spid="44"/>
                                            </p:tgtEl>
                                          </p:cBhvr>
                                        </p:animEffect>
                                      </p:childTnLst>
                                    </p:cTn>
                                  </p:par>
                                  <p:par>
                                    <p:cTn id="116" presetID="16" presetClass="entr" presetSubtype="37"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barn(outVertical)">
                                          <p:cBhvr>
                                            <p:cTn id="118" dur="500"/>
                                            <p:tgtEl>
                                              <p:spTgt spid="45"/>
                                            </p:tgtEl>
                                          </p:cBhvr>
                                        </p:animEffect>
                                      </p:childTnLst>
                                    </p:cTn>
                                  </p:par>
                                  <p:par>
                                    <p:cTn id="119" presetID="16" presetClass="entr" presetSubtype="37"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barn(outVertical)">
                                          <p:cBhvr>
                                            <p:cTn id="121" dur="500"/>
                                            <p:tgtEl>
                                              <p:spTgt spid="46"/>
                                            </p:tgtEl>
                                          </p:cBhvr>
                                        </p:animEffect>
                                      </p:childTnLst>
                                    </p:cTn>
                                  </p:par>
                                  <p:par>
                                    <p:cTn id="122" presetID="16" presetClass="entr" presetSubtype="37" fill="hold" grpId="0" nodeType="withEffect">
                                      <p:stCondLst>
                                        <p:cond delay="0"/>
                                      </p:stCondLst>
                                      <p:childTnLst>
                                        <p:set>
                                          <p:cBhvr>
                                            <p:cTn id="123" dur="1" fill="hold">
                                              <p:stCondLst>
                                                <p:cond delay="0"/>
                                              </p:stCondLst>
                                            </p:cTn>
                                            <p:tgtEl>
                                              <p:spTgt spid="47"/>
                                            </p:tgtEl>
                                            <p:attrNameLst>
                                              <p:attrName>style.visibility</p:attrName>
                                            </p:attrNameLst>
                                          </p:cBhvr>
                                          <p:to>
                                            <p:strVal val="visible"/>
                                          </p:to>
                                        </p:set>
                                        <p:animEffect transition="in" filter="barn(outVertical)">
                                          <p:cBhvr>
                                            <p:cTn id="12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animBg="1"/>
          <p:bldP spid="14" grpId="0"/>
          <p:bldP spid="15" grpId="0"/>
          <p:bldP spid="16" grpId="0"/>
          <p:bldP spid="17" grpId="0"/>
          <p:bldP spid="24" grpId="0" animBg="1"/>
          <p:bldP spid="25" grpId="0" animBg="1"/>
          <p:bldP spid="26" grpId="0" animBg="1"/>
          <p:bldP spid="27" grpId="0" animBg="1"/>
          <p:bldP spid="28" grpId="0" animBg="1"/>
          <p:bldP spid="29" grpId="0" animBg="1"/>
          <p:bldP spid="30" grpId="0" animBg="1"/>
          <p:bldP spid="31" grpId="0" animBg="1"/>
          <p:bldP spid="43" grpId="0"/>
          <p:bldP spid="44" grpId="0"/>
          <p:bldP spid="45" grpId="0"/>
          <p:bldP spid="46" grpId="0"/>
          <p:bldP spid="47" grpId="0"/>
          <p:bldP spid="48" grpId="0" animBg="1"/>
          <p:bldP spid="4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0-#ppt_w/2"/>
                                              </p:val>
                                            </p:tav>
                                            <p:tav tm="100000">
                                              <p:val>
                                                <p:strVal val="#ppt_x"/>
                                              </p:val>
                                            </p:tav>
                                          </p:tavLst>
                                        </p:anim>
                                        <p:anim calcmode="lin" valueType="num">
                                          <p:cBhvr additive="base">
                                            <p:cTn id="14" dur="500" fill="hold"/>
                                            <p:tgtEl>
                                              <p:spTgt spid="32"/>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ppt_w</p:attrName>
                                            </p:attrNameLst>
                                          </p:cBhvr>
                                          <p:tavLst>
                                            <p:tav tm="0">
                                              <p:val>
                                                <p:fltVal val="0"/>
                                              </p:val>
                                            </p:tav>
                                            <p:tav tm="100000">
                                              <p:val>
                                                <p:strVal val="#ppt_w"/>
                                              </p:val>
                                            </p:tav>
                                          </p:tavLst>
                                        </p:anim>
                                        <p:anim calcmode="lin" valueType="num">
                                          <p:cBhvr>
                                            <p:cTn id="41" dur="500" fill="hold"/>
                                            <p:tgtEl>
                                              <p:spTgt spid="17"/>
                                            </p:tgtEl>
                                            <p:attrNameLst>
                                              <p:attrName>ppt_h</p:attrName>
                                            </p:attrNameLst>
                                          </p:cBhvr>
                                          <p:tavLst>
                                            <p:tav tm="0">
                                              <p:val>
                                                <p:fltVal val="0"/>
                                              </p:val>
                                            </p:tav>
                                            <p:tav tm="100000">
                                              <p:val>
                                                <p:strVal val="#ppt_h"/>
                                              </p:val>
                                            </p:tav>
                                          </p:tavLst>
                                        </p:anim>
                                        <p:animEffect transition="in" filter="fade">
                                          <p:cBhvr>
                                            <p:cTn id="42" dur="500"/>
                                            <p:tgtEl>
                                              <p:spTgt spid="17"/>
                                            </p:tgtEl>
                                          </p:cBhvr>
                                        </p:animEffect>
                                      </p:childTnLst>
                                    </p:cTn>
                                  </p:par>
                                </p:childTnLst>
                              </p:cTn>
                            </p:par>
                            <p:par>
                              <p:cTn id="43" fill="hold">
                                <p:stCondLst>
                                  <p:cond delay="2000"/>
                                </p:stCondLst>
                                <p:childTnLst>
                                  <p:par>
                                    <p:cTn id="44" presetID="2" presetClass="entr" presetSubtype="4"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ppt_x"/>
                                              </p:val>
                                            </p:tav>
                                            <p:tav tm="100000">
                                              <p:val>
                                                <p:strVal val="#ppt_x"/>
                                              </p:val>
                                            </p:tav>
                                          </p:tavLst>
                                        </p:anim>
                                        <p:anim calcmode="lin" valueType="num">
                                          <p:cBhvr additive="base">
                                            <p:cTn id="55" dur="500" fill="hold"/>
                                            <p:tgtEl>
                                              <p:spTgt spid="19"/>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500" fill="hold"/>
                                            <p:tgtEl>
                                              <p:spTgt spid="20"/>
                                            </p:tgtEl>
                                            <p:attrNameLst>
                                              <p:attrName>ppt_x</p:attrName>
                                            </p:attrNameLst>
                                          </p:cBhvr>
                                          <p:tavLst>
                                            <p:tav tm="0">
                                              <p:val>
                                                <p:strVal val="#ppt_x"/>
                                              </p:val>
                                            </p:tav>
                                            <p:tav tm="100000">
                                              <p:val>
                                                <p:strVal val="#ppt_x"/>
                                              </p:val>
                                            </p:tav>
                                          </p:tavLst>
                                        </p:anim>
                                        <p:anim calcmode="lin" valueType="num">
                                          <p:cBhvr additive="base">
                                            <p:cTn id="59" dur="500" fill="hold"/>
                                            <p:tgtEl>
                                              <p:spTgt spid="20"/>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ppt_x"/>
                                              </p:val>
                                            </p:tav>
                                            <p:tav tm="100000">
                                              <p:val>
                                                <p:strVal val="#ppt_x"/>
                                              </p:val>
                                            </p:tav>
                                          </p:tavLst>
                                        </p:anim>
                                        <p:anim calcmode="lin" valueType="num">
                                          <p:cBhvr additive="base">
                                            <p:cTn id="63" dur="500" fill="hold"/>
                                            <p:tgtEl>
                                              <p:spTgt spid="21"/>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1+#ppt_h/2"/>
                                              </p:val>
                                            </p:tav>
                                            <p:tav tm="100000">
                                              <p:val>
                                                <p:strVal val="#ppt_y"/>
                                              </p:val>
                                            </p:tav>
                                          </p:tavLst>
                                        </p:anim>
                                      </p:childTnLst>
                                    </p:cTn>
                                  </p:par>
                                </p:childTnLst>
                              </p:cTn>
                            </p:par>
                            <p:par>
                              <p:cTn id="68" fill="hold">
                                <p:stCondLst>
                                  <p:cond delay="2500"/>
                                </p:stCondLst>
                                <p:childTnLst>
                                  <p:par>
                                    <p:cTn id="69" presetID="2" presetClass="entr" presetSubtype="1"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0-#ppt_h/2"/>
                                              </p:val>
                                            </p:tav>
                                            <p:tav tm="100000">
                                              <p:val>
                                                <p:strVal val="#ppt_y"/>
                                              </p:val>
                                            </p:tav>
                                          </p:tavLst>
                                        </p:anim>
                                      </p:childTnLst>
                                    </p:cTn>
                                  </p:par>
                                  <p:par>
                                    <p:cTn id="73" presetID="2" presetClass="entr" presetSubtype="1"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fill="hold"/>
                                            <p:tgtEl>
                                              <p:spTgt spid="25"/>
                                            </p:tgtEl>
                                            <p:attrNameLst>
                                              <p:attrName>ppt_x</p:attrName>
                                            </p:attrNameLst>
                                          </p:cBhvr>
                                          <p:tavLst>
                                            <p:tav tm="0">
                                              <p:val>
                                                <p:strVal val="#ppt_x"/>
                                              </p:val>
                                            </p:tav>
                                            <p:tav tm="100000">
                                              <p:val>
                                                <p:strVal val="#ppt_x"/>
                                              </p:val>
                                            </p:tav>
                                          </p:tavLst>
                                        </p:anim>
                                        <p:anim calcmode="lin" valueType="num">
                                          <p:cBhvr additive="base">
                                            <p:cTn id="76" dur="500" fill="hold"/>
                                            <p:tgtEl>
                                              <p:spTgt spid="25"/>
                                            </p:tgtEl>
                                            <p:attrNameLst>
                                              <p:attrName>ppt_y</p:attrName>
                                            </p:attrNameLst>
                                          </p:cBhvr>
                                          <p:tavLst>
                                            <p:tav tm="0">
                                              <p:val>
                                                <p:strVal val="0-#ppt_h/2"/>
                                              </p:val>
                                            </p:tav>
                                            <p:tav tm="100000">
                                              <p:val>
                                                <p:strVal val="#ppt_y"/>
                                              </p:val>
                                            </p:tav>
                                          </p:tavLst>
                                        </p:anim>
                                      </p:childTnLst>
                                    </p:cTn>
                                  </p:par>
                                  <p:par>
                                    <p:cTn id="77" presetID="2" presetClass="entr" presetSubtype="1"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cBhvr additive="base">
                                            <p:cTn id="79" dur="500" fill="hold"/>
                                            <p:tgtEl>
                                              <p:spTgt spid="27"/>
                                            </p:tgtEl>
                                            <p:attrNameLst>
                                              <p:attrName>ppt_x</p:attrName>
                                            </p:attrNameLst>
                                          </p:cBhvr>
                                          <p:tavLst>
                                            <p:tav tm="0">
                                              <p:val>
                                                <p:strVal val="#ppt_x"/>
                                              </p:val>
                                            </p:tav>
                                            <p:tav tm="100000">
                                              <p:val>
                                                <p:strVal val="#ppt_x"/>
                                              </p:val>
                                            </p:tav>
                                          </p:tavLst>
                                        </p:anim>
                                        <p:anim calcmode="lin" valueType="num">
                                          <p:cBhvr additive="base">
                                            <p:cTn id="80" dur="500" fill="hold"/>
                                            <p:tgtEl>
                                              <p:spTgt spid="27"/>
                                            </p:tgtEl>
                                            <p:attrNameLst>
                                              <p:attrName>ppt_y</p:attrName>
                                            </p:attrNameLst>
                                          </p:cBhvr>
                                          <p:tavLst>
                                            <p:tav tm="0">
                                              <p:val>
                                                <p:strVal val="0-#ppt_h/2"/>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0-#ppt_h/2"/>
                                              </p:val>
                                            </p:tav>
                                            <p:tav tm="100000">
                                              <p:val>
                                                <p:strVal val="#ppt_y"/>
                                              </p:val>
                                            </p:tav>
                                          </p:tavLst>
                                        </p:anim>
                                      </p:childTnLst>
                                    </p:cTn>
                                  </p:par>
                                  <p:par>
                                    <p:cTn id="85" presetID="2" presetClass="entr" presetSubtype="1"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 calcmode="lin" valueType="num">
                                          <p:cBhvr additive="base">
                                            <p:cTn id="87" dur="500" fill="hold"/>
                                            <p:tgtEl>
                                              <p:spTgt spid="48"/>
                                            </p:tgtEl>
                                            <p:attrNameLst>
                                              <p:attrName>ppt_x</p:attrName>
                                            </p:attrNameLst>
                                          </p:cBhvr>
                                          <p:tavLst>
                                            <p:tav tm="0">
                                              <p:val>
                                                <p:strVal val="#ppt_x"/>
                                              </p:val>
                                            </p:tav>
                                            <p:tav tm="100000">
                                              <p:val>
                                                <p:strVal val="#ppt_x"/>
                                              </p:val>
                                            </p:tav>
                                          </p:tavLst>
                                        </p:anim>
                                        <p:anim calcmode="lin" valueType="num">
                                          <p:cBhvr additive="base">
                                            <p:cTn id="88" dur="500" fill="hold"/>
                                            <p:tgtEl>
                                              <p:spTgt spid="48"/>
                                            </p:tgtEl>
                                            <p:attrNameLst>
                                              <p:attrName>ppt_y</p:attrName>
                                            </p:attrNameLst>
                                          </p:cBhvr>
                                          <p:tavLst>
                                            <p:tav tm="0">
                                              <p:val>
                                                <p:strVal val="0-#ppt_h/2"/>
                                              </p:val>
                                            </p:tav>
                                            <p:tav tm="100000">
                                              <p:val>
                                                <p:strVal val="#ppt_y"/>
                                              </p:val>
                                            </p:tav>
                                          </p:tavLst>
                                        </p:anim>
                                      </p:childTnLst>
                                    </p:cTn>
                                  </p:par>
                                  <p:par>
                                    <p:cTn id="89" presetID="2" presetClass="entr" presetSubtype="1"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500" fill="hold"/>
                                            <p:tgtEl>
                                              <p:spTgt spid="31"/>
                                            </p:tgtEl>
                                            <p:attrNameLst>
                                              <p:attrName>ppt_x</p:attrName>
                                            </p:attrNameLst>
                                          </p:cBhvr>
                                          <p:tavLst>
                                            <p:tav tm="0">
                                              <p:val>
                                                <p:strVal val="#ppt_x"/>
                                              </p:val>
                                            </p:tav>
                                            <p:tav tm="100000">
                                              <p:val>
                                                <p:strVal val="#ppt_x"/>
                                              </p:val>
                                            </p:tav>
                                          </p:tavLst>
                                        </p:anim>
                                        <p:anim calcmode="lin" valueType="num">
                                          <p:cBhvr additive="base">
                                            <p:cTn id="92" dur="500" fill="hold"/>
                                            <p:tgtEl>
                                              <p:spTgt spid="31"/>
                                            </p:tgtEl>
                                            <p:attrNameLst>
                                              <p:attrName>ppt_y</p:attrName>
                                            </p:attrNameLst>
                                          </p:cBhvr>
                                          <p:tavLst>
                                            <p:tav tm="0">
                                              <p:val>
                                                <p:strVal val="0-#ppt_h/2"/>
                                              </p:val>
                                            </p:tav>
                                            <p:tav tm="100000">
                                              <p:val>
                                                <p:strVal val="#ppt_y"/>
                                              </p:val>
                                            </p:tav>
                                          </p:tavLst>
                                        </p:anim>
                                      </p:childTnLst>
                                    </p:cTn>
                                  </p:par>
                                  <p:par>
                                    <p:cTn id="93" presetID="2" presetClass="entr" presetSubtype="1"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0-#ppt_h/2"/>
                                              </p:val>
                                            </p:tav>
                                            <p:tav tm="100000">
                                              <p:val>
                                                <p:strVal val="#ppt_y"/>
                                              </p:val>
                                            </p:tav>
                                          </p:tavLst>
                                        </p:anim>
                                      </p:childTnLst>
                                    </p:cTn>
                                  </p:par>
                                  <p:par>
                                    <p:cTn id="97" presetID="2" presetClass="entr" presetSubtype="1"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cBhvr additive="base">
                                            <p:cTn id="99" dur="500" fill="hold"/>
                                            <p:tgtEl>
                                              <p:spTgt spid="29"/>
                                            </p:tgtEl>
                                            <p:attrNameLst>
                                              <p:attrName>ppt_x</p:attrName>
                                            </p:attrNameLst>
                                          </p:cBhvr>
                                          <p:tavLst>
                                            <p:tav tm="0">
                                              <p:val>
                                                <p:strVal val="#ppt_x"/>
                                              </p:val>
                                            </p:tav>
                                            <p:tav tm="100000">
                                              <p:val>
                                                <p:strVal val="#ppt_x"/>
                                              </p:val>
                                            </p:tav>
                                          </p:tavLst>
                                        </p:anim>
                                        <p:anim calcmode="lin" valueType="num">
                                          <p:cBhvr additive="base">
                                            <p:cTn id="100" dur="500" fill="hold"/>
                                            <p:tgtEl>
                                              <p:spTgt spid="29"/>
                                            </p:tgtEl>
                                            <p:attrNameLst>
                                              <p:attrName>ppt_y</p:attrName>
                                            </p:attrNameLst>
                                          </p:cBhvr>
                                          <p:tavLst>
                                            <p:tav tm="0">
                                              <p:val>
                                                <p:strVal val="0-#ppt_h/2"/>
                                              </p:val>
                                            </p:tav>
                                            <p:tav tm="100000">
                                              <p:val>
                                                <p:strVal val="#ppt_y"/>
                                              </p:val>
                                            </p:tav>
                                          </p:tavLst>
                                        </p:anim>
                                      </p:childTnLst>
                                    </p:cTn>
                                  </p:par>
                                  <p:par>
                                    <p:cTn id="101" presetID="2" presetClass="entr" presetSubtype="1"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0-#ppt_h/2"/>
                                              </p:val>
                                            </p:tav>
                                            <p:tav tm="100000">
                                              <p:val>
                                                <p:strVal val="#ppt_y"/>
                                              </p:val>
                                            </p:tav>
                                          </p:tavLst>
                                        </p:anim>
                                      </p:childTnLst>
                                    </p:cTn>
                                  </p:par>
                                  <p:par>
                                    <p:cTn id="105" presetID="2" presetClass="entr" presetSubtype="1" fill="hold" grpId="0" nodeType="withEffect">
                                      <p:stCondLst>
                                        <p:cond delay="0"/>
                                      </p:stCondLst>
                                      <p:childTnLst>
                                        <p:set>
                                          <p:cBhvr>
                                            <p:cTn id="106" dur="1" fill="hold">
                                              <p:stCondLst>
                                                <p:cond delay="0"/>
                                              </p:stCondLst>
                                            </p:cTn>
                                            <p:tgtEl>
                                              <p:spTgt spid="49"/>
                                            </p:tgtEl>
                                            <p:attrNameLst>
                                              <p:attrName>style.visibility</p:attrName>
                                            </p:attrNameLst>
                                          </p:cBhvr>
                                          <p:to>
                                            <p:strVal val="visible"/>
                                          </p:to>
                                        </p:set>
                                        <p:anim calcmode="lin" valueType="num">
                                          <p:cBhvr additive="base">
                                            <p:cTn id="107" dur="500" fill="hold"/>
                                            <p:tgtEl>
                                              <p:spTgt spid="49"/>
                                            </p:tgtEl>
                                            <p:attrNameLst>
                                              <p:attrName>ppt_x</p:attrName>
                                            </p:attrNameLst>
                                          </p:cBhvr>
                                          <p:tavLst>
                                            <p:tav tm="0">
                                              <p:val>
                                                <p:strVal val="#ppt_x"/>
                                              </p:val>
                                            </p:tav>
                                            <p:tav tm="100000">
                                              <p:val>
                                                <p:strVal val="#ppt_x"/>
                                              </p:val>
                                            </p:tav>
                                          </p:tavLst>
                                        </p:anim>
                                        <p:anim calcmode="lin" valueType="num">
                                          <p:cBhvr additive="base">
                                            <p:cTn id="108" dur="500" fill="hold"/>
                                            <p:tgtEl>
                                              <p:spTgt spid="49"/>
                                            </p:tgtEl>
                                            <p:attrNameLst>
                                              <p:attrName>ppt_y</p:attrName>
                                            </p:attrNameLst>
                                          </p:cBhvr>
                                          <p:tavLst>
                                            <p:tav tm="0">
                                              <p:val>
                                                <p:strVal val="0-#ppt_h/2"/>
                                              </p:val>
                                            </p:tav>
                                            <p:tav tm="100000">
                                              <p:val>
                                                <p:strVal val="#ppt_y"/>
                                              </p:val>
                                            </p:tav>
                                          </p:tavLst>
                                        </p:anim>
                                      </p:childTnLst>
                                    </p:cTn>
                                  </p:par>
                                </p:childTnLst>
                              </p:cTn>
                            </p:par>
                            <p:par>
                              <p:cTn id="109" fill="hold">
                                <p:stCondLst>
                                  <p:cond delay="3000"/>
                                </p:stCondLst>
                                <p:childTnLst>
                                  <p:par>
                                    <p:cTn id="110" presetID="16" presetClass="entr" presetSubtype="37" fill="hold" grpId="0" nodeType="after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barn(outVertical)">
                                          <p:cBhvr>
                                            <p:cTn id="112" dur="500"/>
                                            <p:tgtEl>
                                              <p:spTgt spid="43"/>
                                            </p:tgtEl>
                                          </p:cBhvr>
                                        </p:animEffect>
                                      </p:childTnLst>
                                    </p:cTn>
                                  </p:par>
                                  <p:par>
                                    <p:cTn id="113" presetID="16" presetClass="entr" presetSubtype="37" fill="hold" grpId="0" nodeType="with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barn(outVertical)">
                                          <p:cBhvr>
                                            <p:cTn id="115" dur="500"/>
                                            <p:tgtEl>
                                              <p:spTgt spid="44"/>
                                            </p:tgtEl>
                                          </p:cBhvr>
                                        </p:animEffect>
                                      </p:childTnLst>
                                    </p:cTn>
                                  </p:par>
                                  <p:par>
                                    <p:cTn id="116" presetID="16" presetClass="entr" presetSubtype="37"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barn(outVertical)">
                                          <p:cBhvr>
                                            <p:cTn id="118" dur="500"/>
                                            <p:tgtEl>
                                              <p:spTgt spid="45"/>
                                            </p:tgtEl>
                                          </p:cBhvr>
                                        </p:animEffect>
                                      </p:childTnLst>
                                    </p:cTn>
                                  </p:par>
                                  <p:par>
                                    <p:cTn id="119" presetID="16" presetClass="entr" presetSubtype="37"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barn(outVertical)">
                                          <p:cBhvr>
                                            <p:cTn id="121" dur="500"/>
                                            <p:tgtEl>
                                              <p:spTgt spid="46"/>
                                            </p:tgtEl>
                                          </p:cBhvr>
                                        </p:animEffect>
                                      </p:childTnLst>
                                    </p:cTn>
                                  </p:par>
                                  <p:par>
                                    <p:cTn id="122" presetID="16" presetClass="entr" presetSubtype="37" fill="hold" grpId="0" nodeType="withEffect">
                                      <p:stCondLst>
                                        <p:cond delay="0"/>
                                      </p:stCondLst>
                                      <p:childTnLst>
                                        <p:set>
                                          <p:cBhvr>
                                            <p:cTn id="123" dur="1" fill="hold">
                                              <p:stCondLst>
                                                <p:cond delay="0"/>
                                              </p:stCondLst>
                                            </p:cTn>
                                            <p:tgtEl>
                                              <p:spTgt spid="47"/>
                                            </p:tgtEl>
                                            <p:attrNameLst>
                                              <p:attrName>style.visibility</p:attrName>
                                            </p:attrNameLst>
                                          </p:cBhvr>
                                          <p:to>
                                            <p:strVal val="visible"/>
                                          </p:to>
                                        </p:set>
                                        <p:animEffect transition="in" filter="barn(outVertical)">
                                          <p:cBhvr>
                                            <p:cTn id="12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animBg="1"/>
          <p:bldP spid="14" grpId="0"/>
          <p:bldP spid="15" grpId="0"/>
          <p:bldP spid="16" grpId="0"/>
          <p:bldP spid="17" grpId="0"/>
          <p:bldP spid="24" grpId="0" animBg="1"/>
          <p:bldP spid="25" grpId="0" animBg="1"/>
          <p:bldP spid="26" grpId="0" animBg="1"/>
          <p:bldP spid="27" grpId="0" animBg="1"/>
          <p:bldP spid="28" grpId="0" animBg="1"/>
          <p:bldP spid="29" grpId="0" animBg="1"/>
          <p:bldP spid="30" grpId="0" animBg="1"/>
          <p:bldP spid="31" grpId="0" animBg="1"/>
          <p:bldP spid="43" grpId="0"/>
          <p:bldP spid="44" grpId="0"/>
          <p:bldP spid="45" grpId="0"/>
          <p:bldP spid="46" grpId="0"/>
          <p:bldP spid="47" grpId="0"/>
          <p:bldP spid="48" grpId="0" animBg="1"/>
          <p:bldP spid="49" grpId="0" animBg="1"/>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51529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学习培训情况</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01</a:t>
              </a:r>
            </a:p>
          </p:txBody>
        </p:sp>
      </p:grpSp>
      <p:grpSp>
        <p:nvGrpSpPr>
          <p:cNvPr id="8" name="isḷiḓe">
            <a:extLst>
              <a:ext uri="{FF2B5EF4-FFF2-40B4-BE49-F238E27FC236}">
                <a16:creationId xmlns:a16="http://schemas.microsoft.com/office/drawing/2014/main" xmlns="" id="{1F8E104B-3A23-4543-B2F7-DC04C91538EA}"/>
              </a:ext>
            </a:extLst>
          </p:cNvPr>
          <p:cNvGrpSpPr/>
          <p:nvPr/>
        </p:nvGrpSpPr>
        <p:grpSpPr>
          <a:xfrm>
            <a:off x="5926700" y="2749549"/>
            <a:ext cx="2486025" cy="1266825"/>
            <a:chOff x="5890022" y="2539999"/>
            <a:chExt cx="2486025" cy="1266825"/>
          </a:xfrm>
          <a:solidFill>
            <a:srgbClr val="1257F1"/>
          </a:solidFill>
        </p:grpSpPr>
        <p:sp>
          <p:nvSpPr>
            <p:cNvPr id="12" name="isḻïde">
              <a:extLst>
                <a:ext uri="{FF2B5EF4-FFF2-40B4-BE49-F238E27FC236}">
                  <a16:creationId xmlns:a16="http://schemas.microsoft.com/office/drawing/2014/main" xmlns="" id="{D4B8BFB4-5694-474C-BAFC-19A529473B6D}"/>
                </a:ext>
              </a:extLst>
            </p:cNvPr>
            <p:cNvSpPr/>
            <p:nvPr/>
          </p:nvSpPr>
          <p:spPr>
            <a:xfrm>
              <a:off x="5890022" y="2539999"/>
              <a:ext cx="2486025" cy="1266825"/>
            </a:xfrm>
            <a:prstGeom prst="parallelogram">
              <a:avLst>
                <a:gd name="adj" fmla="val 34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grpSp>
          <p:nvGrpSpPr>
            <p:cNvPr id="13" name="ï$líḑê">
              <a:extLst>
                <a:ext uri="{FF2B5EF4-FFF2-40B4-BE49-F238E27FC236}">
                  <a16:creationId xmlns:a16="http://schemas.microsoft.com/office/drawing/2014/main" xmlns="" id="{FA6F988F-AEF6-4601-856E-CD438BF43338}"/>
                </a:ext>
              </a:extLst>
            </p:cNvPr>
            <p:cNvGrpSpPr/>
            <p:nvPr/>
          </p:nvGrpSpPr>
          <p:grpSpPr>
            <a:xfrm>
              <a:off x="6290735" y="2697579"/>
              <a:ext cx="1684599" cy="951664"/>
              <a:chOff x="6278300" y="1991000"/>
              <a:chExt cx="1684599" cy="951664"/>
            </a:xfrm>
            <a:grpFill/>
          </p:grpSpPr>
          <p:sp>
            <p:nvSpPr>
              <p:cNvPr id="14" name="iṡḻiḋè">
                <a:extLst>
                  <a:ext uri="{FF2B5EF4-FFF2-40B4-BE49-F238E27FC236}">
                    <a16:creationId xmlns:a16="http://schemas.microsoft.com/office/drawing/2014/main" xmlns="" id="{8D27710C-58F7-4EA1-9A87-3FD7E0B6699F}"/>
                  </a:ext>
                </a:extLst>
              </p:cNvPr>
              <p:cNvSpPr/>
              <p:nvPr/>
            </p:nvSpPr>
            <p:spPr bwMode="auto">
              <a:xfrm>
                <a:off x="6278300" y="2432805"/>
                <a:ext cx="1684599" cy="5098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dirty="0">
                    <a:solidFill>
                      <a:schemeClr val="bg1"/>
                    </a:solidFill>
                    <a:latin typeface="微软雅黑" panose="020B0503020204020204" pitchFamily="34" charset="-122"/>
                    <a:ea typeface="微软雅黑" panose="020B0503020204020204" pitchFamily="34" charset="-122"/>
                  </a:rPr>
                  <a:t>培训课程</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5" name="îS1ïďe">
                <a:extLst>
                  <a:ext uri="{FF2B5EF4-FFF2-40B4-BE49-F238E27FC236}">
                    <a16:creationId xmlns:a16="http://schemas.microsoft.com/office/drawing/2014/main" xmlns="" id="{5C005CB1-E29C-465D-848E-599869597E1B}"/>
                  </a:ext>
                </a:extLst>
              </p:cNvPr>
              <p:cNvSpPr txBox="1"/>
              <p:nvPr/>
            </p:nvSpPr>
            <p:spPr bwMode="auto">
              <a:xfrm>
                <a:off x="6278300" y="1991000"/>
                <a:ext cx="1684599" cy="44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dirty="0">
                    <a:solidFill>
                      <a:schemeClr val="bg1"/>
                    </a:solidFill>
                    <a:latin typeface="微软雅黑" panose="020B0503020204020204" pitchFamily="34" charset="-122"/>
                    <a:ea typeface="微软雅黑" panose="020B0503020204020204" pitchFamily="34" charset="-122"/>
                  </a:rPr>
                  <a:t>80%</a:t>
                </a:r>
              </a:p>
            </p:txBody>
          </p:sp>
        </p:grpSp>
      </p:grpSp>
      <p:grpSp>
        <p:nvGrpSpPr>
          <p:cNvPr id="16" name="íş1íḍê">
            <a:extLst>
              <a:ext uri="{FF2B5EF4-FFF2-40B4-BE49-F238E27FC236}">
                <a16:creationId xmlns:a16="http://schemas.microsoft.com/office/drawing/2014/main" xmlns="" id="{AF197564-2384-454E-940A-C0458293D22C}"/>
              </a:ext>
            </a:extLst>
          </p:cNvPr>
          <p:cNvGrpSpPr/>
          <p:nvPr/>
        </p:nvGrpSpPr>
        <p:grpSpPr>
          <a:xfrm>
            <a:off x="5364725" y="4610101"/>
            <a:ext cx="2486025" cy="1266825"/>
            <a:chOff x="5328047" y="4400551"/>
            <a:chExt cx="2486025" cy="1266825"/>
          </a:xfrm>
          <a:solidFill>
            <a:srgbClr val="1257F1"/>
          </a:solidFill>
        </p:grpSpPr>
        <p:sp>
          <p:nvSpPr>
            <p:cNvPr id="17" name="ïṩľïḍe">
              <a:extLst>
                <a:ext uri="{FF2B5EF4-FFF2-40B4-BE49-F238E27FC236}">
                  <a16:creationId xmlns:a16="http://schemas.microsoft.com/office/drawing/2014/main" xmlns="" id="{46D7051A-5A2C-4349-A70C-387E2FCEB98A}"/>
                </a:ext>
              </a:extLst>
            </p:cNvPr>
            <p:cNvSpPr/>
            <p:nvPr/>
          </p:nvSpPr>
          <p:spPr>
            <a:xfrm>
              <a:off x="5328047" y="4400551"/>
              <a:ext cx="2486025" cy="1266825"/>
            </a:xfrm>
            <a:prstGeom prst="parallelogram">
              <a:avLst>
                <a:gd name="adj" fmla="val 34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grpSp>
          <p:nvGrpSpPr>
            <p:cNvPr id="18" name="isļiḓé">
              <a:extLst>
                <a:ext uri="{FF2B5EF4-FFF2-40B4-BE49-F238E27FC236}">
                  <a16:creationId xmlns:a16="http://schemas.microsoft.com/office/drawing/2014/main" xmlns="" id="{14DE8027-A359-4C96-98CC-20AB453E2507}"/>
                </a:ext>
              </a:extLst>
            </p:cNvPr>
            <p:cNvGrpSpPr/>
            <p:nvPr/>
          </p:nvGrpSpPr>
          <p:grpSpPr>
            <a:xfrm>
              <a:off x="5728760" y="4558131"/>
              <a:ext cx="1684599" cy="951664"/>
              <a:chOff x="6278300" y="1991000"/>
              <a:chExt cx="1684599" cy="951664"/>
            </a:xfrm>
            <a:grpFill/>
          </p:grpSpPr>
          <p:sp>
            <p:nvSpPr>
              <p:cNvPr id="19" name="îşḷïḓê">
                <a:extLst>
                  <a:ext uri="{FF2B5EF4-FFF2-40B4-BE49-F238E27FC236}">
                    <a16:creationId xmlns:a16="http://schemas.microsoft.com/office/drawing/2014/main" xmlns="" id="{79C9A208-38DD-4CE3-A764-B1891E685558}"/>
                  </a:ext>
                </a:extLst>
              </p:cNvPr>
              <p:cNvSpPr/>
              <p:nvPr/>
            </p:nvSpPr>
            <p:spPr bwMode="auto">
              <a:xfrm>
                <a:off x="6278300" y="2432805"/>
                <a:ext cx="1684599" cy="5098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dirty="0">
                    <a:solidFill>
                      <a:schemeClr val="bg1"/>
                    </a:solidFill>
                    <a:latin typeface="微软雅黑" panose="020B0503020204020204" pitchFamily="34" charset="-122"/>
                    <a:ea typeface="微软雅黑" panose="020B0503020204020204" pitchFamily="34" charset="-122"/>
                  </a:rPr>
                  <a:t>培训课程</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0" name="íS1íḓè">
                <a:extLst>
                  <a:ext uri="{FF2B5EF4-FFF2-40B4-BE49-F238E27FC236}">
                    <a16:creationId xmlns:a16="http://schemas.microsoft.com/office/drawing/2014/main" xmlns="" id="{6F63FB2F-E342-46B9-B600-971B1DFC5D81}"/>
                  </a:ext>
                </a:extLst>
              </p:cNvPr>
              <p:cNvSpPr txBox="1"/>
              <p:nvPr/>
            </p:nvSpPr>
            <p:spPr bwMode="auto">
              <a:xfrm>
                <a:off x="6278300" y="1991000"/>
                <a:ext cx="1684599" cy="44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dirty="0">
                    <a:solidFill>
                      <a:schemeClr val="bg1"/>
                    </a:solidFill>
                    <a:latin typeface="微软雅黑" panose="020B0503020204020204" pitchFamily="34" charset="-122"/>
                    <a:ea typeface="微软雅黑" panose="020B0503020204020204" pitchFamily="34" charset="-122"/>
                  </a:rPr>
                  <a:t>90%</a:t>
                </a:r>
              </a:p>
            </p:txBody>
          </p:sp>
        </p:grpSp>
      </p:grpSp>
      <p:grpSp>
        <p:nvGrpSpPr>
          <p:cNvPr id="21" name="íSlíďè">
            <a:extLst>
              <a:ext uri="{FF2B5EF4-FFF2-40B4-BE49-F238E27FC236}">
                <a16:creationId xmlns:a16="http://schemas.microsoft.com/office/drawing/2014/main" xmlns="" id="{29C31F4C-7EFE-4A58-B90B-BBFAA35EAA3A}"/>
              </a:ext>
            </a:extLst>
          </p:cNvPr>
          <p:cNvGrpSpPr/>
          <p:nvPr/>
        </p:nvGrpSpPr>
        <p:grpSpPr>
          <a:xfrm>
            <a:off x="4443181" y="1819274"/>
            <a:ext cx="2486025" cy="1266825"/>
            <a:chOff x="4406503" y="1609724"/>
            <a:chExt cx="2486025" cy="1266825"/>
          </a:xfrm>
          <a:solidFill>
            <a:srgbClr val="8EBAE2"/>
          </a:solidFill>
        </p:grpSpPr>
        <p:sp>
          <p:nvSpPr>
            <p:cNvPr id="22" name="iŝľîḑè">
              <a:extLst>
                <a:ext uri="{FF2B5EF4-FFF2-40B4-BE49-F238E27FC236}">
                  <a16:creationId xmlns:a16="http://schemas.microsoft.com/office/drawing/2014/main" xmlns="" id="{6E895DD0-ED9F-43D9-9C42-22BDB7849F06}"/>
                </a:ext>
              </a:extLst>
            </p:cNvPr>
            <p:cNvSpPr/>
            <p:nvPr/>
          </p:nvSpPr>
          <p:spPr>
            <a:xfrm>
              <a:off x="4406503" y="1609724"/>
              <a:ext cx="2486025" cy="1266825"/>
            </a:xfrm>
            <a:prstGeom prst="parallelogram">
              <a:avLst>
                <a:gd name="adj" fmla="val 34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grpSp>
          <p:nvGrpSpPr>
            <p:cNvPr id="23" name="íṩļiḑê">
              <a:extLst>
                <a:ext uri="{FF2B5EF4-FFF2-40B4-BE49-F238E27FC236}">
                  <a16:creationId xmlns:a16="http://schemas.microsoft.com/office/drawing/2014/main" xmlns="" id="{064E31F6-E39C-4240-ADAB-20F7119ADDF6}"/>
                </a:ext>
              </a:extLst>
            </p:cNvPr>
            <p:cNvGrpSpPr/>
            <p:nvPr/>
          </p:nvGrpSpPr>
          <p:grpSpPr>
            <a:xfrm>
              <a:off x="4807216" y="1767304"/>
              <a:ext cx="1684599" cy="951664"/>
              <a:chOff x="6278300" y="1991000"/>
              <a:chExt cx="1684599" cy="951664"/>
            </a:xfrm>
            <a:grpFill/>
          </p:grpSpPr>
          <p:sp>
            <p:nvSpPr>
              <p:cNvPr id="24" name="îşlîḑê">
                <a:extLst>
                  <a:ext uri="{FF2B5EF4-FFF2-40B4-BE49-F238E27FC236}">
                    <a16:creationId xmlns:a16="http://schemas.microsoft.com/office/drawing/2014/main" xmlns="" id="{E9CD8541-1486-436A-B2F2-D3B1C6E21EE4}"/>
                  </a:ext>
                </a:extLst>
              </p:cNvPr>
              <p:cNvSpPr/>
              <p:nvPr/>
            </p:nvSpPr>
            <p:spPr bwMode="auto">
              <a:xfrm>
                <a:off x="6278300" y="2432805"/>
                <a:ext cx="1684599" cy="5098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dirty="0">
                    <a:solidFill>
                      <a:schemeClr val="bg1"/>
                    </a:solidFill>
                    <a:latin typeface="微软雅黑" panose="020B0503020204020204" pitchFamily="34" charset="-122"/>
                    <a:ea typeface="微软雅黑" panose="020B0503020204020204" pitchFamily="34" charset="-122"/>
                  </a:rPr>
                  <a:t>培训课程</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5" name="í$ľïḑe">
                <a:extLst>
                  <a:ext uri="{FF2B5EF4-FFF2-40B4-BE49-F238E27FC236}">
                    <a16:creationId xmlns:a16="http://schemas.microsoft.com/office/drawing/2014/main" xmlns="" id="{36A633EF-344D-49C1-B536-2488947C4EC4}"/>
                  </a:ext>
                </a:extLst>
              </p:cNvPr>
              <p:cNvSpPr txBox="1"/>
              <p:nvPr/>
            </p:nvSpPr>
            <p:spPr bwMode="auto">
              <a:xfrm>
                <a:off x="6278300" y="1991000"/>
                <a:ext cx="1684599" cy="44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dirty="0">
                    <a:solidFill>
                      <a:schemeClr val="bg1"/>
                    </a:solidFill>
                    <a:latin typeface="微软雅黑" panose="020B0503020204020204" pitchFamily="34" charset="-122"/>
                    <a:ea typeface="微软雅黑" panose="020B0503020204020204" pitchFamily="34" charset="-122"/>
                  </a:rPr>
                  <a:t>68%</a:t>
                </a:r>
              </a:p>
            </p:txBody>
          </p:sp>
        </p:grpSp>
      </p:grpSp>
      <p:grpSp>
        <p:nvGrpSpPr>
          <p:cNvPr id="26" name="i$ḷiḋe">
            <a:extLst>
              <a:ext uri="{FF2B5EF4-FFF2-40B4-BE49-F238E27FC236}">
                <a16:creationId xmlns:a16="http://schemas.microsoft.com/office/drawing/2014/main" xmlns="" id="{D389D82E-E597-48D2-802B-32DFE76837F2}"/>
              </a:ext>
            </a:extLst>
          </p:cNvPr>
          <p:cNvGrpSpPr/>
          <p:nvPr/>
        </p:nvGrpSpPr>
        <p:grpSpPr>
          <a:xfrm>
            <a:off x="3852631" y="3679824"/>
            <a:ext cx="2486025" cy="1266825"/>
            <a:chOff x="3815953" y="3470274"/>
            <a:chExt cx="2486025" cy="1266825"/>
          </a:xfrm>
          <a:solidFill>
            <a:srgbClr val="8EBAE2"/>
          </a:solidFill>
        </p:grpSpPr>
        <p:sp>
          <p:nvSpPr>
            <p:cNvPr id="27" name="îsḷïḋe">
              <a:extLst>
                <a:ext uri="{FF2B5EF4-FFF2-40B4-BE49-F238E27FC236}">
                  <a16:creationId xmlns:a16="http://schemas.microsoft.com/office/drawing/2014/main" xmlns="" id="{4694196A-C1C5-4B8C-BB54-788718D5611B}"/>
                </a:ext>
              </a:extLst>
            </p:cNvPr>
            <p:cNvSpPr/>
            <p:nvPr/>
          </p:nvSpPr>
          <p:spPr>
            <a:xfrm>
              <a:off x="3815953" y="3470274"/>
              <a:ext cx="2486025" cy="1266825"/>
            </a:xfrm>
            <a:prstGeom prst="parallelogram">
              <a:avLst>
                <a:gd name="adj" fmla="val 34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微软雅黑" panose="020B0503020204020204" pitchFamily="34" charset="-122"/>
                <a:ea typeface="微软雅黑" panose="020B0503020204020204" pitchFamily="34" charset="-122"/>
              </a:endParaRPr>
            </a:p>
          </p:txBody>
        </p:sp>
        <p:grpSp>
          <p:nvGrpSpPr>
            <p:cNvPr id="28" name="îšľîḑe">
              <a:extLst>
                <a:ext uri="{FF2B5EF4-FFF2-40B4-BE49-F238E27FC236}">
                  <a16:creationId xmlns:a16="http://schemas.microsoft.com/office/drawing/2014/main" xmlns="" id="{2DA6E699-8B5F-4691-A419-B28A90F7E47A}"/>
                </a:ext>
              </a:extLst>
            </p:cNvPr>
            <p:cNvGrpSpPr/>
            <p:nvPr/>
          </p:nvGrpSpPr>
          <p:grpSpPr>
            <a:xfrm>
              <a:off x="4216666" y="3627854"/>
              <a:ext cx="1684599" cy="951664"/>
              <a:chOff x="6278300" y="1991000"/>
              <a:chExt cx="1684599" cy="951664"/>
            </a:xfrm>
            <a:grpFill/>
          </p:grpSpPr>
          <p:sp>
            <p:nvSpPr>
              <p:cNvPr id="29" name="íśļiḓe">
                <a:extLst>
                  <a:ext uri="{FF2B5EF4-FFF2-40B4-BE49-F238E27FC236}">
                    <a16:creationId xmlns:a16="http://schemas.microsoft.com/office/drawing/2014/main" xmlns="" id="{E7216AED-AA25-45DB-BED0-581611DFB2A6}"/>
                  </a:ext>
                </a:extLst>
              </p:cNvPr>
              <p:cNvSpPr/>
              <p:nvPr/>
            </p:nvSpPr>
            <p:spPr bwMode="auto">
              <a:xfrm>
                <a:off x="6278300" y="2432805"/>
                <a:ext cx="1684599" cy="50985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dirty="0">
                    <a:solidFill>
                      <a:schemeClr val="bg1"/>
                    </a:solidFill>
                    <a:latin typeface="微软雅黑" panose="020B0503020204020204" pitchFamily="34" charset="-122"/>
                    <a:ea typeface="微软雅黑" panose="020B0503020204020204" pitchFamily="34" charset="-122"/>
                  </a:rPr>
                  <a:t>培训课程</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30" name="íslîḓe">
                <a:extLst>
                  <a:ext uri="{FF2B5EF4-FFF2-40B4-BE49-F238E27FC236}">
                    <a16:creationId xmlns:a16="http://schemas.microsoft.com/office/drawing/2014/main" xmlns="" id="{989D4EFF-F9BE-4C5F-B64A-52810B85D0CE}"/>
                  </a:ext>
                </a:extLst>
              </p:cNvPr>
              <p:cNvSpPr txBox="1"/>
              <p:nvPr/>
            </p:nvSpPr>
            <p:spPr bwMode="auto">
              <a:xfrm>
                <a:off x="6278300" y="1991000"/>
                <a:ext cx="1684599" cy="44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dirty="0">
                    <a:solidFill>
                      <a:schemeClr val="bg1"/>
                    </a:solidFill>
                    <a:latin typeface="微软雅黑" panose="020B0503020204020204" pitchFamily="34" charset="-122"/>
                    <a:ea typeface="微软雅黑" panose="020B0503020204020204" pitchFamily="34" charset="-122"/>
                  </a:rPr>
                  <a:t>70%</a:t>
                </a:r>
              </a:p>
            </p:txBody>
          </p:sp>
        </p:grpSp>
      </p:grpSp>
      <p:grpSp>
        <p:nvGrpSpPr>
          <p:cNvPr id="31" name="组合 30">
            <a:extLst>
              <a:ext uri="{FF2B5EF4-FFF2-40B4-BE49-F238E27FC236}">
                <a16:creationId xmlns:a16="http://schemas.microsoft.com/office/drawing/2014/main" xmlns="" id="{EB59C58A-15D6-4332-99B6-092E0CB085C4}"/>
              </a:ext>
            </a:extLst>
          </p:cNvPr>
          <p:cNvGrpSpPr/>
          <p:nvPr/>
        </p:nvGrpSpPr>
        <p:grpSpPr>
          <a:xfrm>
            <a:off x="8419965" y="4150009"/>
            <a:ext cx="2716290" cy="326457"/>
            <a:chOff x="8383288" y="3940459"/>
            <a:chExt cx="2716290" cy="326457"/>
          </a:xfrm>
        </p:grpSpPr>
        <p:cxnSp>
          <p:nvCxnSpPr>
            <p:cNvPr id="32" name="直接连接符 31">
              <a:extLst>
                <a:ext uri="{FF2B5EF4-FFF2-40B4-BE49-F238E27FC236}">
                  <a16:creationId xmlns:a16="http://schemas.microsoft.com/office/drawing/2014/main" xmlns="" id="{B3F437BA-3552-4B2F-8BEF-914B9D7BECA9}"/>
                </a:ext>
              </a:extLst>
            </p:cNvPr>
            <p:cNvCxnSpPr/>
            <p:nvPr/>
          </p:nvCxnSpPr>
          <p:spPr>
            <a:xfrm>
              <a:off x="8534234" y="4103686"/>
              <a:ext cx="2565344"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îśḻïḋè">
              <a:extLst>
                <a:ext uri="{FF2B5EF4-FFF2-40B4-BE49-F238E27FC236}">
                  <a16:creationId xmlns:a16="http://schemas.microsoft.com/office/drawing/2014/main" xmlns="" id="{8B58AEF4-B8A0-4F1B-863B-7D4541EAFFAA}"/>
                </a:ext>
              </a:extLst>
            </p:cNvPr>
            <p:cNvSpPr/>
            <p:nvPr/>
          </p:nvSpPr>
          <p:spPr>
            <a:xfrm>
              <a:off x="8383288" y="3940459"/>
              <a:ext cx="301892" cy="326457"/>
            </a:xfrm>
            <a:prstGeom prst="chevr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92500" lnSpcReduction="10000"/>
            </a:bodyP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grpSp>
        <p:nvGrpSpPr>
          <p:cNvPr id="34" name="组合 33">
            <a:extLst>
              <a:ext uri="{FF2B5EF4-FFF2-40B4-BE49-F238E27FC236}">
                <a16:creationId xmlns:a16="http://schemas.microsoft.com/office/drawing/2014/main" xmlns="" id="{DA5EC293-278D-443D-BC37-9506AAD6E802}"/>
              </a:ext>
            </a:extLst>
          </p:cNvPr>
          <p:cNvGrpSpPr/>
          <p:nvPr/>
        </p:nvGrpSpPr>
        <p:grpSpPr>
          <a:xfrm>
            <a:off x="1111706" y="3219733"/>
            <a:ext cx="2733683" cy="326457"/>
            <a:chOff x="1075029" y="3010183"/>
            <a:chExt cx="2733683" cy="326457"/>
          </a:xfrm>
        </p:grpSpPr>
        <p:cxnSp>
          <p:nvCxnSpPr>
            <p:cNvPr id="35" name="直接连接符 34">
              <a:extLst>
                <a:ext uri="{FF2B5EF4-FFF2-40B4-BE49-F238E27FC236}">
                  <a16:creationId xmlns:a16="http://schemas.microsoft.com/office/drawing/2014/main" xmlns="" id="{5D1629DB-2838-4DAC-BF9F-30C18063F219}"/>
                </a:ext>
              </a:extLst>
            </p:cNvPr>
            <p:cNvCxnSpPr/>
            <p:nvPr/>
          </p:nvCxnSpPr>
          <p:spPr>
            <a:xfrm>
              <a:off x="1075029" y="3138665"/>
              <a:ext cx="2565344"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ïSlïḋé">
              <a:extLst>
                <a:ext uri="{FF2B5EF4-FFF2-40B4-BE49-F238E27FC236}">
                  <a16:creationId xmlns:a16="http://schemas.microsoft.com/office/drawing/2014/main" xmlns="" id="{D3F12547-9C76-4AD8-907C-86008C67C55F}"/>
                </a:ext>
              </a:extLst>
            </p:cNvPr>
            <p:cNvSpPr/>
            <p:nvPr/>
          </p:nvSpPr>
          <p:spPr>
            <a:xfrm flipH="1">
              <a:off x="3506820" y="3010183"/>
              <a:ext cx="301892" cy="32645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92500" lnSpcReduction="10000"/>
            </a:bodyP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37" name="îśļíḋè">
            <a:extLst>
              <a:ext uri="{FF2B5EF4-FFF2-40B4-BE49-F238E27FC236}">
                <a16:creationId xmlns:a16="http://schemas.microsoft.com/office/drawing/2014/main" xmlns="" id="{893CB1E2-AD4A-433A-9E21-0F1ED56D9A4D}"/>
              </a:ext>
            </a:extLst>
          </p:cNvPr>
          <p:cNvSpPr txBox="1"/>
          <p:nvPr/>
        </p:nvSpPr>
        <p:spPr>
          <a:xfrm flipH="1">
            <a:off x="1084578" y="2130650"/>
            <a:ext cx="2650597" cy="599240"/>
          </a:xfrm>
          <a:prstGeom prst="rect">
            <a:avLst/>
          </a:prstGeom>
          <a:noFill/>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500" spc="150" dirty="0">
                <a:solidFill>
                  <a:schemeClr val="bg2">
                    <a:lumMod val="10000"/>
                  </a:schemeClr>
                </a:solidFill>
                <a:latin typeface="微软雅黑" panose="020B0503020204020204" pitchFamily="34" charset="-122"/>
                <a:ea typeface="微软雅黑" panose="020B0503020204020204" pitchFamily="34" charset="-122"/>
              </a:rPr>
              <a:t>此处添加详细文本描述，建议与标题相关并符合整体语言风格。</a:t>
            </a:r>
            <a:endParaRPr lang="en-US" altLang="zh-CN" sz="1500" spc="15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8" name="îśļíḋè">
            <a:extLst>
              <a:ext uri="{FF2B5EF4-FFF2-40B4-BE49-F238E27FC236}">
                <a16:creationId xmlns:a16="http://schemas.microsoft.com/office/drawing/2014/main" xmlns="" id="{4F764AE6-F4E3-4071-995B-C0DCECAE3305}"/>
              </a:ext>
            </a:extLst>
          </p:cNvPr>
          <p:cNvSpPr txBox="1"/>
          <p:nvPr/>
        </p:nvSpPr>
        <p:spPr>
          <a:xfrm flipH="1">
            <a:off x="8873783" y="3114714"/>
            <a:ext cx="2650597" cy="599240"/>
          </a:xfrm>
          <a:prstGeom prst="rect">
            <a:avLst/>
          </a:prstGeom>
          <a:noFill/>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500" spc="150" dirty="0">
                <a:solidFill>
                  <a:schemeClr val="bg2">
                    <a:lumMod val="10000"/>
                  </a:schemeClr>
                </a:solidFill>
                <a:latin typeface="微软雅黑" panose="020B0503020204020204" pitchFamily="34" charset="-122"/>
                <a:ea typeface="微软雅黑" panose="020B0503020204020204" pitchFamily="34" charset="-122"/>
              </a:rPr>
              <a:t>此处添加详细文本描述，建议与标题相关并符合整体语言风格。</a:t>
            </a:r>
            <a:endParaRPr lang="en-US" altLang="zh-CN" sz="1500" spc="15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9" name="îśļíḋè">
            <a:extLst>
              <a:ext uri="{FF2B5EF4-FFF2-40B4-BE49-F238E27FC236}">
                <a16:creationId xmlns:a16="http://schemas.microsoft.com/office/drawing/2014/main" xmlns="" id="{98E8EB5E-755A-452F-BFD7-9C1E1E763B0C}"/>
              </a:ext>
            </a:extLst>
          </p:cNvPr>
          <p:cNvSpPr txBox="1"/>
          <p:nvPr/>
        </p:nvSpPr>
        <p:spPr>
          <a:xfrm flipH="1">
            <a:off x="1047056" y="4126369"/>
            <a:ext cx="2650597" cy="599240"/>
          </a:xfrm>
          <a:prstGeom prst="rect">
            <a:avLst/>
          </a:prstGeom>
          <a:noFill/>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500" spc="150" dirty="0">
                <a:solidFill>
                  <a:schemeClr val="bg2">
                    <a:lumMod val="10000"/>
                  </a:schemeClr>
                </a:solidFill>
                <a:latin typeface="微软雅黑" panose="020B0503020204020204" pitchFamily="34" charset="-122"/>
                <a:ea typeface="微软雅黑" panose="020B0503020204020204" pitchFamily="34" charset="-122"/>
              </a:rPr>
              <a:t>此处添加详细文本描述，建议与标题相关并符合整体语言风格。</a:t>
            </a:r>
            <a:endParaRPr lang="en-US" altLang="zh-CN" sz="1500" spc="15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40" name="îśļíḋè">
            <a:extLst>
              <a:ext uri="{FF2B5EF4-FFF2-40B4-BE49-F238E27FC236}">
                <a16:creationId xmlns:a16="http://schemas.microsoft.com/office/drawing/2014/main" xmlns="" id="{226A17DB-DC89-45B1-8A0F-1067E2A7F224}"/>
              </a:ext>
            </a:extLst>
          </p:cNvPr>
          <p:cNvSpPr txBox="1"/>
          <p:nvPr/>
        </p:nvSpPr>
        <p:spPr>
          <a:xfrm flipH="1">
            <a:off x="8873783" y="4988583"/>
            <a:ext cx="2650597" cy="599240"/>
          </a:xfrm>
          <a:prstGeom prst="rect">
            <a:avLst/>
          </a:prstGeom>
          <a:noFill/>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500" spc="150" dirty="0">
                <a:solidFill>
                  <a:schemeClr val="bg2">
                    <a:lumMod val="10000"/>
                  </a:schemeClr>
                </a:solidFill>
                <a:latin typeface="微软雅黑" panose="020B0503020204020204" pitchFamily="34" charset="-122"/>
                <a:ea typeface="微软雅黑" panose="020B0503020204020204" pitchFamily="34" charset="-122"/>
              </a:rPr>
              <a:t>此处添加详细文本描述，建议与标题相关并符合整体语言风格。</a:t>
            </a:r>
            <a:endParaRPr lang="en-US" altLang="zh-CN" sz="1500" spc="150" dirty="0">
              <a:solidFill>
                <a:schemeClr val="bg2">
                  <a:lumMod val="1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02346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ageCurlDouble"/>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trips(upLeft)">
                                      <p:cBhvr>
                                        <p:cTn id="7" dur="500"/>
                                        <p:tgtEl>
                                          <p:spTgt spid="21"/>
                                        </p:tgtEl>
                                      </p:cBhvr>
                                    </p:animEffect>
                                  </p:childTnLst>
                                </p:cTn>
                              </p:par>
                              <p:par>
                                <p:cTn id="8" presetID="18" presetClass="entr" presetSubtype="3"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trips(upRight)">
                                      <p:cBhvr>
                                        <p:cTn id="10" dur="500"/>
                                        <p:tgtEl>
                                          <p:spTgt spid="8"/>
                                        </p:tgtEl>
                                      </p:cBhvr>
                                    </p:animEffect>
                                  </p:childTnLst>
                                </p:cTn>
                              </p:par>
                              <p:par>
                                <p:cTn id="11" presetID="18" presetClass="entr" presetSubtype="9"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strips(upLeft)">
                                      <p:cBhvr>
                                        <p:cTn id="13" dur="500"/>
                                        <p:tgtEl>
                                          <p:spTgt spid="26"/>
                                        </p:tgtEl>
                                      </p:cBhvr>
                                    </p:animEffect>
                                  </p:childTnLst>
                                </p:cTn>
                              </p:par>
                              <p:par>
                                <p:cTn id="14" presetID="18" presetClass="entr" presetSubtype="3"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strips(upRight)">
                                      <p:cBhvr>
                                        <p:cTn id="16" dur="500"/>
                                        <p:tgtEl>
                                          <p:spTgt spid="16"/>
                                        </p:tgtEl>
                                      </p:cBhvr>
                                    </p:animEffect>
                                  </p:childTnLst>
                                </p:cTn>
                              </p:par>
                            </p:childTnLst>
                          </p:cTn>
                        </p:par>
                        <p:par>
                          <p:cTn id="17" fill="hold">
                            <p:stCondLst>
                              <p:cond delay="500"/>
                            </p:stCondLst>
                            <p:childTnLst>
                              <p:par>
                                <p:cTn id="18" presetID="2" presetClass="entr" presetSubtype="2"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1+#ppt_w/2"/>
                                          </p:val>
                                        </p:tav>
                                        <p:tav tm="100000">
                                          <p:val>
                                            <p:strVal val="#ppt_x"/>
                                          </p:val>
                                        </p:tav>
                                      </p:tavLst>
                                    </p:anim>
                                    <p:anim calcmode="lin" valueType="num">
                                      <p:cBhvr additive="base">
                                        <p:cTn id="21" dur="500" fill="hold"/>
                                        <p:tgtEl>
                                          <p:spTgt spid="34"/>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0-#ppt_w/2"/>
                                          </p:val>
                                        </p:tav>
                                        <p:tav tm="100000">
                                          <p:val>
                                            <p:strVal val="#ppt_x"/>
                                          </p:val>
                                        </p:tav>
                                      </p:tavLst>
                                    </p:anim>
                                    <p:anim calcmode="lin" valueType="num">
                                      <p:cBhvr additive="base">
                                        <p:cTn id="25" dur="500" fill="hold"/>
                                        <p:tgtEl>
                                          <p:spTgt spid="31"/>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53" presetClass="entr" presetSubtype="16"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p:cTn id="29" dur="500" fill="hold"/>
                                        <p:tgtEl>
                                          <p:spTgt spid="37"/>
                                        </p:tgtEl>
                                        <p:attrNameLst>
                                          <p:attrName>ppt_w</p:attrName>
                                        </p:attrNameLst>
                                      </p:cBhvr>
                                      <p:tavLst>
                                        <p:tav tm="0">
                                          <p:val>
                                            <p:fltVal val="0"/>
                                          </p:val>
                                        </p:tav>
                                        <p:tav tm="100000">
                                          <p:val>
                                            <p:strVal val="#ppt_w"/>
                                          </p:val>
                                        </p:tav>
                                      </p:tavLst>
                                    </p:anim>
                                    <p:anim calcmode="lin" valueType="num">
                                      <p:cBhvr>
                                        <p:cTn id="30" dur="500" fill="hold"/>
                                        <p:tgtEl>
                                          <p:spTgt spid="37"/>
                                        </p:tgtEl>
                                        <p:attrNameLst>
                                          <p:attrName>ppt_h</p:attrName>
                                        </p:attrNameLst>
                                      </p:cBhvr>
                                      <p:tavLst>
                                        <p:tav tm="0">
                                          <p:val>
                                            <p:fltVal val="0"/>
                                          </p:val>
                                        </p:tav>
                                        <p:tav tm="100000">
                                          <p:val>
                                            <p:strVal val="#ppt_h"/>
                                          </p:val>
                                        </p:tav>
                                      </p:tavLst>
                                    </p:anim>
                                    <p:animEffect transition="in" filter="fade">
                                      <p:cBhvr>
                                        <p:cTn id="31" dur="500"/>
                                        <p:tgtEl>
                                          <p:spTgt spid="37"/>
                                        </p:tgtEl>
                                      </p:cBhvr>
                                    </p:animEffect>
                                  </p:childTnLst>
                                </p:cTn>
                              </p:par>
                            </p:childTnLst>
                          </p:cTn>
                        </p:par>
                        <p:par>
                          <p:cTn id="32" fill="hold">
                            <p:stCondLst>
                              <p:cond delay="1500"/>
                            </p:stCondLst>
                            <p:childTnLst>
                              <p:par>
                                <p:cTn id="33" presetID="53" presetClass="entr" presetSubtype="16" fill="hold" grpId="0" nodeType="after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p:cTn id="35" dur="500" fill="hold"/>
                                        <p:tgtEl>
                                          <p:spTgt spid="38"/>
                                        </p:tgtEl>
                                        <p:attrNameLst>
                                          <p:attrName>ppt_w</p:attrName>
                                        </p:attrNameLst>
                                      </p:cBhvr>
                                      <p:tavLst>
                                        <p:tav tm="0">
                                          <p:val>
                                            <p:fltVal val="0"/>
                                          </p:val>
                                        </p:tav>
                                        <p:tav tm="100000">
                                          <p:val>
                                            <p:strVal val="#ppt_w"/>
                                          </p:val>
                                        </p:tav>
                                      </p:tavLst>
                                    </p:anim>
                                    <p:anim calcmode="lin" valueType="num">
                                      <p:cBhvr>
                                        <p:cTn id="36" dur="500" fill="hold"/>
                                        <p:tgtEl>
                                          <p:spTgt spid="38"/>
                                        </p:tgtEl>
                                        <p:attrNameLst>
                                          <p:attrName>ppt_h</p:attrName>
                                        </p:attrNameLst>
                                      </p:cBhvr>
                                      <p:tavLst>
                                        <p:tav tm="0">
                                          <p:val>
                                            <p:fltVal val="0"/>
                                          </p:val>
                                        </p:tav>
                                        <p:tav tm="100000">
                                          <p:val>
                                            <p:strVal val="#ppt_h"/>
                                          </p:val>
                                        </p:tav>
                                      </p:tavLst>
                                    </p:anim>
                                    <p:animEffect transition="in" filter="fade">
                                      <p:cBhvr>
                                        <p:cTn id="37" dur="500"/>
                                        <p:tgtEl>
                                          <p:spTgt spid="38"/>
                                        </p:tgtEl>
                                      </p:cBhvr>
                                    </p:animEffect>
                                  </p:childTnLst>
                                </p:cTn>
                              </p:par>
                            </p:childTnLst>
                          </p:cTn>
                        </p:par>
                        <p:par>
                          <p:cTn id="38" fill="hold">
                            <p:stCondLst>
                              <p:cond delay="2000"/>
                            </p:stCondLst>
                            <p:childTnLst>
                              <p:par>
                                <p:cTn id="39" presetID="53" presetClass="entr" presetSubtype="16" fill="hold" grpId="0" nodeType="afterEffect">
                                  <p:stCondLst>
                                    <p:cond delay="0"/>
                                  </p:stCondLst>
                                  <p:childTnLst>
                                    <p:set>
                                      <p:cBhvr>
                                        <p:cTn id="40" dur="1" fill="hold">
                                          <p:stCondLst>
                                            <p:cond delay="0"/>
                                          </p:stCondLst>
                                        </p:cTn>
                                        <p:tgtEl>
                                          <p:spTgt spid="39"/>
                                        </p:tgtEl>
                                        <p:attrNameLst>
                                          <p:attrName>style.visibility</p:attrName>
                                        </p:attrNameLst>
                                      </p:cBhvr>
                                      <p:to>
                                        <p:strVal val="visible"/>
                                      </p:to>
                                    </p:set>
                                    <p:anim calcmode="lin" valueType="num">
                                      <p:cBhvr>
                                        <p:cTn id="41" dur="500" fill="hold"/>
                                        <p:tgtEl>
                                          <p:spTgt spid="39"/>
                                        </p:tgtEl>
                                        <p:attrNameLst>
                                          <p:attrName>ppt_w</p:attrName>
                                        </p:attrNameLst>
                                      </p:cBhvr>
                                      <p:tavLst>
                                        <p:tav tm="0">
                                          <p:val>
                                            <p:fltVal val="0"/>
                                          </p:val>
                                        </p:tav>
                                        <p:tav tm="100000">
                                          <p:val>
                                            <p:strVal val="#ppt_w"/>
                                          </p:val>
                                        </p:tav>
                                      </p:tavLst>
                                    </p:anim>
                                    <p:anim calcmode="lin" valueType="num">
                                      <p:cBhvr>
                                        <p:cTn id="42" dur="500" fill="hold"/>
                                        <p:tgtEl>
                                          <p:spTgt spid="39"/>
                                        </p:tgtEl>
                                        <p:attrNameLst>
                                          <p:attrName>ppt_h</p:attrName>
                                        </p:attrNameLst>
                                      </p:cBhvr>
                                      <p:tavLst>
                                        <p:tav tm="0">
                                          <p:val>
                                            <p:fltVal val="0"/>
                                          </p:val>
                                        </p:tav>
                                        <p:tav tm="100000">
                                          <p:val>
                                            <p:strVal val="#ppt_h"/>
                                          </p:val>
                                        </p:tav>
                                      </p:tavLst>
                                    </p:anim>
                                    <p:animEffect transition="in" filter="fade">
                                      <p:cBhvr>
                                        <p:cTn id="43" dur="500"/>
                                        <p:tgtEl>
                                          <p:spTgt spid="39"/>
                                        </p:tgtEl>
                                      </p:cBhvr>
                                    </p:animEffect>
                                  </p:childTnLst>
                                </p:cTn>
                              </p:par>
                            </p:childTnLst>
                          </p:cTn>
                        </p:par>
                        <p:par>
                          <p:cTn id="44" fill="hold">
                            <p:stCondLst>
                              <p:cond delay="2500"/>
                            </p:stCondLst>
                            <p:childTnLst>
                              <p:par>
                                <p:cTn id="45" presetID="53" presetClass="entr" presetSubtype="16"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p:cTn id="47" dur="500" fill="hold"/>
                                        <p:tgtEl>
                                          <p:spTgt spid="40"/>
                                        </p:tgtEl>
                                        <p:attrNameLst>
                                          <p:attrName>ppt_w</p:attrName>
                                        </p:attrNameLst>
                                      </p:cBhvr>
                                      <p:tavLst>
                                        <p:tav tm="0">
                                          <p:val>
                                            <p:fltVal val="0"/>
                                          </p:val>
                                        </p:tav>
                                        <p:tav tm="100000">
                                          <p:val>
                                            <p:strVal val="#ppt_w"/>
                                          </p:val>
                                        </p:tav>
                                      </p:tavLst>
                                    </p:anim>
                                    <p:anim calcmode="lin" valueType="num">
                                      <p:cBhvr>
                                        <p:cTn id="48" dur="500" fill="hold"/>
                                        <p:tgtEl>
                                          <p:spTgt spid="40"/>
                                        </p:tgtEl>
                                        <p:attrNameLst>
                                          <p:attrName>ppt_h</p:attrName>
                                        </p:attrNameLst>
                                      </p:cBhvr>
                                      <p:tavLst>
                                        <p:tav tm="0">
                                          <p:val>
                                            <p:fltVal val="0"/>
                                          </p:val>
                                        </p:tav>
                                        <p:tav tm="100000">
                                          <p:val>
                                            <p:strVal val="#ppt_h"/>
                                          </p:val>
                                        </p:tav>
                                      </p:tavLst>
                                    </p:anim>
                                    <p:animEffect transition="in" filter="fade">
                                      <p:cBhvr>
                                        <p:cTn id="4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6486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部门活动情况</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01</a:t>
              </a:r>
            </a:p>
          </p:txBody>
        </p:sp>
      </p:grpSp>
      <p:grpSp>
        <p:nvGrpSpPr>
          <p:cNvPr id="43" name="组合 42">
            <a:extLst>
              <a:ext uri="{FF2B5EF4-FFF2-40B4-BE49-F238E27FC236}">
                <a16:creationId xmlns:a16="http://schemas.microsoft.com/office/drawing/2014/main" xmlns="" id="{05721ECD-5D32-45AE-AA45-B591907B7F57}"/>
              </a:ext>
            </a:extLst>
          </p:cNvPr>
          <p:cNvGrpSpPr/>
          <p:nvPr/>
        </p:nvGrpSpPr>
        <p:grpSpPr>
          <a:xfrm>
            <a:off x="3417929" y="3855431"/>
            <a:ext cx="2732404" cy="1602681"/>
            <a:chOff x="3417929" y="3855431"/>
            <a:chExt cx="2732404" cy="1602681"/>
          </a:xfrm>
        </p:grpSpPr>
        <p:sp>
          <p:nvSpPr>
            <p:cNvPr id="8" name="矩形 7">
              <a:extLst>
                <a:ext uri="{FF2B5EF4-FFF2-40B4-BE49-F238E27FC236}">
                  <a16:creationId xmlns:a16="http://schemas.microsoft.com/office/drawing/2014/main" xmlns="" id="{7556449D-D181-4CF3-A9EE-D5C2E27EF648}"/>
                </a:ext>
              </a:extLst>
            </p:cNvPr>
            <p:cNvSpPr/>
            <p:nvPr/>
          </p:nvSpPr>
          <p:spPr>
            <a:xfrm>
              <a:off x="3417929" y="4367814"/>
              <a:ext cx="2732404" cy="1090298"/>
            </a:xfrm>
            <a:prstGeom prst="rect">
              <a:avLst/>
            </a:prstGeom>
          </p:spPr>
          <p:txBody>
            <a:bodyPr wrap="square" lIns="91440" tIns="45720" rIns="91440" bIns="45720">
              <a:spAutoFit/>
            </a:bodyPr>
            <a:lstStyle/>
            <a:p>
              <a:pPr>
                <a:lnSpc>
                  <a:spcPct val="150000"/>
                </a:lnSpc>
              </a:pPr>
              <a:r>
                <a:rPr lang="zh-CN" altLang="en-US" sz="1500" spc="150" dirty="0">
                  <a:solidFill>
                    <a:schemeClr val="bg2">
                      <a:lumMod val="10000"/>
                    </a:schemeClr>
                  </a:solidFill>
                  <a:latin typeface="微软雅黑" panose="020B0503020204020204" charset="-122"/>
                  <a:ea typeface="微软雅黑" panose="020B0503020204020204" charset="-122"/>
                </a:rPr>
                <a:t>单击此处添加文本内容单击此处添加文本内容单击此处添加文本内容</a:t>
              </a:r>
            </a:p>
          </p:txBody>
        </p:sp>
        <p:grpSp>
          <p:nvGrpSpPr>
            <p:cNvPr id="15" name="组合 14">
              <a:extLst>
                <a:ext uri="{FF2B5EF4-FFF2-40B4-BE49-F238E27FC236}">
                  <a16:creationId xmlns:a16="http://schemas.microsoft.com/office/drawing/2014/main" xmlns="" id="{DA0F5AEE-9C7A-4A9A-A2FD-AB0F9ECB83ED}"/>
                </a:ext>
              </a:extLst>
            </p:cNvPr>
            <p:cNvGrpSpPr/>
            <p:nvPr/>
          </p:nvGrpSpPr>
          <p:grpSpPr>
            <a:xfrm>
              <a:off x="3462049" y="3855431"/>
              <a:ext cx="2496047" cy="379656"/>
              <a:chOff x="3391797" y="1823154"/>
              <a:chExt cx="2496046" cy="379656"/>
            </a:xfrm>
            <a:effectLst/>
          </p:grpSpPr>
          <p:sp>
            <p:nvSpPr>
              <p:cNvPr id="16" name="圆角矩形 30">
                <a:extLst>
                  <a:ext uri="{FF2B5EF4-FFF2-40B4-BE49-F238E27FC236}">
                    <a16:creationId xmlns:a16="http://schemas.microsoft.com/office/drawing/2014/main" xmlns="" id="{C66C132E-E370-4C5B-8FCB-0064D9145AE2}"/>
                  </a:ext>
                </a:extLst>
              </p:cNvPr>
              <p:cNvSpPr/>
              <p:nvPr/>
            </p:nvSpPr>
            <p:spPr>
              <a:xfrm>
                <a:off x="3391797" y="1844597"/>
                <a:ext cx="2496046" cy="326446"/>
              </a:xfrm>
              <a:prstGeom prst="roundRect">
                <a:avLst/>
              </a:prstGeom>
              <a:solidFill>
                <a:srgbClr val="8EBAE2"/>
              </a:solidFill>
              <a:ln w="28575" cap="flat">
                <a:noFill/>
                <a:prstDash val="solid"/>
                <a:miter lim="800000"/>
              </a:ln>
              <a:effectLst/>
            </p:spPr>
            <p:txBody>
              <a:bodyPr vert="horz" wrap="square" lIns="121920" tIns="60960" rIns="121920" bIns="60960" numCol="1" anchor="t" anchorCtr="0" compatLnSpc="1"/>
              <a:lstStyle/>
              <a:p>
                <a:endParaRPr lang="zh-CN" altLang="en-US" sz="2400">
                  <a:solidFill>
                    <a:prstClr val="black"/>
                  </a:solidFill>
                  <a:latin typeface="微软雅黑" panose="020B0503020204020204" charset="-122"/>
                  <a:ea typeface="微软雅黑" panose="020B0503020204020204" charset="-122"/>
                </a:endParaRPr>
              </a:p>
            </p:txBody>
          </p:sp>
          <p:sp>
            <p:nvSpPr>
              <p:cNvPr id="17" name="文本框 3">
                <a:extLst>
                  <a:ext uri="{FF2B5EF4-FFF2-40B4-BE49-F238E27FC236}">
                    <a16:creationId xmlns:a16="http://schemas.microsoft.com/office/drawing/2014/main" xmlns="" id="{BDA6D682-39B4-42F1-AB1E-92362DF9AC46}"/>
                  </a:ext>
                </a:extLst>
              </p:cNvPr>
              <p:cNvSpPr txBox="1">
                <a:spLocks noChangeArrowheads="1"/>
              </p:cNvSpPr>
              <p:nvPr/>
            </p:nvSpPr>
            <p:spPr bwMode="auto">
              <a:xfrm>
                <a:off x="4212031" y="1823154"/>
                <a:ext cx="901209" cy="379656"/>
              </a:xfrm>
              <a:prstGeom prst="rect">
                <a:avLst/>
              </a:prstGeom>
              <a:noFill/>
            </p:spPr>
            <p:txBody>
              <a:bodyPr wrap="none" rtlCol="0">
                <a:spAutoFit/>
              </a:bodyPr>
              <a:lstStyle>
                <a:defPPr>
                  <a:defRPr lang="zh-CN"/>
                </a:defPPr>
                <a:lvl1pPr>
                  <a:defRPr sz="3200">
                    <a:gradFill flip="none" rotWithShape="1">
                      <a:gsLst>
                        <a:gs pos="0">
                          <a:schemeClr val="accent2"/>
                        </a:gs>
                        <a:gs pos="34000">
                          <a:schemeClr val="accent1"/>
                        </a:gs>
                        <a:gs pos="68000">
                          <a:schemeClr val="accent3"/>
                        </a:gs>
                        <a:gs pos="100000">
                          <a:schemeClr val="accent4"/>
                        </a:gs>
                      </a:gsLst>
                      <a:lin ang="0" scaled="1"/>
                      <a:tileRect/>
                    </a:gradFill>
                  </a:defRPr>
                </a:lvl1pPr>
              </a:lstStyle>
              <a:p>
                <a:r>
                  <a:rPr lang="zh-CN" altLang="en-US" sz="1867" dirty="0">
                    <a:solidFill>
                      <a:schemeClr val="bg1"/>
                    </a:solidFill>
                    <a:latin typeface="微软雅黑" panose="020B0503020204020204" charset="-122"/>
                    <a:ea typeface="微软雅黑" panose="020B0503020204020204" charset="-122"/>
                  </a:rPr>
                  <a:t>家庭日</a:t>
                </a:r>
              </a:p>
            </p:txBody>
          </p:sp>
        </p:grpSp>
      </p:grpSp>
      <p:grpSp>
        <p:nvGrpSpPr>
          <p:cNvPr id="42" name="组合 41">
            <a:extLst>
              <a:ext uri="{FF2B5EF4-FFF2-40B4-BE49-F238E27FC236}">
                <a16:creationId xmlns:a16="http://schemas.microsoft.com/office/drawing/2014/main" xmlns="" id="{77E65382-292D-439F-AE59-11A1F5F7DFD9}"/>
              </a:ext>
            </a:extLst>
          </p:cNvPr>
          <p:cNvGrpSpPr/>
          <p:nvPr/>
        </p:nvGrpSpPr>
        <p:grpSpPr>
          <a:xfrm>
            <a:off x="703206" y="3855431"/>
            <a:ext cx="2732404" cy="1602681"/>
            <a:chOff x="703206" y="3855431"/>
            <a:chExt cx="2732404" cy="1602681"/>
          </a:xfrm>
        </p:grpSpPr>
        <p:sp>
          <p:nvSpPr>
            <p:cNvPr id="12" name="矩形 11">
              <a:extLst>
                <a:ext uri="{FF2B5EF4-FFF2-40B4-BE49-F238E27FC236}">
                  <a16:creationId xmlns:a16="http://schemas.microsoft.com/office/drawing/2014/main" xmlns="" id="{6FBD88C9-F592-4ADF-ADDF-F106FFDFF95B}"/>
                </a:ext>
              </a:extLst>
            </p:cNvPr>
            <p:cNvSpPr/>
            <p:nvPr/>
          </p:nvSpPr>
          <p:spPr>
            <a:xfrm>
              <a:off x="703206" y="4367814"/>
              <a:ext cx="2732404" cy="1090298"/>
            </a:xfrm>
            <a:prstGeom prst="rect">
              <a:avLst/>
            </a:prstGeom>
          </p:spPr>
          <p:txBody>
            <a:bodyPr wrap="square" lIns="91440" tIns="45720" rIns="91440" bIns="45720">
              <a:spAutoFit/>
            </a:bodyPr>
            <a:lstStyle/>
            <a:p>
              <a:pPr>
                <a:lnSpc>
                  <a:spcPct val="150000"/>
                </a:lnSpc>
              </a:pPr>
              <a:r>
                <a:rPr lang="zh-CN" altLang="en-US" sz="1500" spc="150" dirty="0">
                  <a:solidFill>
                    <a:schemeClr val="bg2">
                      <a:lumMod val="10000"/>
                    </a:schemeClr>
                  </a:solidFill>
                  <a:latin typeface="微软雅黑" panose="020B0503020204020204" charset="-122"/>
                  <a:ea typeface="微软雅黑" panose="020B0503020204020204" charset="-122"/>
                </a:rPr>
                <a:t>单击此处添加文本内容单击此处添加文本内容单击此处添加文本内容</a:t>
              </a:r>
            </a:p>
          </p:txBody>
        </p:sp>
        <p:grpSp>
          <p:nvGrpSpPr>
            <p:cNvPr id="18" name="组合 17">
              <a:extLst>
                <a:ext uri="{FF2B5EF4-FFF2-40B4-BE49-F238E27FC236}">
                  <a16:creationId xmlns:a16="http://schemas.microsoft.com/office/drawing/2014/main" xmlns="" id="{D7D04524-976E-4DFC-8918-77F6411E6017}"/>
                </a:ext>
              </a:extLst>
            </p:cNvPr>
            <p:cNvGrpSpPr/>
            <p:nvPr/>
          </p:nvGrpSpPr>
          <p:grpSpPr>
            <a:xfrm>
              <a:off x="725731" y="3855431"/>
              <a:ext cx="2497028" cy="379656"/>
              <a:chOff x="725731" y="3995131"/>
              <a:chExt cx="2497028" cy="379656"/>
            </a:xfrm>
          </p:grpSpPr>
          <p:sp>
            <p:nvSpPr>
              <p:cNvPr id="19" name="圆角矩形 36">
                <a:extLst>
                  <a:ext uri="{FF2B5EF4-FFF2-40B4-BE49-F238E27FC236}">
                    <a16:creationId xmlns:a16="http://schemas.microsoft.com/office/drawing/2014/main" xmlns="" id="{03B433EE-C7F4-4F87-B484-4BBFABEC6862}"/>
                  </a:ext>
                </a:extLst>
              </p:cNvPr>
              <p:cNvSpPr/>
              <p:nvPr/>
            </p:nvSpPr>
            <p:spPr>
              <a:xfrm flipH="1">
                <a:off x="725731" y="4016574"/>
                <a:ext cx="2497028" cy="326446"/>
              </a:xfrm>
              <a:prstGeom prst="roundRect">
                <a:avLst/>
              </a:prstGeom>
              <a:solidFill>
                <a:srgbClr val="1257F1"/>
              </a:solidFill>
              <a:ln w="28575" cap="flat">
                <a:noFill/>
                <a:prstDash val="solid"/>
                <a:miter lim="800000"/>
              </a:ln>
              <a:effectLst/>
            </p:spPr>
            <p:txBody>
              <a:bodyPr vert="horz" wrap="square" lIns="121920" tIns="60960" rIns="121920" bIns="60960" numCol="1" anchor="t" anchorCtr="0" compatLnSpc="1"/>
              <a:lstStyle/>
              <a:p>
                <a:endParaRPr lang="zh-CN" altLang="en-US" sz="2400">
                  <a:solidFill>
                    <a:prstClr val="black"/>
                  </a:solidFill>
                  <a:latin typeface="微软雅黑" panose="020B0503020204020204" charset="-122"/>
                  <a:ea typeface="微软雅黑" panose="020B0503020204020204" charset="-122"/>
                </a:endParaRPr>
              </a:p>
            </p:txBody>
          </p:sp>
          <p:sp>
            <p:nvSpPr>
              <p:cNvPr id="20" name="文本框 3">
                <a:extLst>
                  <a:ext uri="{FF2B5EF4-FFF2-40B4-BE49-F238E27FC236}">
                    <a16:creationId xmlns:a16="http://schemas.microsoft.com/office/drawing/2014/main" xmlns="" id="{235909C5-E81C-42B8-86C7-5BAF7FA28E92}"/>
                  </a:ext>
                </a:extLst>
              </p:cNvPr>
              <p:cNvSpPr txBox="1">
                <a:spLocks noChangeArrowheads="1"/>
              </p:cNvSpPr>
              <p:nvPr/>
            </p:nvSpPr>
            <p:spPr bwMode="auto">
              <a:xfrm flipH="1">
                <a:off x="1250408" y="3995131"/>
                <a:ext cx="1140056" cy="379656"/>
              </a:xfrm>
              <a:prstGeom prst="rect">
                <a:avLst/>
              </a:prstGeom>
              <a:noFill/>
            </p:spPr>
            <p:txBody>
              <a:bodyPr wrap="none" rtlCol="0">
                <a:spAutoFit/>
              </a:bodyPr>
              <a:lstStyle>
                <a:defPPr>
                  <a:defRPr lang="zh-CN"/>
                </a:defPPr>
                <a:lvl1pPr>
                  <a:defRPr sz="3200">
                    <a:gradFill flip="none" rotWithShape="1">
                      <a:gsLst>
                        <a:gs pos="0">
                          <a:schemeClr val="accent2"/>
                        </a:gs>
                        <a:gs pos="34000">
                          <a:schemeClr val="accent1"/>
                        </a:gs>
                        <a:gs pos="68000">
                          <a:schemeClr val="accent3"/>
                        </a:gs>
                        <a:gs pos="100000">
                          <a:schemeClr val="accent4"/>
                        </a:gs>
                      </a:gsLst>
                      <a:lin ang="0" scaled="1"/>
                      <a:tileRect/>
                    </a:gradFill>
                  </a:defRPr>
                </a:lvl1pPr>
              </a:lstStyle>
              <a:p>
                <a:r>
                  <a:rPr lang="zh-CN" altLang="en-US" sz="1867" dirty="0">
                    <a:solidFill>
                      <a:schemeClr val="bg1"/>
                    </a:solidFill>
                    <a:latin typeface="微软雅黑" panose="020B0503020204020204" charset="-122"/>
                    <a:ea typeface="微软雅黑" panose="020B0503020204020204" charset="-122"/>
                  </a:rPr>
                  <a:t>远足踏青</a:t>
                </a:r>
              </a:p>
            </p:txBody>
          </p:sp>
        </p:grpSp>
      </p:grpSp>
      <p:grpSp>
        <p:nvGrpSpPr>
          <p:cNvPr id="45" name="组合 44">
            <a:extLst>
              <a:ext uri="{FF2B5EF4-FFF2-40B4-BE49-F238E27FC236}">
                <a16:creationId xmlns:a16="http://schemas.microsoft.com/office/drawing/2014/main" xmlns="" id="{71231327-854F-440E-AA5B-7A517667F638}"/>
              </a:ext>
            </a:extLst>
          </p:cNvPr>
          <p:cNvGrpSpPr/>
          <p:nvPr/>
        </p:nvGrpSpPr>
        <p:grpSpPr>
          <a:xfrm>
            <a:off x="8885980" y="3833412"/>
            <a:ext cx="2760865" cy="1624700"/>
            <a:chOff x="8885980" y="3833412"/>
            <a:chExt cx="2760865" cy="1624700"/>
          </a:xfrm>
        </p:grpSpPr>
        <p:sp>
          <p:nvSpPr>
            <p:cNvPr id="13" name="矩形 12">
              <a:extLst>
                <a:ext uri="{FF2B5EF4-FFF2-40B4-BE49-F238E27FC236}">
                  <a16:creationId xmlns:a16="http://schemas.microsoft.com/office/drawing/2014/main" xmlns="" id="{DFFEE7E7-5709-48C4-819D-5AEF17A39DA2}"/>
                </a:ext>
              </a:extLst>
            </p:cNvPr>
            <p:cNvSpPr/>
            <p:nvPr/>
          </p:nvSpPr>
          <p:spPr>
            <a:xfrm>
              <a:off x="8914441" y="4367814"/>
              <a:ext cx="2732404" cy="1090298"/>
            </a:xfrm>
            <a:prstGeom prst="rect">
              <a:avLst/>
            </a:prstGeom>
          </p:spPr>
          <p:txBody>
            <a:bodyPr wrap="square" lIns="91440" tIns="45720" rIns="91440" bIns="45720">
              <a:spAutoFit/>
            </a:bodyPr>
            <a:lstStyle/>
            <a:p>
              <a:pPr>
                <a:lnSpc>
                  <a:spcPct val="150000"/>
                </a:lnSpc>
              </a:pPr>
              <a:r>
                <a:rPr lang="zh-CN" altLang="en-US" sz="1500" spc="150" dirty="0">
                  <a:solidFill>
                    <a:schemeClr val="bg2">
                      <a:lumMod val="10000"/>
                    </a:schemeClr>
                  </a:solidFill>
                  <a:latin typeface="微软雅黑" panose="020B0503020204020204" charset="-122"/>
                  <a:ea typeface="微软雅黑" panose="020B0503020204020204" charset="-122"/>
                </a:rPr>
                <a:t>单击此处添加文本内容单击此处添加文本内容单击此处添加文本内容</a:t>
              </a:r>
            </a:p>
          </p:txBody>
        </p:sp>
        <p:grpSp>
          <p:nvGrpSpPr>
            <p:cNvPr id="21" name="组合 20">
              <a:extLst>
                <a:ext uri="{FF2B5EF4-FFF2-40B4-BE49-F238E27FC236}">
                  <a16:creationId xmlns:a16="http://schemas.microsoft.com/office/drawing/2014/main" xmlns="" id="{BE21D12B-86DB-4251-A016-DE50B590A9A1}"/>
                </a:ext>
              </a:extLst>
            </p:cNvPr>
            <p:cNvGrpSpPr/>
            <p:nvPr/>
          </p:nvGrpSpPr>
          <p:grpSpPr>
            <a:xfrm>
              <a:off x="8885980" y="3833412"/>
              <a:ext cx="2539240" cy="379656"/>
              <a:chOff x="8825600" y="1823154"/>
              <a:chExt cx="2539240" cy="379656"/>
            </a:xfrm>
          </p:grpSpPr>
          <p:sp>
            <p:nvSpPr>
              <p:cNvPr id="22" name="圆角矩形 42">
                <a:extLst>
                  <a:ext uri="{FF2B5EF4-FFF2-40B4-BE49-F238E27FC236}">
                    <a16:creationId xmlns:a16="http://schemas.microsoft.com/office/drawing/2014/main" xmlns="" id="{6E4808EB-49A6-403A-9455-AB2FE40B1873}"/>
                  </a:ext>
                </a:extLst>
              </p:cNvPr>
              <p:cNvSpPr/>
              <p:nvPr/>
            </p:nvSpPr>
            <p:spPr>
              <a:xfrm>
                <a:off x="8825600" y="1844597"/>
                <a:ext cx="2539240" cy="326446"/>
              </a:xfrm>
              <a:prstGeom prst="roundRect">
                <a:avLst/>
              </a:prstGeom>
              <a:solidFill>
                <a:srgbClr val="8EBAE2"/>
              </a:solidFill>
              <a:ln w="28575" cap="flat">
                <a:noFill/>
                <a:prstDash val="solid"/>
                <a:miter lim="800000"/>
              </a:ln>
              <a:effectLst/>
            </p:spPr>
            <p:txBody>
              <a:bodyPr vert="horz" wrap="square" lIns="121920" tIns="60960" rIns="121920" bIns="60960" numCol="1" anchor="t" anchorCtr="0" compatLnSpc="1"/>
              <a:lstStyle/>
              <a:p>
                <a:endParaRPr lang="zh-CN" altLang="en-US" sz="2400" dirty="0">
                  <a:solidFill>
                    <a:prstClr val="black"/>
                  </a:solidFill>
                  <a:latin typeface="微软雅黑" panose="020B0503020204020204" charset="-122"/>
                  <a:ea typeface="微软雅黑" panose="020B0503020204020204" charset="-122"/>
                </a:endParaRPr>
              </a:p>
            </p:txBody>
          </p:sp>
          <p:sp>
            <p:nvSpPr>
              <p:cNvPr id="23" name="文本框 3">
                <a:extLst>
                  <a:ext uri="{FF2B5EF4-FFF2-40B4-BE49-F238E27FC236}">
                    <a16:creationId xmlns:a16="http://schemas.microsoft.com/office/drawing/2014/main" xmlns="" id="{4020172C-0183-4079-907C-3D37DB4370A8}"/>
                  </a:ext>
                </a:extLst>
              </p:cNvPr>
              <p:cNvSpPr txBox="1">
                <a:spLocks noChangeArrowheads="1"/>
              </p:cNvSpPr>
              <p:nvPr/>
            </p:nvSpPr>
            <p:spPr bwMode="auto">
              <a:xfrm>
                <a:off x="9689955" y="1823154"/>
                <a:ext cx="901209" cy="379656"/>
              </a:xfrm>
              <a:prstGeom prst="rect">
                <a:avLst/>
              </a:prstGeom>
              <a:noFill/>
            </p:spPr>
            <p:txBody>
              <a:bodyPr wrap="none" rtlCol="0">
                <a:spAutoFit/>
              </a:bodyPr>
              <a:lstStyle>
                <a:defPPr>
                  <a:defRPr lang="zh-CN"/>
                </a:defPPr>
                <a:lvl1pPr>
                  <a:defRPr sz="3200">
                    <a:gradFill flip="none" rotWithShape="1">
                      <a:gsLst>
                        <a:gs pos="0">
                          <a:schemeClr val="accent2"/>
                        </a:gs>
                        <a:gs pos="34000">
                          <a:schemeClr val="accent1"/>
                        </a:gs>
                        <a:gs pos="68000">
                          <a:schemeClr val="accent3"/>
                        </a:gs>
                        <a:gs pos="100000">
                          <a:schemeClr val="accent4"/>
                        </a:gs>
                      </a:gsLst>
                      <a:lin ang="0" scaled="1"/>
                      <a:tileRect/>
                    </a:gradFill>
                  </a:defRPr>
                </a:lvl1pPr>
              </a:lstStyle>
              <a:p>
                <a:r>
                  <a:rPr lang="zh-CN" altLang="en-US" sz="1867" dirty="0">
                    <a:solidFill>
                      <a:schemeClr val="bg1"/>
                    </a:solidFill>
                    <a:latin typeface="微软雅黑" panose="020B0503020204020204" charset="-122"/>
                    <a:ea typeface="微软雅黑" panose="020B0503020204020204" charset="-122"/>
                  </a:rPr>
                  <a:t>运动会</a:t>
                </a:r>
              </a:p>
            </p:txBody>
          </p:sp>
        </p:grpSp>
      </p:grpSp>
      <p:grpSp>
        <p:nvGrpSpPr>
          <p:cNvPr id="44" name="组合 43">
            <a:extLst>
              <a:ext uri="{FF2B5EF4-FFF2-40B4-BE49-F238E27FC236}">
                <a16:creationId xmlns:a16="http://schemas.microsoft.com/office/drawing/2014/main" xmlns="" id="{FA04A0FE-E8B7-46BB-AC2F-A05E51EE0384}"/>
              </a:ext>
            </a:extLst>
          </p:cNvPr>
          <p:cNvGrpSpPr/>
          <p:nvPr/>
        </p:nvGrpSpPr>
        <p:grpSpPr>
          <a:xfrm>
            <a:off x="6150333" y="3833412"/>
            <a:ext cx="2732405" cy="1624700"/>
            <a:chOff x="6150333" y="3833412"/>
            <a:chExt cx="2732405" cy="1624700"/>
          </a:xfrm>
        </p:grpSpPr>
        <p:sp>
          <p:nvSpPr>
            <p:cNvPr id="14" name="矩形 13">
              <a:extLst>
                <a:ext uri="{FF2B5EF4-FFF2-40B4-BE49-F238E27FC236}">
                  <a16:creationId xmlns:a16="http://schemas.microsoft.com/office/drawing/2014/main" xmlns="" id="{07BE81AD-05C4-4C6D-8EC6-E5C62EF2D5D1}"/>
                </a:ext>
              </a:extLst>
            </p:cNvPr>
            <p:cNvSpPr/>
            <p:nvPr/>
          </p:nvSpPr>
          <p:spPr>
            <a:xfrm>
              <a:off x="6150334" y="4367814"/>
              <a:ext cx="2732404" cy="1090298"/>
            </a:xfrm>
            <a:prstGeom prst="rect">
              <a:avLst/>
            </a:prstGeom>
          </p:spPr>
          <p:txBody>
            <a:bodyPr wrap="square" lIns="91440" tIns="45720" rIns="91440" bIns="45720">
              <a:spAutoFit/>
            </a:bodyPr>
            <a:lstStyle/>
            <a:p>
              <a:pPr>
                <a:lnSpc>
                  <a:spcPct val="150000"/>
                </a:lnSpc>
              </a:pPr>
              <a:r>
                <a:rPr lang="zh-CN" altLang="en-US" sz="1500" spc="150" dirty="0">
                  <a:solidFill>
                    <a:schemeClr val="bg2">
                      <a:lumMod val="10000"/>
                    </a:schemeClr>
                  </a:solidFill>
                  <a:latin typeface="微软雅黑" panose="020B0503020204020204" charset="-122"/>
                  <a:ea typeface="微软雅黑" panose="020B0503020204020204" charset="-122"/>
                </a:rPr>
                <a:t>单击此处添加文本内容单击此处添加文本内容单击此处添加文本内容</a:t>
              </a:r>
            </a:p>
          </p:txBody>
        </p:sp>
        <p:grpSp>
          <p:nvGrpSpPr>
            <p:cNvPr id="24" name="组合 23">
              <a:extLst>
                <a:ext uri="{FF2B5EF4-FFF2-40B4-BE49-F238E27FC236}">
                  <a16:creationId xmlns:a16="http://schemas.microsoft.com/office/drawing/2014/main" xmlns="" id="{896FC97B-E037-4613-A230-ACFE770FB36C}"/>
                </a:ext>
              </a:extLst>
            </p:cNvPr>
            <p:cNvGrpSpPr/>
            <p:nvPr/>
          </p:nvGrpSpPr>
          <p:grpSpPr>
            <a:xfrm>
              <a:off x="6150333" y="3833412"/>
              <a:ext cx="2539240" cy="379656"/>
              <a:chOff x="6150333" y="3973112"/>
              <a:chExt cx="2539240" cy="379656"/>
            </a:xfrm>
          </p:grpSpPr>
          <p:sp>
            <p:nvSpPr>
              <p:cNvPr id="25" name="圆角矩形 48">
                <a:extLst>
                  <a:ext uri="{FF2B5EF4-FFF2-40B4-BE49-F238E27FC236}">
                    <a16:creationId xmlns:a16="http://schemas.microsoft.com/office/drawing/2014/main" xmlns="" id="{0CEF57DC-DB67-4E79-9935-153534460E37}"/>
                  </a:ext>
                </a:extLst>
              </p:cNvPr>
              <p:cNvSpPr/>
              <p:nvPr/>
            </p:nvSpPr>
            <p:spPr>
              <a:xfrm flipH="1">
                <a:off x="6150333" y="3994555"/>
                <a:ext cx="2539240" cy="326446"/>
              </a:xfrm>
              <a:prstGeom prst="roundRect">
                <a:avLst/>
              </a:prstGeom>
              <a:solidFill>
                <a:srgbClr val="1257F1"/>
              </a:solidFill>
              <a:ln w="28575" cap="flat">
                <a:noFill/>
                <a:prstDash val="solid"/>
                <a:miter lim="800000"/>
              </a:ln>
              <a:effectLst/>
            </p:spPr>
            <p:txBody>
              <a:bodyPr vert="horz" wrap="square" lIns="121920" tIns="60960" rIns="121920" bIns="60960" numCol="1" anchor="t" anchorCtr="0" compatLnSpc="1"/>
              <a:lstStyle/>
              <a:p>
                <a:endParaRPr lang="zh-CN" altLang="en-US" sz="2400">
                  <a:solidFill>
                    <a:prstClr val="black"/>
                  </a:solidFill>
                  <a:latin typeface="微软雅黑" panose="020B0503020204020204" charset="-122"/>
                  <a:ea typeface="微软雅黑" panose="020B0503020204020204" charset="-122"/>
                </a:endParaRPr>
              </a:p>
            </p:txBody>
          </p:sp>
          <p:sp>
            <p:nvSpPr>
              <p:cNvPr id="26" name="文本框 3">
                <a:extLst>
                  <a:ext uri="{FF2B5EF4-FFF2-40B4-BE49-F238E27FC236}">
                    <a16:creationId xmlns:a16="http://schemas.microsoft.com/office/drawing/2014/main" xmlns="" id="{C57CAD51-7778-464B-ADE6-62F4730A7E44}"/>
                  </a:ext>
                </a:extLst>
              </p:cNvPr>
              <p:cNvSpPr txBox="1">
                <a:spLocks noChangeArrowheads="1"/>
              </p:cNvSpPr>
              <p:nvPr/>
            </p:nvSpPr>
            <p:spPr bwMode="auto">
              <a:xfrm flipH="1">
                <a:off x="6717222" y="3973112"/>
                <a:ext cx="1140056" cy="379656"/>
              </a:xfrm>
              <a:prstGeom prst="rect">
                <a:avLst/>
              </a:prstGeom>
              <a:noFill/>
            </p:spPr>
            <p:txBody>
              <a:bodyPr wrap="none" rtlCol="0">
                <a:spAutoFit/>
              </a:bodyPr>
              <a:lstStyle>
                <a:defPPr>
                  <a:defRPr lang="zh-CN"/>
                </a:defPPr>
                <a:lvl1pPr>
                  <a:defRPr sz="3200">
                    <a:gradFill flip="none" rotWithShape="1">
                      <a:gsLst>
                        <a:gs pos="0">
                          <a:schemeClr val="accent2"/>
                        </a:gs>
                        <a:gs pos="34000">
                          <a:schemeClr val="accent1"/>
                        </a:gs>
                        <a:gs pos="68000">
                          <a:schemeClr val="accent3"/>
                        </a:gs>
                        <a:gs pos="100000">
                          <a:schemeClr val="accent4"/>
                        </a:gs>
                      </a:gsLst>
                      <a:lin ang="0" scaled="1"/>
                      <a:tileRect/>
                    </a:gradFill>
                  </a:defRPr>
                </a:lvl1pPr>
              </a:lstStyle>
              <a:p>
                <a:r>
                  <a:rPr lang="zh-CN" altLang="en-US" sz="1867" dirty="0">
                    <a:solidFill>
                      <a:schemeClr val="bg1"/>
                    </a:solidFill>
                    <a:latin typeface="微软雅黑" panose="020B0503020204020204" charset="-122"/>
                    <a:ea typeface="微软雅黑" panose="020B0503020204020204" charset="-122"/>
                  </a:rPr>
                  <a:t>棋牌比赛</a:t>
                </a:r>
              </a:p>
            </p:txBody>
          </p:sp>
        </p:grpSp>
      </p:grpSp>
      <p:sp>
        <p:nvSpPr>
          <p:cNvPr id="7" name="矩形 6">
            <a:extLst>
              <a:ext uri="{FF2B5EF4-FFF2-40B4-BE49-F238E27FC236}">
                <a16:creationId xmlns:a16="http://schemas.microsoft.com/office/drawing/2014/main" xmlns="" id="{A613B36C-97B9-4D7E-922D-B67E3D45D46A}"/>
              </a:ext>
            </a:extLst>
          </p:cNvPr>
          <p:cNvSpPr/>
          <p:nvPr/>
        </p:nvSpPr>
        <p:spPr>
          <a:xfrm>
            <a:off x="703206" y="1809750"/>
            <a:ext cx="2497028" cy="1881187"/>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xmlns="" id="{6B09A705-D953-4B19-A4E0-A17DDFA53B3A}"/>
              </a:ext>
            </a:extLst>
          </p:cNvPr>
          <p:cNvSpPr/>
          <p:nvPr/>
        </p:nvSpPr>
        <p:spPr>
          <a:xfrm>
            <a:off x="3435610" y="1831193"/>
            <a:ext cx="2497028" cy="1881187"/>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xmlns="" id="{74D98B26-B8E7-41B9-8C43-6684BA8ECBF9}"/>
              </a:ext>
            </a:extLst>
          </p:cNvPr>
          <p:cNvSpPr/>
          <p:nvPr/>
        </p:nvSpPr>
        <p:spPr>
          <a:xfrm>
            <a:off x="6150333" y="1809750"/>
            <a:ext cx="2497028" cy="1881187"/>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xmlns="" id="{50FB0FB8-7A5B-4132-8980-486A0163FB30}"/>
              </a:ext>
            </a:extLst>
          </p:cNvPr>
          <p:cNvSpPr/>
          <p:nvPr/>
        </p:nvSpPr>
        <p:spPr>
          <a:xfrm>
            <a:off x="8914441" y="1809750"/>
            <a:ext cx="2497028" cy="1881187"/>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5507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ageCurlDouble"/>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additive="base">
                                        <p:cTn id="16" dur="500" fill="hold"/>
                                        <p:tgtEl>
                                          <p:spTgt spid="31"/>
                                        </p:tgtEl>
                                        <p:attrNameLst>
                                          <p:attrName>ppt_x</p:attrName>
                                        </p:attrNameLst>
                                      </p:cBhvr>
                                      <p:tavLst>
                                        <p:tav tm="0">
                                          <p:val>
                                            <p:strVal val="#ppt_x"/>
                                          </p:val>
                                        </p:tav>
                                        <p:tav tm="100000">
                                          <p:val>
                                            <p:strVal val="#ppt_x"/>
                                          </p:val>
                                        </p:tav>
                                      </p:tavLst>
                                    </p:anim>
                                    <p:anim calcmode="lin" valueType="num">
                                      <p:cBhvr additive="base">
                                        <p:cTn id="17" dur="500" fill="hold"/>
                                        <p:tgtEl>
                                          <p:spTgt spid="31"/>
                                        </p:tgtEl>
                                        <p:attrNameLst>
                                          <p:attrName>ppt_y</p:attrName>
                                        </p:attrNameLst>
                                      </p:cBhvr>
                                      <p:tavLst>
                                        <p:tav tm="0">
                                          <p:val>
                                            <p:strVal val="0-#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500" fill="hold"/>
                                        <p:tgtEl>
                                          <p:spTgt spid="43"/>
                                        </p:tgtEl>
                                        <p:attrNameLst>
                                          <p:attrName>ppt_x</p:attrName>
                                        </p:attrNameLst>
                                      </p:cBhvr>
                                      <p:tavLst>
                                        <p:tav tm="0">
                                          <p:val>
                                            <p:strVal val="#ppt_x"/>
                                          </p:val>
                                        </p:tav>
                                        <p:tav tm="100000">
                                          <p:val>
                                            <p:strVal val="#ppt_x"/>
                                          </p:val>
                                        </p:tav>
                                      </p:tavLst>
                                    </p:anim>
                                    <p:anim calcmode="lin" valueType="num">
                                      <p:cBhvr additive="base">
                                        <p:cTn id="21" dur="500" fill="hold"/>
                                        <p:tgtEl>
                                          <p:spTgt spid="43"/>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additive="base">
                                        <p:cTn id="29" dur="500" fill="hold"/>
                                        <p:tgtEl>
                                          <p:spTgt spid="44"/>
                                        </p:tgtEl>
                                        <p:attrNameLst>
                                          <p:attrName>ppt_x</p:attrName>
                                        </p:attrNameLst>
                                      </p:cBhvr>
                                      <p:tavLst>
                                        <p:tav tm="0">
                                          <p:val>
                                            <p:strVal val="#ppt_x"/>
                                          </p:val>
                                        </p:tav>
                                        <p:tav tm="100000">
                                          <p:val>
                                            <p:strVal val="#ppt_x"/>
                                          </p:val>
                                        </p:tav>
                                      </p:tavLst>
                                    </p:anim>
                                    <p:anim calcmode="lin" valueType="num">
                                      <p:cBhvr additive="base">
                                        <p:cTn id="30" dur="500" fill="hold"/>
                                        <p:tgtEl>
                                          <p:spTgt spid="44"/>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1" fill="hold" grpId="0" nodeType="afterEffect">
                                  <p:stCondLst>
                                    <p:cond delay="0"/>
                                  </p:stCondLst>
                                  <p:childTnLst>
                                    <p:set>
                                      <p:cBhvr>
                                        <p:cTn id="33" dur="1" fill="hold">
                                          <p:stCondLst>
                                            <p:cond delay="0"/>
                                          </p:stCondLst>
                                        </p:cTn>
                                        <p:tgtEl>
                                          <p:spTgt spid="33"/>
                                        </p:tgtEl>
                                        <p:attrNameLst>
                                          <p:attrName>style.visibility</p:attrName>
                                        </p:attrNameLst>
                                      </p:cBhvr>
                                      <p:to>
                                        <p:strVal val="visible"/>
                                      </p:to>
                                    </p:set>
                                    <p:anim calcmode="lin" valueType="num">
                                      <p:cBhvr additive="base">
                                        <p:cTn id="34" dur="500" fill="hold"/>
                                        <p:tgtEl>
                                          <p:spTgt spid="33"/>
                                        </p:tgtEl>
                                        <p:attrNameLst>
                                          <p:attrName>ppt_x</p:attrName>
                                        </p:attrNameLst>
                                      </p:cBhvr>
                                      <p:tavLst>
                                        <p:tav tm="0">
                                          <p:val>
                                            <p:strVal val="#ppt_x"/>
                                          </p:val>
                                        </p:tav>
                                        <p:tav tm="100000">
                                          <p:val>
                                            <p:strVal val="#ppt_x"/>
                                          </p:val>
                                        </p:tav>
                                      </p:tavLst>
                                    </p:anim>
                                    <p:anim calcmode="lin" valueType="num">
                                      <p:cBhvr additive="base">
                                        <p:cTn id="35" dur="500" fill="hold"/>
                                        <p:tgtEl>
                                          <p:spTgt spid="33"/>
                                        </p:tgtEl>
                                        <p:attrNameLst>
                                          <p:attrName>ppt_y</p:attrName>
                                        </p:attrNameLst>
                                      </p:cBhvr>
                                      <p:tavLst>
                                        <p:tav tm="0">
                                          <p:val>
                                            <p:strVal val="0-#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fill="hold"/>
                                        <p:tgtEl>
                                          <p:spTgt spid="45"/>
                                        </p:tgtEl>
                                        <p:attrNameLst>
                                          <p:attrName>ppt_x</p:attrName>
                                        </p:attrNameLst>
                                      </p:cBhvr>
                                      <p:tavLst>
                                        <p:tav tm="0">
                                          <p:val>
                                            <p:strVal val="#ppt_x"/>
                                          </p:val>
                                        </p:tav>
                                        <p:tav tm="100000">
                                          <p:val>
                                            <p:strVal val="#ppt_x"/>
                                          </p:val>
                                        </p:tav>
                                      </p:tavLst>
                                    </p:anim>
                                    <p:anim calcmode="lin" valueType="num">
                                      <p:cBhvr additive="base">
                                        <p:cTn id="39"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1" grpId="0" animBg="1"/>
      <p:bldP spid="32"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C710A07-2A28-40EC-8D93-D7387474F0E6}"/>
              </a:ext>
            </a:extLst>
          </p:cNvPr>
          <p:cNvSpPr/>
          <p:nvPr/>
        </p:nvSpPr>
        <p:spPr>
          <a:xfrm>
            <a:off x="-28836" y="1053684"/>
            <a:ext cx="12192001" cy="5804316"/>
          </a:xfrm>
          <a:prstGeom prst="rect">
            <a:avLst/>
          </a:prstGeom>
          <a:blipFill dpi="0" rotWithShape="1">
            <a:blip r:embed="rId2">
              <a:alphaModFix amt="10000"/>
            </a:blip>
            <a:srcRect/>
            <a:stretch>
              <a:fillRect t="1" b="-18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4" name="矩形 3">
            <a:extLst>
              <a:ext uri="{FF2B5EF4-FFF2-40B4-BE49-F238E27FC236}">
                <a16:creationId xmlns:a16="http://schemas.microsoft.com/office/drawing/2014/main" xmlns="" id="{E007A7BA-1DE5-4665-9D30-DF265963F3B3}"/>
              </a:ext>
            </a:extLst>
          </p:cNvPr>
          <p:cNvSpPr/>
          <p:nvPr/>
        </p:nvSpPr>
        <p:spPr>
          <a:xfrm>
            <a:off x="-57671" y="1657350"/>
            <a:ext cx="12249671" cy="390525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9" name="任意多边形: 形状 8">
            <a:extLst>
              <a:ext uri="{FF2B5EF4-FFF2-40B4-BE49-F238E27FC236}">
                <a16:creationId xmlns:a16="http://schemas.microsoft.com/office/drawing/2014/main" xmlns="" id="{D6B1D381-2032-4BBA-9BCC-3F2ED3F7A23C}"/>
              </a:ext>
            </a:extLst>
          </p:cNvPr>
          <p:cNvSpPr/>
          <p:nvPr/>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1" name="矩形 10">
            <a:extLst>
              <a:ext uri="{FF2B5EF4-FFF2-40B4-BE49-F238E27FC236}">
                <a16:creationId xmlns:a16="http://schemas.microsoft.com/office/drawing/2014/main" xmlns="" id="{D3C6F1E2-5A04-4423-A6C1-9B04901EF96E}"/>
              </a:ext>
            </a:extLst>
          </p:cNvPr>
          <p:cNvSpPr/>
          <p:nvPr/>
        </p:nvSpPr>
        <p:spPr>
          <a:xfrm flipH="1">
            <a:off x="-47886" y="2076450"/>
            <a:ext cx="12240000" cy="30099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grpSp>
        <p:nvGrpSpPr>
          <p:cNvPr id="8" name="组合 7">
            <a:extLst>
              <a:ext uri="{FF2B5EF4-FFF2-40B4-BE49-F238E27FC236}">
                <a16:creationId xmlns:a16="http://schemas.microsoft.com/office/drawing/2014/main" xmlns="" id="{14B152BA-FB3A-4DEF-97AF-2D3132A6379B}"/>
              </a:ext>
            </a:extLst>
          </p:cNvPr>
          <p:cNvGrpSpPr/>
          <p:nvPr/>
        </p:nvGrpSpPr>
        <p:grpSpPr>
          <a:xfrm>
            <a:off x="9679404" y="4242544"/>
            <a:ext cx="2512596" cy="2615456"/>
            <a:chOff x="9679404" y="4242544"/>
            <a:chExt cx="2512596" cy="2615456"/>
          </a:xfrm>
        </p:grpSpPr>
        <p:sp>
          <p:nvSpPr>
            <p:cNvPr id="10" name="任意多边形: 形状 9">
              <a:extLst>
                <a:ext uri="{FF2B5EF4-FFF2-40B4-BE49-F238E27FC236}">
                  <a16:creationId xmlns:a16="http://schemas.microsoft.com/office/drawing/2014/main" xmlns="" id="{616D1BA4-5DFB-495C-B4C0-D9BF0BD2A928}"/>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sp>
          <p:nvSpPr>
            <p:cNvPr id="22" name="任意多边形: 形状 21">
              <a:extLst>
                <a:ext uri="{FF2B5EF4-FFF2-40B4-BE49-F238E27FC236}">
                  <a16:creationId xmlns:a16="http://schemas.microsoft.com/office/drawing/2014/main" xmlns="" id="{A7585635-9F29-4E63-8ED6-2D0E97E9D29A}"/>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grpSp>
      <p:sp>
        <p:nvSpPr>
          <p:cNvPr id="28" name="文本框 27">
            <a:extLst>
              <a:ext uri="{FF2B5EF4-FFF2-40B4-BE49-F238E27FC236}">
                <a16:creationId xmlns:a16="http://schemas.microsoft.com/office/drawing/2014/main" xmlns="" id="{5D8AB465-9371-4219-94C0-2D44DDA759B9}"/>
              </a:ext>
            </a:extLst>
          </p:cNvPr>
          <p:cNvSpPr txBox="1"/>
          <p:nvPr/>
        </p:nvSpPr>
        <p:spPr>
          <a:xfrm>
            <a:off x="504801" y="2381071"/>
            <a:ext cx="2660591" cy="2400657"/>
          </a:xfrm>
          <a:prstGeom prst="rect">
            <a:avLst/>
          </a:prstGeom>
          <a:noFill/>
        </p:spPr>
        <p:txBody>
          <a:bodyPr wrap="square" rtlCol="0">
            <a:spAutoFit/>
          </a:bodyPr>
          <a:lstStyle/>
          <a:p>
            <a:pPr algn="ctr"/>
            <a:r>
              <a:rPr lang="en-US" altLang="zh-CN"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rPr>
              <a:t>02</a:t>
            </a:r>
            <a:endParaRPr lang="zh-CN" altLang="en-US"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xmlns="" id="{B4E23612-32A5-4085-A451-FACD073E4899}"/>
              </a:ext>
            </a:extLst>
          </p:cNvPr>
          <p:cNvSpPr txBox="1"/>
          <p:nvPr/>
        </p:nvSpPr>
        <p:spPr>
          <a:xfrm>
            <a:off x="4686426" y="2438042"/>
            <a:ext cx="4492584" cy="1246495"/>
          </a:xfrm>
          <a:prstGeom prst="rect">
            <a:avLst/>
          </a:prstGeom>
          <a:noFill/>
        </p:spPr>
        <p:txBody>
          <a:bodyPr wrap="square" rtlCol="0">
            <a:spAutoFit/>
          </a:bodyPr>
          <a:lstStyle/>
          <a:p>
            <a:pPr algn="dist"/>
            <a:r>
              <a:rPr lang="zh-CN" altLang="en-US" sz="7500" b="1" dirty="0">
                <a:ln w="19050">
                  <a:solidFill>
                    <a:schemeClr val="bg1"/>
                  </a:solidFill>
                </a:ln>
                <a:solidFill>
                  <a:schemeClr val="bg1"/>
                </a:solidFill>
                <a:effectLst>
                  <a:outerShdw blurRad="50800" dist="38100" dir="2700000" algn="tl" rotWithShape="0">
                    <a:prstClr val="black">
                      <a:alpha val="10000"/>
                    </a:prstClr>
                  </a:outerShdw>
                </a:effectLst>
                <a:latin typeface="思源宋体" panose="02020700000000000000" pitchFamily="18" charset="-122"/>
                <a:ea typeface="思源宋体" panose="02020700000000000000" pitchFamily="18" charset="-122"/>
              </a:rPr>
              <a:t>工作收获</a:t>
            </a:r>
          </a:p>
        </p:txBody>
      </p:sp>
      <p:sp>
        <p:nvSpPr>
          <p:cNvPr id="17" name="íṧḷîḓé">
            <a:extLst>
              <a:ext uri="{FF2B5EF4-FFF2-40B4-BE49-F238E27FC236}">
                <a16:creationId xmlns:a16="http://schemas.microsoft.com/office/drawing/2014/main" xmlns="" id="{C73035DA-414B-44F1-9ED9-9F10AEE35275}"/>
              </a:ext>
            </a:extLst>
          </p:cNvPr>
          <p:cNvSpPr/>
          <p:nvPr/>
        </p:nvSpPr>
        <p:spPr bwMode="auto">
          <a:xfrm>
            <a:off x="4515502" y="3909290"/>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工作中的收获</a:t>
            </a:r>
          </a:p>
        </p:txBody>
      </p:sp>
      <p:sp>
        <p:nvSpPr>
          <p:cNvPr id="18" name="íṧḷîḓé">
            <a:extLst>
              <a:ext uri="{FF2B5EF4-FFF2-40B4-BE49-F238E27FC236}">
                <a16:creationId xmlns:a16="http://schemas.microsoft.com/office/drawing/2014/main" xmlns="" id="{FB0247DB-0316-4C1C-9E35-8139CB49C8C9}"/>
              </a:ext>
            </a:extLst>
          </p:cNvPr>
          <p:cNvSpPr/>
          <p:nvPr/>
        </p:nvSpPr>
        <p:spPr bwMode="auto">
          <a:xfrm>
            <a:off x="6180597" y="3904627"/>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工作心得体会</a:t>
            </a:r>
          </a:p>
        </p:txBody>
      </p:sp>
      <p:sp>
        <p:nvSpPr>
          <p:cNvPr id="19" name="íṧḷîḓé">
            <a:extLst>
              <a:ext uri="{FF2B5EF4-FFF2-40B4-BE49-F238E27FC236}">
                <a16:creationId xmlns:a16="http://schemas.microsoft.com/office/drawing/2014/main" xmlns="" id="{6572887D-529E-4B42-9177-952CEF7BE984}"/>
              </a:ext>
            </a:extLst>
          </p:cNvPr>
          <p:cNvSpPr/>
          <p:nvPr/>
        </p:nvSpPr>
        <p:spPr bwMode="auto">
          <a:xfrm>
            <a:off x="7845692" y="3899964"/>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对企业文化的认识</a:t>
            </a:r>
          </a:p>
        </p:txBody>
      </p:sp>
      <p:sp>
        <p:nvSpPr>
          <p:cNvPr id="20" name="íṧḷîḓé">
            <a:extLst>
              <a:ext uri="{FF2B5EF4-FFF2-40B4-BE49-F238E27FC236}">
                <a16:creationId xmlns:a16="http://schemas.microsoft.com/office/drawing/2014/main" xmlns="" id="{8BE3D83E-3451-4E49-80A1-6934F13CC29A}"/>
              </a:ext>
            </a:extLst>
          </p:cNvPr>
          <p:cNvSpPr/>
          <p:nvPr/>
        </p:nvSpPr>
        <p:spPr bwMode="auto">
          <a:xfrm>
            <a:off x="4516619" y="4378908"/>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对责任的理解</a:t>
            </a:r>
          </a:p>
        </p:txBody>
      </p:sp>
      <p:sp>
        <p:nvSpPr>
          <p:cNvPr id="21" name="íṧḷîḓé">
            <a:extLst>
              <a:ext uri="{FF2B5EF4-FFF2-40B4-BE49-F238E27FC236}">
                <a16:creationId xmlns:a16="http://schemas.microsoft.com/office/drawing/2014/main" xmlns="" id="{907BD537-F281-41D1-B490-DA0DA430F183}"/>
              </a:ext>
            </a:extLst>
          </p:cNvPr>
          <p:cNvSpPr/>
          <p:nvPr/>
        </p:nvSpPr>
        <p:spPr bwMode="auto">
          <a:xfrm>
            <a:off x="6181714" y="4374245"/>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我的工作信条</a:t>
            </a:r>
          </a:p>
        </p:txBody>
      </p:sp>
    </p:spTree>
    <p:extLst>
      <p:ext uri="{BB962C8B-B14F-4D97-AF65-F5344CB8AC3E}">
        <p14:creationId xmlns:p14="http://schemas.microsoft.com/office/powerpoint/2010/main" val="164904197"/>
      </p:ext>
    </p:extLst>
  </p:cSld>
  <p:clrMapOvr>
    <a:masterClrMapping/>
  </p:clrMapOvr>
  <p:transition spd="slow" advClick="0"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2" presetClass="entr" presetSubtype="2"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1+#ppt_w/2"/>
                                          </p:val>
                                        </p:tav>
                                        <p:tav tm="100000">
                                          <p:val>
                                            <p:strVal val="#ppt_x"/>
                                          </p:val>
                                        </p:tav>
                                      </p:tavLst>
                                    </p:anim>
                                    <p:anim calcmode="lin" valueType="num">
                                      <p:cBhvr additive="base">
                                        <p:cTn id="13" dur="500" fill="hold"/>
                                        <p:tgtEl>
                                          <p:spTgt spid="29"/>
                                        </p:tgtEl>
                                        <p:attrNameLst>
                                          <p:attrName>ppt_y</p:attrName>
                                        </p:attrNameLst>
                                      </p:cBhvr>
                                      <p:tavLst>
                                        <p:tav tm="0">
                                          <p:val>
                                            <p:strVal val="#ppt_y"/>
                                          </p:val>
                                        </p:tav>
                                        <p:tav tm="100000">
                                          <p:val>
                                            <p:strVal val="#ppt_y"/>
                                          </p:val>
                                        </p:tav>
                                      </p:tavLst>
                                    </p:anim>
                                  </p:childTnLst>
                                </p:cTn>
                              </p:par>
                              <p:par>
                                <p:cTn id="14" presetID="10" presetClass="entr" presetSubtype="0" fill="hold" grpId="0" nodeType="withEffect">
                                  <p:stCondLst>
                                    <p:cond delay="5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17" grpId="0"/>
      <p:bldP spid="18" grpId="0"/>
      <p:bldP spid="19"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工作收获</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02</a:t>
              </a:r>
            </a:p>
          </p:txBody>
        </p:sp>
      </p:grpSp>
      <p:grpSp>
        <p:nvGrpSpPr>
          <p:cNvPr id="8" name="组合 7">
            <a:extLst>
              <a:ext uri="{FF2B5EF4-FFF2-40B4-BE49-F238E27FC236}">
                <a16:creationId xmlns:a16="http://schemas.microsoft.com/office/drawing/2014/main" xmlns="" id="{DD9AD827-22F2-478A-8FEE-264ABF3E74AA}"/>
              </a:ext>
            </a:extLst>
          </p:cNvPr>
          <p:cNvGrpSpPr/>
          <p:nvPr/>
        </p:nvGrpSpPr>
        <p:grpSpPr>
          <a:xfrm>
            <a:off x="4299007" y="1902811"/>
            <a:ext cx="1481982" cy="1191014"/>
            <a:chOff x="4256516" y="1859205"/>
            <a:chExt cx="1481982" cy="1191014"/>
          </a:xfrm>
        </p:grpSpPr>
        <p:cxnSp>
          <p:nvCxnSpPr>
            <p:cNvPr id="12" name="直接连接符 11">
              <a:extLst>
                <a:ext uri="{FF2B5EF4-FFF2-40B4-BE49-F238E27FC236}">
                  <a16:creationId xmlns:a16="http://schemas.microsoft.com/office/drawing/2014/main" xmlns="" id="{CAA21FD0-C24A-4DA0-98BD-85EE7F82288C}"/>
                </a:ext>
              </a:extLst>
            </p:cNvPr>
            <p:cNvCxnSpPr/>
            <p:nvPr/>
          </p:nvCxnSpPr>
          <p:spPr>
            <a:xfrm>
              <a:off x="4666133" y="2237647"/>
              <a:ext cx="1072365" cy="0"/>
            </a:xfrm>
            <a:prstGeom prst="line">
              <a:avLst/>
            </a:prstGeom>
            <a:ln>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xmlns="" id="{E1974531-6C89-443C-ACD6-DAB94F66352D}"/>
                </a:ext>
              </a:extLst>
            </p:cNvPr>
            <p:cNvGrpSpPr/>
            <p:nvPr/>
          </p:nvGrpSpPr>
          <p:grpSpPr>
            <a:xfrm>
              <a:off x="4256516" y="1859205"/>
              <a:ext cx="409617" cy="1191014"/>
              <a:chOff x="4256516" y="1859205"/>
              <a:chExt cx="409617" cy="1191014"/>
            </a:xfrm>
          </p:grpSpPr>
          <p:cxnSp>
            <p:nvCxnSpPr>
              <p:cNvPr id="14" name="直接连接符 13">
                <a:extLst>
                  <a:ext uri="{FF2B5EF4-FFF2-40B4-BE49-F238E27FC236}">
                    <a16:creationId xmlns:a16="http://schemas.microsoft.com/office/drawing/2014/main" xmlns="" id="{30B90FE3-7824-4EBF-9E83-2C771C346416}"/>
                  </a:ext>
                </a:extLst>
              </p:cNvPr>
              <p:cNvCxnSpPr/>
              <p:nvPr/>
            </p:nvCxnSpPr>
            <p:spPr>
              <a:xfrm flipV="1">
                <a:off x="4259847" y="2237647"/>
                <a:ext cx="406286" cy="812572"/>
              </a:xfrm>
              <a:prstGeom prst="line">
                <a:avLst/>
              </a:prstGeom>
              <a:ln>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xmlns="" id="{170896DD-B154-49A2-9523-A868E927F68F}"/>
                  </a:ext>
                </a:extLst>
              </p:cNvPr>
              <p:cNvCxnSpPr>
                <a:cxnSpLocks/>
              </p:cNvCxnSpPr>
              <p:nvPr/>
            </p:nvCxnSpPr>
            <p:spPr>
              <a:xfrm flipH="1" flipV="1">
                <a:off x="4256516" y="1859205"/>
                <a:ext cx="368711" cy="345074"/>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pSp>
      </p:grpSp>
      <p:cxnSp>
        <p:nvCxnSpPr>
          <p:cNvPr id="16" name="直接连接符 15">
            <a:extLst>
              <a:ext uri="{FF2B5EF4-FFF2-40B4-BE49-F238E27FC236}">
                <a16:creationId xmlns:a16="http://schemas.microsoft.com/office/drawing/2014/main" xmlns="" id="{FE5DCEFF-B2C1-4C5F-878B-5B42A928F5A9}"/>
              </a:ext>
            </a:extLst>
          </p:cNvPr>
          <p:cNvCxnSpPr>
            <a:cxnSpLocks/>
          </p:cNvCxnSpPr>
          <p:nvPr/>
        </p:nvCxnSpPr>
        <p:spPr>
          <a:xfrm>
            <a:off x="7565045" y="3274062"/>
            <a:ext cx="366446" cy="732891"/>
          </a:xfrm>
          <a:prstGeom prst="line">
            <a:avLst/>
          </a:prstGeom>
          <a:ln>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xmlns="" id="{CC176908-2C40-4751-993B-35078FB5CB30}"/>
              </a:ext>
            </a:extLst>
          </p:cNvPr>
          <p:cNvCxnSpPr/>
          <p:nvPr/>
        </p:nvCxnSpPr>
        <p:spPr>
          <a:xfrm>
            <a:off x="6365445" y="4997319"/>
            <a:ext cx="1072365" cy="0"/>
          </a:xfrm>
          <a:prstGeom prst="line">
            <a:avLst/>
          </a:prstGeom>
          <a:ln>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A8DD15CE-3794-407B-A7A4-26E63C32B3F9}"/>
              </a:ext>
            </a:extLst>
          </p:cNvPr>
          <p:cNvCxnSpPr/>
          <p:nvPr/>
        </p:nvCxnSpPr>
        <p:spPr>
          <a:xfrm flipH="1">
            <a:off x="5959519" y="5013168"/>
            <a:ext cx="406286" cy="812572"/>
          </a:xfrm>
          <a:prstGeom prst="line">
            <a:avLst/>
          </a:prstGeom>
          <a:ln>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xmlns="" id="{1CDD54E1-FB19-40A7-9F9C-78F0AA6000FB}"/>
              </a:ext>
            </a:extLst>
          </p:cNvPr>
          <p:cNvCxnSpPr/>
          <p:nvPr/>
        </p:nvCxnSpPr>
        <p:spPr>
          <a:xfrm>
            <a:off x="4204410" y="4991396"/>
            <a:ext cx="406286" cy="812572"/>
          </a:xfrm>
          <a:prstGeom prst="line">
            <a:avLst/>
          </a:prstGeom>
          <a:ln>
            <a:solidFill>
              <a:schemeClr val="bg1">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20" name="îSlîdè">
            <a:extLst>
              <a:ext uri="{FF2B5EF4-FFF2-40B4-BE49-F238E27FC236}">
                <a16:creationId xmlns:a16="http://schemas.microsoft.com/office/drawing/2014/main" xmlns="" id="{DF7AEADF-2118-4817-8CEA-616C666A0851}"/>
              </a:ext>
            </a:extLst>
          </p:cNvPr>
          <p:cNvSpPr/>
          <p:nvPr/>
        </p:nvSpPr>
        <p:spPr>
          <a:xfrm>
            <a:off x="5973153" y="1451359"/>
            <a:ext cx="1883664" cy="1626114"/>
          </a:xfrm>
          <a:prstGeom prst="hexagon">
            <a:avLst/>
          </a:prstGeom>
          <a:blipFill dpi="0" rotWithShape="1">
            <a:blip r:embed="rId2"/>
            <a:srcRect/>
            <a:tile tx="0" ty="-215900" sx="100000" sy="100000" flip="none" algn="ctr"/>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1" name="íṡlîďè">
            <a:extLst>
              <a:ext uri="{FF2B5EF4-FFF2-40B4-BE49-F238E27FC236}">
                <a16:creationId xmlns:a16="http://schemas.microsoft.com/office/drawing/2014/main" xmlns="" id="{F2CFBEBA-8D9B-4CF1-AD3F-0CEF4BB71ECC}"/>
              </a:ext>
            </a:extLst>
          </p:cNvPr>
          <p:cNvSpPr/>
          <p:nvPr/>
        </p:nvSpPr>
        <p:spPr>
          <a:xfrm>
            <a:off x="4367902" y="2356121"/>
            <a:ext cx="1883664" cy="1626114"/>
          </a:xfrm>
          <a:prstGeom prst="hexagon">
            <a:avLst/>
          </a:prstGeom>
          <a:solidFill>
            <a:srgbClr val="1257F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微软雅黑" panose="020B0503020204020204" pitchFamily="34" charset="-122"/>
                <a:ea typeface="微软雅黑" panose="020B0503020204020204" pitchFamily="34" charset="-122"/>
              </a:rPr>
              <a:t>收获一</a:t>
            </a:r>
            <a:endParaRPr sz="2000" b="1" dirty="0">
              <a:latin typeface="微软雅黑" panose="020B0503020204020204" pitchFamily="34" charset="-122"/>
              <a:ea typeface="微软雅黑" panose="020B0503020204020204" pitchFamily="34" charset="-122"/>
            </a:endParaRPr>
          </a:p>
        </p:txBody>
      </p:sp>
      <p:sp>
        <p:nvSpPr>
          <p:cNvPr id="22" name="iṣ1îḍé">
            <a:extLst>
              <a:ext uri="{FF2B5EF4-FFF2-40B4-BE49-F238E27FC236}">
                <a16:creationId xmlns:a16="http://schemas.microsoft.com/office/drawing/2014/main" xmlns="" id="{53A216A4-74A1-4AE9-B340-7531B0E5B3D2}"/>
              </a:ext>
            </a:extLst>
          </p:cNvPr>
          <p:cNvSpPr/>
          <p:nvPr/>
        </p:nvSpPr>
        <p:spPr>
          <a:xfrm>
            <a:off x="2738613" y="3251254"/>
            <a:ext cx="1883664" cy="1626114"/>
          </a:xfrm>
          <a:prstGeom prst="hexagon">
            <a:avLst/>
          </a:prstGeom>
          <a:blipFill dpi="0" rotWithShape="1">
            <a:blip r:embed="rId3"/>
            <a:srcRect/>
            <a:stretch>
              <a:fillRect l="-14844" r="-14646"/>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3" name="iŝ1íḋè">
            <a:extLst>
              <a:ext uri="{FF2B5EF4-FFF2-40B4-BE49-F238E27FC236}">
                <a16:creationId xmlns:a16="http://schemas.microsoft.com/office/drawing/2014/main" xmlns="" id="{9E9B03B0-3A85-423E-B7B5-569187F7C95C}"/>
              </a:ext>
            </a:extLst>
          </p:cNvPr>
          <p:cNvSpPr/>
          <p:nvPr/>
        </p:nvSpPr>
        <p:spPr>
          <a:xfrm>
            <a:off x="4377856" y="4146409"/>
            <a:ext cx="1883664" cy="1626114"/>
          </a:xfrm>
          <a:prstGeom prst="hexagon">
            <a:avLst/>
          </a:prstGeom>
          <a:solidFill>
            <a:srgbClr val="8EBAE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微软雅黑" panose="020B0503020204020204" pitchFamily="34" charset="-122"/>
                <a:ea typeface="微软雅黑" panose="020B0503020204020204" pitchFamily="34" charset="-122"/>
              </a:rPr>
              <a:t>收获三</a:t>
            </a:r>
            <a:endParaRPr lang="en-US" altLang="zh-CN" sz="2000" b="1" dirty="0">
              <a:latin typeface="微软雅黑" panose="020B0503020204020204" pitchFamily="34" charset="-122"/>
              <a:ea typeface="微软雅黑" panose="020B0503020204020204" pitchFamily="34" charset="-122"/>
            </a:endParaRPr>
          </a:p>
        </p:txBody>
      </p:sp>
      <p:sp>
        <p:nvSpPr>
          <p:cNvPr id="24" name="islïḓe">
            <a:extLst>
              <a:ext uri="{FF2B5EF4-FFF2-40B4-BE49-F238E27FC236}">
                <a16:creationId xmlns:a16="http://schemas.microsoft.com/office/drawing/2014/main" xmlns="" id="{8685996B-66FF-456A-86BB-6A5DC97B5C7C}"/>
              </a:ext>
            </a:extLst>
          </p:cNvPr>
          <p:cNvSpPr/>
          <p:nvPr/>
        </p:nvSpPr>
        <p:spPr>
          <a:xfrm>
            <a:off x="5976807" y="3251254"/>
            <a:ext cx="1883664" cy="1626114"/>
          </a:xfrm>
          <a:prstGeom prst="hexagon">
            <a:avLst/>
          </a:prstGeom>
          <a:solidFill>
            <a:srgbClr val="1257F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2000" b="1" dirty="0">
                <a:latin typeface="微软雅黑" panose="020B0503020204020204" pitchFamily="34" charset="-122"/>
                <a:ea typeface="微软雅黑" panose="020B0503020204020204" pitchFamily="34" charset="-122"/>
              </a:rPr>
              <a:t>收获二</a:t>
            </a:r>
            <a:endParaRPr lang="en-US" altLang="zh-CN" sz="2000" b="1" dirty="0">
              <a:latin typeface="微软雅黑" panose="020B0503020204020204" pitchFamily="34" charset="-122"/>
              <a:ea typeface="微软雅黑" panose="020B0503020204020204" pitchFamily="34" charset="-122"/>
            </a:endParaRPr>
          </a:p>
        </p:txBody>
      </p:sp>
      <p:sp>
        <p:nvSpPr>
          <p:cNvPr id="25" name="íṧľiḑê">
            <a:extLst>
              <a:ext uri="{FF2B5EF4-FFF2-40B4-BE49-F238E27FC236}">
                <a16:creationId xmlns:a16="http://schemas.microsoft.com/office/drawing/2014/main" xmlns="" id="{79055E09-9A9B-4D4A-8A54-6632E3EA4343}"/>
              </a:ext>
            </a:extLst>
          </p:cNvPr>
          <p:cNvSpPr/>
          <p:nvPr/>
        </p:nvSpPr>
        <p:spPr>
          <a:xfrm>
            <a:off x="7569723" y="4126904"/>
            <a:ext cx="1883664" cy="1626114"/>
          </a:xfrm>
          <a:prstGeom prst="hexagon">
            <a:avLst/>
          </a:prstGeom>
          <a:blipFill dpi="0" rotWithShape="1">
            <a:blip r:embed="rId4"/>
            <a:srcRect/>
            <a:tile tx="527050" ty="152400" sx="100000" sy="100000" flip="none" algn="r"/>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6" name="ïṥ1îḓé">
            <a:extLst>
              <a:ext uri="{FF2B5EF4-FFF2-40B4-BE49-F238E27FC236}">
                <a16:creationId xmlns:a16="http://schemas.microsoft.com/office/drawing/2014/main" xmlns="" id="{7C411E42-E51E-4E6D-B557-B5B0CD61EB73}"/>
              </a:ext>
            </a:extLst>
          </p:cNvPr>
          <p:cNvSpPr txBox="1"/>
          <p:nvPr/>
        </p:nvSpPr>
        <p:spPr>
          <a:xfrm>
            <a:off x="673100" y="1428750"/>
            <a:ext cx="3538267" cy="430455"/>
          </a:xfrm>
          <a:prstGeom prst="rect">
            <a:avLst/>
          </a:prstGeom>
          <a:solidFill>
            <a:srgbClr val="8EBAE2"/>
          </a:solidFill>
          <a:ln>
            <a:noFill/>
          </a:ln>
        </p:spPr>
        <p:txBody>
          <a:bodyPr wrap="square" lIns="91440" tIns="45720" rIns="91440" bIns="45720" anchor="ctr" anchorCtr="0">
            <a:normAutofit/>
          </a:body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文本标题</a:t>
            </a:r>
            <a:endParaRPr kumimoji="0" lang="de-DE"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7" name="ïšľíḍê">
            <a:extLst>
              <a:ext uri="{FF2B5EF4-FFF2-40B4-BE49-F238E27FC236}">
                <a16:creationId xmlns:a16="http://schemas.microsoft.com/office/drawing/2014/main" xmlns="" id="{829472C4-6652-47C9-85BF-B914ADC0CE80}"/>
              </a:ext>
            </a:extLst>
          </p:cNvPr>
          <p:cNvSpPr txBox="1"/>
          <p:nvPr/>
        </p:nvSpPr>
        <p:spPr>
          <a:xfrm>
            <a:off x="673100" y="1859205"/>
            <a:ext cx="3538267" cy="624918"/>
          </a:xfrm>
          <a:prstGeom prst="rect">
            <a:avLst/>
          </a:prstGeom>
          <a:noFill/>
          <a:ln>
            <a:noFill/>
          </a:ln>
        </p:spPr>
        <p:txBody>
          <a:bodyPr wrap="square" lIns="91440" tIns="45720" rIns="91440" bIns="45720" anchor="t" anchorCtr="0">
            <a:noAutofit/>
          </a:bodyPr>
          <a:lstStyle/>
          <a:p>
            <a:pPr>
              <a:lnSpc>
                <a:spcPct val="110000"/>
              </a:lnSpc>
              <a:spcBef>
                <a:spcPct val="0"/>
              </a:spcBef>
              <a:buNone/>
            </a:pPr>
            <a:r>
              <a:rPr lang="zh-CN" altLang="en-US" sz="1400" dirty="0">
                <a:solidFill>
                  <a:schemeClr val="bg2">
                    <a:lumMod val="10000"/>
                  </a:schemeClr>
                </a:solidFill>
                <a:latin typeface="微软雅黑" panose="020B0503020204020204" pitchFamily="34" charset="-122"/>
                <a:ea typeface="微软雅黑" panose="020B0503020204020204" pitchFamily="34" charset="-122"/>
                <a:sym typeface="微软雅黑" panose="020B0503020204020204" charset="-122"/>
              </a:rPr>
              <a:t>在此录入上述图表的描述说明，在此录入上述图表的描述说明，在此录入上述图表的描述说明。</a:t>
            </a:r>
          </a:p>
        </p:txBody>
      </p:sp>
      <p:sp>
        <p:nvSpPr>
          <p:cNvPr id="28" name="îś1íḍe">
            <a:extLst>
              <a:ext uri="{FF2B5EF4-FFF2-40B4-BE49-F238E27FC236}">
                <a16:creationId xmlns:a16="http://schemas.microsoft.com/office/drawing/2014/main" xmlns="" id="{319FB650-7F67-4159-88F8-B4F0FA9B52A3}"/>
              </a:ext>
            </a:extLst>
          </p:cNvPr>
          <p:cNvSpPr txBox="1"/>
          <p:nvPr/>
        </p:nvSpPr>
        <p:spPr>
          <a:xfrm>
            <a:off x="673100" y="5088252"/>
            <a:ext cx="3600471" cy="430455"/>
          </a:xfrm>
          <a:prstGeom prst="rect">
            <a:avLst/>
          </a:prstGeom>
          <a:solidFill>
            <a:srgbClr val="8EBAE2"/>
          </a:solidFill>
          <a:ln>
            <a:noFill/>
          </a:ln>
        </p:spPr>
        <p:txBody>
          <a:bodyPr wrap="square" lIns="91440" tIns="45720" rIns="91440" bIns="45720" anchor="ctr" anchorCtr="0">
            <a:normAutofit/>
          </a:body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文本标题</a:t>
            </a:r>
            <a:endParaRPr kumimoji="0" lang="de-DE"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9" name="iṡḷïḑê">
            <a:extLst>
              <a:ext uri="{FF2B5EF4-FFF2-40B4-BE49-F238E27FC236}">
                <a16:creationId xmlns:a16="http://schemas.microsoft.com/office/drawing/2014/main" xmlns="" id="{92A5A592-2AE0-45C6-8420-7939175993FA}"/>
              </a:ext>
            </a:extLst>
          </p:cNvPr>
          <p:cNvSpPr txBox="1"/>
          <p:nvPr/>
        </p:nvSpPr>
        <p:spPr>
          <a:xfrm>
            <a:off x="673100" y="5518707"/>
            <a:ext cx="3600471" cy="624918"/>
          </a:xfrm>
          <a:prstGeom prst="rect">
            <a:avLst/>
          </a:prstGeom>
          <a:noFill/>
          <a:ln>
            <a:noFill/>
          </a:ln>
        </p:spPr>
        <p:txBody>
          <a:bodyPr wrap="square" lIns="91440" tIns="45720" rIns="91440" bIns="45720" anchor="t" anchorCtr="0">
            <a:normAutofit/>
          </a:bodyPr>
          <a:lstStyle/>
          <a:p>
            <a:pPr>
              <a:lnSpc>
                <a:spcPct val="110000"/>
              </a:lnSpc>
              <a:spcBef>
                <a:spcPct val="0"/>
              </a:spcBef>
              <a:buNone/>
            </a:pPr>
            <a:r>
              <a:rPr lang="zh-CN" altLang="en-US" sz="1200" dirty="0">
                <a:solidFill>
                  <a:schemeClr val="bg2">
                    <a:lumMod val="10000"/>
                  </a:schemeClr>
                </a:solidFill>
                <a:latin typeface="微软雅黑" panose="020B0503020204020204" pitchFamily="34" charset="-122"/>
                <a:ea typeface="微软雅黑" panose="020B0503020204020204" pitchFamily="34" charset="-122"/>
                <a:sym typeface="微软雅黑" panose="020B0503020204020204" charset="-122"/>
              </a:rPr>
              <a:t>在此录入上述图表的描述说明，在此录入上述图表的描述说明，在此录入上述图表的描述说明。</a:t>
            </a:r>
          </a:p>
        </p:txBody>
      </p:sp>
      <p:sp>
        <p:nvSpPr>
          <p:cNvPr id="30" name="iṡḷiḍe">
            <a:extLst>
              <a:ext uri="{FF2B5EF4-FFF2-40B4-BE49-F238E27FC236}">
                <a16:creationId xmlns:a16="http://schemas.microsoft.com/office/drawing/2014/main" xmlns="" id="{21BE4A19-8596-4569-AAF4-02FF698165C2}"/>
              </a:ext>
            </a:extLst>
          </p:cNvPr>
          <p:cNvSpPr txBox="1"/>
          <p:nvPr/>
        </p:nvSpPr>
        <p:spPr>
          <a:xfrm>
            <a:off x="7920017" y="2820799"/>
            <a:ext cx="3600471" cy="430455"/>
          </a:xfrm>
          <a:prstGeom prst="rect">
            <a:avLst/>
          </a:prstGeom>
          <a:solidFill>
            <a:srgbClr val="8EBAE2"/>
          </a:solidFill>
          <a:ln>
            <a:noFill/>
          </a:ln>
        </p:spPr>
        <p:txBody>
          <a:bodyPr wrap="square" lIns="91440" tIns="45720" rIns="91440" bIns="45720" anchor="ctr" anchorCtr="0">
            <a:normAutofit/>
          </a:body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文本标题</a:t>
            </a:r>
            <a:endParaRPr kumimoji="0" lang="de-DE"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1" name="iš1íďê">
            <a:extLst>
              <a:ext uri="{FF2B5EF4-FFF2-40B4-BE49-F238E27FC236}">
                <a16:creationId xmlns:a16="http://schemas.microsoft.com/office/drawing/2014/main" xmlns="" id="{0A930535-3C91-44BE-A898-AB3E9AD4457F}"/>
              </a:ext>
            </a:extLst>
          </p:cNvPr>
          <p:cNvSpPr txBox="1"/>
          <p:nvPr/>
        </p:nvSpPr>
        <p:spPr>
          <a:xfrm>
            <a:off x="7920017" y="3251254"/>
            <a:ext cx="3600471" cy="624918"/>
          </a:xfrm>
          <a:prstGeom prst="rect">
            <a:avLst/>
          </a:prstGeom>
          <a:noFill/>
          <a:ln>
            <a:noFill/>
          </a:ln>
        </p:spPr>
        <p:txBody>
          <a:bodyPr wrap="square" lIns="91440" tIns="45720" rIns="91440" bIns="45720" anchor="t" anchorCtr="0">
            <a:normAutofit/>
          </a:bodyPr>
          <a:lstStyle/>
          <a:p>
            <a:pPr>
              <a:lnSpc>
                <a:spcPct val="110000"/>
              </a:lnSpc>
              <a:spcBef>
                <a:spcPct val="0"/>
              </a:spcBef>
              <a:buNone/>
            </a:pPr>
            <a:r>
              <a:rPr lang="zh-CN" altLang="en-US" sz="1200" dirty="0">
                <a:solidFill>
                  <a:schemeClr val="bg2">
                    <a:lumMod val="10000"/>
                  </a:schemeClr>
                </a:solidFill>
                <a:latin typeface="微软雅黑" panose="020B0503020204020204" pitchFamily="34" charset="-122"/>
                <a:ea typeface="微软雅黑" panose="020B0503020204020204" pitchFamily="34" charset="-122"/>
                <a:sym typeface="微软雅黑" panose="020B0503020204020204" charset="-122"/>
              </a:rPr>
              <a:t>在此录入上述图表的描述说明，在此录入上述图表的描述说明，在此录入上述图表的描述说明。</a:t>
            </a:r>
          </a:p>
        </p:txBody>
      </p:sp>
    </p:spTree>
    <p:extLst>
      <p:ext uri="{BB962C8B-B14F-4D97-AF65-F5344CB8AC3E}">
        <p14:creationId xmlns:p14="http://schemas.microsoft.com/office/powerpoint/2010/main" val="2811129395"/>
      </p:ext>
    </p:extLst>
  </p:cSld>
  <p:clrMapOvr>
    <a:masterClrMapping/>
  </p:clrMapOvr>
  <p:transition spd="slow" advClick="0"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childTnLst>
                          </p:cTn>
                        </p:par>
                        <p:par>
                          <p:cTn id="20" fill="hold">
                            <p:stCondLst>
                              <p:cond delay="500"/>
                            </p:stCondLst>
                            <p:childTnLst>
                              <p:par>
                                <p:cTn id="21" presetID="31" presetClass="entr" presetSubtype="0"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1000" fill="hold"/>
                                        <p:tgtEl>
                                          <p:spTgt spid="22"/>
                                        </p:tgtEl>
                                        <p:attrNameLst>
                                          <p:attrName>ppt_w</p:attrName>
                                        </p:attrNameLst>
                                      </p:cBhvr>
                                      <p:tavLst>
                                        <p:tav tm="0">
                                          <p:val>
                                            <p:fltVal val="0"/>
                                          </p:val>
                                        </p:tav>
                                        <p:tav tm="100000">
                                          <p:val>
                                            <p:strVal val="#ppt_w"/>
                                          </p:val>
                                        </p:tav>
                                      </p:tavLst>
                                    </p:anim>
                                    <p:anim calcmode="lin" valueType="num">
                                      <p:cBhvr>
                                        <p:cTn id="24" dur="1000" fill="hold"/>
                                        <p:tgtEl>
                                          <p:spTgt spid="22"/>
                                        </p:tgtEl>
                                        <p:attrNameLst>
                                          <p:attrName>ppt_h</p:attrName>
                                        </p:attrNameLst>
                                      </p:cBhvr>
                                      <p:tavLst>
                                        <p:tav tm="0">
                                          <p:val>
                                            <p:fltVal val="0"/>
                                          </p:val>
                                        </p:tav>
                                        <p:tav tm="100000">
                                          <p:val>
                                            <p:strVal val="#ppt_h"/>
                                          </p:val>
                                        </p:tav>
                                      </p:tavLst>
                                    </p:anim>
                                    <p:anim calcmode="lin" valueType="num">
                                      <p:cBhvr>
                                        <p:cTn id="25" dur="1000" fill="hold"/>
                                        <p:tgtEl>
                                          <p:spTgt spid="22"/>
                                        </p:tgtEl>
                                        <p:attrNameLst>
                                          <p:attrName>style.rotation</p:attrName>
                                        </p:attrNameLst>
                                      </p:cBhvr>
                                      <p:tavLst>
                                        <p:tav tm="0">
                                          <p:val>
                                            <p:fltVal val="90"/>
                                          </p:val>
                                        </p:tav>
                                        <p:tav tm="100000">
                                          <p:val>
                                            <p:fltVal val="0"/>
                                          </p:val>
                                        </p:tav>
                                      </p:tavLst>
                                    </p:anim>
                                    <p:animEffect transition="in" filter="fade">
                                      <p:cBhvr>
                                        <p:cTn id="26" dur="1000"/>
                                        <p:tgtEl>
                                          <p:spTgt spid="22"/>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p:cTn id="29" dur="1000" fill="hold"/>
                                        <p:tgtEl>
                                          <p:spTgt spid="20"/>
                                        </p:tgtEl>
                                        <p:attrNameLst>
                                          <p:attrName>ppt_w</p:attrName>
                                        </p:attrNameLst>
                                      </p:cBhvr>
                                      <p:tavLst>
                                        <p:tav tm="0">
                                          <p:val>
                                            <p:fltVal val="0"/>
                                          </p:val>
                                        </p:tav>
                                        <p:tav tm="100000">
                                          <p:val>
                                            <p:strVal val="#ppt_w"/>
                                          </p:val>
                                        </p:tav>
                                      </p:tavLst>
                                    </p:anim>
                                    <p:anim calcmode="lin" valueType="num">
                                      <p:cBhvr>
                                        <p:cTn id="30" dur="1000" fill="hold"/>
                                        <p:tgtEl>
                                          <p:spTgt spid="20"/>
                                        </p:tgtEl>
                                        <p:attrNameLst>
                                          <p:attrName>ppt_h</p:attrName>
                                        </p:attrNameLst>
                                      </p:cBhvr>
                                      <p:tavLst>
                                        <p:tav tm="0">
                                          <p:val>
                                            <p:fltVal val="0"/>
                                          </p:val>
                                        </p:tav>
                                        <p:tav tm="100000">
                                          <p:val>
                                            <p:strVal val="#ppt_h"/>
                                          </p:val>
                                        </p:tav>
                                      </p:tavLst>
                                    </p:anim>
                                    <p:anim calcmode="lin" valueType="num">
                                      <p:cBhvr>
                                        <p:cTn id="31" dur="1000" fill="hold"/>
                                        <p:tgtEl>
                                          <p:spTgt spid="20"/>
                                        </p:tgtEl>
                                        <p:attrNameLst>
                                          <p:attrName>style.rotation</p:attrName>
                                        </p:attrNameLst>
                                      </p:cBhvr>
                                      <p:tavLst>
                                        <p:tav tm="0">
                                          <p:val>
                                            <p:fltVal val="90"/>
                                          </p:val>
                                        </p:tav>
                                        <p:tav tm="100000">
                                          <p:val>
                                            <p:fltVal val="0"/>
                                          </p:val>
                                        </p:tav>
                                      </p:tavLst>
                                    </p:anim>
                                    <p:animEffect transition="in" filter="fade">
                                      <p:cBhvr>
                                        <p:cTn id="32" dur="1000"/>
                                        <p:tgtEl>
                                          <p:spTgt spid="20"/>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1000" fill="hold"/>
                                        <p:tgtEl>
                                          <p:spTgt spid="25"/>
                                        </p:tgtEl>
                                        <p:attrNameLst>
                                          <p:attrName>ppt_w</p:attrName>
                                        </p:attrNameLst>
                                      </p:cBhvr>
                                      <p:tavLst>
                                        <p:tav tm="0">
                                          <p:val>
                                            <p:fltVal val="0"/>
                                          </p:val>
                                        </p:tav>
                                        <p:tav tm="100000">
                                          <p:val>
                                            <p:strVal val="#ppt_w"/>
                                          </p:val>
                                        </p:tav>
                                      </p:tavLst>
                                    </p:anim>
                                    <p:anim calcmode="lin" valueType="num">
                                      <p:cBhvr>
                                        <p:cTn id="36" dur="1000" fill="hold"/>
                                        <p:tgtEl>
                                          <p:spTgt spid="25"/>
                                        </p:tgtEl>
                                        <p:attrNameLst>
                                          <p:attrName>ppt_h</p:attrName>
                                        </p:attrNameLst>
                                      </p:cBhvr>
                                      <p:tavLst>
                                        <p:tav tm="0">
                                          <p:val>
                                            <p:fltVal val="0"/>
                                          </p:val>
                                        </p:tav>
                                        <p:tav tm="100000">
                                          <p:val>
                                            <p:strVal val="#ppt_h"/>
                                          </p:val>
                                        </p:tav>
                                      </p:tavLst>
                                    </p:anim>
                                    <p:anim calcmode="lin" valueType="num">
                                      <p:cBhvr>
                                        <p:cTn id="37" dur="1000" fill="hold"/>
                                        <p:tgtEl>
                                          <p:spTgt spid="25"/>
                                        </p:tgtEl>
                                        <p:attrNameLst>
                                          <p:attrName>style.rotation</p:attrName>
                                        </p:attrNameLst>
                                      </p:cBhvr>
                                      <p:tavLst>
                                        <p:tav tm="0">
                                          <p:val>
                                            <p:fltVal val="90"/>
                                          </p:val>
                                        </p:tav>
                                        <p:tav tm="100000">
                                          <p:val>
                                            <p:fltVal val="0"/>
                                          </p:val>
                                        </p:tav>
                                      </p:tavLst>
                                    </p:anim>
                                    <p:animEffect transition="in" filter="fade">
                                      <p:cBhvr>
                                        <p:cTn id="38" dur="1000"/>
                                        <p:tgtEl>
                                          <p:spTgt spid="25"/>
                                        </p:tgtEl>
                                      </p:cBhvr>
                                    </p:animEffect>
                                  </p:childTnLst>
                                </p:cTn>
                              </p:par>
                            </p:childTnLst>
                          </p:cTn>
                        </p:par>
                        <p:par>
                          <p:cTn id="39" fill="hold">
                            <p:stCondLst>
                              <p:cond delay="1500"/>
                            </p:stCondLst>
                            <p:childTnLst>
                              <p:par>
                                <p:cTn id="40" presetID="22" presetClass="entr" presetSubtype="2" fill="hold"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right)">
                                      <p:cBhvr>
                                        <p:cTn id="42" dur="500"/>
                                        <p:tgtEl>
                                          <p:spTgt spid="8"/>
                                        </p:tgtEl>
                                      </p:cBhvr>
                                    </p:animEffect>
                                  </p:childTnLst>
                                </p:cTn>
                              </p:par>
                              <p:par>
                                <p:cTn id="43" presetID="22" presetClass="entr" presetSubtype="4"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down)">
                                      <p:cBhvr>
                                        <p:cTn id="45" dur="500"/>
                                        <p:tgtEl>
                                          <p:spTgt spid="16"/>
                                        </p:tgtEl>
                                      </p:cBhvr>
                                    </p:animEffect>
                                  </p:childTnLst>
                                </p:cTn>
                              </p:par>
                              <p:par>
                                <p:cTn id="46" presetID="22" presetClass="entr" presetSubtype="8"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1"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up)">
                                      <p:cBhvr>
                                        <p:cTn id="51" dur="500"/>
                                        <p:tgtEl>
                                          <p:spTgt spid="18"/>
                                        </p:tgtEl>
                                      </p:cBhvr>
                                    </p:animEffect>
                                  </p:childTnLst>
                                </p:cTn>
                              </p:par>
                              <p:par>
                                <p:cTn id="52" presetID="22" presetClass="entr" presetSubtype="4"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down)">
                                      <p:cBhvr>
                                        <p:cTn id="54" dur="500"/>
                                        <p:tgtEl>
                                          <p:spTgt spid="19"/>
                                        </p:tgtEl>
                                      </p:cBhvr>
                                    </p:animEffect>
                                  </p:childTnLst>
                                </p:cTn>
                              </p:par>
                            </p:childTnLst>
                          </p:cTn>
                        </p:par>
                        <p:par>
                          <p:cTn id="55" fill="hold">
                            <p:stCondLst>
                              <p:cond delay="2000"/>
                            </p:stCondLst>
                            <p:childTnLst>
                              <p:par>
                                <p:cTn id="56" presetID="22" presetClass="entr" presetSubtype="2"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right)">
                                      <p:cBhvr>
                                        <p:cTn id="58" dur="500"/>
                                        <p:tgtEl>
                                          <p:spTgt spid="26"/>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right)">
                                      <p:cBhvr>
                                        <p:cTn id="61" dur="500"/>
                                        <p:tgtEl>
                                          <p:spTgt spid="27"/>
                                        </p:tgtEl>
                                      </p:cBhvr>
                                    </p:animEffect>
                                  </p:childTnLst>
                                </p:cTn>
                              </p:par>
                            </p:childTnLst>
                          </p:cTn>
                        </p:par>
                        <p:par>
                          <p:cTn id="62" fill="hold">
                            <p:stCondLst>
                              <p:cond delay="2500"/>
                            </p:stCondLst>
                            <p:childTnLst>
                              <p:par>
                                <p:cTn id="63" presetID="22" presetClass="entr" presetSubtype="8"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left)">
                                      <p:cBhvr>
                                        <p:cTn id="65" dur="500"/>
                                        <p:tgtEl>
                                          <p:spTgt spid="30"/>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wipe(left)">
                                      <p:cBhvr>
                                        <p:cTn id="68" dur="500"/>
                                        <p:tgtEl>
                                          <p:spTgt spid="31"/>
                                        </p:tgtEl>
                                      </p:cBhvr>
                                    </p:animEffect>
                                  </p:childTnLst>
                                </p:cTn>
                              </p:par>
                            </p:childTnLst>
                          </p:cTn>
                        </p:par>
                        <p:par>
                          <p:cTn id="69" fill="hold">
                            <p:stCondLst>
                              <p:cond delay="3000"/>
                            </p:stCondLst>
                            <p:childTnLst>
                              <p:par>
                                <p:cTn id="70" presetID="22" presetClass="entr" presetSubtype="2"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right)">
                                      <p:cBhvr>
                                        <p:cTn id="72" dur="500"/>
                                        <p:tgtEl>
                                          <p:spTgt spid="28"/>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right)">
                                      <p:cBhvr>
                                        <p:cTn id="75" dur="500"/>
                                        <p:tgtEl>
                                          <p:spTgt spid="29"/>
                                        </p:tgtEl>
                                      </p:cBhvr>
                                    </p:animEffect>
                                  </p:childTnLst>
                                </p:cTn>
                              </p:par>
                            </p:childTnLst>
                          </p:cTn>
                        </p:par>
                        <p:par>
                          <p:cTn id="76" fill="hold">
                            <p:stCondLst>
                              <p:cond delay="3500"/>
                            </p:stCondLst>
                            <p:childTnLst>
                              <p:par>
                                <p:cTn id="77" presetID="26" presetClass="emph" presetSubtype="0" fill="hold" grpId="1" nodeType="afterEffect">
                                  <p:stCondLst>
                                    <p:cond delay="0"/>
                                  </p:stCondLst>
                                  <p:childTnLst>
                                    <p:animEffect transition="out" filter="fade">
                                      <p:cBhvr>
                                        <p:cTn id="78" dur="500" tmFilter="0, 0; .2, .5; .8, .5; 1, 0"/>
                                        <p:tgtEl>
                                          <p:spTgt spid="22"/>
                                        </p:tgtEl>
                                      </p:cBhvr>
                                    </p:animEffect>
                                    <p:animScale>
                                      <p:cBhvr>
                                        <p:cTn id="79" dur="250" autoRev="1" fill="hold"/>
                                        <p:tgtEl>
                                          <p:spTgt spid="22"/>
                                        </p:tgtEl>
                                      </p:cBhvr>
                                      <p:by x="105000" y="105000"/>
                                    </p:animScale>
                                  </p:childTnLst>
                                </p:cTn>
                              </p:par>
                              <p:par>
                                <p:cTn id="80" presetID="26" presetClass="emph" presetSubtype="0" fill="hold" grpId="1" nodeType="withEffect">
                                  <p:stCondLst>
                                    <p:cond delay="0"/>
                                  </p:stCondLst>
                                  <p:childTnLst>
                                    <p:animEffect transition="out" filter="fade">
                                      <p:cBhvr>
                                        <p:cTn id="81" dur="500" tmFilter="0, 0; .2, .5; .8, .5; 1, 0"/>
                                        <p:tgtEl>
                                          <p:spTgt spid="20"/>
                                        </p:tgtEl>
                                      </p:cBhvr>
                                    </p:animEffect>
                                    <p:animScale>
                                      <p:cBhvr>
                                        <p:cTn id="82" dur="250" autoRev="1" fill="hold"/>
                                        <p:tgtEl>
                                          <p:spTgt spid="20"/>
                                        </p:tgtEl>
                                      </p:cBhvr>
                                      <p:by x="105000" y="105000"/>
                                    </p:animScale>
                                  </p:childTnLst>
                                </p:cTn>
                              </p:par>
                              <p:par>
                                <p:cTn id="83" presetID="26" presetClass="emph" presetSubtype="0" fill="hold" grpId="1" nodeType="withEffect">
                                  <p:stCondLst>
                                    <p:cond delay="0"/>
                                  </p:stCondLst>
                                  <p:childTnLst>
                                    <p:animEffect transition="out" filter="fade">
                                      <p:cBhvr>
                                        <p:cTn id="84" dur="500" tmFilter="0, 0; .2, .5; .8, .5; 1, 0"/>
                                        <p:tgtEl>
                                          <p:spTgt spid="25"/>
                                        </p:tgtEl>
                                      </p:cBhvr>
                                    </p:animEffect>
                                    <p:animScale>
                                      <p:cBhvr>
                                        <p:cTn id="85"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2" grpId="0" animBg="1"/>
      <p:bldP spid="22" grpId="1" animBg="1"/>
      <p:bldP spid="23" grpId="0" animBg="1"/>
      <p:bldP spid="24" grpId="0" animBg="1"/>
      <p:bldP spid="25" grpId="0" animBg="1"/>
      <p:bldP spid="25" grpId="1" animBg="1"/>
      <p:bldP spid="26" grpId="0" animBg="1"/>
      <p:bldP spid="27" grpId="0"/>
      <p:bldP spid="28" grpId="0" animBg="1"/>
      <p:bldP spid="29" grpId="0"/>
      <p:bldP spid="30" grpId="0" animBg="1"/>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工作心得体会</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02</a:t>
              </a:r>
            </a:p>
          </p:txBody>
        </p:sp>
      </p:grpSp>
      <p:grpSp>
        <p:nvGrpSpPr>
          <p:cNvPr id="12" name="iṡľîḍê">
            <a:extLst>
              <a:ext uri="{FF2B5EF4-FFF2-40B4-BE49-F238E27FC236}">
                <a16:creationId xmlns:a16="http://schemas.microsoft.com/office/drawing/2014/main" xmlns="" id="{A1B017AA-E681-4131-B24E-196DAA5D0684}"/>
              </a:ext>
            </a:extLst>
          </p:cNvPr>
          <p:cNvGrpSpPr/>
          <p:nvPr/>
        </p:nvGrpSpPr>
        <p:grpSpPr>
          <a:xfrm>
            <a:off x="4453810" y="2472278"/>
            <a:ext cx="3284212" cy="3250000"/>
            <a:chOff x="3125084" y="2439191"/>
            <a:chExt cx="2893832" cy="2863689"/>
          </a:xfrm>
          <a:solidFill>
            <a:srgbClr val="8EBAE2"/>
          </a:solidFill>
        </p:grpSpPr>
        <p:sp>
          <p:nvSpPr>
            <p:cNvPr id="13" name="îšḻîďé">
              <a:extLst>
                <a:ext uri="{FF2B5EF4-FFF2-40B4-BE49-F238E27FC236}">
                  <a16:creationId xmlns:a16="http://schemas.microsoft.com/office/drawing/2014/main" xmlns="" id="{DBEFC731-A4E5-4F9F-8607-788EF25BF61D}"/>
                </a:ext>
              </a:extLst>
            </p:cNvPr>
            <p:cNvSpPr/>
            <p:nvPr/>
          </p:nvSpPr>
          <p:spPr>
            <a:xfrm>
              <a:off x="3125084" y="4006736"/>
              <a:ext cx="1296144" cy="1296144"/>
            </a:xfrm>
            <a:prstGeom prst="corner">
              <a:avLst>
                <a:gd name="adj1" fmla="val 16416"/>
                <a:gd name="adj2" fmla="val 1650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 name="îṧḷîḋe">
              <a:extLst>
                <a:ext uri="{FF2B5EF4-FFF2-40B4-BE49-F238E27FC236}">
                  <a16:creationId xmlns:a16="http://schemas.microsoft.com/office/drawing/2014/main" xmlns="" id="{6ACBAC7F-19C7-40D1-B27A-6999113ABD2F}"/>
                </a:ext>
              </a:extLst>
            </p:cNvPr>
            <p:cNvSpPr/>
            <p:nvPr/>
          </p:nvSpPr>
          <p:spPr>
            <a:xfrm flipH="1">
              <a:off x="4722772" y="4006736"/>
              <a:ext cx="1296144" cy="1296144"/>
            </a:xfrm>
            <a:prstGeom prst="corner">
              <a:avLst>
                <a:gd name="adj1" fmla="val 16416"/>
                <a:gd name="adj2" fmla="val 1650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ïṧļiďe">
              <a:extLst>
                <a:ext uri="{FF2B5EF4-FFF2-40B4-BE49-F238E27FC236}">
                  <a16:creationId xmlns:a16="http://schemas.microsoft.com/office/drawing/2014/main" xmlns="" id="{49D1AEF5-F646-44C5-B7F0-62DFB65C672D}"/>
                </a:ext>
              </a:extLst>
            </p:cNvPr>
            <p:cNvSpPr/>
            <p:nvPr/>
          </p:nvSpPr>
          <p:spPr>
            <a:xfrm flipV="1">
              <a:off x="3125084" y="2439191"/>
              <a:ext cx="1296144" cy="1296144"/>
            </a:xfrm>
            <a:prstGeom prst="corner">
              <a:avLst>
                <a:gd name="adj1" fmla="val 16416"/>
                <a:gd name="adj2" fmla="val 1650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işļiḍè">
              <a:extLst>
                <a:ext uri="{FF2B5EF4-FFF2-40B4-BE49-F238E27FC236}">
                  <a16:creationId xmlns:a16="http://schemas.microsoft.com/office/drawing/2014/main" xmlns="" id="{ABAFC149-5A29-4B1D-BF95-57DE17CE7324}"/>
                </a:ext>
              </a:extLst>
            </p:cNvPr>
            <p:cNvSpPr/>
            <p:nvPr/>
          </p:nvSpPr>
          <p:spPr>
            <a:xfrm flipH="1" flipV="1">
              <a:off x="4722772" y="2439191"/>
              <a:ext cx="1296144" cy="1296144"/>
            </a:xfrm>
            <a:prstGeom prst="corner">
              <a:avLst>
                <a:gd name="adj1" fmla="val 16416"/>
                <a:gd name="adj2" fmla="val 1650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sp>
        <p:nvSpPr>
          <p:cNvPr id="17" name="ïsļiḑé">
            <a:extLst>
              <a:ext uri="{FF2B5EF4-FFF2-40B4-BE49-F238E27FC236}">
                <a16:creationId xmlns:a16="http://schemas.microsoft.com/office/drawing/2014/main" xmlns="" id="{2EAA3DC4-7F15-4BA8-BEFF-D1E85B698104}"/>
              </a:ext>
            </a:extLst>
          </p:cNvPr>
          <p:cNvSpPr/>
          <p:nvPr/>
        </p:nvSpPr>
        <p:spPr>
          <a:xfrm>
            <a:off x="4924575" y="2913442"/>
            <a:ext cx="2342682" cy="2342681"/>
          </a:xfrm>
          <a:prstGeom prst="rect">
            <a:avLst/>
          </a:prstGeom>
          <a:blipFill dpi="0" rotWithShape="1">
            <a:blip r:embed="rId2"/>
            <a:srcRect/>
            <a:tile tx="527050" ty="152400" sx="100000" sy="100000" flip="none" algn="ctr"/>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8" name="iṥļiḍe">
            <a:extLst>
              <a:ext uri="{FF2B5EF4-FFF2-40B4-BE49-F238E27FC236}">
                <a16:creationId xmlns:a16="http://schemas.microsoft.com/office/drawing/2014/main" xmlns="" id="{52610C89-A4AA-43F2-BF4E-52472EC382E2}"/>
              </a:ext>
            </a:extLst>
          </p:cNvPr>
          <p:cNvSpPr txBox="1">
            <a:spLocks/>
          </p:cNvSpPr>
          <p:nvPr/>
        </p:nvSpPr>
        <p:spPr bwMode="auto">
          <a:xfrm>
            <a:off x="4924575" y="3556330"/>
            <a:ext cx="2342682" cy="1056904"/>
          </a:xfrm>
          <a:prstGeom prst="rect">
            <a:avLst/>
          </a:prstGeom>
          <a:solidFill>
            <a:srgbClr val="8EBAE2">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bIns="144000" anchor="ctr" anchorCtr="1">
            <a:normAutofit/>
          </a:bodyPr>
          <a:lstStyle/>
          <a:p>
            <a:r>
              <a:rPr lang="zh-CN" altLang="en-US" sz="2000" dirty="0">
                <a:latin typeface="微软雅黑" panose="020B0503020204020204" pitchFamily="34" charset="-122"/>
                <a:ea typeface="微软雅黑" panose="020B0503020204020204" pitchFamily="34" charset="-122"/>
              </a:rPr>
              <a:t>心得体会</a:t>
            </a:r>
          </a:p>
        </p:txBody>
      </p:sp>
      <p:sp>
        <p:nvSpPr>
          <p:cNvPr id="19" name="iśľîḍè">
            <a:extLst>
              <a:ext uri="{FF2B5EF4-FFF2-40B4-BE49-F238E27FC236}">
                <a16:creationId xmlns:a16="http://schemas.microsoft.com/office/drawing/2014/main" xmlns="" id="{28C52BE9-01D4-428B-A265-BD8A2A6FCC6D}"/>
              </a:ext>
            </a:extLst>
          </p:cNvPr>
          <p:cNvSpPr txBox="1">
            <a:spLocks/>
          </p:cNvSpPr>
          <p:nvPr/>
        </p:nvSpPr>
        <p:spPr bwMode="auto">
          <a:xfrm>
            <a:off x="7931718" y="2470358"/>
            <a:ext cx="3183440" cy="372240"/>
          </a:xfrm>
          <a:prstGeom prst="rect">
            <a:avLst/>
          </a:prstGeom>
        </p:spPr>
        <p:txBody>
          <a:bodyPr wrap="none" lIns="120000" tIns="62400" rIns="120000" bIns="62400" anchor="ctr">
            <a:normAutofit/>
            <a:scene3d>
              <a:camera prst="orthographicFront"/>
              <a:lightRig rig="threePt" dir="t"/>
            </a:scene3d>
            <a:sp3d>
              <a:bevelT w="0" h="0"/>
            </a:sp3d>
          </a:bodyPr>
          <a:lstStyle/>
          <a:p>
            <a:pPr>
              <a:defRPr/>
            </a:pPr>
            <a:r>
              <a:rPr lang="zh-CN" altLang="en-US" sz="1600" b="1" dirty="0">
                <a:latin typeface="微软雅黑" panose="020B0503020204020204" pitchFamily="34" charset="-122"/>
                <a:ea typeface="微软雅黑" panose="020B0503020204020204" pitchFamily="34" charset="-122"/>
              </a:rPr>
              <a:t>点击输入标题</a:t>
            </a:r>
          </a:p>
        </p:txBody>
      </p:sp>
      <p:sp>
        <p:nvSpPr>
          <p:cNvPr id="20" name="íšľiḑè">
            <a:extLst>
              <a:ext uri="{FF2B5EF4-FFF2-40B4-BE49-F238E27FC236}">
                <a16:creationId xmlns:a16="http://schemas.microsoft.com/office/drawing/2014/main" xmlns="" id="{19644E93-F382-4B8D-AB79-DCBBDA2E044E}"/>
              </a:ext>
            </a:extLst>
          </p:cNvPr>
          <p:cNvSpPr txBox="1">
            <a:spLocks/>
          </p:cNvSpPr>
          <p:nvPr/>
        </p:nvSpPr>
        <p:spPr bwMode="auto">
          <a:xfrm>
            <a:off x="7931717" y="3024339"/>
            <a:ext cx="3183441" cy="647600"/>
          </a:xfrm>
          <a:prstGeom prst="rect">
            <a:avLst/>
          </a:prstGeom>
        </p:spPr>
        <p:txBody>
          <a:bodyPr wrap="square" lIns="120000" tIns="62400" rIns="120000" bIns="62400" anchor="ctr">
            <a:noAutofit/>
            <a:scene3d>
              <a:camera prst="orthographicFront"/>
              <a:lightRig rig="threePt" dir="t"/>
            </a:scene3d>
            <a:sp3d>
              <a:bevelT w="0" h="0"/>
            </a:sp3d>
          </a:bodyPr>
          <a:lstStyle/>
          <a:p>
            <a:pPr>
              <a:lnSpc>
                <a:spcPct val="130000"/>
              </a:lnSpc>
              <a:spcBef>
                <a:spcPct val="0"/>
              </a:spcBef>
              <a:defRPr/>
            </a:pPr>
            <a:r>
              <a:rPr lang="zh-CN" altLang="en-US" sz="14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400" dirty="0">
              <a:latin typeface="微软雅黑" pitchFamily="34" charset="-122"/>
              <a:ea typeface="微软雅黑" pitchFamily="34" charset="-122"/>
            </a:endParaRPr>
          </a:p>
        </p:txBody>
      </p:sp>
      <p:sp>
        <p:nvSpPr>
          <p:cNvPr id="21" name="ïṩḻîḍê">
            <a:extLst>
              <a:ext uri="{FF2B5EF4-FFF2-40B4-BE49-F238E27FC236}">
                <a16:creationId xmlns:a16="http://schemas.microsoft.com/office/drawing/2014/main" xmlns="" id="{929516B8-6586-413E-9298-25777863CE1D}"/>
              </a:ext>
            </a:extLst>
          </p:cNvPr>
          <p:cNvSpPr txBox="1">
            <a:spLocks/>
          </p:cNvSpPr>
          <p:nvPr/>
        </p:nvSpPr>
        <p:spPr bwMode="auto">
          <a:xfrm>
            <a:off x="928148" y="2414621"/>
            <a:ext cx="3183440" cy="372240"/>
          </a:xfrm>
          <a:prstGeom prst="rect">
            <a:avLst/>
          </a:prstGeom>
        </p:spPr>
        <p:txBody>
          <a:bodyPr wrap="none" lIns="120000" tIns="62400" rIns="120000" bIns="62400" anchor="ctr">
            <a:normAutofit/>
            <a:scene3d>
              <a:camera prst="orthographicFront"/>
              <a:lightRig rig="threePt" dir="t"/>
            </a:scene3d>
            <a:sp3d>
              <a:bevelT w="0" h="0"/>
            </a:sp3d>
          </a:bodyPr>
          <a:lstStyle/>
          <a:p>
            <a:pPr marL="0" indent="0" algn="r">
              <a:defRPr/>
            </a:pPr>
            <a:r>
              <a:rPr lang="zh-CN" altLang="en-US" sz="1600" b="1" dirty="0">
                <a:latin typeface="微软雅黑" panose="020B0503020204020204" pitchFamily="34" charset="-122"/>
                <a:ea typeface="微软雅黑" panose="020B0503020204020204" pitchFamily="34" charset="-122"/>
              </a:rPr>
              <a:t>点击输入标题</a:t>
            </a:r>
          </a:p>
        </p:txBody>
      </p:sp>
      <p:sp>
        <p:nvSpPr>
          <p:cNvPr id="22" name="ïṡľîḑé">
            <a:extLst>
              <a:ext uri="{FF2B5EF4-FFF2-40B4-BE49-F238E27FC236}">
                <a16:creationId xmlns:a16="http://schemas.microsoft.com/office/drawing/2014/main" xmlns="" id="{A053554E-CA21-4029-A758-34BF91365258}"/>
              </a:ext>
            </a:extLst>
          </p:cNvPr>
          <p:cNvSpPr txBox="1">
            <a:spLocks/>
          </p:cNvSpPr>
          <p:nvPr/>
        </p:nvSpPr>
        <p:spPr bwMode="auto">
          <a:xfrm>
            <a:off x="928147" y="3024339"/>
            <a:ext cx="3183441" cy="647600"/>
          </a:xfrm>
          <a:prstGeom prst="rect">
            <a:avLst/>
          </a:prstGeom>
        </p:spPr>
        <p:txBody>
          <a:bodyPr wrap="square" lIns="120000" tIns="62400" rIns="120000" bIns="62400" anchor="ctr">
            <a:noAutofit/>
            <a:scene3d>
              <a:camera prst="orthographicFront"/>
              <a:lightRig rig="threePt" dir="t"/>
            </a:scene3d>
            <a:sp3d>
              <a:bevelT w="0" h="0"/>
            </a:sp3d>
          </a:bodyPr>
          <a:lstStyle/>
          <a:p>
            <a:pPr algn="r">
              <a:lnSpc>
                <a:spcPct val="130000"/>
              </a:lnSpc>
              <a:spcBef>
                <a:spcPct val="0"/>
              </a:spcBef>
              <a:defRPr/>
            </a:pPr>
            <a:r>
              <a:rPr lang="zh-CN" altLang="en-US" sz="1400" dirty="0">
                <a:latin typeface="微软雅黑" pitchFamily="34" charset="-122"/>
                <a:ea typeface="微软雅黑" pitchFamily="34" charset="-122"/>
              </a:rPr>
              <a:t>点击输入本栏的具体文字，简明扼要的说明分项内容，此为概念图解，请根据您的具体内容酌情修改。</a:t>
            </a:r>
            <a:endParaRPr lang="en-US" altLang="zh-CN" sz="1400" dirty="0">
              <a:latin typeface="微软雅黑" pitchFamily="34" charset="-122"/>
              <a:ea typeface="微软雅黑" pitchFamily="34" charset="-122"/>
            </a:endParaRPr>
          </a:p>
          <a:p>
            <a:pPr marL="0" indent="0" algn="r">
              <a:lnSpc>
                <a:spcPct val="130000"/>
              </a:lnSpc>
              <a:spcBef>
                <a:spcPct val="0"/>
              </a:spcBef>
              <a:defRPr/>
            </a:pPr>
            <a:endParaRPr lang="zh-CN" altLang="en-US" sz="1400" dirty="0"/>
          </a:p>
        </p:txBody>
      </p:sp>
      <p:sp>
        <p:nvSpPr>
          <p:cNvPr id="23" name="iṥliḍê">
            <a:extLst>
              <a:ext uri="{FF2B5EF4-FFF2-40B4-BE49-F238E27FC236}">
                <a16:creationId xmlns:a16="http://schemas.microsoft.com/office/drawing/2014/main" xmlns="" id="{35ADEC4E-38FF-4ED2-8CF2-D0D5D4144F66}"/>
              </a:ext>
            </a:extLst>
          </p:cNvPr>
          <p:cNvSpPr txBox="1">
            <a:spLocks/>
          </p:cNvSpPr>
          <p:nvPr/>
        </p:nvSpPr>
        <p:spPr bwMode="auto">
          <a:xfrm>
            <a:off x="7931718" y="4181398"/>
            <a:ext cx="3183440" cy="372240"/>
          </a:xfrm>
          <a:prstGeom prst="rect">
            <a:avLst/>
          </a:prstGeom>
        </p:spPr>
        <p:txBody>
          <a:bodyPr wrap="none" lIns="120000" tIns="62400" rIns="120000" bIns="62400" anchor="ctr">
            <a:normAutofit/>
            <a:scene3d>
              <a:camera prst="orthographicFront"/>
              <a:lightRig rig="threePt" dir="t"/>
            </a:scene3d>
            <a:sp3d>
              <a:bevelT w="0" h="0"/>
            </a:sp3d>
          </a:bodyPr>
          <a:lstStyle/>
          <a:p>
            <a:pPr>
              <a:defRPr/>
            </a:pPr>
            <a:r>
              <a:rPr lang="zh-CN" altLang="en-US" sz="1600" b="1" dirty="0">
                <a:latin typeface="微软雅黑" panose="020B0503020204020204" pitchFamily="34" charset="-122"/>
                <a:ea typeface="微软雅黑" panose="020B0503020204020204" pitchFamily="34" charset="-122"/>
              </a:rPr>
              <a:t>点击输入标题</a:t>
            </a:r>
          </a:p>
        </p:txBody>
      </p:sp>
      <p:sp>
        <p:nvSpPr>
          <p:cNvPr id="24" name="îṣlídé">
            <a:extLst>
              <a:ext uri="{FF2B5EF4-FFF2-40B4-BE49-F238E27FC236}">
                <a16:creationId xmlns:a16="http://schemas.microsoft.com/office/drawing/2014/main" xmlns="" id="{5F7AA0C7-F882-4C01-B4CA-E1A4F08494CE}"/>
              </a:ext>
            </a:extLst>
          </p:cNvPr>
          <p:cNvSpPr txBox="1">
            <a:spLocks/>
          </p:cNvSpPr>
          <p:nvPr/>
        </p:nvSpPr>
        <p:spPr bwMode="auto">
          <a:xfrm>
            <a:off x="7931717" y="4735379"/>
            <a:ext cx="3183441" cy="647600"/>
          </a:xfrm>
          <a:prstGeom prst="rect">
            <a:avLst/>
          </a:prstGeom>
        </p:spPr>
        <p:txBody>
          <a:bodyPr wrap="square" lIns="120000" tIns="62400" rIns="120000" bIns="62400" anchor="ctr">
            <a:noAutofit/>
            <a:scene3d>
              <a:camera prst="orthographicFront"/>
              <a:lightRig rig="threePt" dir="t"/>
            </a:scene3d>
            <a:sp3d>
              <a:bevelT w="0" h="0"/>
            </a:sp3d>
          </a:bodyPr>
          <a:lstStyle/>
          <a:p>
            <a:pPr>
              <a:lnSpc>
                <a:spcPct val="130000"/>
              </a:lnSpc>
              <a:spcBef>
                <a:spcPct val="0"/>
              </a:spcBef>
              <a:defRPr/>
            </a:pPr>
            <a:r>
              <a:rPr lang="zh-CN" altLang="en-US" sz="14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400" dirty="0">
              <a:latin typeface="微软雅黑" pitchFamily="34" charset="-122"/>
              <a:ea typeface="微软雅黑" pitchFamily="34" charset="-122"/>
            </a:endParaRPr>
          </a:p>
        </p:txBody>
      </p:sp>
      <p:sp>
        <p:nvSpPr>
          <p:cNvPr id="25" name="îṩļiḓé">
            <a:extLst>
              <a:ext uri="{FF2B5EF4-FFF2-40B4-BE49-F238E27FC236}">
                <a16:creationId xmlns:a16="http://schemas.microsoft.com/office/drawing/2014/main" xmlns="" id="{D32C0154-3395-4E38-B3C0-AB2962CD54B0}"/>
              </a:ext>
            </a:extLst>
          </p:cNvPr>
          <p:cNvSpPr txBox="1">
            <a:spLocks/>
          </p:cNvSpPr>
          <p:nvPr/>
        </p:nvSpPr>
        <p:spPr bwMode="auto">
          <a:xfrm>
            <a:off x="928148" y="4181398"/>
            <a:ext cx="3183440" cy="372240"/>
          </a:xfrm>
          <a:prstGeom prst="rect">
            <a:avLst/>
          </a:prstGeom>
        </p:spPr>
        <p:txBody>
          <a:bodyPr wrap="none" lIns="120000" tIns="62400" rIns="120000" bIns="62400" anchor="ctr">
            <a:normAutofit/>
            <a:scene3d>
              <a:camera prst="orthographicFront"/>
              <a:lightRig rig="threePt" dir="t"/>
            </a:scene3d>
            <a:sp3d>
              <a:bevelT w="0" h="0"/>
            </a:sp3d>
          </a:bodyPr>
          <a:lstStyle/>
          <a:p>
            <a:pPr marL="0" indent="0" algn="r">
              <a:defRPr/>
            </a:pPr>
            <a:r>
              <a:rPr lang="zh-CN" altLang="en-US" sz="1600" b="1" dirty="0">
                <a:latin typeface="微软雅黑" panose="020B0503020204020204" pitchFamily="34" charset="-122"/>
                <a:ea typeface="微软雅黑" panose="020B0503020204020204" pitchFamily="34" charset="-122"/>
              </a:rPr>
              <a:t>点击输入标题</a:t>
            </a:r>
          </a:p>
        </p:txBody>
      </p:sp>
      <p:sp>
        <p:nvSpPr>
          <p:cNvPr id="26" name="ïšļide">
            <a:extLst>
              <a:ext uri="{FF2B5EF4-FFF2-40B4-BE49-F238E27FC236}">
                <a16:creationId xmlns:a16="http://schemas.microsoft.com/office/drawing/2014/main" xmlns="" id="{E24355F4-34CD-4E3D-8718-1E19767244D9}"/>
              </a:ext>
            </a:extLst>
          </p:cNvPr>
          <p:cNvSpPr txBox="1">
            <a:spLocks/>
          </p:cNvSpPr>
          <p:nvPr/>
        </p:nvSpPr>
        <p:spPr bwMode="auto">
          <a:xfrm>
            <a:off x="928147" y="4735379"/>
            <a:ext cx="3183441" cy="647600"/>
          </a:xfrm>
          <a:prstGeom prst="rect">
            <a:avLst/>
          </a:prstGeom>
        </p:spPr>
        <p:txBody>
          <a:bodyPr wrap="square" lIns="120000" tIns="62400" rIns="120000" bIns="62400" anchor="ctr">
            <a:noAutofit/>
            <a:scene3d>
              <a:camera prst="orthographicFront"/>
              <a:lightRig rig="threePt" dir="t"/>
            </a:scene3d>
            <a:sp3d>
              <a:bevelT w="0" h="0"/>
            </a:sp3d>
          </a:bodyPr>
          <a:lstStyle/>
          <a:p>
            <a:pPr algn="r">
              <a:lnSpc>
                <a:spcPct val="130000"/>
              </a:lnSpc>
              <a:spcBef>
                <a:spcPct val="0"/>
              </a:spcBef>
              <a:defRPr/>
            </a:pPr>
            <a:r>
              <a:rPr lang="zh-CN" altLang="en-US" sz="1400" dirty="0">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3574508022"/>
      </p:ext>
    </p:extLst>
  </p:cSld>
  <p:clrMapOvr>
    <a:masterClrMapping/>
  </p:clrMapOvr>
  <p:transition spd="slow" advClick="0"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inVertical)">
                                      <p:cBhvr>
                                        <p:cTn id="13" dur="500"/>
                                        <p:tgtEl>
                                          <p:spTgt spid="18"/>
                                        </p:tgtEl>
                                      </p:cBhvr>
                                    </p:animEffect>
                                  </p:childTnLst>
                                </p:cTn>
                              </p:par>
                            </p:childTnLst>
                          </p:cTn>
                        </p:par>
                        <p:par>
                          <p:cTn id="14" fill="hold">
                            <p:stCondLst>
                              <p:cond delay="1000"/>
                            </p:stCondLst>
                            <p:childTnLst>
                              <p:par>
                                <p:cTn id="15" presetID="21" presetClass="entr" presetSubtype="1"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heel(1)">
                                      <p:cBhvr>
                                        <p:cTn id="17" dur="2000"/>
                                        <p:tgtEl>
                                          <p:spTgt spid="12"/>
                                        </p:tgtEl>
                                      </p:cBhvr>
                                    </p:animEffect>
                                  </p:childTnLst>
                                </p:cTn>
                              </p:par>
                            </p:childTnLst>
                          </p:cTn>
                        </p:par>
                        <p:par>
                          <p:cTn id="18" fill="hold">
                            <p:stCondLst>
                              <p:cond delay="3000"/>
                            </p:stCondLst>
                            <p:childTnLst>
                              <p:par>
                                <p:cTn id="19" presetID="26" presetClass="emph" presetSubtype="0" fill="hold" nodeType="afterEffect">
                                  <p:stCondLst>
                                    <p:cond delay="0"/>
                                  </p:stCondLst>
                                  <p:childTnLst>
                                    <p:animEffect transition="out" filter="fade">
                                      <p:cBhvr>
                                        <p:cTn id="20" dur="500" tmFilter="0, 0; .2, .5; .8, .5; 1, 0"/>
                                        <p:tgtEl>
                                          <p:spTgt spid="12"/>
                                        </p:tgtEl>
                                      </p:cBhvr>
                                    </p:animEffect>
                                    <p:animScale>
                                      <p:cBhvr>
                                        <p:cTn id="21" dur="250" autoRev="1" fill="hold"/>
                                        <p:tgtEl>
                                          <p:spTgt spid="12"/>
                                        </p:tgtEl>
                                      </p:cBhvr>
                                      <p:by x="105000" y="105000"/>
                                    </p:animScale>
                                  </p:childTnLst>
                                </p:cTn>
                              </p:par>
                            </p:childTnLst>
                          </p:cTn>
                        </p:par>
                        <p:par>
                          <p:cTn id="22" fill="hold">
                            <p:stCondLst>
                              <p:cond delay="3500"/>
                            </p:stCondLst>
                            <p:childTnLst>
                              <p:par>
                                <p:cTn id="23" presetID="22" presetClass="entr" presetSubtype="8"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par>
                          <p:cTn id="29" fill="hold">
                            <p:stCondLst>
                              <p:cond delay="40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left)">
                                      <p:cBhvr>
                                        <p:cTn id="35" dur="500"/>
                                        <p:tgtEl>
                                          <p:spTgt spid="26"/>
                                        </p:tgtEl>
                                      </p:cBhvr>
                                    </p:animEffect>
                                  </p:childTnLst>
                                </p:cTn>
                              </p:par>
                            </p:childTnLst>
                          </p:cTn>
                        </p:par>
                        <p:par>
                          <p:cTn id="36" fill="hold">
                            <p:stCondLst>
                              <p:cond delay="4500"/>
                            </p:stCondLst>
                            <p:childTnLst>
                              <p:par>
                                <p:cTn id="37" presetID="22" presetClass="entr" presetSubtype="8"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par>
                          <p:cTn id="43" fill="hold">
                            <p:stCondLst>
                              <p:cond delay="5000"/>
                            </p:stCondLst>
                            <p:childTnLst>
                              <p:par>
                                <p:cTn id="44" presetID="22" presetClass="entr" presetSubtype="8"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left)">
                                      <p:cBhvr>
                                        <p:cTn id="4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p:bldP spid="20" grpId="0"/>
      <p:bldP spid="21" grpId="0"/>
      <p:bldP spid="22" grpId="0"/>
      <p:bldP spid="23" grpId="0"/>
      <p:bldP spid="24" grpId="0"/>
      <p:bldP spid="25" grpId="0"/>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8391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对企业文化的认识</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02</a:t>
              </a:r>
            </a:p>
          </p:txBody>
        </p:sp>
      </p:grpSp>
      <p:sp>
        <p:nvSpPr>
          <p:cNvPr id="3" name="椭圆 2">
            <a:extLst>
              <a:ext uri="{FF2B5EF4-FFF2-40B4-BE49-F238E27FC236}">
                <a16:creationId xmlns:a16="http://schemas.microsoft.com/office/drawing/2014/main" xmlns="" id="{D1457D46-DD2E-4B5E-B4A9-7083AAA82DC2}"/>
              </a:ext>
            </a:extLst>
          </p:cNvPr>
          <p:cNvSpPr/>
          <p:nvPr/>
        </p:nvSpPr>
        <p:spPr>
          <a:xfrm>
            <a:off x="6496050" y="1447556"/>
            <a:ext cx="2580338" cy="2560733"/>
          </a:xfrm>
          <a:prstGeom prst="ellipse">
            <a:avLst/>
          </a:prstGeom>
          <a:blipFill dpi="0" rotWithShape="1">
            <a:blip r:embed="rId2"/>
            <a:srcRect/>
            <a:tile tx="527050" ty="152400" sx="100000" sy="100000" flip="none" algn="ctr"/>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xmlns="" id="{C7B14161-2575-4A85-815F-B43DD21F2568}"/>
              </a:ext>
            </a:extLst>
          </p:cNvPr>
          <p:cNvSpPr/>
          <p:nvPr/>
        </p:nvSpPr>
        <p:spPr>
          <a:xfrm>
            <a:off x="8824301" y="3014872"/>
            <a:ext cx="3185940" cy="3161734"/>
          </a:xfrm>
          <a:prstGeom prst="ellipse">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xmlns="" id="{3222FBE8-CE17-4A64-8CA7-B69D21DFAA15}"/>
              </a:ext>
            </a:extLst>
          </p:cNvPr>
          <p:cNvSpPr/>
          <p:nvPr/>
        </p:nvSpPr>
        <p:spPr>
          <a:xfrm>
            <a:off x="-14242" y="4747924"/>
            <a:ext cx="1875476" cy="1839602"/>
          </a:xfrm>
          <a:custGeom>
            <a:avLst/>
            <a:gdLst>
              <a:gd name="connsiteX0" fmla="*/ 585307 w 1875476"/>
              <a:gd name="connsiteY0" fmla="*/ 0 h 1839602"/>
              <a:gd name="connsiteX1" fmla="*/ 1875476 w 1875476"/>
              <a:gd name="connsiteY1" fmla="*/ 1280367 h 1839602"/>
              <a:gd name="connsiteX2" fmla="*/ 1774088 w 1875476"/>
              <a:gd name="connsiteY2" fmla="*/ 1778744 h 1839602"/>
              <a:gd name="connsiteX3" fmla="*/ 1744547 w 1875476"/>
              <a:gd name="connsiteY3" fmla="*/ 1839602 h 1839602"/>
              <a:gd name="connsiteX4" fmla="*/ 0 w 1875476"/>
              <a:gd name="connsiteY4" fmla="*/ 1839602 h 1839602"/>
              <a:gd name="connsiteX5" fmla="*/ 0 w 1875476"/>
              <a:gd name="connsiteY5" fmla="*/ 140352 h 1839602"/>
              <a:gd name="connsiteX6" fmla="*/ 83115 w 1875476"/>
              <a:gd name="connsiteY6" fmla="*/ 100618 h 1839602"/>
              <a:gd name="connsiteX7" fmla="*/ 585307 w 1875476"/>
              <a:gd name="connsiteY7" fmla="*/ 0 h 1839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476" h="1839602">
                <a:moveTo>
                  <a:pt x="585307" y="0"/>
                </a:moveTo>
                <a:cubicBezTo>
                  <a:pt x="1297848" y="0"/>
                  <a:pt x="1875476" y="573240"/>
                  <a:pt x="1875476" y="1280367"/>
                </a:cubicBezTo>
                <a:cubicBezTo>
                  <a:pt x="1875476" y="1457149"/>
                  <a:pt x="1839374" y="1625563"/>
                  <a:pt x="1774088" y="1778744"/>
                </a:cubicBezTo>
                <a:lnTo>
                  <a:pt x="1744547" y="1839602"/>
                </a:lnTo>
                <a:lnTo>
                  <a:pt x="0" y="1839602"/>
                </a:lnTo>
                <a:lnTo>
                  <a:pt x="0" y="140352"/>
                </a:lnTo>
                <a:lnTo>
                  <a:pt x="83115" y="100618"/>
                </a:lnTo>
                <a:cubicBezTo>
                  <a:pt x="237469" y="35828"/>
                  <a:pt x="407172" y="0"/>
                  <a:pt x="585307" y="0"/>
                </a:cubicBezTo>
                <a:close/>
              </a:path>
            </a:pathLst>
          </a:custGeom>
          <a:blipFill dpi="0" rotWithShape="1">
            <a:blip r:embed="rId4"/>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Rectangle 141">
            <a:extLst>
              <a:ext uri="{FF2B5EF4-FFF2-40B4-BE49-F238E27FC236}">
                <a16:creationId xmlns:a16="http://schemas.microsoft.com/office/drawing/2014/main" xmlns="" id="{162525C3-E738-418A-B242-3EEE90E1A03D}"/>
              </a:ext>
            </a:extLst>
          </p:cNvPr>
          <p:cNvSpPr/>
          <p:nvPr/>
        </p:nvSpPr>
        <p:spPr>
          <a:xfrm>
            <a:off x="1980728" y="5178830"/>
            <a:ext cx="6695610" cy="757643"/>
          </a:xfrm>
          <a:prstGeom prst="rect">
            <a:avLst/>
          </a:prstGeom>
        </p:spPr>
        <p:txBody>
          <a:bodyPr wrap="square">
            <a:spAutoFit/>
          </a:bodyPr>
          <a:lstStyle/>
          <a:p>
            <a:pPr defTabSz="914400">
              <a:lnSpc>
                <a:spcPct val="150000"/>
              </a:lnSpc>
            </a:pPr>
            <a:r>
              <a:rPr lang="en-US" altLang="zh-CN"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a:p>
            <a:pPr defTabSz="914400">
              <a:lnSpc>
                <a:spcPct val="150000"/>
              </a:lnSpc>
            </a:pPr>
            <a:endParaRPr lang="en-US"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i$ḷiḍé">
            <a:extLst>
              <a:ext uri="{FF2B5EF4-FFF2-40B4-BE49-F238E27FC236}">
                <a16:creationId xmlns:a16="http://schemas.microsoft.com/office/drawing/2014/main" xmlns="" id="{92B83146-9FFA-443B-B197-E699D8EC0604}"/>
              </a:ext>
            </a:extLst>
          </p:cNvPr>
          <p:cNvSpPr/>
          <p:nvPr/>
        </p:nvSpPr>
        <p:spPr bwMode="auto">
          <a:xfrm>
            <a:off x="352178" y="2207986"/>
            <a:ext cx="5837636" cy="141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just">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a:t>
            </a:r>
          </a:p>
          <a:p>
            <a:pPr algn="just">
              <a:lnSpc>
                <a:spcPct val="150000"/>
              </a:lnSpc>
            </a:pP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椭圆 34">
            <a:extLst>
              <a:ext uri="{FF2B5EF4-FFF2-40B4-BE49-F238E27FC236}">
                <a16:creationId xmlns:a16="http://schemas.microsoft.com/office/drawing/2014/main" xmlns="" id="{985C168C-BD32-485D-9715-8E9B95ED376B}"/>
              </a:ext>
            </a:extLst>
          </p:cNvPr>
          <p:cNvSpPr/>
          <p:nvPr/>
        </p:nvSpPr>
        <p:spPr>
          <a:xfrm>
            <a:off x="9696450" y="1996533"/>
            <a:ext cx="688812" cy="683579"/>
          </a:xfrm>
          <a:prstGeom prst="ellipse">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Rectangle 141">
            <a:extLst>
              <a:ext uri="{FF2B5EF4-FFF2-40B4-BE49-F238E27FC236}">
                <a16:creationId xmlns:a16="http://schemas.microsoft.com/office/drawing/2014/main" xmlns="" id="{8C7204C3-A998-4B18-A82B-CCF346D2BF96}"/>
              </a:ext>
            </a:extLst>
          </p:cNvPr>
          <p:cNvSpPr/>
          <p:nvPr/>
        </p:nvSpPr>
        <p:spPr>
          <a:xfrm>
            <a:off x="1090609" y="3990281"/>
            <a:ext cx="6695610" cy="757643"/>
          </a:xfrm>
          <a:prstGeom prst="rect">
            <a:avLst/>
          </a:prstGeom>
        </p:spPr>
        <p:txBody>
          <a:bodyPr wrap="square">
            <a:spAutoFit/>
          </a:bodyPr>
          <a:lstStyle/>
          <a:p>
            <a:pPr defTabSz="914400">
              <a:lnSpc>
                <a:spcPct val="150000"/>
              </a:lnSpc>
            </a:pPr>
            <a:r>
              <a:rPr lang="en-US" altLang="zh-CN"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a:p>
            <a:pPr defTabSz="914400">
              <a:lnSpc>
                <a:spcPct val="150000"/>
              </a:lnSpc>
            </a:pPr>
            <a:endParaRPr lang="en-US"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文本框 42">
            <a:extLst>
              <a:ext uri="{FF2B5EF4-FFF2-40B4-BE49-F238E27FC236}">
                <a16:creationId xmlns:a16="http://schemas.microsoft.com/office/drawing/2014/main" xmlns="" id="{7B0A18B4-6AD6-41C8-9C2A-638DC6263D01}"/>
              </a:ext>
            </a:extLst>
          </p:cNvPr>
          <p:cNvSpPr txBox="1"/>
          <p:nvPr/>
        </p:nvSpPr>
        <p:spPr>
          <a:xfrm>
            <a:off x="352178" y="1709118"/>
            <a:ext cx="28391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我们的企业文化</a:t>
            </a:r>
          </a:p>
        </p:txBody>
      </p:sp>
    </p:spTree>
    <p:extLst>
      <p:ext uri="{BB962C8B-B14F-4D97-AF65-F5344CB8AC3E}">
        <p14:creationId xmlns:p14="http://schemas.microsoft.com/office/powerpoint/2010/main" val="3828113439"/>
      </p:ext>
    </p:extLst>
  </p:cSld>
  <p:clrMapOvr>
    <a:masterClrMapping/>
  </p:clrMapOvr>
  <p:transition spd="slow" advClick="0"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childTnLst>
                                </p:cTn>
                              </p:par>
                              <p:par>
                                <p:cTn id="14" presetID="2" presetClass="entr" presetSubtype="12"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additive="base">
                                        <p:cTn id="16" dur="500" fill="hold"/>
                                        <p:tgtEl>
                                          <p:spTgt spid="35"/>
                                        </p:tgtEl>
                                        <p:attrNameLst>
                                          <p:attrName>ppt_x</p:attrName>
                                        </p:attrNameLst>
                                      </p:cBhvr>
                                      <p:tavLst>
                                        <p:tav tm="0">
                                          <p:val>
                                            <p:strVal val="0-#ppt_w/2"/>
                                          </p:val>
                                        </p:tav>
                                        <p:tav tm="100000">
                                          <p:val>
                                            <p:strVal val="#ppt_x"/>
                                          </p:val>
                                        </p:tav>
                                      </p:tavLst>
                                    </p:anim>
                                    <p:anim calcmode="lin" valueType="num">
                                      <p:cBhvr additive="base">
                                        <p:cTn id="17" dur="500" fill="hold"/>
                                        <p:tgtEl>
                                          <p:spTgt spid="35"/>
                                        </p:tgtEl>
                                        <p:attrNameLst>
                                          <p:attrName>ppt_y</p:attrName>
                                        </p:attrNameLst>
                                      </p:cBhvr>
                                      <p:tavLst>
                                        <p:tav tm="0">
                                          <p:val>
                                            <p:strVal val="1+#ppt_h/2"/>
                                          </p:val>
                                        </p:tav>
                                        <p:tav tm="100000">
                                          <p:val>
                                            <p:strVal val="#ppt_y"/>
                                          </p:val>
                                        </p:tav>
                                      </p:tavLst>
                                    </p:anim>
                                  </p:childTnLst>
                                </p:cTn>
                              </p:par>
                              <p:par>
                                <p:cTn id="18" presetID="22" presetClass="entr" presetSubtype="4"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left)">
                                      <p:cBhvr>
                                        <p:cTn id="24" dur="500"/>
                                        <p:tgtEl>
                                          <p:spTgt spid="43"/>
                                        </p:tgtEl>
                                      </p:cBhvr>
                                    </p:animEffect>
                                  </p:childTnLst>
                                </p:cTn>
                              </p:par>
                            </p:childTnLst>
                          </p:cTn>
                        </p:par>
                        <p:par>
                          <p:cTn id="25" fill="hold">
                            <p:stCondLst>
                              <p:cond delay="1500"/>
                            </p:stCondLst>
                            <p:childTnLst>
                              <p:par>
                                <p:cTn id="26" presetID="2" presetClass="entr" presetSubtype="2"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1+#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2"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1+#ppt_w/2"/>
                                          </p:val>
                                        </p:tav>
                                        <p:tav tm="100000">
                                          <p:val>
                                            <p:strVal val="#ppt_x"/>
                                          </p:val>
                                        </p:tav>
                                      </p:tavLst>
                                    </p:anim>
                                    <p:anim calcmode="lin" valueType="num">
                                      <p:cBhvr additive="base">
                                        <p:cTn id="34" dur="500" fill="hold"/>
                                        <p:tgtEl>
                                          <p:spTgt spid="42"/>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2" presetClass="entr" presetSubtype="2" fill="hold" grpId="0" nodeType="afterEffect">
                                  <p:stCondLst>
                                    <p:cond delay="0"/>
                                  </p:stCondLst>
                                  <p:childTnLst>
                                    <p:set>
                                      <p:cBhvr>
                                        <p:cTn id="37" dur="1" fill="hold">
                                          <p:stCondLst>
                                            <p:cond delay="0"/>
                                          </p:stCondLst>
                                        </p:cTn>
                                        <p:tgtEl>
                                          <p:spTgt spid="33"/>
                                        </p:tgtEl>
                                        <p:attrNameLst>
                                          <p:attrName>style.visibility</p:attrName>
                                        </p:attrNameLst>
                                      </p:cBhvr>
                                      <p:to>
                                        <p:strVal val="visible"/>
                                      </p:to>
                                    </p:set>
                                    <p:anim calcmode="lin" valueType="num">
                                      <p:cBhvr additive="base">
                                        <p:cTn id="38" dur="500" fill="hold"/>
                                        <p:tgtEl>
                                          <p:spTgt spid="33"/>
                                        </p:tgtEl>
                                        <p:attrNameLst>
                                          <p:attrName>ppt_x</p:attrName>
                                        </p:attrNameLst>
                                      </p:cBhvr>
                                      <p:tavLst>
                                        <p:tav tm="0">
                                          <p:val>
                                            <p:strVal val="1+#ppt_w/2"/>
                                          </p:val>
                                        </p:tav>
                                        <p:tav tm="100000">
                                          <p:val>
                                            <p:strVal val="#ppt_x"/>
                                          </p:val>
                                        </p:tav>
                                      </p:tavLst>
                                    </p:anim>
                                    <p:anim calcmode="lin" valueType="num">
                                      <p:cBhvr additive="base">
                                        <p:cTn id="39"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8" grpId="0" animBg="1"/>
      <p:bldP spid="32" grpId="0" animBg="1"/>
      <p:bldP spid="33" grpId="0"/>
      <p:bldP spid="34" grpId="0"/>
      <p:bldP spid="35" grpId="0" animBg="1"/>
      <p:bldP spid="42" grpId="0"/>
      <p:bldP spid="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6105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对责任的理解</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02</a:t>
              </a:r>
            </a:p>
          </p:txBody>
        </p:sp>
      </p:grpSp>
      <p:grpSp>
        <p:nvGrpSpPr>
          <p:cNvPr id="12" name="组合 11">
            <a:extLst>
              <a:ext uri="{FF2B5EF4-FFF2-40B4-BE49-F238E27FC236}">
                <a16:creationId xmlns:a16="http://schemas.microsoft.com/office/drawing/2014/main" xmlns="" id="{6F2E5FA4-5530-4F6C-937F-0ACDA71BF123}"/>
              </a:ext>
            </a:extLst>
          </p:cNvPr>
          <p:cNvGrpSpPr/>
          <p:nvPr/>
        </p:nvGrpSpPr>
        <p:grpSpPr>
          <a:xfrm>
            <a:off x="5635934" y="2090906"/>
            <a:ext cx="2500327" cy="1130982"/>
            <a:chOff x="6095999" y="1455573"/>
            <a:chExt cx="2500327" cy="1130982"/>
          </a:xfrm>
        </p:grpSpPr>
        <p:sp>
          <p:nvSpPr>
            <p:cNvPr id="13" name="矩形: 圆角 12">
              <a:extLst>
                <a:ext uri="{FF2B5EF4-FFF2-40B4-BE49-F238E27FC236}">
                  <a16:creationId xmlns:a16="http://schemas.microsoft.com/office/drawing/2014/main" xmlns="" id="{503F3938-898E-4F81-9A28-D29929747C75}"/>
                </a:ext>
              </a:extLst>
            </p:cNvPr>
            <p:cNvSpPr/>
            <p:nvPr/>
          </p:nvSpPr>
          <p:spPr>
            <a:xfrm>
              <a:off x="6095999" y="1455573"/>
              <a:ext cx="1507959" cy="425170"/>
            </a:xfrm>
            <a:prstGeom prst="roundRect">
              <a:avLst>
                <a:gd name="adj" fmla="val 27361"/>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iṩliḍe">
              <a:extLst>
                <a:ext uri="{FF2B5EF4-FFF2-40B4-BE49-F238E27FC236}">
                  <a16:creationId xmlns:a16="http://schemas.microsoft.com/office/drawing/2014/main" xmlns="" id="{88767720-490D-4151-BB9A-231FCCD07F57}"/>
                </a:ext>
              </a:extLst>
            </p:cNvPr>
            <p:cNvGrpSpPr/>
            <p:nvPr/>
          </p:nvGrpSpPr>
          <p:grpSpPr>
            <a:xfrm>
              <a:off x="6096000" y="1467357"/>
              <a:ext cx="2500326" cy="1119198"/>
              <a:chOff x="1644341" y="1572423"/>
              <a:chExt cx="2500326" cy="1119198"/>
            </a:xfrm>
          </p:grpSpPr>
          <p:sp>
            <p:nvSpPr>
              <p:cNvPr id="15" name="išḷíḋe">
                <a:extLst>
                  <a:ext uri="{FF2B5EF4-FFF2-40B4-BE49-F238E27FC236}">
                    <a16:creationId xmlns:a16="http://schemas.microsoft.com/office/drawing/2014/main" xmlns="" id="{9A520B50-AEF5-4384-AA25-5D49ECEBE631}"/>
                  </a:ext>
                </a:extLst>
              </p:cNvPr>
              <p:cNvSpPr/>
              <p:nvPr/>
            </p:nvSpPr>
            <p:spPr>
              <a:xfrm>
                <a:off x="1901015" y="1572423"/>
                <a:ext cx="1251284"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chemeClr val="bg1"/>
                    </a:solidFill>
                    <a:latin typeface="微软雅黑" panose="020B0503020204020204" pitchFamily="34" charset="-122"/>
                    <a:ea typeface="微软雅黑" panose="020B0503020204020204" pitchFamily="34" charset="-122"/>
                  </a:rPr>
                  <a:t>文本标题</a:t>
                </a:r>
                <a:endParaRPr lang="id-ID" altLang="zh-CN" sz="1600" dirty="0">
                  <a:solidFill>
                    <a:schemeClr val="bg1"/>
                  </a:solidFill>
                  <a:latin typeface="微软雅黑" panose="020B0503020204020204" pitchFamily="34" charset="-122"/>
                  <a:ea typeface="微软雅黑" panose="020B0503020204020204" pitchFamily="34" charset="-122"/>
                </a:endParaRPr>
              </a:p>
            </p:txBody>
          </p:sp>
          <p:sp>
            <p:nvSpPr>
              <p:cNvPr id="16" name="íṩlîďê">
                <a:extLst>
                  <a:ext uri="{FF2B5EF4-FFF2-40B4-BE49-F238E27FC236}">
                    <a16:creationId xmlns:a16="http://schemas.microsoft.com/office/drawing/2014/main" xmlns="" id="{68325A16-44D1-44A8-8E23-8A74EBBC2AE6}"/>
                  </a:ext>
                </a:extLst>
              </p:cNvPr>
              <p:cNvSpPr/>
              <p:nvPr/>
            </p:nvSpPr>
            <p:spPr bwMode="auto">
              <a:xfrm>
                <a:off x="1644341" y="1985809"/>
                <a:ext cx="250032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spc="13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400" spc="130" dirty="0">
                    <a:latin typeface="微软雅黑" panose="020B0503020204020204" pitchFamily="34" charset="-122"/>
                    <a:ea typeface="微软雅黑" panose="020B0503020204020204" pitchFamily="34" charset="-122"/>
                  </a:rPr>
                  <a:t>……</a:t>
                </a:r>
              </a:p>
            </p:txBody>
          </p:sp>
        </p:grpSp>
      </p:grpSp>
      <p:grpSp>
        <p:nvGrpSpPr>
          <p:cNvPr id="17" name="组合 16">
            <a:extLst>
              <a:ext uri="{FF2B5EF4-FFF2-40B4-BE49-F238E27FC236}">
                <a16:creationId xmlns:a16="http://schemas.microsoft.com/office/drawing/2014/main" xmlns="" id="{0C642344-1356-41C7-AA8A-DAAD9B26BF56}"/>
              </a:ext>
            </a:extLst>
          </p:cNvPr>
          <p:cNvGrpSpPr/>
          <p:nvPr/>
        </p:nvGrpSpPr>
        <p:grpSpPr>
          <a:xfrm>
            <a:off x="5653910" y="4117800"/>
            <a:ext cx="2500327" cy="1130982"/>
            <a:chOff x="6095999" y="1455573"/>
            <a:chExt cx="2500327" cy="1130982"/>
          </a:xfrm>
        </p:grpSpPr>
        <p:sp>
          <p:nvSpPr>
            <p:cNvPr id="18" name="矩形: 圆角 17">
              <a:extLst>
                <a:ext uri="{FF2B5EF4-FFF2-40B4-BE49-F238E27FC236}">
                  <a16:creationId xmlns:a16="http://schemas.microsoft.com/office/drawing/2014/main" xmlns="" id="{85DE45A6-64D6-4B0C-A29E-920CB27C8A86}"/>
                </a:ext>
              </a:extLst>
            </p:cNvPr>
            <p:cNvSpPr/>
            <p:nvPr/>
          </p:nvSpPr>
          <p:spPr>
            <a:xfrm>
              <a:off x="6095999" y="1455573"/>
              <a:ext cx="1507959" cy="425170"/>
            </a:xfrm>
            <a:prstGeom prst="roundRect">
              <a:avLst>
                <a:gd name="adj" fmla="val 27361"/>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iṩliḍe">
              <a:extLst>
                <a:ext uri="{FF2B5EF4-FFF2-40B4-BE49-F238E27FC236}">
                  <a16:creationId xmlns:a16="http://schemas.microsoft.com/office/drawing/2014/main" xmlns="" id="{E71FFE1D-DB24-4086-B033-FDCFD1DBC034}"/>
                </a:ext>
              </a:extLst>
            </p:cNvPr>
            <p:cNvGrpSpPr/>
            <p:nvPr/>
          </p:nvGrpSpPr>
          <p:grpSpPr>
            <a:xfrm>
              <a:off x="6096000" y="1467357"/>
              <a:ext cx="2500326" cy="1119198"/>
              <a:chOff x="1644341" y="1572423"/>
              <a:chExt cx="2500326" cy="1119198"/>
            </a:xfrm>
          </p:grpSpPr>
          <p:sp>
            <p:nvSpPr>
              <p:cNvPr id="20" name="išḷíḋe">
                <a:extLst>
                  <a:ext uri="{FF2B5EF4-FFF2-40B4-BE49-F238E27FC236}">
                    <a16:creationId xmlns:a16="http://schemas.microsoft.com/office/drawing/2014/main" xmlns="" id="{7097ED33-FF5A-4D00-8008-097A7737CDE4}"/>
                  </a:ext>
                </a:extLst>
              </p:cNvPr>
              <p:cNvSpPr/>
              <p:nvPr/>
            </p:nvSpPr>
            <p:spPr>
              <a:xfrm>
                <a:off x="1901015" y="1572423"/>
                <a:ext cx="1251284"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chemeClr val="bg1"/>
                    </a:solidFill>
                    <a:latin typeface="微软雅黑" panose="020B0503020204020204" pitchFamily="34" charset="-122"/>
                    <a:ea typeface="微软雅黑" panose="020B0503020204020204" pitchFamily="34" charset="-122"/>
                  </a:rPr>
                  <a:t>文本标题</a:t>
                </a:r>
                <a:endParaRPr lang="id-ID" altLang="zh-CN" sz="1600" dirty="0">
                  <a:solidFill>
                    <a:schemeClr val="bg1"/>
                  </a:solidFill>
                  <a:latin typeface="微软雅黑" panose="020B0503020204020204" pitchFamily="34" charset="-122"/>
                  <a:ea typeface="微软雅黑" panose="020B0503020204020204" pitchFamily="34" charset="-122"/>
                </a:endParaRPr>
              </a:p>
            </p:txBody>
          </p:sp>
          <p:sp>
            <p:nvSpPr>
              <p:cNvPr id="21" name="íṩlîďê">
                <a:extLst>
                  <a:ext uri="{FF2B5EF4-FFF2-40B4-BE49-F238E27FC236}">
                    <a16:creationId xmlns:a16="http://schemas.microsoft.com/office/drawing/2014/main" xmlns="" id="{3EAE56B2-8702-4268-B430-9323446610BA}"/>
                  </a:ext>
                </a:extLst>
              </p:cNvPr>
              <p:cNvSpPr/>
              <p:nvPr/>
            </p:nvSpPr>
            <p:spPr bwMode="auto">
              <a:xfrm>
                <a:off x="1644341" y="1985809"/>
                <a:ext cx="250032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spc="13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400" spc="130" dirty="0">
                    <a:latin typeface="微软雅黑" panose="020B0503020204020204" pitchFamily="34" charset="-122"/>
                    <a:ea typeface="微软雅黑" panose="020B0503020204020204" pitchFamily="34" charset="-122"/>
                  </a:rPr>
                  <a:t>……</a:t>
                </a:r>
              </a:p>
            </p:txBody>
          </p:sp>
        </p:grpSp>
      </p:grpSp>
      <p:grpSp>
        <p:nvGrpSpPr>
          <p:cNvPr id="22" name="组合 21">
            <a:extLst>
              <a:ext uri="{FF2B5EF4-FFF2-40B4-BE49-F238E27FC236}">
                <a16:creationId xmlns:a16="http://schemas.microsoft.com/office/drawing/2014/main" xmlns="" id="{EC538C45-9EF1-4CED-94D0-F8AF6B5DF5DE}"/>
              </a:ext>
            </a:extLst>
          </p:cNvPr>
          <p:cNvGrpSpPr/>
          <p:nvPr/>
        </p:nvGrpSpPr>
        <p:grpSpPr>
          <a:xfrm>
            <a:off x="8644617" y="2090905"/>
            <a:ext cx="2500327" cy="1130982"/>
            <a:chOff x="6095999" y="1455573"/>
            <a:chExt cx="2500327" cy="1130982"/>
          </a:xfrm>
        </p:grpSpPr>
        <p:sp>
          <p:nvSpPr>
            <p:cNvPr id="23" name="矩形: 圆角 22">
              <a:extLst>
                <a:ext uri="{FF2B5EF4-FFF2-40B4-BE49-F238E27FC236}">
                  <a16:creationId xmlns:a16="http://schemas.microsoft.com/office/drawing/2014/main" xmlns="" id="{EFC3E3BE-648D-4B59-A7C1-9EEE4BE70DEA}"/>
                </a:ext>
              </a:extLst>
            </p:cNvPr>
            <p:cNvSpPr/>
            <p:nvPr/>
          </p:nvSpPr>
          <p:spPr>
            <a:xfrm>
              <a:off x="6095999" y="1455573"/>
              <a:ext cx="1507959" cy="425170"/>
            </a:xfrm>
            <a:prstGeom prst="roundRect">
              <a:avLst>
                <a:gd name="adj" fmla="val 27361"/>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iṩliḍe">
              <a:extLst>
                <a:ext uri="{FF2B5EF4-FFF2-40B4-BE49-F238E27FC236}">
                  <a16:creationId xmlns:a16="http://schemas.microsoft.com/office/drawing/2014/main" xmlns="" id="{AD430FFC-8C66-4390-87B1-C16897818406}"/>
                </a:ext>
              </a:extLst>
            </p:cNvPr>
            <p:cNvGrpSpPr/>
            <p:nvPr/>
          </p:nvGrpSpPr>
          <p:grpSpPr>
            <a:xfrm>
              <a:off x="6096000" y="1467357"/>
              <a:ext cx="2500326" cy="1119198"/>
              <a:chOff x="1644341" y="1572423"/>
              <a:chExt cx="2500326" cy="1119198"/>
            </a:xfrm>
          </p:grpSpPr>
          <p:sp>
            <p:nvSpPr>
              <p:cNvPr id="25" name="išḷíḋe">
                <a:extLst>
                  <a:ext uri="{FF2B5EF4-FFF2-40B4-BE49-F238E27FC236}">
                    <a16:creationId xmlns:a16="http://schemas.microsoft.com/office/drawing/2014/main" xmlns="" id="{831B55D1-48DD-40A3-8911-E9B973B298B8}"/>
                  </a:ext>
                </a:extLst>
              </p:cNvPr>
              <p:cNvSpPr/>
              <p:nvPr/>
            </p:nvSpPr>
            <p:spPr>
              <a:xfrm>
                <a:off x="1901015" y="1572423"/>
                <a:ext cx="1251284"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chemeClr val="bg1"/>
                    </a:solidFill>
                    <a:latin typeface="微软雅黑" panose="020B0503020204020204" pitchFamily="34" charset="-122"/>
                    <a:ea typeface="微软雅黑" panose="020B0503020204020204" pitchFamily="34" charset="-122"/>
                  </a:rPr>
                  <a:t>文本标题</a:t>
                </a:r>
                <a:endParaRPr lang="id-ID" altLang="zh-CN" sz="1600" dirty="0">
                  <a:solidFill>
                    <a:schemeClr val="bg1"/>
                  </a:solidFill>
                  <a:latin typeface="微软雅黑" panose="020B0503020204020204" pitchFamily="34" charset="-122"/>
                  <a:ea typeface="微软雅黑" panose="020B0503020204020204" pitchFamily="34" charset="-122"/>
                </a:endParaRPr>
              </a:p>
            </p:txBody>
          </p:sp>
          <p:sp>
            <p:nvSpPr>
              <p:cNvPr id="26" name="íṩlîďê">
                <a:extLst>
                  <a:ext uri="{FF2B5EF4-FFF2-40B4-BE49-F238E27FC236}">
                    <a16:creationId xmlns:a16="http://schemas.microsoft.com/office/drawing/2014/main" xmlns="" id="{81A307D9-8494-4472-B9D8-88209CA42AB6}"/>
                  </a:ext>
                </a:extLst>
              </p:cNvPr>
              <p:cNvSpPr/>
              <p:nvPr/>
            </p:nvSpPr>
            <p:spPr bwMode="auto">
              <a:xfrm>
                <a:off x="1644341" y="1985809"/>
                <a:ext cx="250032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spc="13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400" spc="130" dirty="0">
                    <a:latin typeface="微软雅黑" panose="020B0503020204020204" pitchFamily="34" charset="-122"/>
                    <a:ea typeface="微软雅黑" panose="020B0503020204020204" pitchFamily="34" charset="-122"/>
                  </a:rPr>
                  <a:t>……</a:t>
                </a:r>
              </a:p>
            </p:txBody>
          </p:sp>
        </p:grpSp>
      </p:grpSp>
      <p:grpSp>
        <p:nvGrpSpPr>
          <p:cNvPr id="27" name="组合 26">
            <a:extLst>
              <a:ext uri="{FF2B5EF4-FFF2-40B4-BE49-F238E27FC236}">
                <a16:creationId xmlns:a16="http://schemas.microsoft.com/office/drawing/2014/main" xmlns="" id="{0AB6CF35-FE1B-447E-B0D8-59697CF65A80}"/>
              </a:ext>
            </a:extLst>
          </p:cNvPr>
          <p:cNvGrpSpPr/>
          <p:nvPr/>
        </p:nvGrpSpPr>
        <p:grpSpPr>
          <a:xfrm>
            <a:off x="8662594" y="4117800"/>
            <a:ext cx="2500327" cy="1130982"/>
            <a:chOff x="6095999" y="1455573"/>
            <a:chExt cx="2500327" cy="1130982"/>
          </a:xfrm>
        </p:grpSpPr>
        <p:sp>
          <p:nvSpPr>
            <p:cNvPr id="28" name="矩形: 圆角 27">
              <a:extLst>
                <a:ext uri="{FF2B5EF4-FFF2-40B4-BE49-F238E27FC236}">
                  <a16:creationId xmlns:a16="http://schemas.microsoft.com/office/drawing/2014/main" xmlns="" id="{C4C497DF-4887-42A5-9650-3CF3D5AE3205}"/>
                </a:ext>
              </a:extLst>
            </p:cNvPr>
            <p:cNvSpPr/>
            <p:nvPr/>
          </p:nvSpPr>
          <p:spPr>
            <a:xfrm>
              <a:off x="6095999" y="1455573"/>
              <a:ext cx="1507959" cy="425170"/>
            </a:xfrm>
            <a:prstGeom prst="roundRect">
              <a:avLst>
                <a:gd name="adj" fmla="val 27361"/>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iṩliḍe">
              <a:extLst>
                <a:ext uri="{FF2B5EF4-FFF2-40B4-BE49-F238E27FC236}">
                  <a16:creationId xmlns:a16="http://schemas.microsoft.com/office/drawing/2014/main" xmlns="" id="{BA2F2A28-2C93-4551-B072-8F5E3108C442}"/>
                </a:ext>
              </a:extLst>
            </p:cNvPr>
            <p:cNvGrpSpPr/>
            <p:nvPr/>
          </p:nvGrpSpPr>
          <p:grpSpPr>
            <a:xfrm>
              <a:off x="6096000" y="1467357"/>
              <a:ext cx="2500326" cy="1119198"/>
              <a:chOff x="1644341" y="1572423"/>
              <a:chExt cx="2500326" cy="1119198"/>
            </a:xfrm>
          </p:grpSpPr>
          <p:sp>
            <p:nvSpPr>
              <p:cNvPr id="30" name="išḷíḋe">
                <a:extLst>
                  <a:ext uri="{FF2B5EF4-FFF2-40B4-BE49-F238E27FC236}">
                    <a16:creationId xmlns:a16="http://schemas.microsoft.com/office/drawing/2014/main" xmlns="" id="{E18BDB87-99CB-46A0-BA81-1535167E2FF8}"/>
                  </a:ext>
                </a:extLst>
              </p:cNvPr>
              <p:cNvSpPr/>
              <p:nvPr/>
            </p:nvSpPr>
            <p:spPr>
              <a:xfrm>
                <a:off x="1901015" y="1572423"/>
                <a:ext cx="1251284"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chemeClr val="bg1"/>
                    </a:solidFill>
                    <a:latin typeface="微软雅黑" panose="020B0503020204020204" pitchFamily="34" charset="-122"/>
                    <a:ea typeface="微软雅黑" panose="020B0503020204020204" pitchFamily="34" charset="-122"/>
                  </a:rPr>
                  <a:t>文本标题</a:t>
                </a:r>
                <a:endParaRPr lang="id-ID" altLang="zh-CN" sz="1600" dirty="0">
                  <a:solidFill>
                    <a:schemeClr val="bg1"/>
                  </a:solidFill>
                  <a:latin typeface="微软雅黑" panose="020B0503020204020204" pitchFamily="34" charset="-122"/>
                  <a:ea typeface="微软雅黑" panose="020B0503020204020204" pitchFamily="34" charset="-122"/>
                </a:endParaRPr>
              </a:p>
            </p:txBody>
          </p:sp>
          <p:sp>
            <p:nvSpPr>
              <p:cNvPr id="31" name="íṩlîďê">
                <a:extLst>
                  <a:ext uri="{FF2B5EF4-FFF2-40B4-BE49-F238E27FC236}">
                    <a16:creationId xmlns:a16="http://schemas.microsoft.com/office/drawing/2014/main" xmlns="" id="{034BBF70-BFB9-421D-90CA-5998E7B84199}"/>
                  </a:ext>
                </a:extLst>
              </p:cNvPr>
              <p:cNvSpPr/>
              <p:nvPr/>
            </p:nvSpPr>
            <p:spPr bwMode="auto">
              <a:xfrm>
                <a:off x="1644341" y="1985809"/>
                <a:ext cx="250032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400" spc="13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400" spc="130" dirty="0">
                    <a:latin typeface="微软雅黑" panose="020B0503020204020204" pitchFamily="34" charset="-122"/>
                    <a:ea typeface="微软雅黑" panose="020B0503020204020204" pitchFamily="34" charset="-122"/>
                  </a:rPr>
                  <a:t>……</a:t>
                </a:r>
              </a:p>
            </p:txBody>
          </p:sp>
        </p:grpSp>
      </p:grpSp>
      <p:sp>
        <p:nvSpPr>
          <p:cNvPr id="32" name="Rectangle 141">
            <a:extLst>
              <a:ext uri="{FF2B5EF4-FFF2-40B4-BE49-F238E27FC236}">
                <a16:creationId xmlns:a16="http://schemas.microsoft.com/office/drawing/2014/main" xmlns="" id="{DBFBA0DB-F6E5-42AE-A8D3-DEF7BED96D63}"/>
              </a:ext>
            </a:extLst>
          </p:cNvPr>
          <p:cNvSpPr/>
          <p:nvPr/>
        </p:nvSpPr>
        <p:spPr>
          <a:xfrm>
            <a:off x="2176434" y="5736968"/>
            <a:ext cx="8957623" cy="648000"/>
          </a:xfrm>
          <a:prstGeom prst="roundRect">
            <a:avLst>
              <a:gd name="adj" fmla="val 5304"/>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defTabSz="914400">
              <a:lnSpc>
                <a:spcPct val="150000"/>
              </a:lnSpc>
            </a:pPr>
            <a:r>
              <a:rPr lang="en-US" altLang="zh-CN" sz="11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a:p>
            <a:pPr defTabSz="914400">
              <a:lnSpc>
                <a:spcPct val="150000"/>
              </a:lnSpc>
            </a:pPr>
            <a:endParaRPr lang="en-US" sz="11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33" name="图片 32">
            <a:extLst>
              <a:ext uri="{FF2B5EF4-FFF2-40B4-BE49-F238E27FC236}">
                <a16:creationId xmlns:a16="http://schemas.microsoft.com/office/drawing/2014/main" xmlns="" id="{AA6A07AC-C0DB-4CE0-945F-D8337D7212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3871" y="2090905"/>
            <a:ext cx="5034858" cy="3355733"/>
          </a:xfrm>
          <a:prstGeom prst="rect">
            <a:avLst/>
          </a:prstGeom>
        </p:spPr>
      </p:pic>
    </p:spTree>
    <p:extLst>
      <p:ext uri="{BB962C8B-B14F-4D97-AF65-F5344CB8AC3E}">
        <p14:creationId xmlns:p14="http://schemas.microsoft.com/office/powerpoint/2010/main" val="1165950466"/>
      </p:ext>
    </p:extLst>
  </p:cSld>
  <p:clrMapOvr>
    <a:masterClrMapping/>
  </p:clrMapOvr>
  <p:transition spd="slow" advClick="0"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0-#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1+#ppt_w/2"/>
                                          </p:val>
                                        </p:tav>
                                        <p:tav tm="100000">
                                          <p:val>
                                            <p:strVal val="#ppt_x"/>
                                          </p:val>
                                        </p:tav>
                                      </p:tavLst>
                                    </p:anim>
                                    <p:anim calcmode="lin" valueType="num">
                                      <p:cBhvr additive="base">
                                        <p:cTn id="17" dur="500" fill="hold"/>
                                        <p:tgtEl>
                                          <p:spTgt spid="1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2"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1+#ppt_w/2"/>
                                          </p:val>
                                        </p:tav>
                                        <p:tav tm="100000">
                                          <p:val>
                                            <p:strVal val="#ppt_x"/>
                                          </p:val>
                                        </p:tav>
                                      </p:tavLst>
                                    </p:anim>
                                    <p:anim calcmode="lin" valueType="num">
                                      <p:cBhvr additive="base">
                                        <p:cTn id="22" dur="500" fill="hold"/>
                                        <p:tgtEl>
                                          <p:spTgt spid="17"/>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2"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 calcmode="lin" valueType="num">
                                      <p:cBhvr additive="base">
                                        <p:cTn id="26" dur="500" fill="hold"/>
                                        <p:tgtEl>
                                          <p:spTgt spid="22"/>
                                        </p:tgtEl>
                                        <p:attrNameLst>
                                          <p:attrName>ppt_x</p:attrName>
                                        </p:attrNameLst>
                                      </p:cBhvr>
                                      <p:tavLst>
                                        <p:tav tm="0">
                                          <p:val>
                                            <p:strVal val="1+#ppt_w/2"/>
                                          </p:val>
                                        </p:tav>
                                        <p:tav tm="100000">
                                          <p:val>
                                            <p:strVal val="#ppt_x"/>
                                          </p:val>
                                        </p:tav>
                                      </p:tavLst>
                                    </p:anim>
                                    <p:anim calcmode="lin" valueType="num">
                                      <p:cBhvr additive="base">
                                        <p:cTn id="27" dur="500" fill="hold"/>
                                        <p:tgtEl>
                                          <p:spTgt spid="22"/>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fill="hold" nodeType="after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1+#ppt_w/2"/>
                                          </p:val>
                                        </p:tav>
                                        <p:tav tm="100000">
                                          <p:val>
                                            <p:strVal val="#ppt_x"/>
                                          </p:val>
                                        </p:tav>
                                      </p:tavLst>
                                    </p:anim>
                                    <p:anim calcmode="lin" valueType="num">
                                      <p:cBhvr additive="base">
                                        <p:cTn id="32"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我的工作信条</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02</a:t>
              </a:r>
            </a:p>
          </p:txBody>
        </p:sp>
      </p:grpSp>
      <p:sp>
        <p:nvSpPr>
          <p:cNvPr id="2" name="图文框 1">
            <a:extLst>
              <a:ext uri="{FF2B5EF4-FFF2-40B4-BE49-F238E27FC236}">
                <a16:creationId xmlns:a16="http://schemas.microsoft.com/office/drawing/2014/main" xmlns="" id="{59ED152C-14B6-44F4-AEED-FEAD63F27922}"/>
              </a:ext>
            </a:extLst>
          </p:cNvPr>
          <p:cNvSpPr/>
          <p:nvPr/>
        </p:nvSpPr>
        <p:spPr>
          <a:xfrm>
            <a:off x="7988747" y="1509532"/>
            <a:ext cx="3543300" cy="4689327"/>
          </a:xfrm>
          <a:prstGeom prst="frame">
            <a:avLst>
              <a:gd name="adj1" fmla="val 6049"/>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7" name="图片 6">
            <a:extLst>
              <a:ext uri="{FF2B5EF4-FFF2-40B4-BE49-F238E27FC236}">
                <a16:creationId xmlns:a16="http://schemas.microsoft.com/office/drawing/2014/main" xmlns="" id="{9BDD7457-61E1-4D54-A6A2-F370A6A0420A}"/>
              </a:ext>
            </a:extLst>
          </p:cNvPr>
          <p:cNvPicPr>
            <a:picLocks noChangeAspect="1"/>
          </p:cNvPicPr>
          <p:nvPr/>
        </p:nvPicPr>
        <p:blipFill rotWithShape="1">
          <a:blip r:embed="rId2">
            <a:extLst>
              <a:ext uri="{28A0092B-C50C-407E-A947-70E740481C1C}">
                <a14:useLocalDpi xmlns:a14="http://schemas.microsoft.com/office/drawing/2010/main" val="0"/>
              </a:ext>
            </a:extLst>
          </a:blip>
          <a:srcRect l="27670"/>
          <a:stretch/>
        </p:blipFill>
        <p:spPr>
          <a:xfrm>
            <a:off x="6655246" y="1892046"/>
            <a:ext cx="4257675" cy="3924300"/>
          </a:xfrm>
          <a:prstGeom prst="rect">
            <a:avLst/>
          </a:prstGeom>
        </p:spPr>
      </p:pic>
      <p:grpSp>
        <p:nvGrpSpPr>
          <p:cNvPr id="17" name="组合 16">
            <a:extLst>
              <a:ext uri="{FF2B5EF4-FFF2-40B4-BE49-F238E27FC236}">
                <a16:creationId xmlns:a16="http://schemas.microsoft.com/office/drawing/2014/main" xmlns="" id="{C2DEA2B0-507E-4D7F-BF75-589E4AF1FD51}"/>
              </a:ext>
            </a:extLst>
          </p:cNvPr>
          <p:cNvGrpSpPr/>
          <p:nvPr/>
        </p:nvGrpSpPr>
        <p:grpSpPr>
          <a:xfrm>
            <a:off x="505418" y="1783426"/>
            <a:ext cx="5590581" cy="1414723"/>
            <a:chOff x="505418" y="1783426"/>
            <a:chExt cx="5590581" cy="1414723"/>
          </a:xfrm>
        </p:grpSpPr>
        <p:sp>
          <p:nvSpPr>
            <p:cNvPr id="13" name="i$ḷiḍé">
              <a:extLst>
                <a:ext uri="{FF2B5EF4-FFF2-40B4-BE49-F238E27FC236}">
                  <a16:creationId xmlns:a16="http://schemas.microsoft.com/office/drawing/2014/main" xmlns="" id="{169EECD7-1972-4BA7-ACA8-7E470F59E723}"/>
                </a:ext>
              </a:extLst>
            </p:cNvPr>
            <p:cNvSpPr/>
            <p:nvPr/>
          </p:nvSpPr>
          <p:spPr bwMode="auto">
            <a:xfrm>
              <a:off x="585307" y="1783426"/>
              <a:ext cx="5510692" cy="141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just">
                <a:lnSpc>
                  <a:spcPct val="150000"/>
                </a:lnSpc>
              </a:pPr>
              <a:r>
                <a:rPr lang="zh-CN" altLang="en-US" sz="13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300" spc="1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3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300" spc="1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3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a:t>
              </a:r>
            </a:p>
          </p:txBody>
        </p:sp>
        <p:sp>
          <p:nvSpPr>
            <p:cNvPr id="8" name="矩形 7">
              <a:extLst>
                <a:ext uri="{FF2B5EF4-FFF2-40B4-BE49-F238E27FC236}">
                  <a16:creationId xmlns:a16="http://schemas.microsoft.com/office/drawing/2014/main" xmlns="" id="{1B09C43A-ACFF-480C-A4F2-6CC7D271572F}"/>
                </a:ext>
              </a:extLst>
            </p:cNvPr>
            <p:cNvSpPr/>
            <p:nvPr/>
          </p:nvSpPr>
          <p:spPr>
            <a:xfrm>
              <a:off x="505418" y="1892046"/>
              <a:ext cx="74646" cy="832104"/>
            </a:xfrm>
            <a:prstGeom prst="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a:extLst>
              <a:ext uri="{FF2B5EF4-FFF2-40B4-BE49-F238E27FC236}">
                <a16:creationId xmlns:a16="http://schemas.microsoft.com/office/drawing/2014/main" xmlns="" id="{382F2051-7095-4161-8F8A-D2F7B93B9C44}"/>
              </a:ext>
            </a:extLst>
          </p:cNvPr>
          <p:cNvGrpSpPr/>
          <p:nvPr/>
        </p:nvGrpSpPr>
        <p:grpSpPr>
          <a:xfrm>
            <a:off x="505418" y="3305856"/>
            <a:ext cx="5590581" cy="1063300"/>
            <a:chOff x="505418" y="3382056"/>
            <a:chExt cx="5590581" cy="1063300"/>
          </a:xfrm>
        </p:grpSpPr>
        <p:sp>
          <p:nvSpPr>
            <p:cNvPr id="14" name="Rectangle 141">
              <a:extLst>
                <a:ext uri="{FF2B5EF4-FFF2-40B4-BE49-F238E27FC236}">
                  <a16:creationId xmlns:a16="http://schemas.microsoft.com/office/drawing/2014/main" xmlns="" id="{479DAE96-B3A7-4AC9-B363-BC47C774FD84}"/>
                </a:ext>
              </a:extLst>
            </p:cNvPr>
            <p:cNvSpPr/>
            <p:nvPr/>
          </p:nvSpPr>
          <p:spPr>
            <a:xfrm>
              <a:off x="585307" y="3456880"/>
              <a:ext cx="5510692" cy="988476"/>
            </a:xfrm>
            <a:prstGeom prst="rect">
              <a:avLst/>
            </a:prstGeom>
          </p:spPr>
          <p:txBody>
            <a:bodyPr wrap="square">
              <a:spAutoFit/>
            </a:bodyPr>
            <a:lstStyle/>
            <a:p>
              <a:pPr algn="just" defTabSz="914400">
                <a:lnSpc>
                  <a:spcPct val="150000"/>
                </a:lnSpc>
              </a:pPr>
              <a:r>
                <a:rPr lang="en-US" altLang="zh-CN"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a:p>
              <a:pPr algn="just" defTabSz="914400">
                <a:lnSpc>
                  <a:spcPct val="150000"/>
                </a:lnSpc>
              </a:pPr>
              <a:endParaRPr lang="en-US"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14">
              <a:extLst>
                <a:ext uri="{FF2B5EF4-FFF2-40B4-BE49-F238E27FC236}">
                  <a16:creationId xmlns:a16="http://schemas.microsoft.com/office/drawing/2014/main" xmlns="" id="{08985D30-BB6E-4C12-B95D-313D6CCB117D}"/>
                </a:ext>
              </a:extLst>
            </p:cNvPr>
            <p:cNvSpPr/>
            <p:nvPr/>
          </p:nvSpPr>
          <p:spPr>
            <a:xfrm>
              <a:off x="505418" y="3382056"/>
              <a:ext cx="74646" cy="832104"/>
            </a:xfrm>
            <a:prstGeom prst="rect">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xmlns="" id="{230595BB-A704-4C1A-964F-ADF05E645CD9}"/>
              </a:ext>
            </a:extLst>
          </p:cNvPr>
          <p:cNvGrpSpPr/>
          <p:nvPr/>
        </p:nvGrpSpPr>
        <p:grpSpPr>
          <a:xfrm>
            <a:off x="505418" y="4762034"/>
            <a:ext cx="5590581" cy="1054312"/>
            <a:chOff x="505418" y="4762034"/>
            <a:chExt cx="5590581" cy="1054312"/>
          </a:xfrm>
        </p:grpSpPr>
        <p:sp>
          <p:nvSpPr>
            <p:cNvPr id="12" name="Rectangle 141">
              <a:extLst>
                <a:ext uri="{FF2B5EF4-FFF2-40B4-BE49-F238E27FC236}">
                  <a16:creationId xmlns:a16="http://schemas.microsoft.com/office/drawing/2014/main" xmlns="" id="{4ED7A3BE-1E44-44DC-AD9B-1E5BB5F4DB97}"/>
                </a:ext>
              </a:extLst>
            </p:cNvPr>
            <p:cNvSpPr/>
            <p:nvPr/>
          </p:nvSpPr>
          <p:spPr>
            <a:xfrm>
              <a:off x="585307" y="4827870"/>
              <a:ext cx="5510692" cy="988476"/>
            </a:xfrm>
            <a:prstGeom prst="rect">
              <a:avLst/>
            </a:prstGeom>
          </p:spPr>
          <p:txBody>
            <a:bodyPr wrap="square">
              <a:spAutoFit/>
            </a:bodyPr>
            <a:lstStyle/>
            <a:p>
              <a:pPr algn="just" defTabSz="914400">
                <a:lnSpc>
                  <a:spcPct val="150000"/>
                </a:lnSpc>
              </a:pPr>
              <a:r>
                <a:rPr lang="en-US" altLang="zh-CN"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a:p>
              <a:pPr algn="just" defTabSz="914400">
                <a:lnSpc>
                  <a:spcPct val="150000"/>
                </a:lnSpc>
              </a:pPr>
              <a:endParaRPr lang="en-US" sz="10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15">
              <a:extLst>
                <a:ext uri="{FF2B5EF4-FFF2-40B4-BE49-F238E27FC236}">
                  <a16:creationId xmlns:a16="http://schemas.microsoft.com/office/drawing/2014/main" xmlns="" id="{F303CD43-CF74-4A1E-BF09-38DB4004416B}"/>
                </a:ext>
              </a:extLst>
            </p:cNvPr>
            <p:cNvSpPr/>
            <p:nvPr/>
          </p:nvSpPr>
          <p:spPr>
            <a:xfrm>
              <a:off x="505418" y="4762034"/>
              <a:ext cx="74646" cy="832104"/>
            </a:xfrm>
            <a:prstGeom prst="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348884352"/>
      </p:ext>
    </p:extLst>
  </p:cSld>
  <p:clrMapOvr>
    <a:masterClrMapping/>
  </p:clrMapOvr>
  <p:transition spd="slow" advClick="0"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1+#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1+#ppt_w/2"/>
                                          </p:val>
                                        </p:tav>
                                        <p:tav tm="100000">
                                          <p:val>
                                            <p:strVal val="#ppt_x"/>
                                          </p:val>
                                        </p:tav>
                                      </p:tavLst>
                                    </p:anim>
                                    <p:anim calcmode="lin" valueType="num">
                                      <p:cBhvr additive="base">
                                        <p:cTn id="18" dur="500" fill="hold"/>
                                        <p:tgtEl>
                                          <p:spTgt spid="19"/>
                                        </p:tgtEl>
                                        <p:attrNameLst>
                                          <p:attrName>ppt_y</p:attrName>
                                        </p:attrNameLst>
                                      </p:cBhvr>
                                      <p:tavLst>
                                        <p:tav tm="0">
                                          <p:val>
                                            <p:strVal val="#ppt_y"/>
                                          </p:val>
                                        </p:tav>
                                        <p:tav tm="100000">
                                          <p:val>
                                            <p:strVal val="#ppt_y"/>
                                          </p:val>
                                        </p:tav>
                                      </p:tavLst>
                                    </p:anim>
                                  </p:childTnLst>
                                </p:cTn>
                              </p:par>
                              <p:par>
                                <p:cTn id="19" presetID="12" presetClass="entr" presetSubtype="8" fill="hold"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p:tgtEl>
                                          <p:spTgt spid="7"/>
                                        </p:tgtEl>
                                        <p:attrNameLst>
                                          <p:attrName>ppt_x</p:attrName>
                                        </p:attrNameLst>
                                      </p:cBhvr>
                                      <p:tavLst>
                                        <p:tav tm="0">
                                          <p:val>
                                            <p:strVal val="#ppt_x-#ppt_w*1.125000"/>
                                          </p:val>
                                        </p:tav>
                                        <p:tav tm="100000">
                                          <p:val>
                                            <p:strVal val="#ppt_x"/>
                                          </p:val>
                                        </p:tav>
                                      </p:tavLst>
                                    </p:anim>
                                    <p:animEffect transition="in" filter="wipe(right)">
                                      <p:cBhvr>
                                        <p:cTn id="22" dur="500"/>
                                        <p:tgtEl>
                                          <p:spTgt spid="7"/>
                                        </p:tgtEl>
                                      </p:cBhvr>
                                    </p:animEffect>
                                  </p:childTnLst>
                                </p:cTn>
                              </p:par>
                              <p:par>
                                <p:cTn id="23" presetID="12" presetClass="entr" presetSubtype="2" fill="hold" grpId="0" nodeType="withEffect">
                                  <p:stCondLst>
                                    <p:cond delay="50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p:tgtEl>
                                          <p:spTgt spid="2"/>
                                        </p:tgtEl>
                                        <p:attrNameLst>
                                          <p:attrName>ppt_x</p:attrName>
                                        </p:attrNameLst>
                                      </p:cBhvr>
                                      <p:tavLst>
                                        <p:tav tm="0">
                                          <p:val>
                                            <p:strVal val="#ppt_x+#ppt_w*1.125000"/>
                                          </p:val>
                                        </p:tav>
                                        <p:tav tm="100000">
                                          <p:val>
                                            <p:strVal val="#ppt_x"/>
                                          </p:val>
                                        </p:tav>
                                      </p:tavLst>
                                    </p:anim>
                                    <p:animEffect transition="in" filter="wipe(left)">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C710A07-2A28-40EC-8D93-D7387474F0E6}"/>
              </a:ext>
            </a:extLst>
          </p:cNvPr>
          <p:cNvSpPr/>
          <p:nvPr/>
        </p:nvSpPr>
        <p:spPr>
          <a:xfrm>
            <a:off x="-28836" y="1053684"/>
            <a:ext cx="12192001" cy="5804316"/>
          </a:xfrm>
          <a:prstGeom prst="rect">
            <a:avLst/>
          </a:prstGeom>
          <a:blipFill dpi="0" rotWithShape="1">
            <a:blip r:embed="rId2">
              <a:alphaModFix amt="10000"/>
            </a:blip>
            <a:srcRect/>
            <a:stretch>
              <a:fillRect t="1" b="-18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4" name="矩形 3">
            <a:extLst>
              <a:ext uri="{FF2B5EF4-FFF2-40B4-BE49-F238E27FC236}">
                <a16:creationId xmlns:a16="http://schemas.microsoft.com/office/drawing/2014/main" xmlns="" id="{E007A7BA-1DE5-4665-9D30-DF265963F3B3}"/>
              </a:ext>
            </a:extLst>
          </p:cNvPr>
          <p:cNvSpPr/>
          <p:nvPr/>
        </p:nvSpPr>
        <p:spPr>
          <a:xfrm>
            <a:off x="-57671" y="1657350"/>
            <a:ext cx="12249671" cy="390525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9" name="任意多边形: 形状 8">
            <a:extLst>
              <a:ext uri="{FF2B5EF4-FFF2-40B4-BE49-F238E27FC236}">
                <a16:creationId xmlns:a16="http://schemas.microsoft.com/office/drawing/2014/main" xmlns="" id="{D6B1D381-2032-4BBA-9BCC-3F2ED3F7A23C}"/>
              </a:ext>
            </a:extLst>
          </p:cNvPr>
          <p:cNvSpPr/>
          <p:nvPr/>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1" name="矩形 10">
            <a:extLst>
              <a:ext uri="{FF2B5EF4-FFF2-40B4-BE49-F238E27FC236}">
                <a16:creationId xmlns:a16="http://schemas.microsoft.com/office/drawing/2014/main" xmlns="" id="{D3C6F1E2-5A04-4423-A6C1-9B04901EF96E}"/>
              </a:ext>
            </a:extLst>
          </p:cNvPr>
          <p:cNvSpPr/>
          <p:nvPr/>
        </p:nvSpPr>
        <p:spPr>
          <a:xfrm flipH="1">
            <a:off x="-47886" y="2076450"/>
            <a:ext cx="12240000" cy="30099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grpSp>
        <p:nvGrpSpPr>
          <p:cNvPr id="8" name="组合 7">
            <a:extLst>
              <a:ext uri="{FF2B5EF4-FFF2-40B4-BE49-F238E27FC236}">
                <a16:creationId xmlns:a16="http://schemas.microsoft.com/office/drawing/2014/main" xmlns="" id="{14B152BA-FB3A-4DEF-97AF-2D3132A6379B}"/>
              </a:ext>
            </a:extLst>
          </p:cNvPr>
          <p:cNvGrpSpPr/>
          <p:nvPr/>
        </p:nvGrpSpPr>
        <p:grpSpPr>
          <a:xfrm>
            <a:off x="9679404" y="4242544"/>
            <a:ext cx="2512596" cy="2615456"/>
            <a:chOff x="9679404" y="4242544"/>
            <a:chExt cx="2512596" cy="2615456"/>
          </a:xfrm>
        </p:grpSpPr>
        <p:sp>
          <p:nvSpPr>
            <p:cNvPr id="10" name="任意多边形: 形状 9">
              <a:extLst>
                <a:ext uri="{FF2B5EF4-FFF2-40B4-BE49-F238E27FC236}">
                  <a16:creationId xmlns:a16="http://schemas.microsoft.com/office/drawing/2014/main" xmlns="" id="{616D1BA4-5DFB-495C-B4C0-D9BF0BD2A928}"/>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sp>
          <p:nvSpPr>
            <p:cNvPr id="22" name="任意多边形: 形状 21">
              <a:extLst>
                <a:ext uri="{FF2B5EF4-FFF2-40B4-BE49-F238E27FC236}">
                  <a16:creationId xmlns:a16="http://schemas.microsoft.com/office/drawing/2014/main" xmlns="" id="{A7585635-9F29-4E63-8ED6-2D0E97E9D29A}"/>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grpSp>
      <p:sp>
        <p:nvSpPr>
          <p:cNvPr id="28" name="文本框 27">
            <a:extLst>
              <a:ext uri="{FF2B5EF4-FFF2-40B4-BE49-F238E27FC236}">
                <a16:creationId xmlns:a16="http://schemas.microsoft.com/office/drawing/2014/main" xmlns="" id="{5D8AB465-9371-4219-94C0-2D44DDA759B9}"/>
              </a:ext>
            </a:extLst>
          </p:cNvPr>
          <p:cNvSpPr txBox="1"/>
          <p:nvPr/>
        </p:nvSpPr>
        <p:spPr>
          <a:xfrm>
            <a:off x="504801" y="2381071"/>
            <a:ext cx="2660591" cy="2400657"/>
          </a:xfrm>
          <a:prstGeom prst="rect">
            <a:avLst/>
          </a:prstGeom>
          <a:noFill/>
        </p:spPr>
        <p:txBody>
          <a:bodyPr wrap="square" rtlCol="0">
            <a:spAutoFit/>
          </a:bodyPr>
          <a:lstStyle/>
          <a:p>
            <a:pPr algn="ctr"/>
            <a:r>
              <a:rPr lang="en-US" altLang="zh-CN"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rPr>
              <a:t>03</a:t>
            </a:r>
            <a:endParaRPr lang="zh-CN" altLang="en-US"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xmlns="" id="{B4E23612-32A5-4085-A451-FACD073E4899}"/>
              </a:ext>
            </a:extLst>
          </p:cNvPr>
          <p:cNvSpPr txBox="1"/>
          <p:nvPr/>
        </p:nvSpPr>
        <p:spPr>
          <a:xfrm>
            <a:off x="4686426" y="2438042"/>
            <a:ext cx="4492584" cy="1246495"/>
          </a:xfrm>
          <a:prstGeom prst="rect">
            <a:avLst/>
          </a:prstGeom>
          <a:noFill/>
        </p:spPr>
        <p:txBody>
          <a:bodyPr wrap="square" rtlCol="0">
            <a:spAutoFit/>
          </a:bodyPr>
          <a:lstStyle/>
          <a:p>
            <a:pPr algn="dist"/>
            <a:r>
              <a:rPr lang="zh-CN" altLang="en-US" sz="7500" b="1" dirty="0">
                <a:ln w="19050">
                  <a:solidFill>
                    <a:schemeClr val="bg1"/>
                  </a:solidFill>
                </a:ln>
                <a:solidFill>
                  <a:schemeClr val="bg1"/>
                </a:solidFill>
                <a:effectLst>
                  <a:outerShdw blurRad="50800" dist="38100" dir="2700000" algn="tl" rotWithShape="0">
                    <a:prstClr val="black">
                      <a:alpha val="10000"/>
                    </a:prstClr>
                  </a:outerShdw>
                </a:effectLst>
                <a:latin typeface="思源宋体" panose="02020700000000000000" pitchFamily="18" charset="-122"/>
                <a:ea typeface="思源宋体" panose="02020700000000000000" pitchFamily="18" charset="-122"/>
              </a:rPr>
              <a:t>工作不足</a:t>
            </a:r>
          </a:p>
        </p:txBody>
      </p:sp>
      <p:sp>
        <p:nvSpPr>
          <p:cNvPr id="16" name="íṧḷîḓé">
            <a:extLst>
              <a:ext uri="{FF2B5EF4-FFF2-40B4-BE49-F238E27FC236}">
                <a16:creationId xmlns:a16="http://schemas.microsoft.com/office/drawing/2014/main" xmlns="" id="{6EF993AD-9179-4D46-8B81-636085C1AF40}"/>
              </a:ext>
            </a:extLst>
          </p:cNvPr>
          <p:cNvSpPr/>
          <p:nvPr/>
        </p:nvSpPr>
        <p:spPr bwMode="auto">
          <a:xfrm>
            <a:off x="5408021" y="3861605"/>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存在的不足</a:t>
            </a:r>
          </a:p>
        </p:txBody>
      </p:sp>
      <p:sp>
        <p:nvSpPr>
          <p:cNvPr id="23" name="íṧḷîḓé">
            <a:extLst>
              <a:ext uri="{FF2B5EF4-FFF2-40B4-BE49-F238E27FC236}">
                <a16:creationId xmlns:a16="http://schemas.microsoft.com/office/drawing/2014/main" xmlns="" id="{61C32C76-6039-421F-AD48-32668F12D82A}"/>
              </a:ext>
            </a:extLst>
          </p:cNvPr>
          <p:cNvSpPr/>
          <p:nvPr/>
        </p:nvSpPr>
        <p:spPr bwMode="auto">
          <a:xfrm>
            <a:off x="7073116" y="3856942"/>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改进措施方法</a:t>
            </a:r>
          </a:p>
        </p:txBody>
      </p:sp>
      <p:sp>
        <p:nvSpPr>
          <p:cNvPr id="24" name="íṧḷîḓé">
            <a:extLst>
              <a:ext uri="{FF2B5EF4-FFF2-40B4-BE49-F238E27FC236}">
                <a16:creationId xmlns:a16="http://schemas.microsoft.com/office/drawing/2014/main" xmlns="" id="{D95B4025-F2C3-4F54-8C15-8FCCB3D8DBDB}"/>
              </a:ext>
            </a:extLst>
          </p:cNvPr>
          <p:cNvSpPr/>
          <p:nvPr/>
        </p:nvSpPr>
        <p:spPr bwMode="auto">
          <a:xfrm>
            <a:off x="5409138" y="4331223"/>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对部门的建议</a:t>
            </a:r>
          </a:p>
        </p:txBody>
      </p:sp>
      <p:sp>
        <p:nvSpPr>
          <p:cNvPr id="25" name="íṧḷîḓé">
            <a:extLst>
              <a:ext uri="{FF2B5EF4-FFF2-40B4-BE49-F238E27FC236}">
                <a16:creationId xmlns:a16="http://schemas.microsoft.com/office/drawing/2014/main" xmlns="" id="{190DF0BF-3186-42BF-A8C5-5D917E738A21}"/>
              </a:ext>
            </a:extLst>
          </p:cNvPr>
          <p:cNvSpPr/>
          <p:nvPr/>
        </p:nvSpPr>
        <p:spPr bwMode="auto">
          <a:xfrm>
            <a:off x="7074233" y="4326560"/>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其他方面</a:t>
            </a:r>
          </a:p>
        </p:txBody>
      </p:sp>
    </p:spTree>
    <p:extLst>
      <p:ext uri="{BB962C8B-B14F-4D97-AF65-F5344CB8AC3E}">
        <p14:creationId xmlns:p14="http://schemas.microsoft.com/office/powerpoint/2010/main" val="38801027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2" presetClass="entr" presetSubtype="2"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1+#ppt_w/2"/>
                                          </p:val>
                                        </p:tav>
                                        <p:tav tm="100000">
                                          <p:val>
                                            <p:strVal val="#ppt_x"/>
                                          </p:val>
                                        </p:tav>
                                      </p:tavLst>
                                    </p:anim>
                                    <p:anim calcmode="lin" valueType="num">
                                      <p:cBhvr additive="base">
                                        <p:cTn id="13" dur="500" fill="hold"/>
                                        <p:tgtEl>
                                          <p:spTgt spid="29"/>
                                        </p:tgtEl>
                                        <p:attrNameLst>
                                          <p:attrName>ppt_y</p:attrName>
                                        </p:attrNameLst>
                                      </p:cBhvr>
                                      <p:tavLst>
                                        <p:tav tm="0">
                                          <p:val>
                                            <p:strVal val="#ppt_y"/>
                                          </p:val>
                                        </p:tav>
                                        <p:tav tm="100000">
                                          <p:val>
                                            <p:strVal val="#ppt_y"/>
                                          </p:val>
                                        </p:tav>
                                      </p:tavLst>
                                    </p:anim>
                                  </p:childTnLst>
                                </p:cTn>
                              </p:par>
                              <p:par>
                                <p:cTn id="14" presetID="10" presetClass="entr" presetSubtype="0" fill="hold" grpId="0" nodeType="withEffect">
                                  <p:stCondLst>
                                    <p:cond delay="5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16" grpId="0"/>
      <p:bldP spid="23" grpId="0"/>
      <p:bldP spid="24"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工作不足</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03</a:t>
              </a:r>
            </a:p>
          </p:txBody>
        </p:sp>
      </p:grpSp>
      <p:sp>
        <p:nvSpPr>
          <p:cNvPr id="8" name="îṡľïde">
            <a:extLst>
              <a:ext uri="{FF2B5EF4-FFF2-40B4-BE49-F238E27FC236}">
                <a16:creationId xmlns:a16="http://schemas.microsoft.com/office/drawing/2014/main" xmlns="" id="{E25D13EB-10CB-4F8D-8F4B-AF2BE31B21EA}"/>
              </a:ext>
            </a:extLst>
          </p:cNvPr>
          <p:cNvSpPr txBox="1"/>
          <p:nvPr/>
        </p:nvSpPr>
        <p:spPr bwMode="auto">
          <a:xfrm>
            <a:off x="1066106" y="3581590"/>
            <a:ext cx="1443869"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pPr>
            <a:r>
              <a:rPr lang="zh-CN" altLang="en-US" sz="2000" dirty="0">
                <a:latin typeface="微软雅黑" panose="020B0503020204020204" pitchFamily="34" charset="-122"/>
                <a:ea typeface="微软雅黑" panose="020B0503020204020204" pitchFamily="34" charset="-122"/>
              </a:rPr>
              <a:t>文本标题</a:t>
            </a:r>
            <a:endParaRPr lang="en-US" altLang="zh-CN" sz="2000" dirty="0">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xmlns="" id="{DE546541-FDDA-432B-B41A-BBB3ECDAE209}"/>
              </a:ext>
            </a:extLst>
          </p:cNvPr>
          <p:cNvCxnSpPr/>
          <p:nvPr/>
        </p:nvCxnSpPr>
        <p:spPr>
          <a:xfrm>
            <a:off x="3025184" y="1428210"/>
            <a:ext cx="0" cy="501967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 name="íšľíḑé">
            <a:extLst>
              <a:ext uri="{FF2B5EF4-FFF2-40B4-BE49-F238E27FC236}">
                <a16:creationId xmlns:a16="http://schemas.microsoft.com/office/drawing/2014/main" xmlns="" id="{7CF07D31-65B5-44E7-A6A0-B15AEBB064F3}"/>
              </a:ext>
            </a:extLst>
          </p:cNvPr>
          <p:cNvSpPr/>
          <p:nvPr/>
        </p:nvSpPr>
        <p:spPr>
          <a:xfrm>
            <a:off x="3008534" y="4960193"/>
            <a:ext cx="2539155" cy="968462"/>
          </a:xfrm>
          <a:prstGeom prst="rect">
            <a:avLst/>
          </a:prstGeom>
        </p:spPr>
        <p:txBody>
          <a:bodyPr wrap="square">
            <a:normAutofit fontScale="92500"/>
          </a:bodyPr>
          <a:lstStyle/>
          <a:p>
            <a:pPr algn="just">
              <a:lnSpc>
                <a:spcPct val="120000"/>
              </a:lnSpc>
              <a:spcBef>
                <a:spcPct val="0"/>
              </a:spcBef>
              <a:buNone/>
            </a:pPr>
            <a:r>
              <a:rPr lang="zh-CN" altLang="en-US" sz="1200" spc="13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200" spc="13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charset="-122"/>
              </a:rPr>
              <a:t>在此录入上述图表的综合描述说明。</a:t>
            </a:r>
          </a:p>
        </p:txBody>
      </p:sp>
      <p:sp>
        <p:nvSpPr>
          <p:cNvPr id="14" name="ïṥľíḓe">
            <a:extLst>
              <a:ext uri="{FF2B5EF4-FFF2-40B4-BE49-F238E27FC236}">
                <a16:creationId xmlns:a16="http://schemas.microsoft.com/office/drawing/2014/main" xmlns="" id="{47C21EE1-30E9-458B-A97D-0F45C54B5E07}"/>
              </a:ext>
            </a:extLst>
          </p:cNvPr>
          <p:cNvSpPr/>
          <p:nvPr/>
        </p:nvSpPr>
        <p:spPr>
          <a:xfrm>
            <a:off x="3009111" y="4023395"/>
            <a:ext cx="2538000" cy="338554"/>
          </a:xfrm>
          <a:prstGeom prst="rect">
            <a:avLst/>
          </a:prstGeom>
        </p:spPr>
        <p:txBody>
          <a:bodyPr wrap="none">
            <a:normAutofit lnSpcReduction="10000"/>
          </a:bodyPr>
          <a:lstStyle/>
          <a:p>
            <a:pPr algn="ctr"/>
            <a:r>
              <a:rPr lang="zh-CN" altLang="en-US" dirty="0">
                <a:latin typeface="微软雅黑" panose="020B0503020204020204" pitchFamily="34" charset="-122"/>
                <a:ea typeface="微软雅黑" panose="020B0503020204020204" pitchFamily="34" charset="-122"/>
              </a:rPr>
              <a:t>文本标题</a:t>
            </a:r>
            <a:endParaRPr lang="en-US" altLang="zh-CN" dirty="0">
              <a:latin typeface="微软雅黑" panose="020B0503020204020204" pitchFamily="34" charset="-122"/>
              <a:ea typeface="微软雅黑" panose="020B0503020204020204" pitchFamily="34" charset="-122"/>
            </a:endParaRPr>
          </a:p>
        </p:txBody>
      </p:sp>
      <p:sp>
        <p:nvSpPr>
          <p:cNvPr id="15" name="íṥḷïďê">
            <a:extLst>
              <a:ext uri="{FF2B5EF4-FFF2-40B4-BE49-F238E27FC236}">
                <a16:creationId xmlns:a16="http://schemas.microsoft.com/office/drawing/2014/main" xmlns="" id="{A01F617C-DDED-4060-9134-2C9A232563EB}"/>
              </a:ext>
            </a:extLst>
          </p:cNvPr>
          <p:cNvSpPr/>
          <p:nvPr/>
        </p:nvSpPr>
        <p:spPr>
          <a:xfrm>
            <a:off x="3009111" y="4361950"/>
            <a:ext cx="2538000" cy="307777"/>
          </a:xfrm>
          <a:prstGeom prst="rect">
            <a:avLst/>
          </a:prstGeom>
          <a:noFill/>
        </p:spPr>
        <p:txBody>
          <a:bodyPr wrap="none">
            <a:noAutofit/>
          </a:bodyPr>
          <a:lstStyle/>
          <a:p>
            <a:pPr algn="ctr">
              <a:buClr>
                <a:srgbClr val="E24848"/>
              </a:buClr>
            </a:pPr>
            <a:r>
              <a:rPr lang="en-US" altLang="zh-CN" sz="1500" noProof="1">
                <a:latin typeface="微软雅黑" panose="020B0503020204020204" pitchFamily="34" charset="-122"/>
                <a:ea typeface="微软雅黑" panose="020B0503020204020204" pitchFamily="34" charset="-122"/>
              </a:rPr>
              <a:t>01</a:t>
            </a:r>
            <a:endParaRPr lang="zh-CN" altLang="en-US" sz="1500" noProof="1">
              <a:latin typeface="微软雅黑" panose="020B0503020204020204" pitchFamily="34" charset="-122"/>
              <a:ea typeface="微软雅黑" panose="020B0503020204020204" pitchFamily="34" charset="-122"/>
            </a:endParaRPr>
          </a:p>
        </p:txBody>
      </p:sp>
      <p:sp>
        <p:nvSpPr>
          <p:cNvPr id="16" name="iŝļîḑè">
            <a:extLst>
              <a:ext uri="{FF2B5EF4-FFF2-40B4-BE49-F238E27FC236}">
                <a16:creationId xmlns:a16="http://schemas.microsoft.com/office/drawing/2014/main" xmlns="" id="{DE843BF6-AEDB-4FCC-BD7D-C224C8921526}"/>
              </a:ext>
            </a:extLst>
          </p:cNvPr>
          <p:cNvSpPr/>
          <p:nvPr/>
        </p:nvSpPr>
        <p:spPr>
          <a:xfrm>
            <a:off x="5778470" y="4960193"/>
            <a:ext cx="2539155" cy="968462"/>
          </a:xfrm>
          <a:prstGeom prst="rect">
            <a:avLst/>
          </a:prstGeom>
        </p:spPr>
        <p:txBody>
          <a:bodyPr wrap="square">
            <a:normAutofit/>
          </a:bodyPr>
          <a:lstStyle/>
          <a:p>
            <a:pPr algn="just">
              <a:lnSpc>
                <a:spcPct val="120000"/>
              </a:lnSpc>
              <a:spcBef>
                <a:spcPct val="0"/>
              </a:spcBef>
            </a:pPr>
            <a:r>
              <a:rPr lang="zh-CN" altLang="en-US" sz="1100" spc="13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100" spc="13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charset="-122"/>
              </a:rPr>
              <a:t>在此录入上述图表的综合描述说明。</a:t>
            </a:r>
          </a:p>
        </p:txBody>
      </p:sp>
      <p:sp>
        <p:nvSpPr>
          <p:cNvPr id="17" name="íSļiḍè">
            <a:extLst>
              <a:ext uri="{FF2B5EF4-FFF2-40B4-BE49-F238E27FC236}">
                <a16:creationId xmlns:a16="http://schemas.microsoft.com/office/drawing/2014/main" xmlns="" id="{AF8995AF-1267-40DE-9526-E63DCA68BED9}"/>
              </a:ext>
            </a:extLst>
          </p:cNvPr>
          <p:cNvSpPr/>
          <p:nvPr/>
        </p:nvSpPr>
        <p:spPr>
          <a:xfrm>
            <a:off x="5779047" y="4023396"/>
            <a:ext cx="2538000" cy="338554"/>
          </a:xfrm>
          <a:prstGeom prst="rect">
            <a:avLst/>
          </a:prstGeom>
        </p:spPr>
        <p:txBody>
          <a:bodyPr wrap="none">
            <a:normAutofit lnSpcReduction="10000"/>
          </a:bodyPr>
          <a:lstStyle/>
          <a:p>
            <a:pPr algn="ctr"/>
            <a:r>
              <a:rPr lang="zh-CN" altLang="en-US" dirty="0">
                <a:latin typeface="微软雅黑" panose="020B0503020204020204" pitchFamily="34" charset="-122"/>
                <a:ea typeface="微软雅黑" panose="020B0503020204020204" pitchFamily="34" charset="-122"/>
              </a:rPr>
              <a:t>文本标题</a:t>
            </a:r>
            <a:endParaRPr lang="en-US" altLang="zh-CN" dirty="0">
              <a:latin typeface="微软雅黑" panose="020B0503020204020204" pitchFamily="34" charset="-122"/>
              <a:ea typeface="微软雅黑" panose="020B0503020204020204" pitchFamily="34" charset="-122"/>
            </a:endParaRPr>
          </a:p>
        </p:txBody>
      </p:sp>
      <p:sp>
        <p:nvSpPr>
          <p:cNvPr id="18" name="iṡľidê">
            <a:extLst>
              <a:ext uri="{FF2B5EF4-FFF2-40B4-BE49-F238E27FC236}">
                <a16:creationId xmlns:a16="http://schemas.microsoft.com/office/drawing/2014/main" xmlns="" id="{FBF76371-CE0E-44E9-AE97-EFF4A108D6DC}"/>
              </a:ext>
            </a:extLst>
          </p:cNvPr>
          <p:cNvSpPr/>
          <p:nvPr/>
        </p:nvSpPr>
        <p:spPr>
          <a:xfrm>
            <a:off x="5779047" y="4361950"/>
            <a:ext cx="2538000" cy="307777"/>
          </a:xfrm>
          <a:prstGeom prst="rect">
            <a:avLst/>
          </a:prstGeom>
          <a:noFill/>
        </p:spPr>
        <p:txBody>
          <a:bodyPr wrap="none">
            <a:noAutofit/>
          </a:bodyPr>
          <a:lstStyle/>
          <a:p>
            <a:pPr algn="ctr">
              <a:buClr>
                <a:srgbClr val="E24848"/>
              </a:buClr>
            </a:pPr>
            <a:r>
              <a:rPr lang="en-US" altLang="zh-CN" sz="1500" noProof="1">
                <a:latin typeface="微软雅黑" panose="020B0503020204020204" pitchFamily="34" charset="-122"/>
                <a:ea typeface="微软雅黑" panose="020B0503020204020204" pitchFamily="34" charset="-122"/>
              </a:rPr>
              <a:t>02</a:t>
            </a:r>
            <a:endParaRPr lang="zh-CN" altLang="en-US" sz="1500" noProof="1">
              <a:latin typeface="微软雅黑" panose="020B0503020204020204" pitchFamily="34" charset="-122"/>
              <a:ea typeface="微软雅黑" panose="020B0503020204020204" pitchFamily="34" charset="-122"/>
            </a:endParaRPr>
          </a:p>
        </p:txBody>
      </p:sp>
      <p:sp>
        <p:nvSpPr>
          <p:cNvPr id="19" name="ïṣľîḑê">
            <a:extLst>
              <a:ext uri="{FF2B5EF4-FFF2-40B4-BE49-F238E27FC236}">
                <a16:creationId xmlns:a16="http://schemas.microsoft.com/office/drawing/2014/main" xmlns="" id="{920D34A0-2FE5-4D4B-AA75-42DA9C6B2B8B}"/>
              </a:ext>
            </a:extLst>
          </p:cNvPr>
          <p:cNvSpPr/>
          <p:nvPr/>
        </p:nvSpPr>
        <p:spPr>
          <a:xfrm>
            <a:off x="8548404" y="4960193"/>
            <a:ext cx="2539155" cy="968462"/>
          </a:xfrm>
          <a:prstGeom prst="rect">
            <a:avLst/>
          </a:prstGeom>
        </p:spPr>
        <p:txBody>
          <a:bodyPr wrap="square">
            <a:normAutofit/>
          </a:bodyPr>
          <a:lstStyle/>
          <a:p>
            <a:pPr algn="just">
              <a:lnSpc>
                <a:spcPct val="120000"/>
              </a:lnSpc>
              <a:spcBef>
                <a:spcPct val="0"/>
              </a:spcBef>
            </a:pPr>
            <a:r>
              <a:rPr lang="zh-CN" altLang="en-US" sz="1100" spc="13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r>
              <a:rPr lang="zh-CN" altLang="en-US" sz="1100" spc="13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charset="-122"/>
              </a:rPr>
              <a:t>在此录入上述图表的综合描述说明。</a:t>
            </a:r>
          </a:p>
        </p:txBody>
      </p:sp>
      <p:sp>
        <p:nvSpPr>
          <p:cNvPr id="20" name="îṩľîḑe">
            <a:extLst>
              <a:ext uri="{FF2B5EF4-FFF2-40B4-BE49-F238E27FC236}">
                <a16:creationId xmlns:a16="http://schemas.microsoft.com/office/drawing/2014/main" xmlns="" id="{E69FEDB8-7515-426C-B39F-9520CE4E1BDF}"/>
              </a:ext>
            </a:extLst>
          </p:cNvPr>
          <p:cNvSpPr/>
          <p:nvPr/>
        </p:nvSpPr>
        <p:spPr>
          <a:xfrm>
            <a:off x="8548981" y="4023396"/>
            <a:ext cx="2538000" cy="338554"/>
          </a:xfrm>
          <a:prstGeom prst="rect">
            <a:avLst/>
          </a:prstGeom>
        </p:spPr>
        <p:txBody>
          <a:bodyPr wrap="none">
            <a:normAutofit lnSpcReduction="10000"/>
          </a:bodyPr>
          <a:lstStyle/>
          <a:p>
            <a:pPr algn="ctr"/>
            <a:r>
              <a:rPr lang="zh-CN" altLang="en-US" dirty="0">
                <a:latin typeface="微软雅黑" panose="020B0503020204020204" pitchFamily="34" charset="-122"/>
                <a:ea typeface="微软雅黑" panose="020B0503020204020204" pitchFamily="34" charset="-122"/>
              </a:rPr>
              <a:t>文本标题</a:t>
            </a:r>
            <a:endParaRPr lang="en-US" altLang="zh-CN" dirty="0">
              <a:latin typeface="微软雅黑" panose="020B0503020204020204" pitchFamily="34" charset="-122"/>
              <a:ea typeface="微软雅黑" panose="020B0503020204020204" pitchFamily="34" charset="-122"/>
            </a:endParaRPr>
          </a:p>
        </p:txBody>
      </p:sp>
      <p:sp>
        <p:nvSpPr>
          <p:cNvPr id="21" name="íŝļîḓè">
            <a:extLst>
              <a:ext uri="{FF2B5EF4-FFF2-40B4-BE49-F238E27FC236}">
                <a16:creationId xmlns:a16="http://schemas.microsoft.com/office/drawing/2014/main" xmlns="" id="{26EE39C5-5480-4962-9066-C72DB3561627}"/>
              </a:ext>
            </a:extLst>
          </p:cNvPr>
          <p:cNvSpPr/>
          <p:nvPr/>
        </p:nvSpPr>
        <p:spPr>
          <a:xfrm>
            <a:off x="8548981" y="4361950"/>
            <a:ext cx="2538000" cy="307777"/>
          </a:xfrm>
          <a:prstGeom prst="rect">
            <a:avLst/>
          </a:prstGeom>
          <a:noFill/>
        </p:spPr>
        <p:txBody>
          <a:bodyPr wrap="none">
            <a:noAutofit/>
          </a:bodyPr>
          <a:lstStyle/>
          <a:p>
            <a:pPr algn="ctr">
              <a:buClr>
                <a:srgbClr val="E24848"/>
              </a:buClr>
            </a:pPr>
            <a:r>
              <a:rPr lang="en-US" altLang="zh-CN" sz="1500" noProof="1">
                <a:latin typeface="微软雅黑" panose="020B0503020204020204" pitchFamily="34" charset="-122"/>
                <a:ea typeface="微软雅黑" panose="020B0503020204020204" pitchFamily="34" charset="-122"/>
              </a:rPr>
              <a:t>03</a:t>
            </a:r>
            <a:endParaRPr lang="zh-CN" altLang="en-US" sz="1500" noProof="1">
              <a:latin typeface="微软雅黑" panose="020B0503020204020204" pitchFamily="34" charset="-122"/>
              <a:ea typeface="微软雅黑" panose="020B0503020204020204" pitchFamily="34" charset="-122"/>
            </a:endParaRPr>
          </a:p>
        </p:txBody>
      </p:sp>
      <p:sp>
        <p:nvSpPr>
          <p:cNvPr id="22" name="îṣľiďé">
            <a:extLst>
              <a:ext uri="{FF2B5EF4-FFF2-40B4-BE49-F238E27FC236}">
                <a16:creationId xmlns:a16="http://schemas.microsoft.com/office/drawing/2014/main" xmlns="" id="{C27E5FBE-DEBC-49AD-9552-65404759DF01}"/>
              </a:ext>
            </a:extLst>
          </p:cNvPr>
          <p:cNvSpPr/>
          <p:nvPr/>
        </p:nvSpPr>
        <p:spPr>
          <a:xfrm>
            <a:off x="3347877" y="2071265"/>
            <a:ext cx="1860468" cy="1810713"/>
          </a:xfrm>
          <a:prstGeom prst="roundRect">
            <a:avLst>
              <a:gd name="adj" fmla="val 50000"/>
            </a:avLst>
          </a:prstGeom>
          <a:blipFill dpi="0" rotWithShape="1">
            <a:blip r:embed="rId2"/>
            <a:srcRect/>
            <a:stretch>
              <a:fillRect l="-23152" r="-22838"/>
            </a:stretch>
          </a:blipFill>
          <a:ln w="12700" cap="flat" cmpd="sng" algn="ctr">
            <a:noFill/>
            <a:prstDash val="solid"/>
            <a:miter lim="800000"/>
          </a:ln>
          <a:effectLst>
            <a:outerShdw blurRad="63500" sx="103000" sy="103000" algn="ctr" rotWithShape="0">
              <a:schemeClr val="bg1">
                <a:alpha val="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3" name="ïŝlïḋè">
            <a:extLst>
              <a:ext uri="{FF2B5EF4-FFF2-40B4-BE49-F238E27FC236}">
                <a16:creationId xmlns:a16="http://schemas.microsoft.com/office/drawing/2014/main" xmlns="" id="{43381BBE-CD9F-4DF7-990A-C026FE964617}"/>
              </a:ext>
            </a:extLst>
          </p:cNvPr>
          <p:cNvSpPr/>
          <p:nvPr/>
        </p:nvSpPr>
        <p:spPr>
          <a:xfrm>
            <a:off x="8887747" y="2071265"/>
            <a:ext cx="1860468" cy="1810713"/>
          </a:xfrm>
          <a:prstGeom prst="roundRect">
            <a:avLst>
              <a:gd name="adj" fmla="val 50000"/>
            </a:avLst>
          </a:prstGeom>
          <a:blipFill dpi="0" rotWithShape="1">
            <a:blip r:embed="rId3"/>
            <a:srcRect/>
            <a:tile tx="0" ty="0" sx="100000" sy="100000" flip="none" algn="ctr"/>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4" name="îsľïďe">
            <a:extLst>
              <a:ext uri="{FF2B5EF4-FFF2-40B4-BE49-F238E27FC236}">
                <a16:creationId xmlns:a16="http://schemas.microsoft.com/office/drawing/2014/main" xmlns="" id="{FEC5DDF9-DA59-471E-BFF1-0E201C5D4140}"/>
              </a:ext>
            </a:extLst>
          </p:cNvPr>
          <p:cNvSpPr/>
          <p:nvPr/>
        </p:nvSpPr>
        <p:spPr>
          <a:xfrm>
            <a:off x="6117813" y="2071265"/>
            <a:ext cx="1860468" cy="1810713"/>
          </a:xfrm>
          <a:prstGeom prst="roundRect">
            <a:avLst>
              <a:gd name="adj" fmla="val 50000"/>
            </a:avLst>
          </a:prstGeom>
          <a:blipFill dpi="0" rotWithShape="1">
            <a:blip r:embed="rId4"/>
            <a:srcRect/>
            <a:stretch>
              <a:fillRect l="-23152" r="-22838"/>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grpSp>
        <p:nvGrpSpPr>
          <p:cNvPr id="25" name="iṩḻîdé">
            <a:extLst>
              <a:ext uri="{FF2B5EF4-FFF2-40B4-BE49-F238E27FC236}">
                <a16:creationId xmlns:a16="http://schemas.microsoft.com/office/drawing/2014/main" xmlns="" id="{342F018A-A121-40F2-8FBB-6621EED39677}"/>
              </a:ext>
            </a:extLst>
          </p:cNvPr>
          <p:cNvGrpSpPr/>
          <p:nvPr/>
        </p:nvGrpSpPr>
        <p:grpSpPr>
          <a:xfrm>
            <a:off x="3347836" y="4608330"/>
            <a:ext cx="1860551" cy="227167"/>
            <a:chOff x="1222167" y="4304931"/>
            <a:chExt cx="1860551" cy="227167"/>
          </a:xfrm>
        </p:grpSpPr>
        <p:cxnSp>
          <p:nvCxnSpPr>
            <p:cNvPr id="26" name="直接连接符 25">
              <a:extLst>
                <a:ext uri="{FF2B5EF4-FFF2-40B4-BE49-F238E27FC236}">
                  <a16:creationId xmlns:a16="http://schemas.microsoft.com/office/drawing/2014/main" xmlns="" id="{66F62915-F841-4844-998C-180B1E70E310}"/>
                </a:ext>
              </a:extLst>
            </p:cNvPr>
            <p:cNvCxnSpPr/>
            <p:nvPr/>
          </p:nvCxnSpPr>
          <p:spPr>
            <a:xfrm flipH="1">
              <a:off x="1222167" y="4360366"/>
              <a:ext cx="781342"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íṩ1îďe">
              <a:extLst>
                <a:ext uri="{FF2B5EF4-FFF2-40B4-BE49-F238E27FC236}">
                  <a16:creationId xmlns:a16="http://schemas.microsoft.com/office/drawing/2014/main" xmlns="" id="{A0CFC8F7-3459-4B34-9102-D06F76A50015}"/>
                </a:ext>
              </a:extLst>
            </p:cNvPr>
            <p:cNvSpPr/>
            <p:nvPr/>
          </p:nvSpPr>
          <p:spPr>
            <a:xfrm rot="18914935">
              <a:off x="2072805" y="4304931"/>
              <a:ext cx="63914" cy="227167"/>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8" name="išľîďé">
              <a:extLst>
                <a:ext uri="{FF2B5EF4-FFF2-40B4-BE49-F238E27FC236}">
                  <a16:creationId xmlns:a16="http://schemas.microsoft.com/office/drawing/2014/main" xmlns="" id="{C61FB894-F6DC-4FAF-997A-0494133DAA82}"/>
                </a:ext>
              </a:extLst>
            </p:cNvPr>
            <p:cNvSpPr/>
            <p:nvPr/>
          </p:nvSpPr>
          <p:spPr>
            <a:xfrm rot="2703745">
              <a:off x="2188924" y="4304067"/>
              <a:ext cx="63914" cy="229239"/>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cxnSp>
          <p:nvCxnSpPr>
            <p:cNvPr id="29" name="直接连接符 28">
              <a:extLst>
                <a:ext uri="{FF2B5EF4-FFF2-40B4-BE49-F238E27FC236}">
                  <a16:creationId xmlns:a16="http://schemas.microsoft.com/office/drawing/2014/main" xmlns="" id="{6AE3E817-FFE0-40B6-8C72-48BC8707B23C}"/>
                </a:ext>
              </a:extLst>
            </p:cNvPr>
            <p:cNvCxnSpPr/>
            <p:nvPr/>
          </p:nvCxnSpPr>
          <p:spPr>
            <a:xfrm flipH="1">
              <a:off x="2315323" y="4360367"/>
              <a:ext cx="76739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0" name="ïṩļiḋe">
            <a:extLst>
              <a:ext uri="{FF2B5EF4-FFF2-40B4-BE49-F238E27FC236}">
                <a16:creationId xmlns:a16="http://schemas.microsoft.com/office/drawing/2014/main" xmlns="" id="{ABC23B63-BD7A-4AC1-A8E0-2D1C0D532FEC}"/>
              </a:ext>
            </a:extLst>
          </p:cNvPr>
          <p:cNvGrpSpPr/>
          <p:nvPr/>
        </p:nvGrpSpPr>
        <p:grpSpPr>
          <a:xfrm>
            <a:off x="6117772" y="4608330"/>
            <a:ext cx="1860551" cy="227167"/>
            <a:chOff x="1222167" y="4304931"/>
            <a:chExt cx="1860551" cy="227167"/>
          </a:xfrm>
          <a:solidFill>
            <a:srgbClr val="1257F1"/>
          </a:solidFill>
        </p:grpSpPr>
        <p:cxnSp>
          <p:nvCxnSpPr>
            <p:cNvPr id="31" name="直接连接符 30">
              <a:extLst>
                <a:ext uri="{FF2B5EF4-FFF2-40B4-BE49-F238E27FC236}">
                  <a16:creationId xmlns:a16="http://schemas.microsoft.com/office/drawing/2014/main" xmlns="" id="{CD2EB811-106C-4F43-82D7-9E6ED53D1CFD}"/>
                </a:ext>
              </a:extLst>
            </p:cNvPr>
            <p:cNvCxnSpPr/>
            <p:nvPr/>
          </p:nvCxnSpPr>
          <p:spPr>
            <a:xfrm flipH="1">
              <a:off x="1222167" y="4360366"/>
              <a:ext cx="781342" cy="0"/>
            </a:xfrm>
            <a:prstGeom prst="line">
              <a:avLst/>
            </a:prstGeom>
            <a:grp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ïṥļiḑè">
              <a:extLst>
                <a:ext uri="{FF2B5EF4-FFF2-40B4-BE49-F238E27FC236}">
                  <a16:creationId xmlns:a16="http://schemas.microsoft.com/office/drawing/2014/main" xmlns="" id="{B115F448-7332-47F1-ADFF-42B51413B4E4}"/>
                </a:ext>
              </a:extLst>
            </p:cNvPr>
            <p:cNvSpPr/>
            <p:nvPr/>
          </p:nvSpPr>
          <p:spPr>
            <a:xfrm rot="18914935">
              <a:off x="2072805" y="4304931"/>
              <a:ext cx="63914" cy="227167"/>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33" name="îšḷïḓê">
              <a:extLst>
                <a:ext uri="{FF2B5EF4-FFF2-40B4-BE49-F238E27FC236}">
                  <a16:creationId xmlns:a16="http://schemas.microsoft.com/office/drawing/2014/main" xmlns="" id="{ABF23282-D9E0-4F09-879A-E56DA3B3BC99}"/>
                </a:ext>
              </a:extLst>
            </p:cNvPr>
            <p:cNvSpPr/>
            <p:nvPr/>
          </p:nvSpPr>
          <p:spPr>
            <a:xfrm rot="2703745">
              <a:off x="2188924" y="4304067"/>
              <a:ext cx="63914" cy="229239"/>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cxnSp>
          <p:nvCxnSpPr>
            <p:cNvPr id="34" name="直接连接符 33">
              <a:extLst>
                <a:ext uri="{FF2B5EF4-FFF2-40B4-BE49-F238E27FC236}">
                  <a16:creationId xmlns:a16="http://schemas.microsoft.com/office/drawing/2014/main" xmlns="" id="{A304E53F-1A68-4E37-A162-B828E7802988}"/>
                </a:ext>
              </a:extLst>
            </p:cNvPr>
            <p:cNvCxnSpPr/>
            <p:nvPr/>
          </p:nvCxnSpPr>
          <p:spPr>
            <a:xfrm flipH="1">
              <a:off x="2315323" y="4360367"/>
              <a:ext cx="767395" cy="0"/>
            </a:xfrm>
            <a:prstGeom prst="line">
              <a:avLst/>
            </a:prstGeom>
            <a:grp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5" name="íṩļiḓe">
            <a:extLst>
              <a:ext uri="{FF2B5EF4-FFF2-40B4-BE49-F238E27FC236}">
                <a16:creationId xmlns:a16="http://schemas.microsoft.com/office/drawing/2014/main" xmlns="" id="{60D61646-2E2B-485B-9CA6-056B47CE8D54}"/>
              </a:ext>
            </a:extLst>
          </p:cNvPr>
          <p:cNvGrpSpPr/>
          <p:nvPr/>
        </p:nvGrpSpPr>
        <p:grpSpPr>
          <a:xfrm>
            <a:off x="8887706" y="4608330"/>
            <a:ext cx="1860551" cy="227167"/>
            <a:chOff x="1222167" y="4304931"/>
            <a:chExt cx="1860551" cy="227167"/>
          </a:xfrm>
          <a:solidFill>
            <a:srgbClr val="1257F1"/>
          </a:solidFill>
        </p:grpSpPr>
        <p:cxnSp>
          <p:nvCxnSpPr>
            <p:cNvPr id="36" name="直接连接符 35">
              <a:extLst>
                <a:ext uri="{FF2B5EF4-FFF2-40B4-BE49-F238E27FC236}">
                  <a16:creationId xmlns:a16="http://schemas.microsoft.com/office/drawing/2014/main" xmlns="" id="{719AF7B0-250B-4A60-AF74-20F280EBED6A}"/>
                </a:ext>
              </a:extLst>
            </p:cNvPr>
            <p:cNvCxnSpPr/>
            <p:nvPr/>
          </p:nvCxnSpPr>
          <p:spPr>
            <a:xfrm flipH="1">
              <a:off x="1222167" y="4360366"/>
              <a:ext cx="781342" cy="0"/>
            </a:xfrm>
            <a:prstGeom prst="line">
              <a:avLst/>
            </a:prstGeom>
            <a:grp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ïṧlïďè">
              <a:extLst>
                <a:ext uri="{FF2B5EF4-FFF2-40B4-BE49-F238E27FC236}">
                  <a16:creationId xmlns:a16="http://schemas.microsoft.com/office/drawing/2014/main" xmlns="" id="{3BB7BD26-D701-4970-AF5F-41A8D03B8DA5}"/>
                </a:ext>
              </a:extLst>
            </p:cNvPr>
            <p:cNvSpPr/>
            <p:nvPr/>
          </p:nvSpPr>
          <p:spPr>
            <a:xfrm rot="18914935">
              <a:off x="2072805" y="4304931"/>
              <a:ext cx="63914" cy="227167"/>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38" name="îṥḷíḍè">
              <a:extLst>
                <a:ext uri="{FF2B5EF4-FFF2-40B4-BE49-F238E27FC236}">
                  <a16:creationId xmlns:a16="http://schemas.microsoft.com/office/drawing/2014/main" xmlns="" id="{DE93F747-FB02-4D35-8DF7-39F5F18A11E4}"/>
                </a:ext>
              </a:extLst>
            </p:cNvPr>
            <p:cNvSpPr/>
            <p:nvPr/>
          </p:nvSpPr>
          <p:spPr>
            <a:xfrm rot="2703745">
              <a:off x="2188924" y="4304067"/>
              <a:ext cx="63914" cy="229239"/>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xmlns="" id="{5DF4884D-F739-41C0-A0CA-31475412E88E}"/>
                </a:ext>
              </a:extLst>
            </p:cNvPr>
            <p:cNvCxnSpPr/>
            <p:nvPr/>
          </p:nvCxnSpPr>
          <p:spPr>
            <a:xfrm flipH="1">
              <a:off x="2315323" y="4360367"/>
              <a:ext cx="767395" cy="0"/>
            </a:xfrm>
            <a:prstGeom prst="line">
              <a:avLst/>
            </a:prstGeom>
            <a:grp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85986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childTnLst>
                          </p:cTn>
                        </p:par>
                        <p:par>
                          <p:cTn id="14" fill="hold">
                            <p:stCondLst>
                              <p:cond delay="1000"/>
                            </p:stCondLst>
                            <p:childTnLst>
                              <p:par>
                                <p:cTn id="15" presetID="52"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animScale>
                                      <p:cBhvr>
                                        <p:cTn id="17" dur="1000" decel="50000" fill="hold">
                                          <p:stCondLst>
                                            <p:cond delay="0"/>
                                          </p:stCondLst>
                                        </p:cTn>
                                        <p:tgtEl>
                                          <p:spTgt spid="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22"/>
                                        </p:tgtEl>
                                        <p:attrNameLst>
                                          <p:attrName>ppt_x</p:attrName>
                                          <p:attrName>ppt_y</p:attrName>
                                        </p:attrNameLst>
                                      </p:cBhvr>
                                    </p:animMotion>
                                    <p:animEffect transition="in" filter="fade">
                                      <p:cBhvr>
                                        <p:cTn id="19" dur="1000"/>
                                        <p:tgtEl>
                                          <p:spTgt spid="22"/>
                                        </p:tgtEl>
                                      </p:cBhvr>
                                    </p:animEffect>
                                  </p:childTnLst>
                                </p:cTn>
                              </p:par>
                            </p:childTnLst>
                          </p:cTn>
                        </p:par>
                        <p:par>
                          <p:cTn id="20" fill="hold">
                            <p:stCondLst>
                              <p:cond delay="2000"/>
                            </p:stCondLst>
                            <p:childTnLst>
                              <p:par>
                                <p:cTn id="21" presetID="2" presetClass="entr" presetSubtype="4"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par>
                          <p:cTn id="25" fill="hold">
                            <p:stCondLst>
                              <p:cond delay="2500"/>
                            </p:stCondLst>
                            <p:childTnLst>
                              <p:par>
                                <p:cTn id="26" presetID="2" presetClass="entr" presetSubtype="4"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1+#ppt_h/2"/>
                                          </p:val>
                                        </p:tav>
                                        <p:tav tm="100000">
                                          <p:val>
                                            <p:strVal val="#ppt_y"/>
                                          </p:val>
                                        </p:tav>
                                      </p:tavLst>
                                    </p:anim>
                                  </p:childTnLst>
                                </p:cTn>
                              </p:par>
                              <p:par>
                                <p:cTn id="30" presetID="22" presetClass="entr" presetSubtype="4"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par>
                          <p:cTn id="37" fill="hold">
                            <p:stCondLst>
                              <p:cond delay="3500"/>
                            </p:stCondLst>
                            <p:childTnLst>
                              <p:par>
                                <p:cTn id="38" presetID="52" presetClass="entr" presetSubtype="0" fill="hold" grpId="0" nodeType="afterEffect">
                                  <p:stCondLst>
                                    <p:cond delay="0"/>
                                  </p:stCondLst>
                                  <p:childTnLst>
                                    <p:set>
                                      <p:cBhvr>
                                        <p:cTn id="39" dur="1" fill="hold">
                                          <p:stCondLst>
                                            <p:cond delay="0"/>
                                          </p:stCondLst>
                                        </p:cTn>
                                        <p:tgtEl>
                                          <p:spTgt spid="24"/>
                                        </p:tgtEl>
                                        <p:attrNameLst>
                                          <p:attrName>style.visibility</p:attrName>
                                        </p:attrNameLst>
                                      </p:cBhvr>
                                      <p:to>
                                        <p:strVal val="visible"/>
                                      </p:to>
                                    </p:set>
                                    <p:animScale>
                                      <p:cBhvr>
                                        <p:cTn id="40" dur="1000" decel="50000" fill="hold">
                                          <p:stCondLst>
                                            <p:cond delay="0"/>
                                          </p:stCondLst>
                                        </p:cTn>
                                        <p:tgtEl>
                                          <p:spTgt spid="2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 dur="1000" decel="50000" fill="hold">
                                          <p:stCondLst>
                                            <p:cond delay="0"/>
                                          </p:stCondLst>
                                        </p:cTn>
                                        <p:tgtEl>
                                          <p:spTgt spid="24"/>
                                        </p:tgtEl>
                                        <p:attrNameLst>
                                          <p:attrName>ppt_x</p:attrName>
                                          <p:attrName>ppt_y</p:attrName>
                                        </p:attrNameLst>
                                      </p:cBhvr>
                                    </p:animMotion>
                                    <p:animEffect transition="in" filter="fade">
                                      <p:cBhvr>
                                        <p:cTn id="42" dur="1000"/>
                                        <p:tgtEl>
                                          <p:spTgt spid="24"/>
                                        </p:tgtEl>
                                      </p:cBhvr>
                                    </p:animEffect>
                                  </p:childTnLst>
                                </p:cTn>
                              </p:par>
                            </p:childTnLst>
                          </p:cTn>
                        </p:par>
                        <p:par>
                          <p:cTn id="43" fill="hold">
                            <p:stCondLst>
                              <p:cond delay="4500"/>
                            </p:stCondLst>
                            <p:childTnLst>
                              <p:par>
                                <p:cTn id="44" presetID="2" presetClass="entr" presetSubtype="4"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1+#ppt_h/2"/>
                                          </p:val>
                                        </p:tav>
                                        <p:tav tm="100000">
                                          <p:val>
                                            <p:strVal val="#ppt_y"/>
                                          </p:val>
                                        </p:tav>
                                      </p:tavLst>
                                    </p:anim>
                                  </p:childTnLst>
                                </p:cTn>
                              </p:par>
                            </p:childTnLst>
                          </p:cTn>
                        </p:par>
                        <p:par>
                          <p:cTn id="48" fill="hold">
                            <p:stCondLst>
                              <p:cond delay="5000"/>
                            </p:stCondLst>
                            <p:childTnLst>
                              <p:par>
                                <p:cTn id="49" presetID="2" presetClass="entr" presetSubtype="4"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2" presetClass="entr" presetSubtype="4"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down)">
                                      <p:cBhvr>
                                        <p:cTn id="55" dur="500"/>
                                        <p:tgtEl>
                                          <p:spTgt spid="30"/>
                                        </p:tgtEl>
                                      </p:cBhvr>
                                    </p:animEffect>
                                  </p:childTnLst>
                                </p:cTn>
                              </p:par>
                            </p:childTnLst>
                          </p:cTn>
                        </p:par>
                        <p:par>
                          <p:cTn id="56" fill="hold">
                            <p:stCondLst>
                              <p:cond delay="5500"/>
                            </p:stCondLst>
                            <p:childTnLst>
                              <p:par>
                                <p:cTn id="57" presetID="22" presetClass="entr" presetSubtype="8"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left)">
                                      <p:cBhvr>
                                        <p:cTn id="59" dur="500"/>
                                        <p:tgtEl>
                                          <p:spTgt spid="16"/>
                                        </p:tgtEl>
                                      </p:cBhvr>
                                    </p:animEffect>
                                  </p:childTnLst>
                                </p:cTn>
                              </p:par>
                            </p:childTnLst>
                          </p:cTn>
                        </p:par>
                        <p:par>
                          <p:cTn id="60" fill="hold">
                            <p:stCondLst>
                              <p:cond delay="6000"/>
                            </p:stCondLst>
                            <p:childTnLst>
                              <p:par>
                                <p:cTn id="61" presetID="52"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Scale>
                                      <p:cBhvr>
                                        <p:cTn id="63" dur="10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4" dur="1000" decel="50000" fill="hold">
                                          <p:stCondLst>
                                            <p:cond delay="0"/>
                                          </p:stCondLst>
                                        </p:cTn>
                                        <p:tgtEl>
                                          <p:spTgt spid="23"/>
                                        </p:tgtEl>
                                        <p:attrNameLst>
                                          <p:attrName>ppt_x</p:attrName>
                                          <p:attrName>ppt_y</p:attrName>
                                        </p:attrNameLst>
                                      </p:cBhvr>
                                    </p:animMotion>
                                    <p:animEffect transition="in" filter="fade">
                                      <p:cBhvr>
                                        <p:cTn id="65" dur="1000"/>
                                        <p:tgtEl>
                                          <p:spTgt spid="23"/>
                                        </p:tgtEl>
                                      </p:cBhvr>
                                    </p:animEffect>
                                  </p:childTnLst>
                                </p:cTn>
                              </p:par>
                            </p:childTnLst>
                          </p:cTn>
                        </p:par>
                        <p:par>
                          <p:cTn id="66" fill="hold">
                            <p:stCondLst>
                              <p:cond delay="7000"/>
                            </p:stCondLst>
                            <p:childTnLst>
                              <p:par>
                                <p:cTn id="67" presetID="2" presetClass="entr" presetSubtype="4" fill="hold" grpId="0" nodeType="after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ppt_x"/>
                                          </p:val>
                                        </p:tav>
                                        <p:tav tm="100000">
                                          <p:val>
                                            <p:strVal val="#ppt_x"/>
                                          </p:val>
                                        </p:tav>
                                      </p:tavLst>
                                    </p:anim>
                                    <p:anim calcmode="lin" valueType="num">
                                      <p:cBhvr additive="base">
                                        <p:cTn id="70" dur="500" fill="hold"/>
                                        <p:tgtEl>
                                          <p:spTgt spid="20"/>
                                        </p:tgtEl>
                                        <p:attrNameLst>
                                          <p:attrName>ppt_y</p:attrName>
                                        </p:attrNameLst>
                                      </p:cBhvr>
                                      <p:tavLst>
                                        <p:tav tm="0">
                                          <p:val>
                                            <p:strVal val="1+#ppt_h/2"/>
                                          </p:val>
                                        </p:tav>
                                        <p:tav tm="100000">
                                          <p:val>
                                            <p:strVal val="#ppt_y"/>
                                          </p:val>
                                        </p:tav>
                                      </p:tavLst>
                                    </p:anim>
                                  </p:childTnLst>
                                </p:cTn>
                              </p:par>
                            </p:childTnLst>
                          </p:cTn>
                        </p:par>
                        <p:par>
                          <p:cTn id="71" fill="hold">
                            <p:stCondLst>
                              <p:cond delay="7500"/>
                            </p:stCondLst>
                            <p:childTnLst>
                              <p:par>
                                <p:cTn id="72" presetID="2" presetClass="entr" presetSubtype="4"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500" fill="hold"/>
                                        <p:tgtEl>
                                          <p:spTgt spid="21"/>
                                        </p:tgtEl>
                                        <p:attrNameLst>
                                          <p:attrName>ppt_x</p:attrName>
                                        </p:attrNameLst>
                                      </p:cBhvr>
                                      <p:tavLst>
                                        <p:tav tm="0">
                                          <p:val>
                                            <p:strVal val="#ppt_x"/>
                                          </p:val>
                                        </p:tav>
                                        <p:tav tm="100000">
                                          <p:val>
                                            <p:strVal val="#ppt_x"/>
                                          </p:val>
                                        </p:tav>
                                      </p:tavLst>
                                    </p:anim>
                                    <p:anim calcmode="lin" valueType="num">
                                      <p:cBhvr additive="base">
                                        <p:cTn id="75" dur="500" fill="hold"/>
                                        <p:tgtEl>
                                          <p:spTgt spid="21"/>
                                        </p:tgtEl>
                                        <p:attrNameLst>
                                          <p:attrName>ppt_y</p:attrName>
                                        </p:attrNameLst>
                                      </p:cBhvr>
                                      <p:tavLst>
                                        <p:tav tm="0">
                                          <p:val>
                                            <p:strVal val="1+#ppt_h/2"/>
                                          </p:val>
                                        </p:tav>
                                        <p:tav tm="100000">
                                          <p:val>
                                            <p:strVal val="#ppt_y"/>
                                          </p:val>
                                        </p:tav>
                                      </p:tavLst>
                                    </p:anim>
                                  </p:childTnLst>
                                </p:cTn>
                              </p:par>
                              <p:par>
                                <p:cTn id="76" presetID="22" presetClass="entr" presetSubtype="4" fill="hold"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wipe(down)">
                                      <p:cBhvr>
                                        <p:cTn id="78" dur="500"/>
                                        <p:tgtEl>
                                          <p:spTgt spid="35"/>
                                        </p:tgtEl>
                                      </p:cBhvr>
                                    </p:animEffect>
                                  </p:childTnLst>
                                </p:cTn>
                              </p:par>
                            </p:childTnLst>
                          </p:cTn>
                        </p:par>
                        <p:par>
                          <p:cTn id="79" fill="hold">
                            <p:stCondLst>
                              <p:cond delay="8000"/>
                            </p:stCondLst>
                            <p:childTnLst>
                              <p:par>
                                <p:cTn id="80" presetID="22" presetClass="entr" presetSubtype="8" fill="hold" grpId="0"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p:bldP spid="15" grpId="0"/>
      <p:bldP spid="16" grpId="0"/>
      <p:bldP spid="17" grpId="0"/>
      <p:bldP spid="18" grpId="0"/>
      <p:bldP spid="19" grpId="0"/>
      <p:bldP spid="20" grpId="0"/>
      <p:bldP spid="21" grpId="0"/>
      <p:bldP spid="22" grpId="0" animBg="1"/>
      <p:bldP spid="23"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改进措施方法</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03</a:t>
              </a:r>
            </a:p>
          </p:txBody>
        </p:sp>
      </p:grpSp>
      <p:sp>
        <p:nvSpPr>
          <p:cNvPr id="17" name="íṣļíde">
            <a:extLst>
              <a:ext uri="{FF2B5EF4-FFF2-40B4-BE49-F238E27FC236}">
                <a16:creationId xmlns:a16="http://schemas.microsoft.com/office/drawing/2014/main" xmlns="" id="{283265D8-02B5-483F-B1CC-7C615BE05DAE}"/>
              </a:ext>
            </a:extLst>
          </p:cNvPr>
          <p:cNvSpPr/>
          <p:nvPr/>
        </p:nvSpPr>
        <p:spPr>
          <a:xfrm>
            <a:off x="4856170" y="1919451"/>
            <a:ext cx="1222648" cy="1746000"/>
          </a:xfrm>
          <a:prstGeom prst="rect">
            <a:avLst/>
          </a:prstGeom>
          <a:solidFill>
            <a:srgbClr val="1257F1"/>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sz="3500" b="1" dirty="0">
                <a:latin typeface="微软雅黑" panose="020B0503020204020204" pitchFamily="34" charset="-122"/>
                <a:ea typeface="微软雅黑" panose="020B0503020204020204" pitchFamily="34" charset="-122"/>
              </a:rPr>
              <a:t>01</a:t>
            </a:r>
            <a:endParaRPr lang="ru-RU" sz="3500" b="1" dirty="0">
              <a:latin typeface="微软雅黑" panose="020B0503020204020204" pitchFamily="34" charset="-122"/>
              <a:ea typeface="微软雅黑" panose="020B0503020204020204" pitchFamily="34" charset="-122"/>
            </a:endParaRPr>
          </a:p>
        </p:txBody>
      </p:sp>
      <p:sp>
        <p:nvSpPr>
          <p:cNvPr id="18" name="ïsḻidê">
            <a:extLst>
              <a:ext uri="{FF2B5EF4-FFF2-40B4-BE49-F238E27FC236}">
                <a16:creationId xmlns:a16="http://schemas.microsoft.com/office/drawing/2014/main" xmlns="" id="{6AA42060-F2A2-4926-ADCA-D977926FA9B0}"/>
              </a:ext>
            </a:extLst>
          </p:cNvPr>
          <p:cNvSpPr/>
          <p:nvPr/>
        </p:nvSpPr>
        <p:spPr>
          <a:xfrm>
            <a:off x="6080168" y="3665451"/>
            <a:ext cx="1222648" cy="1746000"/>
          </a:xfrm>
          <a:prstGeom prst="rect">
            <a:avLst/>
          </a:prstGeom>
          <a:solidFill>
            <a:srgbClr val="8EBAE2"/>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en-US" sz="3500" b="1" dirty="0">
                <a:solidFill>
                  <a:schemeClr val="bg1"/>
                </a:solidFill>
                <a:latin typeface="微软雅黑" panose="020B0503020204020204" pitchFamily="34" charset="-122"/>
                <a:ea typeface="微软雅黑" panose="020B0503020204020204" pitchFamily="34" charset="-122"/>
              </a:rPr>
              <a:t>02</a:t>
            </a:r>
            <a:endParaRPr lang="ru-RU" sz="3500" b="1" dirty="0">
              <a:solidFill>
                <a:schemeClr val="bg1"/>
              </a:solidFill>
              <a:latin typeface="微软雅黑" panose="020B0503020204020204" pitchFamily="34" charset="-122"/>
              <a:ea typeface="微软雅黑" panose="020B0503020204020204" pitchFamily="34" charset="-122"/>
            </a:endParaRPr>
          </a:p>
        </p:txBody>
      </p:sp>
      <p:sp>
        <p:nvSpPr>
          <p:cNvPr id="19" name="íSḻíḑê">
            <a:extLst>
              <a:ext uri="{FF2B5EF4-FFF2-40B4-BE49-F238E27FC236}">
                <a16:creationId xmlns:a16="http://schemas.microsoft.com/office/drawing/2014/main" xmlns="" id="{3330DA73-10A4-4587-B38E-1A06A4FE35EF}"/>
              </a:ext>
            </a:extLst>
          </p:cNvPr>
          <p:cNvSpPr/>
          <p:nvPr/>
        </p:nvSpPr>
        <p:spPr>
          <a:xfrm>
            <a:off x="6080169" y="1919451"/>
            <a:ext cx="1836000" cy="1746000"/>
          </a:xfrm>
          <a:prstGeom prst="rect">
            <a:avLst/>
          </a:prstGeom>
          <a:blipFill dpi="0" rotWithShape="1">
            <a:blip r:embed="rId2"/>
            <a:srcRect/>
            <a:stretch>
              <a:fillRect l="-23152" r="-22838"/>
            </a:stretch>
          </a:blipFill>
          <a:ln w="28575"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ru-RU">
              <a:latin typeface="微软雅黑" panose="020B0503020204020204" pitchFamily="34" charset="-122"/>
              <a:ea typeface="微软雅黑" panose="020B0503020204020204" pitchFamily="34" charset="-122"/>
            </a:endParaRPr>
          </a:p>
        </p:txBody>
      </p:sp>
      <p:sp>
        <p:nvSpPr>
          <p:cNvPr id="20" name="iṥ1idê">
            <a:extLst>
              <a:ext uri="{FF2B5EF4-FFF2-40B4-BE49-F238E27FC236}">
                <a16:creationId xmlns:a16="http://schemas.microsoft.com/office/drawing/2014/main" xmlns="" id="{3D829942-80C4-4606-A8B4-6D6760367153}"/>
              </a:ext>
            </a:extLst>
          </p:cNvPr>
          <p:cNvSpPr/>
          <p:nvPr/>
        </p:nvSpPr>
        <p:spPr>
          <a:xfrm>
            <a:off x="4244169" y="3665451"/>
            <a:ext cx="1836000" cy="1746000"/>
          </a:xfrm>
          <a:prstGeom prst="rect">
            <a:avLst/>
          </a:prstGeom>
          <a:blipFill dpi="0" rotWithShape="1">
            <a:blip r:embed="rId3"/>
            <a:srcRect/>
            <a:tile tx="0" ty="0" sx="100000" sy="100000" flip="none" algn="ctr"/>
          </a:blipFill>
          <a:ln w="28575"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ru-RU">
              <a:latin typeface="微软雅黑" panose="020B0503020204020204" pitchFamily="34" charset="-122"/>
              <a:ea typeface="微软雅黑" panose="020B0503020204020204" pitchFamily="34" charset="-122"/>
            </a:endParaRPr>
          </a:p>
        </p:txBody>
      </p:sp>
      <p:grpSp>
        <p:nvGrpSpPr>
          <p:cNvPr id="21" name="ï$1íḍê">
            <a:extLst>
              <a:ext uri="{FF2B5EF4-FFF2-40B4-BE49-F238E27FC236}">
                <a16:creationId xmlns:a16="http://schemas.microsoft.com/office/drawing/2014/main" xmlns="" id="{1B4F42EB-30FD-49C5-99FC-E63DECD6EC08}"/>
              </a:ext>
            </a:extLst>
          </p:cNvPr>
          <p:cNvGrpSpPr/>
          <p:nvPr/>
        </p:nvGrpSpPr>
        <p:grpSpPr>
          <a:xfrm>
            <a:off x="673100" y="1919451"/>
            <a:ext cx="3406761" cy="1097181"/>
            <a:chOff x="673100" y="1919451"/>
            <a:chExt cx="3406761" cy="1097181"/>
          </a:xfrm>
        </p:grpSpPr>
        <p:sp>
          <p:nvSpPr>
            <p:cNvPr id="22" name="ïṡļïḋê">
              <a:extLst>
                <a:ext uri="{FF2B5EF4-FFF2-40B4-BE49-F238E27FC236}">
                  <a16:creationId xmlns:a16="http://schemas.microsoft.com/office/drawing/2014/main" xmlns="" id="{1C313ED5-D091-4E22-A3EC-19FB190F0C47}"/>
                </a:ext>
              </a:extLst>
            </p:cNvPr>
            <p:cNvSpPr txBox="1"/>
            <p:nvPr/>
          </p:nvSpPr>
          <p:spPr>
            <a:xfrm flipH="1">
              <a:off x="673100" y="2439430"/>
              <a:ext cx="3406759" cy="577202"/>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solidFill>
                    <a:schemeClr val="bg2">
                      <a:lumMod val="10000"/>
                    </a:schemeClr>
                  </a:solidFill>
                  <a:latin typeface="微软雅黑" panose="020B0503020204020204" pitchFamily="34" charset="-122"/>
                  <a:ea typeface="微软雅黑" panose="020B0503020204020204" pitchFamily="34" charset="-122"/>
                </a:rPr>
                <a:t>请在此处输入您的文本或者复制您的文本粘贴到此处，</a:t>
              </a:r>
              <a:endParaRPr lang="en-US" altLang="zh-CN" sz="12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3" name="ï$ľíḍe">
              <a:extLst>
                <a:ext uri="{FF2B5EF4-FFF2-40B4-BE49-F238E27FC236}">
                  <a16:creationId xmlns:a16="http://schemas.microsoft.com/office/drawing/2014/main" xmlns="" id="{A5154824-CEF0-4504-A428-4BC4E0BF13B3}"/>
                </a:ext>
              </a:extLst>
            </p:cNvPr>
            <p:cNvSpPr/>
            <p:nvPr/>
          </p:nvSpPr>
          <p:spPr>
            <a:xfrm flipH="1">
              <a:off x="673102" y="1919451"/>
              <a:ext cx="3406759" cy="507831"/>
            </a:xfrm>
            <a:prstGeom prst="rect">
              <a:avLst/>
            </a:prstGeom>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lang="zh-CN" altLang="en-US" b="1" dirty="0">
                  <a:solidFill>
                    <a:srgbClr val="0579CD"/>
                  </a:solidFill>
                  <a:latin typeface="微软雅黑" panose="020B0503020204020204" pitchFamily="34" charset="-122"/>
                  <a:ea typeface="微软雅黑" panose="020B0503020204020204" pitchFamily="34" charset="-122"/>
                </a:rPr>
                <a:t>文本标题</a:t>
              </a:r>
            </a:p>
          </p:txBody>
        </p:sp>
      </p:grpSp>
      <p:sp>
        <p:nvSpPr>
          <p:cNvPr id="24" name="îş1îḓè">
            <a:extLst>
              <a:ext uri="{FF2B5EF4-FFF2-40B4-BE49-F238E27FC236}">
                <a16:creationId xmlns:a16="http://schemas.microsoft.com/office/drawing/2014/main" xmlns="" id="{1A108F36-D633-46B9-8927-29AE10F56C7F}"/>
              </a:ext>
            </a:extLst>
          </p:cNvPr>
          <p:cNvSpPr txBox="1"/>
          <p:nvPr/>
        </p:nvSpPr>
        <p:spPr>
          <a:xfrm flipH="1">
            <a:off x="673100" y="3177438"/>
            <a:ext cx="3406759" cy="577202"/>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solidFill>
                  <a:schemeClr val="bg2">
                    <a:lumMod val="10000"/>
                  </a:schemeClr>
                </a:solidFill>
                <a:latin typeface="微软雅黑" panose="020B0503020204020204" pitchFamily="34" charset="-122"/>
                <a:ea typeface="微软雅黑" panose="020B0503020204020204" pitchFamily="34" charset="-122"/>
              </a:rPr>
              <a:t>请在此处输入您的文本或者复制您的文本粘贴到此处，</a:t>
            </a:r>
            <a:endParaRPr lang="en-US" altLang="zh-CN" sz="12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5" name="îSļîḓè">
            <a:extLst>
              <a:ext uri="{FF2B5EF4-FFF2-40B4-BE49-F238E27FC236}">
                <a16:creationId xmlns:a16="http://schemas.microsoft.com/office/drawing/2014/main" xmlns="" id="{1F65B7D0-DAA8-4C8A-A585-63E46DA70581}"/>
              </a:ext>
            </a:extLst>
          </p:cNvPr>
          <p:cNvSpPr txBox="1"/>
          <p:nvPr/>
        </p:nvSpPr>
        <p:spPr>
          <a:xfrm flipH="1">
            <a:off x="673100" y="3915445"/>
            <a:ext cx="3406759" cy="577202"/>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solidFill>
                  <a:schemeClr val="bg2">
                    <a:lumMod val="10000"/>
                  </a:schemeClr>
                </a:solidFill>
                <a:latin typeface="微软雅黑" panose="020B0503020204020204" pitchFamily="34" charset="-122"/>
                <a:ea typeface="微软雅黑" panose="020B0503020204020204" pitchFamily="34" charset="-122"/>
              </a:rPr>
              <a:t>请在此处输入您的文本或者复制您的文本粘贴到此处，</a:t>
            </a:r>
            <a:endParaRPr lang="en-US" altLang="zh-CN" sz="1200" dirty="0">
              <a:solidFill>
                <a:schemeClr val="bg2">
                  <a:lumMod val="10000"/>
                </a:schemeClr>
              </a:solidFill>
              <a:latin typeface="微软雅黑" panose="020B0503020204020204" pitchFamily="34" charset="-122"/>
              <a:ea typeface="微软雅黑" panose="020B0503020204020204" pitchFamily="34" charset="-122"/>
            </a:endParaRPr>
          </a:p>
        </p:txBody>
      </p:sp>
      <p:cxnSp>
        <p:nvCxnSpPr>
          <p:cNvPr id="26" name="直接连接符 25">
            <a:extLst>
              <a:ext uri="{FF2B5EF4-FFF2-40B4-BE49-F238E27FC236}">
                <a16:creationId xmlns:a16="http://schemas.microsoft.com/office/drawing/2014/main" xmlns="" id="{98F40772-1EB0-425B-ABFF-DE5EF00FEEC3}"/>
              </a:ext>
            </a:extLst>
          </p:cNvPr>
          <p:cNvCxnSpPr/>
          <p:nvPr/>
        </p:nvCxnSpPr>
        <p:spPr>
          <a:xfrm>
            <a:off x="673100" y="3097035"/>
            <a:ext cx="32131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19D9BAC8-09C4-401D-BC55-260CF0765291}"/>
              </a:ext>
            </a:extLst>
          </p:cNvPr>
          <p:cNvCxnSpPr/>
          <p:nvPr/>
        </p:nvCxnSpPr>
        <p:spPr>
          <a:xfrm>
            <a:off x="673100" y="3835043"/>
            <a:ext cx="32131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iṡḷîḋé">
            <a:extLst>
              <a:ext uri="{FF2B5EF4-FFF2-40B4-BE49-F238E27FC236}">
                <a16:creationId xmlns:a16="http://schemas.microsoft.com/office/drawing/2014/main" xmlns="" id="{AA2CDCBD-715D-4846-84BA-CB782BFFB7D0}"/>
              </a:ext>
            </a:extLst>
          </p:cNvPr>
          <p:cNvGrpSpPr/>
          <p:nvPr/>
        </p:nvGrpSpPr>
        <p:grpSpPr>
          <a:xfrm>
            <a:off x="8112139" y="3573604"/>
            <a:ext cx="3406761" cy="1097181"/>
            <a:chOff x="673100" y="1919451"/>
            <a:chExt cx="3406761" cy="1097181"/>
          </a:xfrm>
        </p:grpSpPr>
        <p:sp>
          <p:nvSpPr>
            <p:cNvPr id="29" name="îš1îde">
              <a:extLst>
                <a:ext uri="{FF2B5EF4-FFF2-40B4-BE49-F238E27FC236}">
                  <a16:creationId xmlns:a16="http://schemas.microsoft.com/office/drawing/2014/main" xmlns="" id="{BC81AB58-437A-4F49-B6DC-4E697D3A0BCD}"/>
                </a:ext>
              </a:extLst>
            </p:cNvPr>
            <p:cNvSpPr txBox="1"/>
            <p:nvPr/>
          </p:nvSpPr>
          <p:spPr>
            <a:xfrm flipH="1">
              <a:off x="673100" y="2439430"/>
              <a:ext cx="3406759" cy="577202"/>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solidFill>
                    <a:schemeClr val="bg2">
                      <a:lumMod val="10000"/>
                    </a:schemeClr>
                  </a:solidFill>
                  <a:latin typeface="微软雅黑" panose="020B0503020204020204" pitchFamily="34" charset="-122"/>
                  <a:ea typeface="微软雅黑" panose="020B0503020204020204" pitchFamily="34" charset="-122"/>
                </a:rPr>
                <a:t>请在此处输入您的文本或者复制您的文本粘贴到此处，</a:t>
              </a:r>
              <a:endParaRPr lang="en-US" altLang="zh-CN" sz="12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0" name="iṥlîḍe">
              <a:extLst>
                <a:ext uri="{FF2B5EF4-FFF2-40B4-BE49-F238E27FC236}">
                  <a16:creationId xmlns:a16="http://schemas.microsoft.com/office/drawing/2014/main" xmlns="" id="{BB75C4AD-2C69-4258-ABEC-9437E7C69CEC}"/>
                </a:ext>
              </a:extLst>
            </p:cNvPr>
            <p:cNvSpPr/>
            <p:nvPr/>
          </p:nvSpPr>
          <p:spPr>
            <a:xfrm flipH="1">
              <a:off x="673102" y="1919451"/>
              <a:ext cx="3406759" cy="507831"/>
            </a:xfrm>
            <a:prstGeom prst="rect">
              <a:avLst/>
            </a:prstGeom>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rgbClr val="0579CD"/>
                  </a:solidFill>
                  <a:latin typeface="微软雅黑" panose="020B0503020204020204" pitchFamily="34" charset="-122"/>
                  <a:ea typeface="微软雅黑" panose="020B0503020204020204" pitchFamily="34" charset="-122"/>
                </a:rPr>
                <a:t>文本标题</a:t>
              </a:r>
            </a:p>
          </p:txBody>
        </p:sp>
      </p:grpSp>
      <p:sp>
        <p:nvSpPr>
          <p:cNvPr id="31" name="í$liḋê">
            <a:extLst>
              <a:ext uri="{FF2B5EF4-FFF2-40B4-BE49-F238E27FC236}">
                <a16:creationId xmlns:a16="http://schemas.microsoft.com/office/drawing/2014/main" xmlns="" id="{4962DB8F-B2B1-4F0F-B9F7-6ED5CF58F73A}"/>
              </a:ext>
            </a:extLst>
          </p:cNvPr>
          <p:cNvSpPr txBox="1"/>
          <p:nvPr/>
        </p:nvSpPr>
        <p:spPr>
          <a:xfrm flipH="1">
            <a:off x="8112141" y="4831591"/>
            <a:ext cx="3406759" cy="577202"/>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solidFill>
                  <a:schemeClr val="bg2">
                    <a:lumMod val="10000"/>
                  </a:schemeClr>
                </a:solidFill>
                <a:latin typeface="微软雅黑" panose="020B0503020204020204" pitchFamily="34" charset="-122"/>
                <a:ea typeface="微软雅黑" panose="020B0503020204020204" pitchFamily="34" charset="-122"/>
              </a:rPr>
              <a:t>请在此处输入您的文本或者复制您的文本粘贴到此处，</a:t>
            </a:r>
            <a:endParaRPr lang="en-US" altLang="zh-CN" sz="12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2" name="íSlíḍe">
            <a:extLst>
              <a:ext uri="{FF2B5EF4-FFF2-40B4-BE49-F238E27FC236}">
                <a16:creationId xmlns:a16="http://schemas.microsoft.com/office/drawing/2014/main" xmlns="" id="{8A2B5C5D-B7AD-491F-9746-1C8E1870AA1C}"/>
              </a:ext>
            </a:extLst>
          </p:cNvPr>
          <p:cNvSpPr txBox="1"/>
          <p:nvPr/>
        </p:nvSpPr>
        <p:spPr>
          <a:xfrm flipH="1">
            <a:off x="8112141" y="5569598"/>
            <a:ext cx="3406759" cy="577202"/>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solidFill>
                  <a:schemeClr val="bg2">
                    <a:lumMod val="10000"/>
                  </a:schemeClr>
                </a:solidFill>
                <a:latin typeface="微软雅黑" panose="020B0503020204020204" pitchFamily="34" charset="-122"/>
                <a:ea typeface="微软雅黑" panose="020B0503020204020204" pitchFamily="34" charset="-122"/>
              </a:rPr>
              <a:t>请在此处输入您的文本或者复制您的文本粘贴到此处，</a:t>
            </a:r>
            <a:endParaRPr lang="en-US" altLang="zh-CN" sz="1200" dirty="0">
              <a:solidFill>
                <a:schemeClr val="bg2">
                  <a:lumMod val="10000"/>
                </a:schemeClr>
              </a:solidFill>
              <a:latin typeface="微软雅黑" panose="020B0503020204020204" pitchFamily="34" charset="-122"/>
              <a:ea typeface="微软雅黑" panose="020B0503020204020204" pitchFamily="34" charset="-122"/>
            </a:endParaRPr>
          </a:p>
        </p:txBody>
      </p:sp>
      <p:cxnSp>
        <p:nvCxnSpPr>
          <p:cNvPr id="33" name="直接连接符 32">
            <a:extLst>
              <a:ext uri="{FF2B5EF4-FFF2-40B4-BE49-F238E27FC236}">
                <a16:creationId xmlns:a16="http://schemas.microsoft.com/office/drawing/2014/main" xmlns="" id="{42D69FB3-D6DD-4F7B-BDB4-4F662004CFE3}"/>
              </a:ext>
            </a:extLst>
          </p:cNvPr>
          <p:cNvCxnSpPr/>
          <p:nvPr/>
        </p:nvCxnSpPr>
        <p:spPr>
          <a:xfrm>
            <a:off x="8305800" y="4751188"/>
            <a:ext cx="32131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xmlns="" id="{F1041998-87A7-4B8B-9B45-D9BE69478F84}"/>
              </a:ext>
            </a:extLst>
          </p:cNvPr>
          <p:cNvCxnSpPr/>
          <p:nvPr/>
        </p:nvCxnSpPr>
        <p:spPr>
          <a:xfrm>
            <a:off x="8305800" y="5489196"/>
            <a:ext cx="32131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13345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par>
                          <p:cTn id="15" fill="hold">
                            <p:stCondLst>
                              <p:cond delay="500"/>
                            </p:stCondLst>
                            <p:childTnLst>
                              <p:par>
                                <p:cTn id="16" presetID="22" presetClass="entr" presetSubtype="4"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up)">
                                      <p:cBhvr>
                                        <p:cTn id="21" dur="500"/>
                                        <p:tgtEl>
                                          <p:spTgt spid="18"/>
                                        </p:tgtEl>
                                      </p:cBhvr>
                                    </p:animEffect>
                                  </p:childTnLst>
                                </p:cTn>
                              </p:par>
                            </p:childTnLst>
                          </p:cTn>
                        </p:par>
                        <p:par>
                          <p:cTn id="22" fill="hold">
                            <p:stCondLst>
                              <p:cond delay="1000"/>
                            </p:stCondLst>
                            <p:childTnLst>
                              <p:par>
                                <p:cTn id="23" presetID="2" presetClass="entr" presetSubtype="8"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0-#ppt_w/2"/>
                                          </p:val>
                                        </p:tav>
                                        <p:tav tm="100000">
                                          <p:val>
                                            <p:strVal val="#ppt_x"/>
                                          </p:val>
                                        </p:tav>
                                      </p:tavLst>
                                    </p:anim>
                                    <p:anim calcmode="lin" valueType="num">
                                      <p:cBhvr additive="base">
                                        <p:cTn id="26" dur="500" fill="hold"/>
                                        <p:tgtEl>
                                          <p:spTgt spid="21"/>
                                        </p:tgtEl>
                                        <p:attrNameLst>
                                          <p:attrName>ppt_y</p:attrName>
                                        </p:attrNameLst>
                                      </p:cBhvr>
                                      <p:tavLst>
                                        <p:tav tm="0">
                                          <p:val>
                                            <p:strVal val="#ppt_y"/>
                                          </p:val>
                                        </p:tav>
                                        <p:tav tm="100000">
                                          <p:val>
                                            <p:strVal val="#ppt_y"/>
                                          </p:val>
                                        </p:tav>
                                      </p:tavLst>
                                    </p:anim>
                                  </p:childTnLst>
                                </p:cTn>
                              </p:par>
                            </p:childTnLst>
                          </p:cTn>
                        </p:par>
                        <p:par>
                          <p:cTn id="27" fill="hold">
                            <p:stCondLst>
                              <p:cond delay="1500"/>
                            </p:stCondLst>
                            <p:childTnLst>
                              <p:par>
                                <p:cTn id="28" presetID="2" presetClass="entr" presetSubtype="8"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500" fill="hold"/>
                                        <p:tgtEl>
                                          <p:spTgt spid="24"/>
                                        </p:tgtEl>
                                        <p:attrNameLst>
                                          <p:attrName>ppt_x</p:attrName>
                                        </p:attrNameLst>
                                      </p:cBhvr>
                                      <p:tavLst>
                                        <p:tav tm="0">
                                          <p:val>
                                            <p:strVal val="0-#ppt_w/2"/>
                                          </p:val>
                                        </p:tav>
                                        <p:tav tm="100000">
                                          <p:val>
                                            <p:strVal val="#ppt_x"/>
                                          </p:val>
                                        </p:tav>
                                      </p:tavLst>
                                    </p:anim>
                                    <p:anim calcmode="lin" valueType="num">
                                      <p:cBhvr additive="base">
                                        <p:cTn id="31" dur="500" fill="hold"/>
                                        <p:tgtEl>
                                          <p:spTgt spid="24"/>
                                        </p:tgtEl>
                                        <p:attrNameLst>
                                          <p:attrName>ppt_y</p:attrName>
                                        </p:attrNameLst>
                                      </p:cBhvr>
                                      <p:tavLst>
                                        <p:tav tm="0">
                                          <p:val>
                                            <p:strVal val="#ppt_y"/>
                                          </p:val>
                                        </p:tav>
                                        <p:tav tm="100000">
                                          <p:val>
                                            <p:strVal val="#ppt_y"/>
                                          </p:val>
                                        </p:tav>
                                      </p:tavLst>
                                    </p:anim>
                                  </p:childTnLst>
                                </p:cTn>
                              </p:par>
                            </p:childTnLst>
                          </p:cTn>
                        </p:par>
                        <p:par>
                          <p:cTn id="32" fill="hold">
                            <p:stCondLst>
                              <p:cond delay="2000"/>
                            </p:stCondLst>
                            <p:childTnLst>
                              <p:par>
                                <p:cTn id="33" presetID="2" presetClass="entr" presetSubtype="8"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500" fill="hold"/>
                                        <p:tgtEl>
                                          <p:spTgt spid="25"/>
                                        </p:tgtEl>
                                        <p:attrNameLst>
                                          <p:attrName>ppt_x</p:attrName>
                                        </p:attrNameLst>
                                      </p:cBhvr>
                                      <p:tavLst>
                                        <p:tav tm="0">
                                          <p:val>
                                            <p:strVal val="0-#ppt_w/2"/>
                                          </p:val>
                                        </p:tav>
                                        <p:tav tm="100000">
                                          <p:val>
                                            <p:strVal val="#ppt_x"/>
                                          </p:val>
                                        </p:tav>
                                      </p:tavLst>
                                    </p:anim>
                                    <p:anim calcmode="lin" valueType="num">
                                      <p:cBhvr additive="base">
                                        <p:cTn id="36" dur="500" fill="hold"/>
                                        <p:tgtEl>
                                          <p:spTgt spid="25"/>
                                        </p:tgtEl>
                                        <p:attrNameLst>
                                          <p:attrName>ppt_y</p:attrName>
                                        </p:attrNameLst>
                                      </p:cBhvr>
                                      <p:tavLst>
                                        <p:tav tm="0">
                                          <p:val>
                                            <p:strVal val="#ppt_y"/>
                                          </p:val>
                                        </p:tav>
                                        <p:tav tm="100000">
                                          <p:val>
                                            <p:strVal val="#ppt_y"/>
                                          </p:val>
                                        </p:tav>
                                      </p:tavLst>
                                    </p:anim>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par>
                                <p:cTn id="41" presetID="22" presetClass="entr" presetSubtype="8"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childTnLst>
                          </p:cTn>
                        </p:par>
                        <p:par>
                          <p:cTn id="44" fill="hold">
                            <p:stCondLst>
                              <p:cond delay="3000"/>
                            </p:stCondLst>
                            <p:childTnLst>
                              <p:par>
                                <p:cTn id="45" presetID="2" presetClass="entr" presetSubtype="2" fill="hold" nodeType="after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1+#ppt_w/2"/>
                                          </p:val>
                                        </p:tav>
                                        <p:tav tm="100000">
                                          <p:val>
                                            <p:strVal val="#ppt_x"/>
                                          </p:val>
                                        </p:tav>
                                      </p:tavLst>
                                    </p:anim>
                                    <p:anim calcmode="lin" valueType="num">
                                      <p:cBhvr additive="base">
                                        <p:cTn id="48" dur="500" fill="hold"/>
                                        <p:tgtEl>
                                          <p:spTgt spid="28"/>
                                        </p:tgtEl>
                                        <p:attrNameLst>
                                          <p:attrName>ppt_y</p:attrName>
                                        </p:attrNameLst>
                                      </p:cBhvr>
                                      <p:tavLst>
                                        <p:tav tm="0">
                                          <p:val>
                                            <p:strVal val="#ppt_y"/>
                                          </p:val>
                                        </p:tav>
                                        <p:tav tm="100000">
                                          <p:val>
                                            <p:strVal val="#ppt_y"/>
                                          </p:val>
                                        </p:tav>
                                      </p:tavLst>
                                    </p:anim>
                                  </p:childTnLst>
                                </p:cTn>
                              </p:par>
                            </p:childTnLst>
                          </p:cTn>
                        </p:par>
                        <p:par>
                          <p:cTn id="49" fill="hold">
                            <p:stCondLst>
                              <p:cond delay="3500"/>
                            </p:stCondLst>
                            <p:childTnLst>
                              <p:par>
                                <p:cTn id="50" presetID="2" presetClass="entr" presetSubtype="2"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500" fill="hold"/>
                                        <p:tgtEl>
                                          <p:spTgt spid="31"/>
                                        </p:tgtEl>
                                        <p:attrNameLst>
                                          <p:attrName>ppt_x</p:attrName>
                                        </p:attrNameLst>
                                      </p:cBhvr>
                                      <p:tavLst>
                                        <p:tav tm="0">
                                          <p:val>
                                            <p:strVal val="1+#ppt_w/2"/>
                                          </p:val>
                                        </p:tav>
                                        <p:tav tm="100000">
                                          <p:val>
                                            <p:strVal val="#ppt_x"/>
                                          </p:val>
                                        </p:tav>
                                      </p:tavLst>
                                    </p:anim>
                                    <p:anim calcmode="lin" valueType="num">
                                      <p:cBhvr additive="base">
                                        <p:cTn id="53" dur="500" fill="hold"/>
                                        <p:tgtEl>
                                          <p:spTgt spid="31"/>
                                        </p:tgtEl>
                                        <p:attrNameLst>
                                          <p:attrName>ppt_y</p:attrName>
                                        </p:attrNameLst>
                                      </p:cBhvr>
                                      <p:tavLst>
                                        <p:tav tm="0">
                                          <p:val>
                                            <p:strVal val="#ppt_y"/>
                                          </p:val>
                                        </p:tav>
                                        <p:tav tm="100000">
                                          <p:val>
                                            <p:strVal val="#ppt_y"/>
                                          </p:val>
                                        </p:tav>
                                      </p:tavLst>
                                    </p:anim>
                                  </p:childTnLst>
                                </p:cTn>
                              </p:par>
                            </p:childTnLst>
                          </p:cTn>
                        </p:par>
                        <p:par>
                          <p:cTn id="54" fill="hold">
                            <p:stCondLst>
                              <p:cond delay="4000"/>
                            </p:stCondLst>
                            <p:childTnLst>
                              <p:par>
                                <p:cTn id="55" presetID="2" presetClass="entr" presetSubtype="2"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4500"/>
                            </p:stCondLst>
                            <p:childTnLst>
                              <p:par>
                                <p:cTn id="60" presetID="22" presetClass="entr" presetSubtype="2" fill="hold" nodeType="after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wipe(right)">
                                      <p:cBhvr>
                                        <p:cTn id="62" dur="500"/>
                                        <p:tgtEl>
                                          <p:spTgt spid="33"/>
                                        </p:tgtEl>
                                      </p:cBhvr>
                                    </p:animEffect>
                                  </p:childTnLst>
                                </p:cTn>
                              </p:par>
                              <p:par>
                                <p:cTn id="63" presetID="22" presetClass="entr" presetSubtype="2"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wipe(right)">
                                      <p:cBhvr>
                                        <p:cTn id="6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4" grpId="0"/>
      <p:bldP spid="25" grpId="0"/>
      <p:bldP spid="31" grpId="0"/>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572444"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对部门的建议</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03</a:t>
              </a:r>
            </a:p>
          </p:txBody>
        </p:sp>
      </p:grpSp>
      <p:grpSp>
        <p:nvGrpSpPr>
          <p:cNvPr id="12" name="组合 11">
            <a:extLst>
              <a:ext uri="{FF2B5EF4-FFF2-40B4-BE49-F238E27FC236}">
                <a16:creationId xmlns:a16="http://schemas.microsoft.com/office/drawing/2014/main" xmlns="" id="{FE85583C-368C-426C-AD94-5CA1BB044D64}"/>
              </a:ext>
            </a:extLst>
          </p:cNvPr>
          <p:cNvGrpSpPr/>
          <p:nvPr/>
        </p:nvGrpSpPr>
        <p:grpSpPr>
          <a:xfrm>
            <a:off x="7852470" y="2398291"/>
            <a:ext cx="4210050" cy="2784475"/>
            <a:chOff x="7852470" y="2398291"/>
            <a:chExt cx="4210050" cy="2784475"/>
          </a:xfrm>
        </p:grpSpPr>
        <p:sp>
          <p:nvSpPr>
            <p:cNvPr id="13" name="íṥḷiďê">
              <a:extLst>
                <a:ext uri="{FF2B5EF4-FFF2-40B4-BE49-F238E27FC236}">
                  <a16:creationId xmlns:a16="http://schemas.microsoft.com/office/drawing/2014/main" xmlns="" id="{105C3DEE-D1C5-4B7D-B8CB-D88D5E9A5CC9}"/>
                </a:ext>
              </a:extLst>
            </p:cNvPr>
            <p:cNvSpPr/>
            <p:nvPr/>
          </p:nvSpPr>
          <p:spPr>
            <a:xfrm>
              <a:off x="7852470" y="2398291"/>
              <a:ext cx="4210050" cy="2784475"/>
            </a:xfrm>
            <a:prstGeom prst="rect">
              <a:avLst/>
            </a:prstGeom>
            <a:solidFill>
              <a:srgbClr val="8EBAE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3765"/>
              <a:endParaRPr lang="zh-CN" altLang="en-US" dirty="0">
                <a:latin typeface="微软雅黑" panose="020B0503020204020204" pitchFamily="34" charset="-122"/>
                <a:ea typeface="微软雅黑" panose="020B0503020204020204" pitchFamily="34" charset="-122"/>
              </a:endParaRPr>
            </a:p>
          </p:txBody>
        </p:sp>
        <p:grpSp>
          <p:nvGrpSpPr>
            <p:cNvPr id="14" name="isḻïďê">
              <a:extLst>
                <a:ext uri="{FF2B5EF4-FFF2-40B4-BE49-F238E27FC236}">
                  <a16:creationId xmlns:a16="http://schemas.microsoft.com/office/drawing/2014/main" xmlns="" id="{1B27AEE7-C979-4386-A489-B7D368582762}"/>
                </a:ext>
              </a:extLst>
            </p:cNvPr>
            <p:cNvGrpSpPr/>
            <p:nvPr/>
          </p:nvGrpSpPr>
          <p:grpSpPr>
            <a:xfrm>
              <a:off x="7947720" y="2555367"/>
              <a:ext cx="3441700" cy="2470322"/>
              <a:chOff x="7962901" y="2397039"/>
              <a:chExt cx="3556000" cy="2470322"/>
            </a:xfrm>
          </p:grpSpPr>
          <p:sp>
            <p:nvSpPr>
              <p:cNvPr id="15" name="íṩḻiḋè">
                <a:extLst>
                  <a:ext uri="{FF2B5EF4-FFF2-40B4-BE49-F238E27FC236}">
                    <a16:creationId xmlns:a16="http://schemas.microsoft.com/office/drawing/2014/main" xmlns="" id="{A2D58BC8-A6FB-4CEE-B66C-AF46B3D16AAF}"/>
                  </a:ext>
                </a:extLst>
              </p:cNvPr>
              <p:cNvSpPr/>
              <p:nvPr/>
            </p:nvSpPr>
            <p:spPr>
              <a:xfrm>
                <a:off x="7962901" y="2886737"/>
                <a:ext cx="3556000" cy="1980624"/>
              </a:xfrm>
              <a:prstGeom prst="rect">
                <a:avLst/>
              </a:prstGeom>
              <a:noFill/>
              <a:ln>
                <a:noFill/>
              </a:ln>
            </p:spPr>
            <p:txBody>
              <a:bodyPr wrap="square" lIns="91440" tIns="45720" rIns="91440" bIns="45720" anchor="t" anchorCtr="0">
                <a:normAutofit/>
              </a:bodyPr>
              <a:lstStyle/>
              <a:p>
                <a:pPr lvl="0">
                  <a:lnSpc>
                    <a:spcPct val="150000"/>
                  </a:lnSpc>
                </a:pPr>
                <a:r>
                  <a:rPr lang="zh-CN" altLang="en-US"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请替换文字内容，点击添加相关内容文字，修改文字内容，也可以直接复制你的内容到此。</a:t>
                </a:r>
                <a:endParaRPr lang="en-US" altLang="zh-CN"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pPr>
                <a:r>
                  <a:rPr lang="zh-CN" altLang="en-US"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请替换文字内容，点击添加相关内容文字，修改文字内容，也可以直接复制你的内容到此。</a:t>
                </a:r>
                <a:endParaRPr lang="en-US" altLang="zh-CN"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pPr>
                <a:r>
                  <a:rPr lang="zh-CN" altLang="en-US"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请替换文字内容，点击添加相关内容文字，修改文字内容，也可以直接复制你的内容到此。</a:t>
                </a:r>
                <a:endParaRPr lang="en-US" altLang="zh-CN"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lvl="0">
                  <a:lnSpc>
                    <a:spcPct val="150000"/>
                  </a:lnSpc>
                </a:pPr>
                <a:endParaRPr lang="en-US" altLang="zh-CN" sz="1200" kern="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îṡ1îḍê">
                <a:extLst>
                  <a:ext uri="{FF2B5EF4-FFF2-40B4-BE49-F238E27FC236}">
                    <a16:creationId xmlns:a16="http://schemas.microsoft.com/office/drawing/2014/main" xmlns="" id="{94D2A3A5-875F-4AA0-85B7-75F2014310CF}"/>
                  </a:ext>
                </a:extLst>
              </p:cNvPr>
              <p:cNvSpPr/>
              <p:nvPr/>
            </p:nvSpPr>
            <p:spPr>
              <a:xfrm>
                <a:off x="7962901" y="2397039"/>
                <a:ext cx="3556000" cy="489700"/>
              </a:xfrm>
              <a:prstGeom prst="rect">
                <a:avLst/>
              </a:prstGeom>
              <a:no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2000" b="1" dirty="0">
                    <a:solidFill>
                      <a:schemeClr val="bg1"/>
                    </a:solidFill>
                    <a:latin typeface="微软雅黑" panose="020B0503020204020204" pitchFamily="34" charset="-122"/>
                    <a:ea typeface="微软雅黑" panose="020B0503020204020204" pitchFamily="34" charset="-122"/>
                  </a:rPr>
                  <a:t>文本标题</a:t>
                </a:r>
                <a:endParaRPr lang="id-ID" altLang="zh-CN" sz="2000" b="1" dirty="0">
                  <a:solidFill>
                    <a:schemeClr val="bg1"/>
                  </a:solidFill>
                  <a:latin typeface="微软雅黑" panose="020B0503020204020204" pitchFamily="34" charset="-122"/>
                  <a:ea typeface="微软雅黑" panose="020B0503020204020204" pitchFamily="34" charset="-122"/>
                </a:endParaRPr>
              </a:p>
            </p:txBody>
          </p:sp>
        </p:grpSp>
      </p:grpSp>
      <p:grpSp>
        <p:nvGrpSpPr>
          <p:cNvPr id="34" name="i$ļîḓè">
            <a:extLst>
              <a:ext uri="{FF2B5EF4-FFF2-40B4-BE49-F238E27FC236}">
                <a16:creationId xmlns:a16="http://schemas.microsoft.com/office/drawing/2014/main" xmlns="" id="{8FD42B05-4591-49ED-8A56-0899AF076358}"/>
              </a:ext>
            </a:extLst>
          </p:cNvPr>
          <p:cNvGrpSpPr/>
          <p:nvPr/>
        </p:nvGrpSpPr>
        <p:grpSpPr>
          <a:xfrm>
            <a:off x="530920" y="2348880"/>
            <a:ext cx="2901950" cy="692548"/>
            <a:chOff x="660400" y="2279253"/>
            <a:chExt cx="2901950" cy="692548"/>
          </a:xfrm>
        </p:grpSpPr>
        <p:grpSp>
          <p:nvGrpSpPr>
            <p:cNvPr id="35" name="ïŝḻîḑè">
              <a:extLst>
                <a:ext uri="{FF2B5EF4-FFF2-40B4-BE49-F238E27FC236}">
                  <a16:creationId xmlns:a16="http://schemas.microsoft.com/office/drawing/2014/main" xmlns="" id="{630B5F45-7BC2-4264-8680-630057D0314F}"/>
                </a:ext>
              </a:extLst>
            </p:cNvPr>
            <p:cNvGrpSpPr/>
            <p:nvPr/>
          </p:nvGrpSpPr>
          <p:grpSpPr>
            <a:xfrm>
              <a:off x="660400" y="2381052"/>
              <a:ext cx="488950" cy="488950"/>
              <a:chOff x="660400" y="2724150"/>
              <a:chExt cx="552450" cy="552450"/>
            </a:xfrm>
          </p:grpSpPr>
          <p:sp>
            <p:nvSpPr>
              <p:cNvPr id="37" name="íṩ1îde">
                <a:extLst>
                  <a:ext uri="{FF2B5EF4-FFF2-40B4-BE49-F238E27FC236}">
                    <a16:creationId xmlns:a16="http://schemas.microsoft.com/office/drawing/2014/main" xmlns="" id="{0BD4FD6D-23CD-4D7B-B659-189A0C5E580A}"/>
                  </a:ext>
                </a:extLst>
              </p:cNvPr>
              <p:cNvSpPr/>
              <p:nvPr/>
            </p:nvSpPr>
            <p:spPr>
              <a:xfrm>
                <a:off x="660400" y="2724150"/>
                <a:ext cx="552450" cy="552450"/>
              </a:xfrm>
              <a:prstGeom prst="ellipse">
                <a:avLst/>
              </a:prstGeom>
              <a:solidFill>
                <a:srgbClr val="1257F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îśļïḍé">
                <a:extLst>
                  <a:ext uri="{FF2B5EF4-FFF2-40B4-BE49-F238E27FC236}">
                    <a16:creationId xmlns:a16="http://schemas.microsoft.com/office/drawing/2014/main" xmlns="" id="{F8145E65-12A5-49A0-A32B-B68E1C07648E}"/>
                  </a:ext>
                </a:extLst>
              </p:cNvPr>
              <p:cNvSpPr/>
              <p:nvPr/>
            </p:nvSpPr>
            <p:spPr>
              <a:xfrm>
                <a:off x="796925" y="2895034"/>
                <a:ext cx="279400" cy="210680"/>
              </a:xfrm>
              <a:custGeom>
                <a:avLst/>
                <a:gdLst>
                  <a:gd name="T0" fmla="*/ 10397 w 12867"/>
                  <a:gd name="T1" fmla="*/ 3762 h 9701"/>
                  <a:gd name="T2" fmla="*/ 12479 w 12867"/>
                  <a:gd name="T3" fmla="*/ 6910 h 9701"/>
                  <a:gd name="T4" fmla="*/ 12802 w 12867"/>
                  <a:gd name="T5" fmla="*/ 9701 h 9701"/>
                  <a:gd name="T6" fmla="*/ 12096 w 12867"/>
                  <a:gd name="T7" fmla="*/ 8604 h 9701"/>
                  <a:gd name="T8" fmla="*/ 9701 w 12867"/>
                  <a:gd name="T9" fmla="*/ 6645 h 9701"/>
                  <a:gd name="T10" fmla="*/ 6140 w 12867"/>
                  <a:gd name="T11" fmla="*/ 6140 h 9701"/>
                  <a:gd name="T12" fmla="*/ 6140 w 12867"/>
                  <a:gd name="T13" fmla="*/ 8699 h 9701"/>
                  <a:gd name="T14" fmla="*/ 0 w 12867"/>
                  <a:gd name="T15" fmla="*/ 4350 h 9701"/>
                  <a:gd name="T16" fmla="*/ 6140 w 12867"/>
                  <a:gd name="T17" fmla="*/ 0 h 9701"/>
                  <a:gd name="T18" fmla="*/ 6140 w 12867"/>
                  <a:gd name="T19" fmla="*/ 2583 h 9701"/>
                  <a:gd name="T20" fmla="*/ 8386 w 12867"/>
                  <a:gd name="T21" fmla="*/ 2853 h 9701"/>
                  <a:gd name="T22" fmla="*/ 10397 w 12867"/>
                  <a:gd name="T23" fmla="*/ 3762 h 9701"/>
                  <a:gd name="T24" fmla="*/ 10397 w 12867"/>
                  <a:gd name="T25" fmla="*/ 3762 h 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67" h="9701">
                    <a:moveTo>
                      <a:pt x="10397" y="3762"/>
                    </a:moveTo>
                    <a:cubicBezTo>
                      <a:pt x="11157" y="4215"/>
                      <a:pt x="12090" y="5438"/>
                      <a:pt x="12479" y="6910"/>
                    </a:cubicBezTo>
                    <a:cubicBezTo>
                      <a:pt x="12867" y="8382"/>
                      <a:pt x="12802" y="9701"/>
                      <a:pt x="12802" y="9701"/>
                    </a:cubicBezTo>
                    <a:cubicBezTo>
                      <a:pt x="12802" y="9701"/>
                      <a:pt x="12300" y="8889"/>
                      <a:pt x="12096" y="8604"/>
                    </a:cubicBezTo>
                    <a:cubicBezTo>
                      <a:pt x="11892" y="8320"/>
                      <a:pt x="11034" y="7260"/>
                      <a:pt x="9701" y="6645"/>
                    </a:cubicBezTo>
                    <a:cubicBezTo>
                      <a:pt x="8368" y="6031"/>
                      <a:pt x="6140" y="6140"/>
                      <a:pt x="6140" y="6140"/>
                    </a:cubicBezTo>
                    <a:lnTo>
                      <a:pt x="6140" y="8699"/>
                    </a:lnTo>
                    <a:lnTo>
                      <a:pt x="0" y="4350"/>
                    </a:lnTo>
                    <a:lnTo>
                      <a:pt x="6140" y="0"/>
                    </a:lnTo>
                    <a:lnTo>
                      <a:pt x="6140" y="2583"/>
                    </a:lnTo>
                    <a:cubicBezTo>
                      <a:pt x="6140" y="2583"/>
                      <a:pt x="7615" y="2694"/>
                      <a:pt x="8386" y="2853"/>
                    </a:cubicBezTo>
                    <a:cubicBezTo>
                      <a:pt x="9685" y="3122"/>
                      <a:pt x="10397" y="3762"/>
                      <a:pt x="10397" y="3762"/>
                    </a:cubicBezTo>
                    <a:close/>
                    <a:moveTo>
                      <a:pt x="10397" y="3762"/>
                    </a:move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3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36" name="îŝḷïďe">
              <a:extLst>
                <a:ext uri="{FF2B5EF4-FFF2-40B4-BE49-F238E27FC236}">
                  <a16:creationId xmlns:a16="http://schemas.microsoft.com/office/drawing/2014/main" xmlns="" id="{E61E3918-95E0-460B-9710-873400F8CC37}"/>
                </a:ext>
              </a:extLst>
            </p:cNvPr>
            <p:cNvSpPr txBox="1"/>
            <p:nvPr/>
          </p:nvSpPr>
          <p:spPr>
            <a:xfrm>
              <a:off x="1149350" y="2279253"/>
              <a:ext cx="2413000" cy="692548"/>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pPr>
              <a:r>
                <a:rPr lang="zh-CN" altLang="en-US" sz="1100" kern="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请替换文字内容，点击添加相关内容文字，修改文字内容，也可以直接复制你的内容到此。</a:t>
              </a:r>
              <a:endParaRPr lang="en-US" altLang="zh-CN" sz="1100" kern="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22" name="直接连接符 21">
            <a:extLst>
              <a:ext uri="{FF2B5EF4-FFF2-40B4-BE49-F238E27FC236}">
                <a16:creationId xmlns:a16="http://schemas.microsoft.com/office/drawing/2014/main" xmlns="" id="{0EE586B2-C595-45FA-84FE-E518AC201E1B}"/>
              </a:ext>
            </a:extLst>
          </p:cNvPr>
          <p:cNvCxnSpPr/>
          <p:nvPr/>
        </p:nvCxnSpPr>
        <p:spPr>
          <a:xfrm>
            <a:off x="530920" y="3242841"/>
            <a:ext cx="290195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39" name="îṥḷide">
            <a:extLst>
              <a:ext uri="{FF2B5EF4-FFF2-40B4-BE49-F238E27FC236}">
                <a16:creationId xmlns:a16="http://schemas.microsoft.com/office/drawing/2014/main" xmlns="" id="{FED8A72D-C064-4EA4-86E1-6646A1490406}"/>
              </a:ext>
            </a:extLst>
          </p:cNvPr>
          <p:cNvGrpSpPr/>
          <p:nvPr/>
        </p:nvGrpSpPr>
        <p:grpSpPr>
          <a:xfrm>
            <a:off x="530920" y="3444254"/>
            <a:ext cx="2901950" cy="692548"/>
            <a:chOff x="660400" y="2279253"/>
            <a:chExt cx="2901950" cy="692548"/>
          </a:xfrm>
        </p:grpSpPr>
        <p:grpSp>
          <p:nvGrpSpPr>
            <p:cNvPr id="40" name="iśļîḓe">
              <a:extLst>
                <a:ext uri="{FF2B5EF4-FFF2-40B4-BE49-F238E27FC236}">
                  <a16:creationId xmlns:a16="http://schemas.microsoft.com/office/drawing/2014/main" xmlns="" id="{3EC8928F-3F2B-49CA-B953-A9F49D11460D}"/>
                </a:ext>
              </a:extLst>
            </p:cNvPr>
            <p:cNvGrpSpPr/>
            <p:nvPr/>
          </p:nvGrpSpPr>
          <p:grpSpPr>
            <a:xfrm>
              <a:off x="660400" y="2381052"/>
              <a:ext cx="488950" cy="488950"/>
              <a:chOff x="660400" y="2724150"/>
              <a:chExt cx="552450" cy="552450"/>
            </a:xfrm>
          </p:grpSpPr>
          <p:sp>
            <p:nvSpPr>
              <p:cNvPr id="42" name="iṩḻíḍe">
                <a:extLst>
                  <a:ext uri="{FF2B5EF4-FFF2-40B4-BE49-F238E27FC236}">
                    <a16:creationId xmlns:a16="http://schemas.microsoft.com/office/drawing/2014/main" xmlns="" id="{1409B1DF-4C46-4731-86A5-D484E7D7FB16}"/>
                  </a:ext>
                </a:extLst>
              </p:cNvPr>
              <p:cNvSpPr/>
              <p:nvPr/>
            </p:nvSpPr>
            <p:spPr>
              <a:xfrm>
                <a:off x="660400" y="2724150"/>
                <a:ext cx="552450" cy="552450"/>
              </a:xfrm>
              <a:prstGeom prst="ellipse">
                <a:avLst/>
              </a:prstGeom>
              <a:solidFill>
                <a:srgbClr val="1257F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3" name="îs1íḓê">
                <a:extLst>
                  <a:ext uri="{FF2B5EF4-FFF2-40B4-BE49-F238E27FC236}">
                    <a16:creationId xmlns:a16="http://schemas.microsoft.com/office/drawing/2014/main" xmlns="" id="{A786E405-E593-4C38-B5D3-003EBE110063}"/>
                  </a:ext>
                </a:extLst>
              </p:cNvPr>
              <p:cNvSpPr/>
              <p:nvPr/>
            </p:nvSpPr>
            <p:spPr>
              <a:xfrm>
                <a:off x="796925" y="2895034"/>
                <a:ext cx="279400" cy="210680"/>
              </a:xfrm>
              <a:custGeom>
                <a:avLst/>
                <a:gdLst>
                  <a:gd name="T0" fmla="*/ 10397 w 12867"/>
                  <a:gd name="T1" fmla="*/ 3762 h 9701"/>
                  <a:gd name="T2" fmla="*/ 12479 w 12867"/>
                  <a:gd name="T3" fmla="*/ 6910 h 9701"/>
                  <a:gd name="T4" fmla="*/ 12802 w 12867"/>
                  <a:gd name="T5" fmla="*/ 9701 h 9701"/>
                  <a:gd name="T6" fmla="*/ 12096 w 12867"/>
                  <a:gd name="T7" fmla="*/ 8604 h 9701"/>
                  <a:gd name="T8" fmla="*/ 9701 w 12867"/>
                  <a:gd name="T9" fmla="*/ 6645 h 9701"/>
                  <a:gd name="T10" fmla="*/ 6140 w 12867"/>
                  <a:gd name="T11" fmla="*/ 6140 h 9701"/>
                  <a:gd name="T12" fmla="*/ 6140 w 12867"/>
                  <a:gd name="T13" fmla="*/ 8699 h 9701"/>
                  <a:gd name="T14" fmla="*/ 0 w 12867"/>
                  <a:gd name="T15" fmla="*/ 4350 h 9701"/>
                  <a:gd name="T16" fmla="*/ 6140 w 12867"/>
                  <a:gd name="T17" fmla="*/ 0 h 9701"/>
                  <a:gd name="T18" fmla="*/ 6140 w 12867"/>
                  <a:gd name="T19" fmla="*/ 2583 h 9701"/>
                  <a:gd name="T20" fmla="*/ 8386 w 12867"/>
                  <a:gd name="T21" fmla="*/ 2853 h 9701"/>
                  <a:gd name="T22" fmla="*/ 10397 w 12867"/>
                  <a:gd name="T23" fmla="*/ 3762 h 9701"/>
                  <a:gd name="T24" fmla="*/ 10397 w 12867"/>
                  <a:gd name="T25" fmla="*/ 3762 h 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67" h="9701">
                    <a:moveTo>
                      <a:pt x="10397" y="3762"/>
                    </a:moveTo>
                    <a:cubicBezTo>
                      <a:pt x="11157" y="4215"/>
                      <a:pt x="12090" y="5438"/>
                      <a:pt x="12479" y="6910"/>
                    </a:cubicBezTo>
                    <a:cubicBezTo>
                      <a:pt x="12867" y="8382"/>
                      <a:pt x="12802" y="9701"/>
                      <a:pt x="12802" y="9701"/>
                    </a:cubicBezTo>
                    <a:cubicBezTo>
                      <a:pt x="12802" y="9701"/>
                      <a:pt x="12300" y="8889"/>
                      <a:pt x="12096" y="8604"/>
                    </a:cubicBezTo>
                    <a:cubicBezTo>
                      <a:pt x="11892" y="8320"/>
                      <a:pt x="11034" y="7260"/>
                      <a:pt x="9701" y="6645"/>
                    </a:cubicBezTo>
                    <a:cubicBezTo>
                      <a:pt x="8368" y="6031"/>
                      <a:pt x="6140" y="6140"/>
                      <a:pt x="6140" y="6140"/>
                    </a:cubicBezTo>
                    <a:lnTo>
                      <a:pt x="6140" y="8699"/>
                    </a:lnTo>
                    <a:lnTo>
                      <a:pt x="0" y="4350"/>
                    </a:lnTo>
                    <a:lnTo>
                      <a:pt x="6140" y="0"/>
                    </a:lnTo>
                    <a:lnTo>
                      <a:pt x="6140" y="2583"/>
                    </a:lnTo>
                    <a:cubicBezTo>
                      <a:pt x="6140" y="2583"/>
                      <a:pt x="7615" y="2694"/>
                      <a:pt x="8386" y="2853"/>
                    </a:cubicBezTo>
                    <a:cubicBezTo>
                      <a:pt x="9685" y="3122"/>
                      <a:pt x="10397" y="3762"/>
                      <a:pt x="10397" y="3762"/>
                    </a:cubicBezTo>
                    <a:close/>
                    <a:moveTo>
                      <a:pt x="10397" y="3762"/>
                    </a:move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3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41" name="işḷïďê">
              <a:extLst>
                <a:ext uri="{FF2B5EF4-FFF2-40B4-BE49-F238E27FC236}">
                  <a16:creationId xmlns:a16="http://schemas.microsoft.com/office/drawing/2014/main" xmlns="" id="{91FBF967-9FBA-4559-AA05-98F5FCBA3753}"/>
                </a:ext>
              </a:extLst>
            </p:cNvPr>
            <p:cNvSpPr txBox="1"/>
            <p:nvPr/>
          </p:nvSpPr>
          <p:spPr>
            <a:xfrm>
              <a:off x="1149350" y="2279253"/>
              <a:ext cx="2413000" cy="692548"/>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pPr>
              <a:r>
                <a:rPr lang="zh-CN" altLang="en-US" sz="1100" kern="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请替换文字内容，点击添加相关内容文字，修改文字内容，也可以直接复制你的内容到此。</a:t>
              </a:r>
              <a:endParaRPr lang="en-US" altLang="zh-CN" sz="1100" kern="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4" name="îśľïḓê">
            <a:extLst>
              <a:ext uri="{FF2B5EF4-FFF2-40B4-BE49-F238E27FC236}">
                <a16:creationId xmlns:a16="http://schemas.microsoft.com/office/drawing/2014/main" xmlns="" id="{3242F1B4-ED5C-46F7-8F75-714737EB778D}"/>
              </a:ext>
            </a:extLst>
          </p:cNvPr>
          <p:cNvGrpSpPr/>
          <p:nvPr/>
        </p:nvGrpSpPr>
        <p:grpSpPr>
          <a:xfrm>
            <a:off x="530920" y="4539628"/>
            <a:ext cx="2901950" cy="692548"/>
            <a:chOff x="660400" y="2279253"/>
            <a:chExt cx="2901950" cy="692548"/>
          </a:xfrm>
        </p:grpSpPr>
        <p:grpSp>
          <p:nvGrpSpPr>
            <p:cNvPr id="45" name="ïśḷîḍé">
              <a:extLst>
                <a:ext uri="{FF2B5EF4-FFF2-40B4-BE49-F238E27FC236}">
                  <a16:creationId xmlns:a16="http://schemas.microsoft.com/office/drawing/2014/main" xmlns="" id="{15669B5E-1C6E-444D-ADA8-F3FF76927F76}"/>
                </a:ext>
              </a:extLst>
            </p:cNvPr>
            <p:cNvGrpSpPr/>
            <p:nvPr/>
          </p:nvGrpSpPr>
          <p:grpSpPr>
            <a:xfrm>
              <a:off x="660400" y="2381052"/>
              <a:ext cx="488950" cy="488950"/>
              <a:chOff x="660400" y="2724150"/>
              <a:chExt cx="552450" cy="552450"/>
            </a:xfrm>
          </p:grpSpPr>
          <p:sp>
            <p:nvSpPr>
              <p:cNvPr id="47" name="íŝľîḓé">
                <a:extLst>
                  <a:ext uri="{FF2B5EF4-FFF2-40B4-BE49-F238E27FC236}">
                    <a16:creationId xmlns:a16="http://schemas.microsoft.com/office/drawing/2014/main" xmlns="" id="{7B46F3ED-FC80-4241-9174-65E41AEB1E7F}"/>
                  </a:ext>
                </a:extLst>
              </p:cNvPr>
              <p:cNvSpPr/>
              <p:nvPr/>
            </p:nvSpPr>
            <p:spPr>
              <a:xfrm>
                <a:off x="660400" y="2724150"/>
                <a:ext cx="552450" cy="552450"/>
              </a:xfrm>
              <a:prstGeom prst="ellipse">
                <a:avLst/>
              </a:prstGeom>
              <a:solidFill>
                <a:srgbClr val="1257F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íṡ1íḑè">
                <a:extLst>
                  <a:ext uri="{FF2B5EF4-FFF2-40B4-BE49-F238E27FC236}">
                    <a16:creationId xmlns:a16="http://schemas.microsoft.com/office/drawing/2014/main" xmlns="" id="{6A4F7E14-E897-49E0-97D5-DB210BE03027}"/>
                  </a:ext>
                </a:extLst>
              </p:cNvPr>
              <p:cNvSpPr/>
              <p:nvPr/>
            </p:nvSpPr>
            <p:spPr>
              <a:xfrm>
                <a:off x="796925" y="2895034"/>
                <a:ext cx="279400" cy="210680"/>
              </a:xfrm>
              <a:custGeom>
                <a:avLst/>
                <a:gdLst>
                  <a:gd name="T0" fmla="*/ 10397 w 12867"/>
                  <a:gd name="T1" fmla="*/ 3762 h 9701"/>
                  <a:gd name="T2" fmla="*/ 12479 w 12867"/>
                  <a:gd name="T3" fmla="*/ 6910 h 9701"/>
                  <a:gd name="T4" fmla="*/ 12802 w 12867"/>
                  <a:gd name="T5" fmla="*/ 9701 h 9701"/>
                  <a:gd name="T6" fmla="*/ 12096 w 12867"/>
                  <a:gd name="T7" fmla="*/ 8604 h 9701"/>
                  <a:gd name="T8" fmla="*/ 9701 w 12867"/>
                  <a:gd name="T9" fmla="*/ 6645 h 9701"/>
                  <a:gd name="T10" fmla="*/ 6140 w 12867"/>
                  <a:gd name="T11" fmla="*/ 6140 h 9701"/>
                  <a:gd name="T12" fmla="*/ 6140 w 12867"/>
                  <a:gd name="T13" fmla="*/ 8699 h 9701"/>
                  <a:gd name="T14" fmla="*/ 0 w 12867"/>
                  <a:gd name="T15" fmla="*/ 4350 h 9701"/>
                  <a:gd name="T16" fmla="*/ 6140 w 12867"/>
                  <a:gd name="T17" fmla="*/ 0 h 9701"/>
                  <a:gd name="T18" fmla="*/ 6140 w 12867"/>
                  <a:gd name="T19" fmla="*/ 2583 h 9701"/>
                  <a:gd name="T20" fmla="*/ 8386 w 12867"/>
                  <a:gd name="T21" fmla="*/ 2853 h 9701"/>
                  <a:gd name="T22" fmla="*/ 10397 w 12867"/>
                  <a:gd name="T23" fmla="*/ 3762 h 9701"/>
                  <a:gd name="T24" fmla="*/ 10397 w 12867"/>
                  <a:gd name="T25" fmla="*/ 3762 h 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67" h="9701">
                    <a:moveTo>
                      <a:pt x="10397" y="3762"/>
                    </a:moveTo>
                    <a:cubicBezTo>
                      <a:pt x="11157" y="4215"/>
                      <a:pt x="12090" y="5438"/>
                      <a:pt x="12479" y="6910"/>
                    </a:cubicBezTo>
                    <a:cubicBezTo>
                      <a:pt x="12867" y="8382"/>
                      <a:pt x="12802" y="9701"/>
                      <a:pt x="12802" y="9701"/>
                    </a:cubicBezTo>
                    <a:cubicBezTo>
                      <a:pt x="12802" y="9701"/>
                      <a:pt x="12300" y="8889"/>
                      <a:pt x="12096" y="8604"/>
                    </a:cubicBezTo>
                    <a:cubicBezTo>
                      <a:pt x="11892" y="8320"/>
                      <a:pt x="11034" y="7260"/>
                      <a:pt x="9701" y="6645"/>
                    </a:cubicBezTo>
                    <a:cubicBezTo>
                      <a:pt x="8368" y="6031"/>
                      <a:pt x="6140" y="6140"/>
                      <a:pt x="6140" y="6140"/>
                    </a:cubicBezTo>
                    <a:lnTo>
                      <a:pt x="6140" y="8699"/>
                    </a:lnTo>
                    <a:lnTo>
                      <a:pt x="0" y="4350"/>
                    </a:lnTo>
                    <a:lnTo>
                      <a:pt x="6140" y="0"/>
                    </a:lnTo>
                    <a:lnTo>
                      <a:pt x="6140" y="2583"/>
                    </a:lnTo>
                    <a:cubicBezTo>
                      <a:pt x="6140" y="2583"/>
                      <a:pt x="7615" y="2694"/>
                      <a:pt x="8386" y="2853"/>
                    </a:cubicBezTo>
                    <a:cubicBezTo>
                      <a:pt x="9685" y="3122"/>
                      <a:pt x="10397" y="3762"/>
                      <a:pt x="10397" y="3762"/>
                    </a:cubicBezTo>
                    <a:close/>
                    <a:moveTo>
                      <a:pt x="10397" y="3762"/>
                    </a:moveTo>
                    <a:close/>
                  </a:path>
                </a:pathLst>
              </a:custGeom>
              <a:solidFill>
                <a:schemeClr val="bg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3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46" name="îŝľïḑê">
              <a:extLst>
                <a:ext uri="{FF2B5EF4-FFF2-40B4-BE49-F238E27FC236}">
                  <a16:creationId xmlns:a16="http://schemas.microsoft.com/office/drawing/2014/main" xmlns="" id="{5926BE36-F4C6-4B7C-AF37-96B3814D676D}"/>
                </a:ext>
              </a:extLst>
            </p:cNvPr>
            <p:cNvSpPr txBox="1"/>
            <p:nvPr/>
          </p:nvSpPr>
          <p:spPr>
            <a:xfrm>
              <a:off x="1149350" y="2279253"/>
              <a:ext cx="2413000" cy="692548"/>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pPr>
              <a:r>
                <a:rPr lang="zh-CN" altLang="en-US" sz="1100" kern="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请替换文字内容，点击添加相关内容文字，修改文字内容，也可以直接复制你的内容到此。</a:t>
              </a:r>
              <a:endParaRPr lang="en-US" altLang="zh-CN" sz="1100" kern="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33" name="直接连接符 32">
            <a:extLst>
              <a:ext uri="{FF2B5EF4-FFF2-40B4-BE49-F238E27FC236}">
                <a16:creationId xmlns:a16="http://schemas.microsoft.com/office/drawing/2014/main" xmlns="" id="{47093613-4358-4D1D-A465-1BB6F62F8775}"/>
              </a:ext>
            </a:extLst>
          </p:cNvPr>
          <p:cNvCxnSpPr/>
          <p:nvPr/>
        </p:nvCxnSpPr>
        <p:spPr>
          <a:xfrm>
            <a:off x="530920" y="4338215"/>
            <a:ext cx="290195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xmlns="" id="{38B39821-5B32-4E6A-84B0-85D67008F86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7011"/>
          <a:stretch/>
        </p:blipFill>
        <p:spPr>
          <a:xfrm>
            <a:off x="3432870" y="2420802"/>
            <a:ext cx="4419600" cy="2761961"/>
          </a:xfrm>
          <a:prstGeom prst="rect">
            <a:avLst/>
          </a:prstGeom>
        </p:spPr>
      </p:pic>
    </p:spTree>
    <p:custDataLst>
      <p:tags r:id="rId1"/>
    </p:custDataLst>
    <p:extLst>
      <p:ext uri="{BB962C8B-B14F-4D97-AF65-F5344CB8AC3E}">
        <p14:creationId xmlns:p14="http://schemas.microsoft.com/office/powerpoint/2010/main" val="32177425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500" fill="hold"/>
                                        <p:tgtEl>
                                          <p:spTgt spid="39"/>
                                        </p:tgtEl>
                                        <p:attrNameLst>
                                          <p:attrName>ppt_x</p:attrName>
                                        </p:attrNameLst>
                                      </p:cBhvr>
                                      <p:tavLst>
                                        <p:tav tm="0">
                                          <p:val>
                                            <p:strVal val="1+#ppt_w/2"/>
                                          </p:val>
                                        </p:tav>
                                        <p:tav tm="100000">
                                          <p:val>
                                            <p:strVal val="#ppt_x"/>
                                          </p:val>
                                        </p:tav>
                                      </p:tavLst>
                                    </p:anim>
                                    <p:anim calcmode="lin" valueType="num">
                                      <p:cBhvr additive="base">
                                        <p:cTn id="16" dur="500" fill="hold"/>
                                        <p:tgtEl>
                                          <p:spTgt spid="39"/>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1+#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1+#ppt_w/2"/>
                                          </p:val>
                                        </p:tav>
                                        <p:tav tm="100000">
                                          <p:val>
                                            <p:strVal val="#ppt_x"/>
                                          </p:val>
                                        </p:tav>
                                      </p:tavLst>
                                    </p:anim>
                                    <p:anim calcmode="lin" valueType="num">
                                      <p:cBhvr additive="base">
                                        <p:cTn id="24" dur="500" fill="hold"/>
                                        <p:tgtEl>
                                          <p:spTgt spid="22"/>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2" presetClass="entr" presetSubtype="2"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right)">
                                      <p:cBhvr>
                                        <p:cTn id="28" dur="500"/>
                                        <p:tgtEl>
                                          <p:spTgt spid="3"/>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工作不足</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03</a:t>
              </a:r>
            </a:p>
          </p:txBody>
        </p:sp>
      </p:grpSp>
      <p:grpSp>
        <p:nvGrpSpPr>
          <p:cNvPr id="80" name="Group 2">
            <a:extLst>
              <a:ext uri="{FF2B5EF4-FFF2-40B4-BE49-F238E27FC236}">
                <a16:creationId xmlns:a16="http://schemas.microsoft.com/office/drawing/2014/main" xmlns="" id="{4ED48305-FFF2-4475-B4DD-1D14A41B7F45}"/>
              </a:ext>
            </a:extLst>
          </p:cNvPr>
          <p:cNvGrpSpPr/>
          <p:nvPr/>
        </p:nvGrpSpPr>
        <p:grpSpPr>
          <a:xfrm>
            <a:off x="604358" y="2032185"/>
            <a:ext cx="2463800" cy="4014868"/>
            <a:chOff x="431801" y="1936935"/>
            <a:chExt cx="2463800" cy="4014868"/>
          </a:xfrm>
        </p:grpSpPr>
        <p:grpSp>
          <p:nvGrpSpPr>
            <p:cNvPr id="81" name="Group 48">
              <a:extLst>
                <a:ext uri="{FF2B5EF4-FFF2-40B4-BE49-F238E27FC236}">
                  <a16:creationId xmlns:a16="http://schemas.microsoft.com/office/drawing/2014/main" xmlns="" id="{6641BE13-124B-4D88-900D-FE34882CF2D4}"/>
                </a:ext>
              </a:extLst>
            </p:cNvPr>
            <p:cNvGrpSpPr/>
            <p:nvPr/>
          </p:nvGrpSpPr>
          <p:grpSpPr>
            <a:xfrm>
              <a:off x="431801" y="1936935"/>
              <a:ext cx="2463800" cy="4014868"/>
              <a:chOff x="508001" y="2108385"/>
              <a:chExt cx="2463800" cy="4014868"/>
            </a:xfrm>
          </p:grpSpPr>
          <p:sp>
            <p:nvSpPr>
              <p:cNvPr id="88" name="Rounded Rectangle 2">
                <a:extLst>
                  <a:ext uri="{FF2B5EF4-FFF2-40B4-BE49-F238E27FC236}">
                    <a16:creationId xmlns:a16="http://schemas.microsoft.com/office/drawing/2014/main" xmlns="" id="{822326A9-0B39-40CD-84B9-B00ADEC7BBA7}"/>
                  </a:ext>
                </a:extLst>
              </p:cNvPr>
              <p:cNvSpPr/>
              <p:nvPr/>
            </p:nvSpPr>
            <p:spPr>
              <a:xfrm>
                <a:off x="508001" y="2108385"/>
                <a:ext cx="2463800" cy="4014868"/>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89" name="Round Same Side Corner Rectangle 3">
                <a:extLst>
                  <a:ext uri="{FF2B5EF4-FFF2-40B4-BE49-F238E27FC236}">
                    <a16:creationId xmlns:a16="http://schemas.microsoft.com/office/drawing/2014/main" xmlns="" id="{EB8CD6C1-358F-49A7-9C26-238FB6B80175}"/>
                  </a:ext>
                </a:extLst>
              </p:cNvPr>
              <p:cNvSpPr/>
              <p:nvPr/>
            </p:nvSpPr>
            <p:spPr>
              <a:xfrm>
                <a:off x="508001" y="2108385"/>
                <a:ext cx="2463800" cy="1113825"/>
              </a:xfrm>
              <a:prstGeom prst="round2SameRect">
                <a:avLst>
                  <a:gd name="adj1" fmla="val 10686"/>
                  <a:gd name="adj2" fmla="val 0"/>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grpSp>
          <p:nvGrpSpPr>
            <p:cNvPr id="82" name="Group 8">
              <a:extLst>
                <a:ext uri="{FF2B5EF4-FFF2-40B4-BE49-F238E27FC236}">
                  <a16:creationId xmlns:a16="http://schemas.microsoft.com/office/drawing/2014/main" xmlns="" id="{9A2E01B4-3A15-4EDA-89E6-CF974AA9DA9F}"/>
                </a:ext>
              </a:extLst>
            </p:cNvPr>
            <p:cNvGrpSpPr/>
            <p:nvPr/>
          </p:nvGrpSpPr>
          <p:grpSpPr>
            <a:xfrm>
              <a:off x="1036865" y="2409336"/>
              <a:ext cx="1253672" cy="1253672"/>
              <a:chOff x="1119415" y="2580786"/>
              <a:chExt cx="1253672" cy="1253672"/>
            </a:xfrm>
          </p:grpSpPr>
          <p:sp>
            <p:nvSpPr>
              <p:cNvPr id="86" name="Oval 4">
                <a:extLst>
                  <a:ext uri="{FF2B5EF4-FFF2-40B4-BE49-F238E27FC236}">
                    <a16:creationId xmlns:a16="http://schemas.microsoft.com/office/drawing/2014/main" xmlns="" id="{4BAE80AA-89E4-48E7-8483-1630EBD36B15}"/>
                  </a:ext>
                </a:extLst>
              </p:cNvPr>
              <p:cNvSpPr/>
              <p:nvPr/>
            </p:nvSpPr>
            <p:spPr>
              <a:xfrm>
                <a:off x="1119415" y="2580786"/>
                <a:ext cx="1253672" cy="1253672"/>
              </a:xfrm>
              <a:prstGeom prst="ellipse">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87" name="Oval 5">
                <a:extLst>
                  <a:ext uri="{FF2B5EF4-FFF2-40B4-BE49-F238E27FC236}">
                    <a16:creationId xmlns:a16="http://schemas.microsoft.com/office/drawing/2014/main" xmlns="" id="{E8BDB924-1935-4642-BD5F-1EA7C5B059CD}"/>
                  </a:ext>
                </a:extLst>
              </p:cNvPr>
              <p:cNvSpPr/>
              <p:nvPr/>
            </p:nvSpPr>
            <p:spPr>
              <a:xfrm>
                <a:off x="1250047" y="2711418"/>
                <a:ext cx="992408" cy="9924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sp>
          <p:nvSpPr>
            <p:cNvPr id="83" name="Freeform 124">
              <a:extLst>
                <a:ext uri="{FF2B5EF4-FFF2-40B4-BE49-F238E27FC236}">
                  <a16:creationId xmlns:a16="http://schemas.microsoft.com/office/drawing/2014/main" xmlns="" id="{2AA80106-4A9A-48D4-8712-2D7FD4FC4575}"/>
                </a:ext>
              </a:extLst>
            </p:cNvPr>
            <p:cNvSpPr>
              <a:spLocks noEditPoints="1"/>
            </p:cNvSpPr>
            <p:nvPr/>
          </p:nvSpPr>
          <p:spPr bwMode="auto">
            <a:xfrm>
              <a:off x="1526355" y="2761551"/>
              <a:ext cx="274691" cy="549242"/>
            </a:xfrm>
            <a:custGeom>
              <a:avLst/>
              <a:gdLst>
                <a:gd name="T0" fmla="*/ 541 w 4094"/>
                <a:gd name="T1" fmla="*/ 4469 h 8186"/>
                <a:gd name="T2" fmla="*/ 541 w 4094"/>
                <a:gd name="T3" fmla="*/ 4465 h 8186"/>
                <a:gd name="T4" fmla="*/ 3524 w 4094"/>
                <a:gd name="T5" fmla="*/ 4467 h 8186"/>
                <a:gd name="T6" fmla="*/ 3535 w 4094"/>
                <a:gd name="T7" fmla="*/ 4465 h 8186"/>
                <a:gd name="T8" fmla="*/ 4094 w 4094"/>
                <a:gd name="T9" fmla="*/ 5023 h 8186"/>
                <a:gd name="T10" fmla="*/ 3986 w 4094"/>
                <a:gd name="T11" fmla="*/ 5332 h 8186"/>
                <a:gd name="T12" fmla="*/ 3997 w 4094"/>
                <a:gd name="T13" fmla="*/ 5339 h 8186"/>
                <a:gd name="T14" fmla="*/ 3987 w 4094"/>
                <a:gd name="T15" fmla="*/ 5357 h 8186"/>
                <a:gd name="T16" fmla="*/ 3991 w 4094"/>
                <a:gd name="T17" fmla="*/ 5359 h 8186"/>
                <a:gd name="T18" fmla="*/ 2565 w 4094"/>
                <a:gd name="T19" fmla="*/ 7829 h 8186"/>
                <a:gd name="T20" fmla="*/ 2519 w 4094"/>
                <a:gd name="T21" fmla="*/ 7908 h 8186"/>
                <a:gd name="T22" fmla="*/ 2503 w 4094"/>
                <a:gd name="T23" fmla="*/ 7935 h 8186"/>
                <a:gd name="T24" fmla="*/ 2502 w 4094"/>
                <a:gd name="T25" fmla="*/ 7934 h 8186"/>
                <a:gd name="T26" fmla="*/ 2047 w 4094"/>
                <a:gd name="T27" fmla="*/ 8186 h 8186"/>
                <a:gd name="T28" fmla="*/ 1562 w 4094"/>
                <a:gd name="T29" fmla="*/ 7876 h 8186"/>
                <a:gd name="T30" fmla="*/ 97 w 4094"/>
                <a:gd name="T31" fmla="*/ 5339 h 8186"/>
                <a:gd name="T32" fmla="*/ 109 w 4094"/>
                <a:gd name="T33" fmla="*/ 5331 h 8186"/>
                <a:gd name="T34" fmla="*/ 1 w 4094"/>
                <a:gd name="T35" fmla="*/ 5023 h 8186"/>
                <a:gd name="T36" fmla="*/ 541 w 4094"/>
                <a:gd name="T37" fmla="*/ 4469 h 8186"/>
                <a:gd name="T38" fmla="*/ 541 w 4094"/>
                <a:gd name="T39" fmla="*/ 4469 h 8186"/>
                <a:gd name="T40" fmla="*/ 541 w 4094"/>
                <a:gd name="T41" fmla="*/ 4469 h 8186"/>
                <a:gd name="T42" fmla="*/ 2047 w 4094"/>
                <a:gd name="T43" fmla="*/ 7228 h 8186"/>
                <a:gd name="T44" fmla="*/ 3213 w 4094"/>
                <a:gd name="T45" fmla="*/ 5209 h 8186"/>
                <a:gd name="T46" fmla="*/ 882 w 4094"/>
                <a:gd name="T47" fmla="*/ 5209 h 8186"/>
                <a:gd name="T48" fmla="*/ 2047 w 4094"/>
                <a:gd name="T49" fmla="*/ 7228 h 8186"/>
                <a:gd name="T50" fmla="*/ 3554 w 4094"/>
                <a:gd name="T51" fmla="*/ 3717 h 8186"/>
                <a:gd name="T52" fmla="*/ 3554 w 4094"/>
                <a:gd name="T53" fmla="*/ 3721 h 8186"/>
                <a:gd name="T54" fmla="*/ 579 w 4094"/>
                <a:gd name="T55" fmla="*/ 3721 h 8186"/>
                <a:gd name="T56" fmla="*/ 579 w 4094"/>
                <a:gd name="T57" fmla="*/ 3717 h 8186"/>
                <a:gd name="T58" fmla="*/ 559 w 4094"/>
                <a:gd name="T59" fmla="*/ 3721 h 8186"/>
                <a:gd name="T60" fmla="*/ 0 w 4094"/>
                <a:gd name="T61" fmla="*/ 3163 h 8186"/>
                <a:gd name="T62" fmla="*/ 118 w 4094"/>
                <a:gd name="T63" fmla="*/ 2835 h 8186"/>
                <a:gd name="T64" fmla="*/ 104 w 4094"/>
                <a:gd name="T65" fmla="*/ 2827 h 8186"/>
                <a:gd name="T66" fmla="*/ 1529 w 4094"/>
                <a:gd name="T67" fmla="*/ 357 h 8186"/>
                <a:gd name="T68" fmla="*/ 1576 w 4094"/>
                <a:gd name="T69" fmla="*/ 277 h 8186"/>
                <a:gd name="T70" fmla="*/ 1591 w 4094"/>
                <a:gd name="T71" fmla="*/ 251 h 8186"/>
                <a:gd name="T72" fmla="*/ 1593 w 4094"/>
                <a:gd name="T73" fmla="*/ 252 h 8186"/>
                <a:gd name="T74" fmla="*/ 2047 w 4094"/>
                <a:gd name="T75" fmla="*/ 0 h 8186"/>
                <a:gd name="T76" fmla="*/ 2570 w 4094"/>
                <a:gd name="T77" fmla="*/ 384 h 8186"/>
                <a:gd name="T78" fmla="*/ 3967 w 4094"/>
                <a:gd name="T79" fmla="*/ 2803 h 8186"/>
                <a:gd name="T80" fmla="*/ 3958 w 4094"/>
                <a:gd name="T81" fmla="*/ 2809 h 8186"/>
                <a:gd name="T82" fmla="*/ 4093 w 4094"/>
                <a:gd name="T83" fmla="*/ 3163 h 8186"/>
                <a:gd name="T84" fmla="*/ 3554 w 4094"/>
                <a:gd name="T85" fmla="*/ 3717 h 8186"/>
                <a:gd name="T86" fmla="*/ 3554 w 4094"/>
                <a:gd name="T87" fmla="*/ 3717 h 8186"/>
                <a:gd name="T88" fmla="*/ 3554 w 4094"/>
                <a:gd name="T89" fmla="*/ 3717 h 8186"/>
                <a:gd name="T90" fmla="*/ 3554 w 4094"/>
                <a:gd name="T91" fmla="*/ 3717 h 8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94" h="8186">
                  <a:moveTo>
                    <a:pt x="541" y="4469"/>
                  </a:moveTo>
                  <a:lnTo>
                    <a:pt x="541" y="4465"/>
                  </a:lnTo>
                  <a:lnTo>
                    <a:pt x="3524" y="4467"/>
                  </a:lnTo>
                  <a:cubicBezTo>
                    <a:pt x="3528" y="4466"/>
                    <a:pt x="3531" y="4465"/>
                    <a:pt x="3535" y="4465"/>
                  </a:cubicBezTo>
                  <a:cubicBezTo>
                    <a:pt x="3844" y="4465"/>
                    <a:pt x="4094" y="4715"/>
                    <a:pt x="4094" y="5023"/>
                  </a:cubicBezTo>
                  <a:cubicBezTo>
                    <a:pt x="4094" y="5141"/>
                    <a:pt x="4049" y="5243"/>
                    <a:pt x="3986" y="5332"/>
                  </a:cubicBezTo>
                  <a:lnTo>
                    <a:pt x="3997" y="5339"/>
                  </a:lnTo>
                  <a:lnTo>
                    <a:pt x="3987" y="5357"/>
                  </a:lnTo>
                  <a:lnTo>
                    <a:pt x="3991" y="5359"/>
                  </a:lnTo>
                  <a:lnTo>
                    <a:pt x="2565" y="7829"/>
                  </a:lnTo>
                  <a:cubicBezTo>
                    <a:pt x="2553" y="7858"/>
                    <a:pt x="2535" y="7882"/>
                    <a:pt x="2519" y="7908"/>
                  </a:cubicBezTo>
                  <a:lnTo>
                    <a:pt x="2503" y="7935"/>
                  </a:lnTo>
                  <a:lnTo>
                    <a:pt x="2502" y="7934"/>
                  </a:lnTo>
                  <a:cubicBezTo>
                    <a:pt x="2401" y="8082"/>
                    <a:pt x="2240" y="8186"/>
                    <a:pt x="2047" y="8186"/>
                  </a:cubicBezTo>
                  <a:cubicBezTo>
                    <a:pt x="1831" y="8186"/>
                    <a:pt x="1653" y="8057"/>
                    <a:pt x="1562" y="7876"/>
                  </a:cubicBezTo>
                  <a:lnTo>
                    <a:pt x="97" y="5339"/>
                  </a:lnTo>
                  <a:lnTo>
                    <a:pt x="109" y="5331"/>
                  </a:lnTo>
                  <a:cubicBezTo>
                    <a:pt x="46" y="5243"/>
                    <a:pt x="1" y="5141"/>
                    <a:pt x="1" y="5023"/>
                  </a:cubicBezTo>
                  <a:cubicBezTo>
                    <a:pt x="0" y="4721"/>
                    <a:pt x="241" y="4479"/>
                    <a:pt x="541" y="4469"/>
                  </a:cubicBezTo>
                  <a:lnTo>
                    <a:pt x="541" y="4469"/>
                  </a:lnTo>
                  <a:lnTo>
                    <a:pt x="541" y="4469"/>
                  </a:lnTo>
                  <a:close/>
                  <a:moveTo>
                    <a:pt x="2047" y="7228"/>
                  </a:moveTo>
                  <a:lnTo>
                    <a:pt x="3213" y="5209"/>
                  </a:lnTo>
                  <a:lnTo>
                    <a:pt x="882" y="5209"/>
                  </a:lnTo>
                  <a:lnTo>
                    <a:pt x="2047" y="7228"/>
                  </a:lnTo>
                  <a:close/>
                  <a:moveTo>
                    <a:pt x="3554" y="3717"/>
                  </a:moveTo>
                  <a:lnTo>
                    <a:pt x="3554" y="3721"/>
                  </a:lnTo>
                  <a:lnTo>
                    <a:pt x="579" y="3721"/>
                  </a:lnTo>
                  <a:lnTo>
                    <a:pt x="579" y="3717"/>
                  </a:lnTo>
                  <a:cubicBezTo>
                    <a:pt x="572" y="3717"/>
                    <a:pt x="566" y="3721"/>
                    <a:pt x="559" y="3721"/>
                  </a:cubicBezTo>
                  <a:cubicBezTo>
                    <a:pt x="250" y="3721"/>
                    <a:pt x="0" y="3471"/>
                    <a:pt x="0" y="3163"/>
                  </a:cubicBezTo>
                  <a:cubicBezTo>
                    <a:pt x="0" y="3038"/>
                    <a:pt x="49" y="2928"/>
                    <a:pt x="118" y="2835"/>
                  </a:cubicBezTo>
                  <a:lnTo>
                    <a:pt x="104" y="2827"/>
                  </a:lnTo>
                  <a:lnTo>
                    <a:pt x="1529" y="357"/>
                  </a:lnTo>
                  <a:cubicBezTo>
                    <a:pt x="1541" y="328"/>
                    <a:pt x="1560" y="304"/>
                    <a:pt x="1576" y="277"/>
                  </a:cubicBezTo>
                  <a:lnTo>
                    <a:pt x="1591" y="251"/>
                  </a:lnTo>
                  <a:lnTo>
                    <a:pt x="1593" y="252"/>
                  </a:lnTo>
                  <a:cubicBezTo>
                    <a:pt x="1693" y="103"/>
                    <a:pt x="1854" y="0"/>
                    <a:pt x="2047" y="0"/>
                  </a:cubicBezTo>
                  <a:cubicBezTo>
                    <a:pt x="2293" y="0"/>
                    <a:pt x="2496" y="162"/>
                    <a:pt x="2570" y="384"/>
                  </a:cubicBezTo>
                  <a:lnTo>
                    <a:pt x="3967" y="2803"/>
                  </a:lnTo>
                  <a:lnTo>
                    <a:pt x="3958" y="2809"/>
                  </a:lnTo>
                  <a:cubicBezTo>
                    <a:pt x="4039" y="2906"/>
                    <a:pt x="4093" y="3026"/>
                    <a:pt x="4093" y="3163"/>
                  </a:cubicBezTo>
                  <a:cubicBezTo>
                    <a:pt x="4094" y="3465"/>
                    <a:pt x="3853" y="3707"/>
                    <a:pt x="3554" y="3717"/>
                  </a:cubicBezTo>
                  <a:lnTo>
                    <a:pt x="3554" y="3717"/>
                  </a:lnTo>
                  <a:lnTo>
                    <a:pt x="3554" y="3717"/>
                  </a:lnTo>
                  <a:close/>
                  <a:moveTo>
                    <a:pt x="3554" y="3717"/>
                  </a:moveTo>
                  <a:close/>
                </a:path>
              </a:pathLst>
            </a:custGeom>
            <a:solidFill>
              <a:schemeClr val="accent1"/>
            </a:solidFill>
            <a:ln w="0">
              <a:no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cs typeface="+mn-ea"/>
                <a:sym typeface="+mn-lt"/>
              </a:endParaRPr>
            </a:p>
          </p:txBody>
        </p:sp>
        <p:sp>
          <p:nvSpPr>
            <p:cNvPr id="84" name="Inhaltsplatzhalter 4">
              <a:extLst>
                <a:ext uri="{FF2B5EF4-FFF2-40B4-BE49-F238E27FC236}">
                  <a16:creationId xmlns:a16="http://schemas.microsoft.com/office/drawing/2014/main" xmlns="" id="{EBD48278-73D3-4E53-A1A7-B9A559F14212}"/>
                </a:ext>
              </a:extLst>
            </p:cNvPr>
            <p:cNvSpPr txBox="1"/>
            <p:nvPr/>
          </p:nvSpPr>
          <p:spPr>
            <a:xfrm>
              <a:off x="604358" y="3786312"/>
              <a:ext cx="2014555" cy="1346522"/>
            </a:xfrm>
            <a:prstGeom prst="rect">
              <a:avLst/>
            </a:prstGeom>
          </p:spPr>
          <p:txBody>
            <a:bodyPr wrap="square" lIns="0" tIns="0" rIns="0" bIns="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defTabSz="914400">
                <a:lnSpc>
                  <a:spcPct val="150000"/>
                </a:lnSpc>
                <a:spcAft>
                  <a:spcPts val="0"/>
                </a:spcAft>
                <a:buNone/>
              </a:pPr>
              <a:r>
                <a:rPr lang="zh-CN" altLang="en-US" sz="1800" dirty="0">
                  <a:solidFill>
                    <a:srgbClr val="21456D"/>
                  </a:solidFill>
                  <a:latin typeface="微软雅黑" panose="020B0503020204020204" pitchFamily="34" charset="-122"/>
                  <a:ea typeface="微软雅黑" panose="020B0503020204020204" pitchFamily="34" charset="-122"/>
                  <a:cs typeface="+mn-ea"/>
                  <a:sym typeface="+mn-lt"/>
                </a:rPr>
                <a:t>工作不足</a:t>
              </a:r>
              <a: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t/>
              </a:r>
              <a:b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br>
              <a:r>
                <a:rPr lang="zh-CN" altLang="en-US" sz="1100" dirty="0">
                  <a:solidFill>
                    <a:prstClr val="black"/>
                  </a:solidFill>
                  <a:latin typeface="微软雅黑" panose="020B0503020204020204" pitchFamily="34" charset="-122"/>
                  <a:ea typeface="微软雅黑" panose="020B0503020204020204" pitchFamily="34" charset="-122"/>
                  <a:cs typeface="+mn-ea"/>
                  <a:sym typeface="+mn-lt"/>
                </a:rPr>
                <a:t>点击添加主要文字内容点击添加主要文字内容点击添加文字</a:t>
              </a:r>
              <a:endParaRPr lang="en-US" altLang="zh-CN"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50000"/>
                </a:lnSpc>
                <a:spcAft>
                  <a:spcPts val="0"/>
                </a:spcAft>
                <a:buNone/>
              </a:pPr>
              <a:endParaRPr lang="zh-CN" altLang="en-US"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00000"/>
                </a:lnSpc>
                <a:spcAft>
                  <a:spcPts val="1200"/>
                </a:spcAft>
                <a:buNone/>
              </a:pPr>
              <a:r>
                <a:rPr lang="en-US" sz="1100" dirty="0">
                  <a:solidFill>
                    <a:schemeClr val="bg1">
                      <a:lumMod val="50000"/>
                    </a:schemeClr>
                  </a:solidFill>
                  <a:latin typeface="微软雅黑" panose="020B0503020204020204" pitchFamily="34" charset="-122"/>
                  <a:ea typeface="微软雅黑" panose="020B0503020204020204" pitchFamily="34" charset="-122"/>
                  <a:cs typeface="+mn-ea"/>
                  <a:sym typeface="+mn-lt"/>
                </a:rPr>
                <a:t>. </a:t>
              </a:r>
            </a:p>
          </p:txBody>
        </p:sp>
        <p:sp>
          <p:nvSpPr>
            <p:cNvPr id="85" name="矩形 84">
              <a:extLst>
                <a:ext uri="{FF2B5EF4-FFF2-40B4-BE49-F238E27FC236}">
                  <a16:creationId xmlns:a16="http://schemas.microsoft.com/office/drawing/2014/main" xmlns="" id="{849D03E7-1C66-4723-81B2-FEEE455604D4}"/>
                </a:ext>
              </a:extLst>
            </p:cNvPr>
            <p:cNvSpPr/>
            <p:nvPr/>
          </p:nvSpPr>
          <p:spPr>
            <a:xfrm>
              <a:off x="431801" y="4761801"/>
              <a:ext cx="2463800" cy="11065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9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p:txBody>
        </p:sp>
      </p:grpSp>
      <p:grpSp>
        <p:nvGrpSpPr>
          <p:cNvPr id="50" name="Group 19">
            <a:extLst>
              <a:ext uri="{FF2B5EF4-FFF2-40B4-BE49-F238E27FC236}">
                <a16:creationId xmlns:a16="http://schemas.microsoft.com/office/drawing/2014/main" xmlns="" id="{9177667A-1402-4AFF-88EE-E0BB9D4412C4}"/>
              </a:ext>
            </a:extLst>
          </p:cNvPr>
          <p:cNvGrpSpPr/>
          <p:nvPr/>
        </p:nvGrpSpPr>
        <p:grpSpPr>
          <a:xfrm>
            <a:off x="3400105" y="2032185"/>
            <a:ext cx="2463800" cy="4014868"/>
            <a:chOff x="431801" y="1936935"/>
            <a:chExt cx="2463800" cy="4014868"/>
          </a:xfrm>
        </p:grpSpPr>
        <p:grpSp>
          <p:nvGrpSpPr>
            <p:cNvPr id="51" name="Group 48">
              <a:extLst>
                <a:ext uri="{FF2B5EF4-FFF2-40B4-BE49-F238E27FC236}">
                  <a16:creationId xmlns:a16="http://schemas.microsoft.com/office/drawing/2014/main" xmlns="" id="{DF6F3C8E-9DD7-42FA-80CD-3BF2C14012F7}"/>
                </a:ext>
              </a:extLst>
            </p:cNvPr>
            <p:cNvGrpSpPr/>
            <p:nvPr/>
          </p:nvGrpSpPr>
          <p:grpSpPr>
            <a:xfrm>
              <a:off x="431801" y="1936935"/>
              <a:ext cx="2463800" cy="4014868"/>
              <a:chOff x="508001" y="2108385"/>
              <a:chExt cx="2463800" cy="4014868"/>
            </a:xfrm>
          </p:grpSpPr>
          <p:sp>
            <p:nvSpPr>
              <p:cNvPr id="58" name="Rounded Rectangle 2">
                <a:extLst>
                  <a:ext uri="{FF2B5EF4-FFF2-40B4-BE49-F238E27FC236}">
                    <a16:creationId xmlns:a16="http://schemas.microsoft.com/office/drawing/2014/main" xmlns="" id="{33B84476-9915-4D5C-B18C-77FB5DA47878}"/>
                  </a:ext>
                </a:extLst>
              </p:cNvPr>
              <p:cNvSpPr/>
              <p:nvPr/>
            </p:nvSpPr>
            <p:spPr>
              <a:xfrm>
                <a:off x="508001" y="2108385"/>
                <a:ext cx="2463800" cy="4014868"/>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59" name="Round Same Side Corner Rectangle 3">
                <a:extLst>
                  <a:ext uri="{FF2B5EF4-FFF2-40B4-BE49-F238E27FC236}">
                    <a16:creationId xmlns:a16="http://schemas.microsoft.com/office/drawing/2014/main" xmlns="" id="{751F30A0-DEA2-49ED-9EF1-99EA0D1A56BB}"/>
                  </a:ext>
                </a:extLst>
              </p:cNvPr>
              <p:cNvSpPr/>
              <p:nvPr/>
            </p:nvSpPr>
            <p:spPr>
              <a:xfrm>
                <a:off x="508001" y="2108385"/>
                <a:ext cx="2463800" cy="1113825"/>
              </a:xfrm>
              <a:prstGeom prst="round2SameRect">
                <a:avLst>
                  <a:gd name="adj1" fmla="val 10686"/>
                  <a:gd name="adj2" fmla="val 0"/>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grpSp>
          <p:nvGrpSpPr>
            <p:cNvPr id="52" name="Group 8">
              <a:extLst>
                <a:ext uri="{FF2B5EF4-FFF2-40B4-BE49-F238E27FC236}">
                  <a16:creationId xmlns:a16="http://schemas.microsoft.com/office/drawing/2014/main" xmlns="" id="{BD6EA083-6038-4584-BBD8-1370A829EC2A}"/>
                </a:ext>
              </a:extLst>
            </p:cNvPr>
            <p:cNvGrpSpPr/>
            <p:nvPr/>
          </p:nvGrpSpPr>
          <p:grpSpPr>
            <a:xfrm>
              <a:off x="1036865" y="2409336"/>
              <a:ext cx="1253672" cy="1253672"/>
              <a:chOff x="1119415" y="2580786"/>
              <a:chExt cx="1253672" cy="1253672"/>
            </a:xfrm>
          </p:grpSpPr>
          <p:sp>
            <p:nvSpPr>
              <p:cNvPr id="56" name="Oval 4">
                <a:extLst>
                  <a:ext uri="{FF2B5EF4-FFF2-40B4-BE49-F238E27FC236}">
                    <a16:creationId xmlns:a16="http://schemas.microsoft.com/office/drawing/2014/main" xmlns="" id="{28D6B78C-13C6-4909-9995-993B4AE5E2A5}"/>
                  </a:ext>
                </a:extLst>
              </p:cNvPr>
              <p:cNvSpPr/>
              <p:nvPr/>
            </p:nvSpPr>
            <p:spPr>
              <a:xfrm>
                <a:off x="1119415" y="2580786"/>
                <a:ext cx="1253672" cy="1253672"/>
              </a:xfrm>
              <a:prstGeom prst="ellipse">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57" name="Oval 5">
                <a:extLst>
                  <a:ext uri="{FF2B5EF4-FFF2-40B4-BE49-F238E27FC236}">
                    <a16:creationId xmlns:a16="http://schemas.microsoft.com/office/drawing/2014/main" xmlns="" id="{6C76EC6F-3651-44B1-8346-AF20BCA456A1}"/>
                  </a:ext>
                </a:extLst>
              </p:cNvPr>
              <p:cNvSpPr/>
              <p:nvPr/>
            </p:nvSpPr>
            <p:spPr>
              <a:xfrm>
                <a:off x="1250047" y="2711418"/>
                <a:ext cx="992408" cy="9924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sp>
          <p:nvSpPr>
            <p:cNvPr id="53" name="Freeform 124">
              <a:extLst>
                <a:ext uri="{FF2B5EF4-FFF2-40B4-BE49-F238E27FC236}">
                  <a16:creationId xmlns:a16="http://schemas.microsoft.com/office/drawing/2014/main" xmlns="" id="{0D90B1EE-2175-41B4-85B1-7BB3C5A42DDC}"/>
                </a:ext>
              </a:extLst>
            </p:cNvPr>
            <p:cNvSpPr>
              <a:spLocks noEditPoints="1"/>
            </p:cNvSpPr>
            <p:nvPr/>
          </p:nvSpPr>
          <p:spPr bwMode="auto">
            <a:xfrm>
              <a:off x="1389080" y="2807231"/>
              <a:ext cx="549242" cy="457881"/>
            </a:xfrm>
            <a:custGeom>
              <a:avLst/>
              <a:gdLst>
                <a:gd name="T0" fmla="*/ 9600 w 12799"/>
                <a:gd name="T1" fmla="*/ 9396 h 10669"/>
                <a:gd name="T2" fmla="*/ 1280 w 12799"/>
                <a:gd name="T3" fmla="*/ 9396 h 10669"/>
                <a:gd name="T4" fmla="*/ 1280 w 12799"/>
                <a:gd name="T5" fmla="*/ 3407 h 10669"/>
                <a:gd name="T6" fmla="*/ 3197 w 12799"/>
                <a:gd name="T7" fmla="*/ 3407 h 10669"/>
                <a:gd name="T8" fmla="*/ 4620 w 12799"/>
                <a:gd name="T9" fmla="*/ 2133 h 10669"/>
                <a:gd name="T10" fmla="*/ 640 w 12799"/>
                <a:gd name="T11" fmla="*/ 2133 h 10669"/>
                <a:gd name="T12" fmla="*/ 0 w 12799"/>
                <a:gd name="T13" fmla="*/ 2770 h 10669"/>
                <a:gd name="T14" fmla="*/ 0 w 12799"/>
                <a:gd name="T15" fmla="*/ 10032 h 10669"/>
                <a:gd name="T16" fmla="*/ 640 w 12799"/>
                <a:gd name="T17" fmla="*/ 10669 h 10669"/>
                <a:gd name="T18" fmla="*/ 10240 w 12799"/>
                <a:gd name="T19" fmla="*/ 10669 h 10669"/>
                <a:gd name="T20" fmla="*/ 10880 w 12799"/>
                <a:gd name="T21" fmla="*/ 10032 h 10669"/>
                <a:gd name="T22" fmla="*/ 10880 w 12799"/>
                <a:gd name="T23" fmla="*/ 6400 h 10669"/>
                <a:gd name="T24" fmla="*/ 9600 w 12799"/>
                <a:gd name="T25" fmla="*/ 7447 h 10669"/>
                <a:gd name="T26" fmla="*/ 9600 w 12799"/>
                <a:gd name="T27" fmla="*/ 9396 h 10669"/>
                <a:gd name="T28" fmla="*/ 8533 w 12799"/>
                <a:gd name="T29" fmla="*/ 4266 h 10669"/>
                <a:gd name="T30" fmla="*/ 8533 w 12799"/>
                <a:gd name="T31" fmla="*/ 6396 h 10669"/>
                <a:gd name="T32" fmla="*/ 12799 w 12799"/>
                <a:gd name="T33" fmla="*/ 3213 h 10669"/>
                <a:gd name="T34" fmla="*/ 8533 w 12799"/>
                <a:gd name="T35" fmla="*/ 0 h 10669"/>
                <a:gd name="T36" fmla="*/ 8533 w 12799"/>
                <a:gd name="T37" fmla="*/ 1990 h 10669"/>
                <a:gd name="T38" fmla="*/ 3200 w 12799"/>
                <a:gd name="T39" fmla="*/ 7466 h 10669"/>
                <a:gd name="T40" fmla="*/ 8533 w 12799"/>
                <a:gd name="T41" fmla="*/ 4266 h 10669"/>
                <a:gd name="T42" fmla="*/ 8533 w 12799"/>
                <a:gd name="T43" fmla="*/ 4266 h 10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99" h="10669">
                  <a:moveTo>
                    <a:pt x="9600" y="9396"/>
                  </a:moveTo>
                  <a:lnTo>
                    <a:pt x="1280" y="9396"/>
                  </a:lnTo>
                  <a:lnTo>
                    <a:pt x="1280" y="3407"/>
                  </a:lnTo>
                  <a:lnTo>
                    <a:pt x="3197" y="3407"/>
                  </a:lnTo>
                  <a:cubicBezTo>
                    <a:pt x="3197" y="3407"/>
                    <a:pt x="3667" y="2750"/>
                    <a:pt x="4620" y="2133"/>
                  </a:cubicBezTo>
                  <a:lnTo>
                    <a:pt x="640" y="2133"/>
                  </a:lnTo>
                  <a:cubicBezTo>
                    <a:pt x="287" y="2133"/>
                    <a:pt x="0" y="2416"/>
                    <a:pt x="0" y="2770"/>
                  </a:cubicBezTo>
                  <a:lnTo>
                    <a:pt x="0" y="10032"/>
                  </a:lnTo>
                  <a:cubicBezTo>
                    <a:pt x="0" y="10382"/>
                    <a:pt x="287" y="10669"/>
                    <a:pt x="640" y="10669"/>
                  </a:cubicBezTo>
                  <a:lnTo>
                    <a:pt x="10240" y="10669"/>
                  </a:lnTo>
                  <a:cubicBezTo>
                    <a:pt x="10593" y="10669"/>
                    <a:pt x="10880" y="10386"/>
                    <a:pt x="10880" y="10032"/>
                  </a:cubicBezTo>
                  <a:lnTo>
                    <a:pt x="10880" y="6400"/>
                  </a:lnTo>
                  <a:lnTo>
                    <a:pt x="9600" y="7447"/>
                  </a:lnTo>
                  <a:lnTo>
                    <a:pt x="9600" y="9396"/>
                  </a:lnTo>
                  <a:close/>
                  <a:moveTo>
                    <a:pt x="8533" y="4266"/>
                  </a:moveTo>
                  <a:lnTo>
                    <a:pt x="8533" y="6396"/>
                  </a:lnTo>
                  <a:lnTo>
                    <a:pt x="12799" y="3213"/>
                  </a:lnTo>
                  <a:lnTo>
                    <a:pt x="8533" y="0"/>
                  </a:lnTo>
                  <a:lnTo>
                    <a:pt x="8533" y="1990"/>
                  </a:lnTo>
                  <a:cubicBezTo>
                    <a:pt x="3373" y="1990"/>
                    <a:pt x="3200" y="7466"/>
                    <a:pt x="3200" y="7466"/>
                  </a:cubicBezTo>
                  <a:cubicBezTo>
                    <a:pt x="4660" y="5083"/>
                    <a:pt x="5733" y="4266"/>
                    <a:pt x="8533" y="4266"/>
                  </a:cubicBezTo>
                  <a:close/>
                  <a:moveTo>
                    <a:pt x="8533" y="4266"/>
                  </a:moveTo>
                  <a:close/>
                </a:path>
              </a:pathLst>
            </a:custGeom>
            <a:solidFill>
              <a:schemeClr val="accent1"/>
            </a:solidFill>
            <a:ln w="0">
              <a:no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cs typeface="+mn-ea"/>
                <a:sym typeface="+mn-lt"/>
              </a:endParaRPr>
            </a:p>
          </p:txBody>
        </p:sp>
        <p:sp>
          <p:nvSpPr>
            <p:cNvPr id="54" name="Inhaltsplatzhalter 4">
              <a:extLst>
                <a:ext uri="{FF2B5EF4-FFF2-40B4-BE49-F238E27FC236}">
                  <a16:creationId xmlns:a16="http://schemas.microsoft.com/office/drawing/2014/main" xmlns="" id="{CEDC6528-0878-4097-9B76-27F247441CD2}"/>
                </a:ext>
              </a:extLst>
            </p:cNvPr>
            <p:cNvSpPr txBox="1"/>
            <p:nvPr/>
          </p:nvSpPr>
          <p:spPr>
            <a:xfrm>
              <a:off x="604358" y="3786312"/>
              <a:ext cx="2014555" cy="1346522"/>
            </a:xfrm>
            <a:prstGeom prst="rect">
              <a:avLst/>
            </a:prstGeom>
          </p:spPr>
          <p:txBody>
            <a:bodyPr wrap="square" lIns="0" tIns="0" rIns="0" bIns="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defTabSz="914400">
                <a:lnSpc>
                  <a:spcPct val="150000"/>
                </a:lnSpc>
                <a:spcAft>
                  <a:spcPts val="0"/>
                </a:spcAft>
                <a:buNone/>
              </a:pPr>
              <a:r>
                <a:rPr lang="zh-CN" altLang="en-US" sz="1800" dirty="0">
                  <a:solidFill>
                    <a:srgbClr val="21456D"/>
                  </a:solidFill>
                  <a:latin typeface="微软雅黑" panose="020B0503020204020204" pitchFamily="34" charset="-122"/>
                  <a:ea typeface="微软雅黑" panose="020B0503020204020204" pitchFamily="34" charset="-122"/>
                  <a:cs typeface="+mn-ea"/>
                  <a:sym typeface="+mn-lt"/>
                </a:rPr>
                <a:t>工作不足</a:t>
              </a:r>
              <a: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t/>
              </a:r>
              <a:b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br>
              <a:r>
                <a:rPr lang="zh-CN" altLang="en-US" sz="1100" dirty="0">
                  <a:solidFill>
                    <a:prstClr val="black"/>
                  </a:solidFill>
                  <a:latin typeface="微软雅黑" panose="020B0503020204020204" pitchFamily="34" charset="-122"/>
                  <a:ea typeface="微软雅黑" panose="020B0503020204020204" pitchFamily="34" charset="-122"/>
                  <a:cs typeface="+mn-ea"/>
                  <a:sym typeface="+mn-lt"/>
                </a:rPr>
                <a:t>点击添加主要文字内容点击添加主要文字内容点击添加文字</a:t>
              </a:r>
              <a:endParaRPr lang="en-US" altLang="zh-CN"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50000"/>
                </a:lnSpc>
                <a:spcAft>
                  <a:spcPts val="0"/>
                </a:spcAft>
                <a:buNone/>
              </a:pPr>
              <a:endParaRPr lang="zh-CN" altLang="en-US"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00000"/>
                </a:lnSpc>
                <a:spcAft>
                  <a:spcPts val="1200"/>
                </a:spcAft>
                <a:buNone/>
              </a:pPr>
              <a:r>
                <a:rPr lang="en-US" sz="1100" dirty="0">
                  <a:solidFill>
                    <a:schemeClr val="bg1">
                      <a:lumMod val="50000"/>
                    </a:schemeClr>
                  </a:solidFill>
                  <a:latin typeface="微软雅黑" panose="020B0503020204020204" pitchFamily="34" charset="-122"/>
                  <a:ea typeface="微软雅黑" panose="020B0503020204020204" pitchFamily="34" charset="-122"/>
                  <a:cs typeface="+mn-ea"/>
                  <a:sym typeface="+mn-lt"/>
                </a:rPr>
                <a:t>. </a:t>
              </a:r>
            </a:p>
          </p:txBody>
        </p:sp>
        <p:sp>
          <p:nvSpPr>
            <p:cNvPr id="55" name="矩形 54">
              <a:extLst>
                <a:ext uri="{FF2B5EF4-FFF2-40B4-BE49-F238E27FC236}">
                  <a16:creationId xmlns:a16="http://schemas.microsoft.com/office/drawing/2014/main" xmlns="" id="{5C7ED430-613B-46AA-8399-00B0B3716203}"/>
                </a:ext>
              </a:extLst>
            </p:cNvPr>
            <p:cNvSpPr/>
            <p:nvPr/>
          </p:nvSpPr>
          <p:spPr>
            <a:xfrm>
              <a:off x="431801" y="4761801"/>
              <a:ext cx="2463800" cy="11065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9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p:txBody>
        </p:sp>
      </p:grpSp>
      <p:grpSp>
        <p:nvGrpSpPr>
          <p:cNvPr id="60" name="Group 29">
            <a:extLst>
              <a:ext uri="{FF2B5EF4-FFF2-40B4-BE49-F238E27FC236}">
                <a16:creationId xmlns:a16="http://schemas.microsoft.com/office/drawing/2014/main" xmlns="" id="{375A7B25-AE0E-45F5-9ABA-9B8E07316B30}"/>
              </a:ext>
            </a:extLst>
          </p:cNvPr>
          <p:cNvGrpSpPr/>
          <p:nvPr/>
        </p:nvGrpSpPr>
        <p:grpSpPr>
          <a:xfrm>
            <a:off x="6195852" y="2032185"/>
            <a:ext cx="2463800" cy="4014868"/>
            <a:chOff x="431801" y="1936935"/>
            <a:chExt cx="2463800" cy="4014868"/>
          </a:xfrm>
        </p:grpSpPr>
        <p:grpSp>
          <p:nvGrpSpPr>
            <p:cNvPr id="61" name="Group 48">
              <a:extLst>
                <a:ext uri="{FF2B5EF4-FFF2-40B4-BE49-F238E27FC236}">
                  <a16:creationId xmlns:a16="http://schemas.microsoft.com/office/drawing/2014/main" xmlns="" id="{4CA3C8C8-1208-45F4-BB84-6333B02A2437}"/>
                </a:ext>
              </a:extLst>
            </p:cNvPr>
            <p:cNvGrpSpPr/>
            <p:nvPr/>
          </p:nvGrpSpPr>
          <p:grpSpPr>
            <a:xfrm>
              <a:off x="431801" y="1936935"/>
              <a:ext cx="2463800" cy="4014868"/>
              <a:chOff x="508001" y="2108385"/>
              <a:chExt cx="2463800" cy="4014868"/>
            </a:xfrm>
          </p:grpSpPr>
          <p:sp>
            <p:nvSpPr>
              <p:cNvPr id="68" name="Rounded Rectangle 2">
                <a:extLst>
                  <a:ext uri="{FF2B5EF4-FFF2-40B4-BE49-F238E27FC236}">
                    <a16:creationId xmlns:a16="http://schemas.microsoft.com/office/drawing/2014/main" xmlns="" id="{435B797E-60CF-4A2C-ACD9-1FB75086F1CD}"/>
                  </a:ext>
                </a:extLst>
              </p:cNvPr>
              <p:cNvSpPr/>
              <p:nvPr/>
            </p:nvSpPr>
            <p:spPr>
              <a:xfrm>
                <a:off x="508001" y="2108385"/>
                <a:ext cx="2463800" cy="4014868"/>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69" name="Round Same Side Corner Rectangle 3">
                <a:extLst>
                  <a:ext uri="{FF2B5EF4-FFF2-40B4-BE49-F238E27FC236}">
                    <a16:creationId xmlns:a16="http://schemas.microsoft.com/office/drawing/2014/main" xmlns="" id="{14879378-24E5-4537-B0B3-7EE7D33465B0}"/>
                  </a:ext>
                </a:extLst>
              </p:cNvPr>
              <p:cNvSpPr/>
              <p:nvPr/>
            </p:nvSpPr>
            <p:spPr>
              <a:xfrm>
                <a:off x="508001" y="2108385"/>
                <a:ext cx="2463800" cy="1113825"/>
              </a:xfrm>
              <a:prstGeom prst="round2SameRect">
                <a:avLst>
                  <a:gd name="adj1" fmla="val 10686"/>
                  <a:gd name="adj2" fmla="val 0"/>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grpSp>
          <p:nvGrpSpPr>
            <p:cNvPr id="62" name="Group 8">
              <a:extLst>
                <a:ext uri="{FF2B5EF4-FFF2-40B4-BE49-F238E27FC236}">
                  <a16:creationId xmlns:a16="http://schemas.microsoft.com/office/drawing/2014/main" xmlns="" id="{88EC923E-42D3-4641-883E-3FFDDD434BFA}"/>
                </a:ext>
              </a:extLst>
            </p:cNvPr>
            <p:cNvGrpSpPr/>
            <p:nvPr/>
          </p:nvGrpSpPr>
          <p:grpSpPr>
            <a:xfrm>
              <a:off x="1036865" y="2409336"/>
              <a:ext cx="1253672" cy="1253672"/>
              <a:chOff x="1119415" y="2580786"/>
              <a:chExt cx="1253672" cy="1253672"/>
            </a:xfrm>
          </p:grpSpPr>
          <p:sp>
            <p:nvSpPr>
              <p:cNvPr id="66" name="Oval 4">
                <a:extLst>
                  <a:ext uri="{FF2B5EF4-FFF2-40B4-BE49-F238E27FC236}">
                    <a16:creationId xmlns:a16="http://schemas.microsoft.com/office/drawing/2014/main" xmlns="" id="{FB461FA0-A9FA-4C4D-9CB7-8DFEC4992DAA}"/>
                  </a:ext>
                </a:extLst>
              </p:cNvPr>
              <p:cNvSpPr/>
              <p:nvPr/>
            </p:nvSpPr>
            <p:spPr>
              <a:xfrm>
                <a:off x="1119415" y="2580786"/>
                <a:ext cx="1253672" cy="1253672"/>
              </a:xfrm>
              <a:prstGeom prst="ellipse">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67" name="Oval 5">
                <a:extLst>
                  <a:ext uri="{FF2B5EF4-FFF2-40B4-BE49-F238E27FC236}">
                    <a16:creationId xmlns:a16="http://schemas.microsoft.com/office/drawing/2014/main" xmlns="" id="{CEF9D134-E790-41E4-AAA5-47D6F454EE8E}"/>
                  </a:ext>
                </a:extLst>
              </p:cNvPr>
              <p:cNvSpPr/>
              <p:nvPr/>
            </p:nvSpPr>
            <p:spPr>
              <a:xfrm>
                <a:off x="1250047" y="2711418"/>
                <a:ext cx="992408" cy="9924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sp>
          <p:nvSpPr>
            <p:cNvPr id="63" name="Freeform 124">
              <a:extLst>
                <a:ext uri="{FF2B5EF4-FFF2-40B4-BE49-F238E27FC236}">
                  <a16:creationId xmlns:a16="http://schemas.microsoft.com/office/drawing/2014/main" xmlns="" id="{180E7651-B82E-4005-AC76-96B2B8887C5F}"/>
                </a:ext>
              </a:extLst>
            </p:cNvPr>
            <p:cNvSpPr>
              <a:spLocks noEditPoints="1"/>
            </p:cNvSpPr>
            <p:nvPr/>
          </p:nvSpPr>
          <p:spPr bwMode="auto">
            <a:xfrm>
              <a:off x="1389080" y="2761606"/>
              <a:ext cx="549242" cy="549131"/>
            </a:xfrm>
            <a:custGeom>
              <a:avLst/>
              <a:gdLst>
                <a:gd name="T0" fmla="*/ 6176 w 10375"/>
                <a:gd name="T1" fmla="*/ 2754 h 10375"/>
                <a:gd name="T2" fmla="*/ 2741 w 10375"/>
                <a:gd name="T3" fmla="*/ 6188 h 10375"/>
                <a:gd name="T4" fmla="*/ 2741 w 10375"/>
                <a:gd name="T5" fmla="*/ 6549 h 10375"/>
                <a:gd name="T6" fmla="*/ 3826 w 10375"/>
                <a:gd name="T7" fmla="*/ 7634 h 10375"/>
                <a:gd name="T8" fmla="*/ 4188 w 10375"/>
                <a:gd name="T9" fmla="*/ 7634 h 10375"/>
                <a:gd name="T10" fmla="*/ 7623 w 10375"/>
                <a:gd name="T11" fmla="*/ 4199 h 10375"/>
                <a:gd name="T12" fmla="*/ 7623 w 10375"/>
                <a:gd name="T13" fmla="*/ 3838 h 10375"/>
                <a:gd name="T14" fmla="*/ 6538 w 10375"/>
                <a:gd name="T15" fmla="*/ 2754 h 10375"/>
                <a:gd name="T16" fmla="*/ 6176 w 10375"/>
                <a:gd name="T17" fmla="*/ 2754 h 10375"/>
                <a:gd name="T18" fmla="*/ 7441 w 10375"/>
                <a:gd name="T19" fmla="*/ 1850 h 10375"/>
                <a:gd name="T20" fmla="*/ 8526 w 10375"/>
                <a:gd name="T21" fmla="*/ 2935 h 10375"/>
                <a:gd name="T22" fmla="*/ 8526 w 10375"/>
                <a:gd name="T23" fmla="*/ 3296 h 10375"/>
                <a:gd name="T24" fmla="*/ 8165 w 10375"/>
                <a:gd name="T25" fmla="*/ 3658 h 10375"/>
                <a:gd name="T26" fmla="*/ 7804 w 10375"/>
                <a:gd name="T27" fmla="*/ 3658 h 10375"/>
                <a:gd name="T28" fmla="*/ 6719 w 10375"/>
                <a:gd name="T29" fmla="*/ 2573 h 10375"/>
                <a:gd name="T30" fmla="*/ 6719 w 10375"/>
                <a:gd name="T31" fmla="*/ 2211 h 10375"/>
                <a:gd name="T32" fmla="*/ 7080 w 10375"/>
                <a:gd name="T33" fmla="*/ 1850 h 10375"/>
                <a:gd name="T34" fmla="*/ 7441 w 10375"/>
                <a:gd name="T35" fmla="*/ 1850 h 10375"/>
                <a:gd name="T36" fmla="*/ 2583 w 10375"/>
                <a:gd name="T37" fmla="*/ 6639 h 10375"/>
                <a:gd name="T38" fmla="*/ 3738 w 10375"/>
                <a:gd name="T39" fmla="*/ 7794 h 10375"/>
                <a:gd name="T40" fmla="*/ 3688 w 10375"/>
                <a:gd name="T41" fmla="*/ 8005 h 10375"/>
                <a:gd name="T42" fmla="*/ 1943 w 10375"/>
                <a:gd name="T43" fmla="*/ 8595 h 10375"/>
                <a:gd name="T44" fmla="*/ 1780 w 10375"/>
                <a:gd name="T45" fmla="*/ 8433 h 10375"/>
                <a:gd name="T46" fmla="*/ 2370 w 10375"/>
                <a:gd name="T47" fmla="*/ 6688 h 10375"/>
                <a:gd name="T48" fmla="*/ 2583 w 10375"/>
                <a:gd name="T49" fmla="*/ 6639 h 10375"/>
                <a:gd name="T50" fmla="*/ 10375 w 10375"/>
                <a:gd name="T51" fmla="*/ 10375 h 10375"/>
                <a:gd name="T52" fmla="*/ 0 w 10375"/>
                <a:gd name="T53" fmla="*/ 10375 h 10375"/>
                <a:gd name="T54" fmla="*/ 0 w 10375"/>
                <a:gd name="T55" fmla="*/ 0 h 10375"/>
                <a:gd name="T56" fmla="*/ 10375 w 10375"/>
                <a:gd name="T57" fmla="*/ 0 h 10375"/>
                <a:gd name="T58" fmla="*/ 10375 w 10375"/>
                <a:gd name="T59" fmla="*/ 10375 h 10375"/>
                <a:gd name="T60" fmla="*/ 9565 w 10375"/>
                <a:gd name="T61" fmla="*/ 812 h 10375"/>
                <a:gd name="T62" fmla="*/ 810 w 10375"/>
                <a:gd name="T63" fmla="*/ 812 h 10375"/>
                <a:gd name="T64" fmla="*/ 810 w 10375"/>
                <a:gd name="T65" fmla="*/ 9565 h 10375"/>
                <a:gd name="T66" fmla="*/ 9564 w 10375"/>
                <a:gd name="T67" fmla="*/ 9565 h 10375"/>
                <a:gd name="T68" fmla="*/ 9564 w 10375"/>
                <a:gd name="T69" fmla="*/ 812 h 10375"/>
                <a:gd name="T70" fmla="*/ 9565 w 10375"/>
                <a:gd name="T71" fmla="*/ 812 h 10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75" h="10375">
                  <a:moveTo>
                    <a:pt x="6176" y="2754"/>
                  </a:moveTo>
                  <a:lnTo>
                    <a:pt x="2741" y="6188"/>
                  </a:lnTo>
                  <a:cubicBezTo>
                    <a:pt x="2641" y="6288"/>
                    <a:pt x="2641" y="6449"/>
                    <a:pt x="2741" y="6549"/>
                  </a:cubicBezTo>
                  <a:lnTo>
                    <a:pt x="3826" y="7634"/>
                  </a:lnTo>
                  <a:cubicBezTo>
                    <a:pt x="3926" y="7734"/>
                    <a:pt x="4088" y="7734"/>
                    <a:pt x="4188" y="7634"/>
                  </a:cubicBezTo>
                  <a:lnTo>
                    <a:pt x="7623" y="4199"/>
                  </a:lnTo>
                  <a:cubicBezTo>
                    <a:pt x="7723" y="4099"/>
                    <a:pt x="7723" y="3938"/>
                    <a:pt x="7623" y="3838"/>
                  </a:cubicBezTo>
                  <a:lnTo>
                    <a:pt x="6538" y="2754"/>
                  </a:lnTo>
                  <a:cubicBezTo>
                    <a:pt x="6438" y="2654"/>
                    <a:pt x="6276" y="2654"/>
                    <a:pt x="6176" y="2754"/>
                  </a:cubicBezTo>
                  <a:close/>
                  <a:moveTo>
                    <a:pt x="7441" y="1850"/>
                  </a:moveTo>
                  <a:lnTo>
                    <a:pt x="8526" y="2935"/>
                  </a:lnTo>
                  <a:cubicBezTo>
                    <a:pt x="8626" y="3035"/>
                    <a:pt x="8626" y="3196"/>
                    <a:pt x="8526" y="3296"/>
                  </a:cubicBezTo>
                  <a:lnTo>
                    <a:pt x="8165" y="3658"/>
                  </a:lnTo>
                  <a:cubicBezTo>
                    <a:pt x="8065" y="3758"/>
                    <a:pt x="7904" y="3758"/>
                    <a:pt x="7804" y="3658"/>
                  </a:cubicBezTo>
                  <a:lnTo>
                    <a:pt x="6719" y="2573"/>
                  </a:lnTo>
                  <a:cubicBezTo>
                    <a:pt x="6619" y="2473"/>
                    <a:pt x="6619" y="2311"/>
                    <a:pt x="6719" y="2211"/>
                  </a:cubicBezTo>
                  <a:lnTo>
                    <a:pt x="7080" y="1850"/>
                  </a:lnTo>
                  <a:cubicBezTo>
                    <a:pt x="7180" y="1750"/>
                    <a:pt x="7341" y="1750"/>
                    <a:pt x="7441" y="1850"/>
                  </a:cubicBezTo>
                  <a:close/>
                  <a:moveTo>
                    <a:pt x="2583" y="6639"/>
                  </a:moveTo>
                  <a:lnTo>
                    <a:pt x="3738" y="7794"/>
                  </a:lnTo>
                  <a:cubicBezTo>
                    <a:pt x="3805" y="7862"/>
                    <a:pt x="3778" y="7975"/>
                    <a:pt x="3688" y="8005"/>
                  </a:cubicBezTo>
                  <a:lnTo>
                    <a:pt x="1943" y="8595"/>
                  </a:lnTo>
                  <a:cubicBezTo>
                    <a:pt x="1843" y="8629"/>
                    <a:pt x="1746" y="8534"/>
                    <a:pt x="1780" y="8433"/>
                  </a:cubicBezTo>
                  <a:lnTo>
                    <a:pt x="2370" y="6688"/>
                  </a:lnTo>
                  <a:cubicBezTo>
                    <a:pt x="2401" y="6599"/>
                    <a:pt x="2515" y="6572"/>
                    <a:pt x="2583" y="6639"/>
                  </a:cubicBezTo>
                  <a:close/>
                  <a:moveTo>
                    <a:pt x="10375" y="10375"/>
                  </a:moveTo>
                  <a:lnTo>
                    <a:pt x="0" y="10375"/>
                  </a:lnTo>
                  <a:lnTo>
                    <a:pt x="0" y="0"/>
                  </a:lnTo>
                  <a:lnTo>
                    <a:pt x="10375" y="0"/>
                  </a:lnTo>
                  <a:lnTo>
                    <a:pt x="10375" y="10375"/>
                  </a:lnTo>
                  <a:close/>
                  <a:moveTo>
                    <a:pt x="9565" y="812"/>
                  </a:moveTo>
                  <a:lnTo>
                    <a:pt x="810" y="812"/>
                  </a:lnTo>
                  <a:lnTo>
                    <a:pt x="810" y="9565"/>
                  </a:lnTo>
                  <a:lnTo>
                    <a:pt x="9564" y="9565"/>
                  </a:lnTo>
                  <a:lnTo>
                    <a:pt x="9564" y="812"/>
                  </a:lnTo>
                  <a:lnTo>
                    <a:pt x="9565" y="812"/>
                  </a:lnTo>
                  <a:close/>
                </a:path>
              </a:pathLst>
            </a:custGeom>
            <a:solidFill>
              <a:schemeClr val="accent1"/>
            </a:solidFill>
            <a:ln w="0">
              <a:no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cs typeface="+mn-ea"/>
                <a:sym typeface="+mn-lt"/>
              </a:endParaRPr>
            </a:p>
          </p:txBody>
        </p:sp>
        <p:sp>
          <p:nvSpPr>
            <p:cNvPr id="64" name="Inhaltsplatzhalter 4">
              <a:extLst>
                <a:ext uri="{FF2B5EF4-FFF2-40B4-BE49-F238E27FC236}">
                  <a16:creationId xmlns:a16="http://schemas.microsoft.com/office/drawing/2014/main" xmlns="" id="{6C7A401F-D085-4CAB-8F4F-DC65C13972E7}"/>
                </a:ext>
              </a:extLst>
            </p:cNvPr>
            <p:cNvSpPr txBox="1"/>
            <p:nvPr/>
          </p:nvSpPr>
          <p:spPr>
            <a:xfrm>
              <a:off x="604358" y="3786312"/>
              <a:ext cx="2014555" cy="1346522"/>
            </a:xfrm>
            <a:prstGeom prst="rect">
              <a:avLst/>
            </a:prstGeom>
          </p:spPr>
          <p:txBody>
            <a:bodyPr wrap="square" lIns="0" tIns="0" rIns="0" bIns="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defTabSz="914400">
                <a:lnSpc>
                  <a:spcPct val="150000"/>
                </a:lnSpc>
                <a:spcAft>
                  <a:spcPts val="0"/>
                </a:spcAft>
                <a:buNone/>
              </a:pPr>
              <a:r>
                <a:rPr lang="zh-CN" altLang="en-US" sz="1800" dirty="0">
                  <a:solidFill>
                    <a:srgbClr val="21456D"/>
                  </a:solidFill>
                  <a:latin typeface="微软雅黑" panose="020B0503020204020204" pitchFamily="34" charset="-122"/>
                  <a:ea typeface="微软雅黑" panose="020B0503020204020204" pitchFamily="34" charset="-122"/>
                  <a:cs typeface="+mn-ea"/>
                  <a:sym typeface="+mn-lt"/>
                </a:rPr>
                <a:t>工作不足</a:t>
              </a:r>
              <a: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t/>
              </a:r>
              <a:b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br>
              <a:r>
                <a:rPr lang="zh-CN" altLang="en-US" sz="1100" dirty="0">
                  <a:solidFill>
                    <a:prstClr val="black"/>
                  </a:solidFill>
                  <a:latin typeface="微软雅黑" panose="020B0503020204020204" pitchFamily="34" charset="-122"/>
                  <a:ea typeface="微软雅黑" panose="020B0503020204020204" pitchFamily="34" charset="-122"/>
                  <a:cs typeface="+mn-ea"/>
                  <a:sym typeface="+mn-lt"/>
                </a:rPr>
                <a:t>点击添加主要文字内容点击添加主要文字内容点击添加文字</a:t>
              </a:r>
              <a:endParaRPr lang="en-US" altLang="zh-CN"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50000"/>
                </a:lnSpc>
                <a:spcAft>
                  <a:spcPts val="0"/>
                </a:spcAft>
                <a:buNone/>
              </a:pPr>
              <a:endParaRPr lang="zh-CN" altLang="en-US"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00000"/>
                </a:lnSpc>
                <a:spcAft>
                  <a:spcPts val="1200"/>
                </a:spcAft>
                <a:buNone/>
              </a:pPr>
              <a:r>
                <a:rPr lang="en-US" sz="1100" dirty="0">
                  <a:solidFill>
                    <a:schemeClr val="bg1">
                      <a:lumMod val="50000"/>
                    </a:schemeClr>
                  </a:solidFill>
                  <a:latin typeface="微软雅黑" panose="020B0503020204020204" pitchFamily="34" charset="-122"/>
                  <a:ea typeface="微软雅黑" panose="020B0503020204020204" pitchFamily="34" charset="-122"/>
                  <a:cs typeface="+mn-ea"/>
                  <a:sym typeface="+mn-lt"/>
                </a:rPr>
                <a:t>. </a:t>
              </a:r>
            </a:p>
          </p:txBody>
        </p:sp>
        <p:sp>
          <p:nvSpPr>
            <p:cNvPr id="65" name="矩形 64">
              <a:extLst>
                <a:ext uri="{FF2B5EF4-FFF2-40B4-BE49-F238E27FC236}">
                  <a16:creationId xmlns:a16="http://schemas.microsoft.com/office/drawing/2014/main" xmlns="" id="{6502E450-32FF-493B-B97C-DB5629798785}"/>
                </a:ext>
              </a:extLst>
            </p:cNvPr>
            <p:cNvSpPr/>
            <p:nvPr/>
          </p:nvSpPr>
          <p:spPr>
            <a:xfrm>
              <a:off x="431801" y="4761801"/>
              <a:ext cx="2463800" cy="11065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9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p:txBody>
        </p:sp>
      </p:grpSp>
      <p:grpSp>
        <p:nvGrpSpPr>
          <p:cNvPr id="70" name="Group 39">
            <a:extLst>
              <a:ext uri="{FF2B5EF4-FFF2-40B4-BE49-F238E27FC236}">
                <a16:creationId xmlns:a16="http://schemas.microsoft.com/office/drawing/2014/main" xmlns="" id="{19463FB2-3EC8-414F-B01E-29961B7B1D83}"/>
              </a:ext>
            </a:extLst>
          </p:cNvPr>
          <p:cNvGrpSpPr/>
          <p:nvPr/>
        </p:nvGrpSpPr>
        <p:grpSpPr>
          <a:xfrm>
            <a:off x="8991599" y="2032185"/>
            <a:ext cx="2463800" cy="4014868"/>
            <a:chOff x="431801" y="1936935"/>
            <a:chExt cx="2463800" cy="4014868"/>
          </a:xfrm>
        </p:grpSpPr>
        <p:grpSp>
          <p:nvGrpSpPr>
            <p:cNvPr id="71" name="Group 48">
              <a:extLst>
                <a:ext uri="{FF2B5EF4-FFF2-40B4-BE49-F238E27FC236}">
                  <a16:creationId xmlns:a16="http://schemas.microsoft.com/office/drawing/2014/main" xmlns="" id="{12FEAD5D-1507-4F2A-8F92-03D4BD511ACA}"/>
                </a:ext>
              </a:extLst>
            </p:cNvPr>
            <p:cNvGrpSpPr/>
            <p:nvPr/>
          </p:nvGrpSpPr>
          <p:grpSpPr>
            <a:xfrm>
              <a:off x="431801" y="1936935"/>
              <a:ext cx="2463800" cy="4014868"/>
              <a:chOff x="508001" y="2108385"/>
              <a:chExt cx="2463800" cy="4014868"/>
            </a:xfrm>
          </p:grpSpPr>
          <p:sp>
            <p:nvSpPr>
              <p:cNvPr id="78" name="Rounded Rectangle 2">
                <a:extLst>
                  <a:ext uri="{FF2B5EF4-FFF2-40B4-BE49-F238E27FC236}">
                    <a16:creationId xmlns:a16="http://schemas.microsoft.com/office/drawing/2014/main" xmlns="" id="{CA550F60-6450-4999-98B9-AB989BD4673A}"/>
                  </a:ext>
                </a:extLst>
              </p:cNvPr>
              <p:cNvSpPr/>
              <p:nvPr/>
            </p:nvSpPr>
            <p:spPr>
              <a:xfrm>
                <a:off x="508001" y="2108385"/>
                <a:ext cx="2463800" cy="4014868"/>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79" name="Round Same Side Corner Rectangle 3">
                <a:extLst>
                  <a:ext uri="{FF2B5EF4-FFF2-40B4-BE49-F238E27FC236}">
                    <a16:creationId xmlns:a16="http://schemas.microsoft.com/office/drawing/2014/main" xmlns="" id="{0815C4D6-3155-4903-8762-D60AB0C95B24}"/>
                  </a:ext>
                </a:extLst>
              </p:cNvPr>
              <p:cNvSpPr/>
              <p:nvPr/>
            </p:nvSpPr>
            <p:spPr>
              <a:xfrm>
                <a:off x="508001" y="2108385"/>
                <a:ext cx="2463800" cy="1113825"/>
              </a:xfrm>
              <a:prstGeom prst="round2SameRect">
                <a:avLst>
                  <a:gd name="adj1" fmla="val 10686"/>
                  <a:gd name="adj2" fmla="val 0"/>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grpSp>
          <p:nvGrpSpPr>
            <p:cNvPr id="72" name="Group 8">
              <a:extLst>
                <a:ext uri="{FF2B5EF4-FFF2-40B4-BE49-F238E27FC236}">
                  <a16:creationId xmlns:a16="http://schemas.microsoft.com/office/drawing/2014/main" xmlns="" id="{07EEF055-1FC9-4FAE-820B-580C00C550B7}"/>
                </a:ext>
              </a:extLst>
            </p:cNvPr>
            <p:cNvGrpSpPr/>
            <p:nvPr/>
          </p:nvGrpSpPr>
          <p:grpSpPr>
            <a:xfrm>
              <a:off x="1036865" y="2409336"/>
              <a:ext cx="1253672" cy="1253672"/>
              <a:chOff x="1119415" y="2580786"/>
              <a:chExt cx="1253672" cy="1253672"/>
            </a:xfrm>
          </p:grpSpPr>
          <p:sp>
            <p:nvSpPr>
              <p:cNvPr id="76" name="Oval 4">
                <a:extLst>
                  <a:ext uri="{FF2B5EF4-FFF2-40B4-BE49-F238E27FC236}">
                    <a16:creationId xmlns:a16="http://schemas.microsoft.com/office/drawing/2014/main" xmlns="" id="{A887062E-2A22-4943-B2F1-F29217D6FF56}"/>
                  </a:ext>
                </a:extLst>
              </p:cNvPr>
              <p:cNvSpPr/>
              <p:nvPr/>
            </p:nvSpPr>
            <p:spPr>
              <a:xfrm>
                <a:off x="1119415" y="2580786"/>
                <a:ext cx="1253672" cy="1253672"/>
              </a:xfrm>
              <a:prstGeom prst="ellipse">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sp>
            <p:nvSpPr>
              <p:cNvPr id="77" name="Oval 5">
                <a:extLst>
                  <a:ext uri="{FF2B5EF4-FFF2-40B4-BE49-F238E27FC236}">
                    <a16:creationId xmlns:a16="http://schemas.microsoft.com/office/drawing/2014/main" xmlns="" id="{59779762-250B-41E6-AA4F-28B4AD4F66D5}"/>
                  </a:ext>
                </a:extLst>
              </p:cNvPr>
              <p:cNvSpPr/>
              <p:nvPr/>
            </p:nvSpPr>
            <p:spPr>
              <a:xfrm>
                <a:off x="1250047" y="2711418"/>
                <a:ext cx="992408" cy="9924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latin typeface="微软雅黑" panose="020B0503020204020204" pitchFamily="34" charset="-122"/>
                  <a:ea typeface="微软雅黑" panose="020B0503020204020204" pitchFamily="34" charset="-122"/>
                  <a:cs typeface="+mn-ea"/>
                  <a:sym typeface="+mn-lt"/>
                </a:endParaRPr>
              </a:p>
            </p:txBody>
          </p:sp>
        </p:grpSp>
        <p:sp>
          <p:nvSpPr>
            <p:cNvPr id="73" name="Freeform 124">
              <a:extLst>
                <a:ext uri="{FF2B5EF4-FFF2-40B4-BE49-F238E27FC236}">
                  <a16:creationId xmlns:a16="http://schemas.microsoft.com/office/drawing/2014/main" xmlns="" id="{C763E76F-DDCA-4EC2-8AEB-FD71A243FFB2}"/>
                </a:ext>
              </a:extLst>
            </p:cNvPr>
            <p:cNvSpPr>
              <a:spLocks noEditPoints="1"/>
            </p:cNvSpPr>
            <p:nvPr/>
          </p:nvSpPr>
          <p:spPr bwMode="auto">
            <a:xfrm>
              <a:off x="1447251" y="2761551"/>
              <a:ext cx="432899" cy="54924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solidFill>
            <a:ln w="0">
              <a:no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微软雅黑" panose="020B0503020204020204" pitchFamily="34" charset="-122"/>
                <a:ea typeface="微软雅黑" panose="020B0503020204020204" pitchFamily="34" charset="-122"/>
                <a:cs typeface="+mn-ea"/>
                <a:sym typeface="+mn-lt"/>
              </a:endParaRPr>
            </a:p>
          </p:txBody>
        </p:sp>
        <p:sp>
          <p:nvSpPr>
            <p:cNvPr id="74" name="Inhaltsplatzhalter 4">
              <a:extLst>
                <a:ext uri="{FF2B5EF4-FFF2-40B4-BE49-F238E27FC236}">
                  <a16:creationId xmlns:a16="http://schemas.microsoft.com/office/drawing/2014/main" xmlns="" id="{9EA46154-6D80-48A1-9684-164AF83C33B9}"/>
                </a:ext>
              </a:extLst>
            </p:cNvPr>
            <p:cNvSpPr txBox="1"/>
            <p:nvPr/>
          </p:nvSpPr>
          <p:spPr>
            <a:xfrm>
              <a:off x="604358" y="3786312"/>
              <a:ext cx="2014555" cy="1346522"/>
            </a:xfrm>
            <a:prstGeom prst="rect">
              <a:avLst/>
            </a:prstGeom>
          </p:spPr>
          <p:txBody>
            <a:bodyPr wrap="square" lIns="0" tIns="0" rIns="0" bIns="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defTabSz="914400">
                <a:lnSpc>
                  <a:spcPct val="150000"/>
                </a:lnSpc>
                <a:spcAft>
                  <a:spcPts val="0"/>
                </a:spcAft>
                <a:buNone/>
              </a:pPr>
              <a:r>
                <a:rPr lang="zh-CN" altLang="en-US" sz="1800" dirty="0">
                  <a:solidFill>
                    <a:srgbClr val="21456D"/>
                  </a:solidFill>
                  <a:latin typeface="微软雅黑" panose="020B0503020204020204" pitchFamily="34" charset="-122"/>
                  <a:ea typeface="微软雅黑" panose="020B0503020204020204" pitchFamily="34" charset="-122"/>
                  <a:cs typeface="+mn-ea"/>
                  <a:sym typeface="+mn-lt"/>
                </a:rPr>
                <a:t>工作不足</a:t>
              </a:r>
              <a: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t/>
              </a:r>
              <a:br>
                <a:rPr lang="en-US" sz="1400" b="1" dirty="0">
                  <a:solidFill>
                    <a:schemeClr val="bg1">
                      <a:lumMod val="50000"/>
                    </a:schemeClr>
                  </a:solidFill>
                  <a:latin typeface="微软雅黑" panose="020B0503020204020204" pitchFamily="34" charset="-122"/>
                  <a:ea typeface="微软雅黑" panose="020B0503020204020204" pitchFamily="34" charset="-122"/>
                  <a:cs typeface="+mn-ea"/>
                  <a:sym typeface="+mn-lt"/>
                </a:rPr>
              </a:br>
              <a:r>
                <a:rPr lang="zh-CN" altLang="en-US" sz="1100" dirty="0">
                  <a:solidFill>
                    <a:prstClr val="black"/>
                  </a:solidFill>
                  <a:latin typeface="微软雅黑" panose="020B0503020204020204" pitchFamily="34" charset="-122"/>
                  <a:ea typeface="微软雅黑" panose="020B0503020204020204" pitchFamily="34" charset="-122"/>
                  <a:cs typeface="+mn-ea"/>
                  <a:sym typeface="+mn-lt"/>
                </a:rPr>
                <a:t>点击添加主要文字内容点击添加主要文字内容点击添加文字</a:t>
              </a:r>
              <a:endParaRPr lang="en-US" altLang="zh-CN"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50000"/>
                </a:lnSpc>
                <a:spcAft>
                  <a:spcPts val="0"/>
                </a:spcAft>
                <a:buNone/>
              </a:pPr>
              <a:endParaRPr lang="zh-CN" altLang="en-US" sz="1100" dirty="0">
                <a:solidFill>
                  <a:prstClr val="black"/>
                </a:solidFill>
                <a:latin typeface="微软雅黑" panose="020B0503020204020204" pitchFamily="34" charset="-122"/>
                <a:ea typeface="微软雅黑" panose="020B0503020204020204" pitchFamily="34" charset="-122"/>
                <a:cs typeface="+mn-ea"/>
                <a:sym typeface="+mn-lt"/>
              </a:endParaRPr>
            </a:p>
            <a:p>
              <a:pPr marL="0" lvl="0" indent="0" algn="ctr" defTabSz="914400">
                <a:lnSpc>
                  <a:spcPct val="100000"/>
                </a:lnSpc>
                <a:spcAft>
                  <a:spcPts val="1200"/>
                </a:spcAft>
                <a:buNone/>
              </a:pPr>
              <a:r>
                <a:rPr lang="en-US" sz="1100" dirty="0">
                  <a:solidFill>
                    <a:schemeClr val="bg1">
                      <a:lumMod val="50000"/>
                    </a:schemeClr>
                  </a:solidFill>
                  <a:latin typeface="微软雅黑" panose="020B0503020204020204" pitchFamily="34" charset="-122"/>
                  <a:ea typeface="微软雅黑" panose="020B0503020204020204" pitchFamily="34" charset="-122"/>
                  <a:cs typeface="+mn-ea"/>
                  <a:sym typeface="+mn-lt"/>
                </a:rPr>
                <a:t>. </a:t>
              </a:r>
            </a:p>
          </p:txBody>
        </p:sp>
        <p:sp>
          <p:nvSpPr>
            <p:cNvPr id="75" name="矩形 74">
              <a:extLst>
                <a:ext uri="{FF2B5EF4-FFF2-40B4-BE49-F238E27FC236}">
                  <a16:creationId xmlns:a16="http://schemas.microsoft.com/office/drawing/2014/main" xmlns="" id="{E6267E7F-276A-4326-8424-A98BA363511D}"/>
                </a:ext>
              </a:extLst>
            </p:cNvPr>
            <p:cNvSpPr/>
            <p:nvPr/>
          </p:nvSpPr>
          <p:spPr>
            <a:xfrm>
              <a:off x="431801" y="4761801"/>
              <a:ext cx="2463800" cy="11065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900" spc="16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Pellentesque habitant morbi tristique senectus et netus et malesuada fames ac turpis egestas. Proin pharetra nonummy pede. Mauris et orci.</a:t>
              </a:r>
            </a:p>
          </p:txBody>
        </p:sp>
      </p:grpSp>
    </p:spTree>
    <p:custDataLst>
      <p:tags r:id="rId1"/>
    </p:custDataLst>
    <p:extLst>
      <p:ext uri="{BB962C8B-B14F-4D97-AF65-F5344CB8AC3E}">
        <p14:creationId xmlns:p14="http://schemas.microsoft.com/office/powerpoint/2010/main" val="9786340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2000">
        <p15:prstTrans prst="peelOff"/>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additive="base">
                                        <p:cTn id="7" dur="500" fill="hold"/>
                                        <p:tgtEl>
                                          <p:spTgt spid="80"/>
                                        </p:tgtEl>
                                        <p:attrNameLst>
                                          <p:attrName>ppt_x</p:attrName>
                                        </p:attrNameLst>
                                      </p:cBhvr>
                                      <p:tavLst>
                                        <p:tav tm="0">
                                          <p:val>
                                            <p:strVal val="#ppt_x"/>
                                          </p:val>
                                        </p:tav>
                                        <p:tav tm="100000">
                                          <p:val>
                                            <p:strVal val="#ppt_x"/>
                                          </p:val>
                                        </p:tav>
                                      </p:tavLst>
                                    </p:anim>
                                    <p:anim calcmode="lin" valueType="num">
                                      <p:cBhvr additive="base">
                                        <p:cTn id="8" dur="500" fill="hold"/>
                                        <p:tgtEl>
                                          <p:spTgt spid="8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0"/>
                                        </p:tgtEl>
                                        <p:attrNameLst>
                                          <p:attrName>style.visibility</p:attrName>
                                        </p:attrNameLst>
                                      </p:cBhvr>
                                      <p:to>
                                        <p:strVal val="visible"/>
                                      </p:to>
                                    </p:set>
                                    <p:anim calcmode="lin" valueType="num">
                                      <p:cBhvr additive="base">
                                        <p:cTn id="12" dur="500" fill="hold"/>
                                        <p:tgtEl>
                                          <p:spTgt spid="50"/>
                                        </p:tgtEl>
                                        <p:attrNameLst>
                                          <p:attrName>ppt_x</p:attrName>
                                        </p:attrNameLst>
                                      </p:cBhvr>
                                      <p:tavLst>
                                        <p:tav tm="0">
                                          <p:val>
                                            <p:strVal val="#ppt_x"/>
                                          </p:val>
                                        </p:tav>
                                        <p:tav tm="100000">
                                          <p:val>
                                            <p:strVal val="#ppt_x"/>
                                          </p:val>
                                        </p:tav>
                                      </p:tavLst>
                                    </p:anim>
                                    <p:anim calcmode="lin" valueType="num">
                                      <p:cBhvr additive="base">
                                        <p:cTn id="13" dur="500" fill="hold"/>
                                        <p:tgtEl>
                                          <p:spTgt spid="5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additive="base">
                                        <p:cTn id="17" dur="500" fill="hold"/>
                                        <p:tgtEl>
                                          <p:spTgt spid="60"/>
                                        </p:tgtEl>
                                        <p:attrNameLst>
                                          <p:attrName>ppt_x</p:attrName>
                                        </p:attrNameLst>
                                      </p:cBhvr>
                                      <p:tavLst>
                                        <p:tav tm="0">
                                          <p:val>
                                            <p:strVal val="#ppt_x"/>
                                          </p:val>
                                        </p:tav>
                                        <p:tav tm="100000">
                                          <p:val>
                                            <p:strVal val="#ppt_x"/>
                                          </p:val>
                                        </p:tav>
                                      </p:tavLst>
                                    </p:anim>
                                    <p:anim calcmode="lin" valueType="num">
                                      <p:cBhvr additive="base">
                                        <p:cTn id="18" dur="500" fill="hold"/>
                                        <p:tgtEl>
                                          <p:spTgt spid="6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0"/>
                                        </p:tgtEl>
                                        <p:attrNameLst>
                                          <p:attrName>style.visibility</p:attrName>
                                        </p:attrNameLst>
                                      </p:cBhvr>
                                      <p:to>
                                        <p:strVal val="visible"/>
                                      </p:to>
                                    </p:set>
                                    <p:anim calcmode="lin" valueType="num">
                                      <p:cBhvr additive="base">
                                        <p:cTn id="22" dur="500" fill="hold"/>
                                        <p:tgtEl>
                                          <p:spTgt spid="70"/>
                                        </p:tgtEl>
                                        <p:attrNameLst>
                                          <p:attrName>ppt_x</p:attrName>
                                        </p:attrNameLst>
                                      </p:cBhvr>
                                      <p:tavLst>
                                        <p:tav tm="0">
                                          <p:val>
                                            <p:strVal val="#ppt_x"/>
                                          </p:val>
                                        </p:tav>
                                        <p:tav tm="100000">
                                          <p:val>
                                            <p:strVal val="#ppt_x"/>
                                          </p:val>
                                        </p:tav>
                                      </p:tavLst>
                                    </p:anim>
                                    <p:anim calcmode="lin" valueType="num">
                                      <p:cBhvr additive="base">
                                        <p:cTn id="23"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C710A07-2A28-40EC-8D93-D7387474F0E6}"/>
              </a:ext>
            </a:extLst>
          </p:cNvPr>
          <p:cNvSpPr/>
          <p:nvPr/>
        </p:nvSpPr>
        <p:spPr>
          <a:xfrm>
            <a:off x="-28836" y="1053684"/>
            <a:ext cx="12192001" cy="5804316"/>
          </a:xfrm>
          <a:prstGeom prst="rect">
            <a:avLst/>
          </a:prstGeom>
          <a:blipFill dpi="0" rotWithShape="1">
            <a:blip r:embed="rId2">
              <a:alphaModFix amt="10000"/>
            </a:blip>
            <a:srcRect/>
            <a:stretch>
              <a:fillRect t="1" b="-18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4" name="矩形 3">
            <a:extLst>
              <a:ext uri="{FF2B5EF4-FFF2-40B4-BE49-F238E27FC236}">
                <a16:creationId xmlns:a16="http://schemas.microsoft.com/office/drawing/2014/main" xmlns="" id="{E007A7BA-1DE5-4665-9D30-DF265963F3B3}"/>
              </a:ext>
            </a:extLst>
          </p:cNvPr>
          <p:cNvSpPr/>
          <p:nvPr/>
        </p:nvSpPr>
        <p:spPr>
          <a:xfrm>
            <a:off x="-57671" y="1657350"/>
            <a:ext cx="12249671" cy="390525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sp>
        <p:nvSpPr>
          <p:cNvPr id="9" name="任意多边形: 形状 8">
            <a:extLst>
              <a:ext uri="{FF2B5EF4-FFF2-40B4-BE49-F238E27FC236}">
                <a16:creationId xmlns:a16="http://schemas.microsoft.com/office/drawing/2014/main" xmlns="" id="{D6B1D381-2032-4BBA-9BCC-3F2ED3F7A23C}"/>
              </a:ext>
            </a:extLst>
          </p:cNvPr>
          <p:cNvSpPr/>
          <p:nvPr/>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1" name="矩形 10">
            <a:extLst>
              <a:ext uri="{FF2B5EF4-FFF2-40B4-BE49-F238E27FC236}">
                <a16:creationId xmlns:a16="http://schemas.microsoft.com/office/drawing/2014/main" xmlns="" id="{D3C6F1E2-5A04-4423-A6C1-9B04901EF96E}"/>
              </a:ext>
            </a:extLst>
          </p:cNvPr>
          <p:cNvSpPr/>
          <p:nvPr/>
        </p:nvSpPr>
        <p:spPr>
          <a:xfrm flipH="1">
            <a:off x="-47886" y="2076450"/>
            <a:ext cx="12240000" cy="30099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宋体" panose="02020700000000000000" pitchFamily="18" charset="-122"/>
              <a:ea typeface="思源宋体" panose="02020700000000000000" pitchFamily="18" charset="-122"/>
            </a:endParaRPr>
          </a:p>
        </p:txBody>
      </p:sp>
      <p:grpSp>
        <p:nvGrpSpPr>
          <p:cNvPr id="8" name="组合 7">
            <a:extLst>
              <a:ext uri="{FF2B5EF4-FFF2-40B4-BE49-F238E27FC236}">
                <a16:creationId xmlns:a16="http://schemas.microsoft.com/office/drawing/2014/main" xmlns="" id="{14B152BA-FB3A-4DEF-97AF-2D3132A6379B}"/>
              </a:ext>
            </a:extLst>
          </p:cNvPr>
          <p:cNvGrpSpPr/>
          <p:nvPr/>
        </p:nvGrpSpPr>
        <p:grpSpPr>
          <a:xfrm>
            <a:off x="9679404" y="4242544"/>
            <a:ext cx="2512596" cy="2615456"/>
            <a:chOff x="9679404" y="4242544"/>
            <a:chExt cx="2512596" cy="2615456"/>
          </a:xfrm>
        </p:grpSpPr>
        <p:sp>
          <p:nvSpPr>
            <p:cNvPr id="10" name="任意多边形: 形状 9">
              <a:extLst>
                <a:ext uri="{FF2B5EF4-FFF2-40B4-BE49-F238E27FC236}">
                  <a16:creationId xmlns:a16="http://schemas.microsoft.com/office/drawing/2014/main" xmlns="" id="{616D1BA4-5DFB-495C-B4C0-D9BF0BD2A928}"/>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sp>
          <p:nvSpPr>
            <p:cNvPr id="22" name="任意多边形: 形状 21">
              <a:extLst>
                <a:ext uri="{FF2B5EF4-FFF2-40B4-BE49-F238E27FC236}">
                  <a16:creationId xmlns:a16="http://schemas.microsoft.com/office/drawing/2014/main" xmlns="" id="{A7585635-9F29-4E63-8ED6-2D0E97E9D29A}"/>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思源宋体" panose="02020700000000000000" pitchFamily="18" charset="-122"/>
                <a:ea typeface="思源宋体" panose="02020700000000000000" pitchFamily="18" charset="-122"/>
              </a:endParaRPr>
            </a:p>
          </p:txBody>
        </p:sp>
      </p:grpSp>
      <p:sp>
        <p:nvSpPr>
          <p:cNvPr id="28" name="文本框 27">
            <a:extLst>
              <a:ext uri="{FF2B5EF4-FFF2-40B4-BE49-F238E27FC236}">
                <a16:creationId xmlns:a16="http://schemas.microsoft.com/office/drawing/2014/main" xmlns="" id="{5D8AB465-9371-4219-94C0-2D44DDA759B9}"/>
              </a:ext>
            </a:extLst>
          </p:cNvPr>
          <p:cNvSpPr txBox="1"/>
          <p:nvPr/>
        </p:nvSpPr>
        <p:spPr>
          <a:xfrm>
            <a:off x="504801" y="2381071"/>
            <a:ext cx="2660591" cy="2400657"/>
          </a:xfrm>
          <a:prstGeom prst="rect">
            <a:avLst/>
          </a:prstGeom>
          <a:noFill/>
        </p:spPr>
        <p:txBody>
          <a:bodyPr wrap="square" rtlCol="0">
            <a:spAutoFit/>
          </a:bodyPr>
          <a:lstStyle/>
          <a:p>
            <a:pPr algn="ctr"/>
            <a:r>
              <a:rPr lang="en-US" altLang="zh-CN"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rPr>
              <a:t>04</a:t>
            </a:r>
            <a:endParaRPr lang="zh-CN" altLang="en-US" sz="15000" dirty="0">
              <a:ln w="15875">
                <a:solidFill>
                  <a:schemeClr val="bg1"/>
                </a:solidFill>
              </a:ln>
              <a:solidFill>
                <a:schemeClr val="bg1"/>
              </a:solidFill>
              <a:effectLst>
                <a:outerShdw blurRad="50800" dist="38100" dir="2700000" algn="tl" rotWithShape="0">
                  <a:prstClr val="black">
                    <a:alpha val="10000"/>
                  </a:prstClr>
                </a:outerShdw>
              </a:effectLst>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xmlns="" id="{B4E23612-32A5-4085-A451-FACD073E4899}"/>
              </a:ext>
            </a:extLst>
          </p:cNvPr>
          <p:cNvSpPr txBox="1"/>
          <p:nvPr/>
        </p:nvSpPr>
        <p:spPr>
          <a:xfrm>
            <a:off x="4686426" y="2438042"/>
            <a:ext cx="4492584" cy="1246495"/>
          </a:xfrm>
          <a:prstGeom prst="rect">
            <a:avLst/>
          </a:prstGeom>
          <a:noFill/>
        </p:spPr>
        <p:txBody>
          <a:bodyPr wrap="square" rtlCol="0">
            <a:spAutoFit/>
          </a:bodyPr>
          <a:lstStyle/>
          <a:p>
            <a:pPr algn="dist"/>
            <a:r>
              <a:rPr lang="zh-CN" altLang="en-US" sz="7500" b="1" dirty="0">
                <a:ln w="19050">
                  <a:solidFill>
                    <a:schemeClr val="bg1"/>
                  </a:solidFill>
                </a:ln>
                <a:solidFill>
                  <a:schemeClr val="bg1"/>
                </a:solidFill>
                <a:effectLst>
                  <a:outerShdw blurRad="50800" dist="38100" dir="2700000" algn="tl" rotWithShape="0">
                    <a:prstClr val="black">
                      <a:alpha val="10000"/>
                    </a:prstClr>
                  </a:outerShdw>
                </a:effectLst>
                <a:latin typeface="思源宋体" panose="02020700000000000000" pitchFamily="18" charset="-122"/>
                <a:ea typeface="思源宋体" panose="02020700000000000000" pitchFamily="18" charset="-122"/>
              </a:rPr>
              <a:t>计划展望</a:t>
            </a:r>
          </a:p>
        </p:txBody>
      </p:sp>
      <p:sp>
        <p:nvSpPr>
          <p:cNvPr id="17" name="íṧḷîḓé">
            <a:extLst>
              <a:ext uri="{FF2B5EF4-FFF2-40B4-BE49-F238E27FC236}">
                <a16:creationId xmlns:a16="http://schemas.microsoft.com/office/drawing/2014/main" xmlns="" id="{11D660B9-8A14-4F63-B4EC-2AD67328DEA6}"/>
              </a:ext>
            </a:extLst>
          </p:cNvPr>
          <p:cNvSpPr/>
          <p:nvPr/>
        </p:nvSpPr>
        <p:spPr bwMode="auto">
          <a:xfrm>
            <a:off x="5327550" y="3883001"/>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cs typeface="+mn-ea"/>
                <a:sym typeface="+mn-lt"/>
              </a:rPr>
              <a:t>未来职业规划</a:t>
            </a:r>
          </a:p>
        </p:txBody>
      </p:sp>
      <p:sp>
        <p:nvSpPr>
          <p:cNvPr id="18" name="íṧḷîḓé">
            <a:extLst>
              <a:ext uri="{FF2B5EF4-FFF2-40B4-BE49-F238E27FC236}">
                <a16:creationId xmlns:a16="http://schemas.microsoft.com/office/drawing/2014/main" xmlns="" id="{3CDF2FF9-7CFA-40C0-B0E7-3212AC429FE2}"/>
              </a:ext>
            </a:extLst>
          </p:cNvPr>
          <p:cNvSpPr/>
          <p:nvPr/>
        </p:nvSpPr>
        <p:spPr bwMode="auto">
          <a:xfrm>
            <a:off x="6992645" y="3878338"/>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cs typeface="+mn-ea"/>
                <a:sym typeface="+mn-lt"/>
              </a:rPr>
              <a:t>下一步工作计划</a:t>
            </a:r>
          </a:p>
        </p:txBody>
      </p:sp>
      <p:sp>
        <p:nvSpPr>
          <p:cNvPr id="19" name="íṧḷîḓé">
            <a:extLst>
              <a:ext uri="{FF2B5EF4-FFF2-40B4-BE49-F238E27FC236}">
                <a16:creationId xmlns:a16="http://schemas.microsoft.com/office/drawing/2014/main" xmlns="" id="{AEBFC695-0153-4EF9-A65C-256D7DDF1A2F}"/>
              </a:ext>
            </a:extLst>
          </p:cNvPr>
          <p:cNvSpPr/>
          <p:nvPr/>
        </p:nvSpPr>
        <p:spPr bwMode="auto">
          <a:xfrm>
            <a:off x="5328667" y="4352619"/>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cs typeface="+mn-ea"/>
                <a:sym typeface="+mn-lt"/>
              </a:rPr>
              <a:t>实现目标的关键</a:t>
            </a:r>
          </a:p>
        </p:txBody>
      </p:sp>
      <p:sp>
        <p:nvSpPr>
          <p:cNvPr id="20" name="íṧḷîḓé">
            <a:extLst>
              <a:ext uri="{FF2B5EF4-FFF2-40B4-BE49-F238E27FC236}">
                <a16:creationId xmlns:a16="http://schemas.microsoft.com/office/drawing/2014/main" xmlns="" id="{D57B07D1-4A98-41EF-B3F3-646DC3EB8EE0}"/>
              </a:ext>
            </a:extLst>
          </p:cNvPr>
          <p:cNvSpPr/>
          <p:nvPr/>
        </p:nvSpPr>
        <p:spPr bwMode="auto">
          <a:xfrm>
            <a:off x="6993762" y="4347956"/>
            <a:ext cx="1768290" cy="38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just">
              <a:lnSpc>
                <a:spcPct val="130000"/>
              </a:lnSpc>
              <a:buFont typeface="Arial" panose="020B0604020202020204" pitchFamily="34" charset="0"/>
              <a:buChar char="•"/>
            </a:pPr>
            <a:r>
              <a:rPr lang="zh-CN" altLang="en-US" sz="1200" dirty="0">
                <a:solidFill>
                  <a:schemeClr val="bg1"/>
                </a:solidFill>
                <a:cs typeface="+mn-ea"/>
                <a:sym typeface="+mn-lt"/>
              </a:rPr>
              <a:t>实现目标的步骤</a:t>
            </a:r>
          </a:p>
        </p:txBody>
      </p:sp>
    </p:spTree>
    <p:extLst>
      <p:ext uri="{BB962C8B-B14F-4D97-AF65-F5344CB8AC3E}">
        <p14:creationId xmlns:p14="http://schemas.microsoft.com/office/powerpoint/2010/main" val="176851961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2" presetClass="entr" presetSubtype="2"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1+#ppt_w/2"/>
                                          </p:val>
                                        </p:tav>
                                        <p:tav tm="100000">
                                          <p:val>
                                            <p:strVal val="#ppt_x"/>
                                          </p:val>
                                        </p:tav>
                                      </p:tavLst>
                                    </p:anim>
                                    <p:anim calcmode="lin" valueType="num">
                                      <p:cBhvr additive="base">
                                        <p:cTn id="13" dur="500" fill="hold"/>
                                        <p:tgtEl>
                                          <p:spTgt spid="29"/>
                                        </p:tgtEl>
                                        <p:attrNameLst>
                                          <p:attrName>ppt_y</p:attrName>
                                        </p:attrNameLst>
                                      </p:cBhvr>
                                      <p:tavLst>
                                        <p:tav tm="0">
                                          <p:val>
                                            <p:strVal val="#ppt_y"/>
                                          </p:val>
                                        </p:tav>
                                        <p:tav tm="100000">
                                          <p:val>
                                            <p:strVal val="#ppt_y"/>
                                          </p:val>
                                        </p:tav>
                                      </p:tavLst>
                                    </p:anim>
                                  </p:childTnLst>
                                </p:cTn>
                              </p:par>
                              <p:par>
                                <p:cTn id="14" presetID="10" presetClass="entr" presetSubtype="0" fill="hold" grpId="0" nodeType="withEffect">
                                  <p:stCondLst>
                                    <p:cond delay="5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17" grpId="0"/>
      <p:bldP spid="18" grpId="0"/>
      <p:bldP spid="19"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未来职业规划</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04</a:t>
              </a:r>
            </a:p>
          </p:txBody>
        </p:sp>
      </p:grpSp>
      <p:sp>
        <p:nvSpPr>
          <p:cNvPr id="161" name="文本框 30">
            <a:extLst>
              <a:ext uri="{FF2B5EF4-FFF2-40B4-BE49-F238E27FC236}">
                <a16:creationId xmlns:a16="http://schemas.microsoft.com/office/drawing/2014/main" xmlns="" id="{7BD6EE04-2578-42CB-A8EF-0308189C7D69}"/>
              </a:ext>
            </a:extLst>
          </p:cNvPr>
          <p:cNvSpPr txBox="1"/>
          <p:nvPr/>
        </p:nvSpPr>
        <p:spPr>
          <a:xfrm>
            <a:off x="715128" y="3115730"/>
            <a:ext cx="707245" cy="1692771"/>
          </a:xfrm>
          <a:prstGeom prst="rect">
            <a:avLst/>
          </a:prstGeom>
          <a:noFill/>
        </p:spPr>
        <p:txBody>
          <a:bodyPr wrap="square" rtlCol="0">
            <a:spAutoFit/>
          </a:bodyPr>
          <a:lstStyle/>
          <a:p>
            <a:r>
              <a:rPr lang="zh-CN" altLang="en-US" sz="2600" b="1" dirty="0">
                <a:solidFill>
                  <a:srgbClr val="1257F1"/>
                </a:solidFill>
                <a:latin typeface="微软雅黑" pitchFamily="34" charset="-122"/>
                <a:ea typeface="微软雅黑" pitchFamily="34" charset="-122"/>
              </a:rPr>
              <a:t>工作计划</a:t>
            </a:r>
          </a:p>
        </p:txBody>
      </p:sp>
      <p:sp>
        <p:nvSpPr>
          <p:cNvPr id="162" name="i$1îḋê">
            <a:extLst>
              <a:ext uri="{FF2B5EF4-FFF2-40B4-BE49-F238E27FC236}">
                <a16:creationId xmlns:a16="http://schemas.microsoft.com/office/drawing/2014/main" xmlns="" id="{49CD84D9-FCDA-4434-BF0D-36AD08698DD4}"/>
              </a:ext>
            </a:extLst>
          </p:cNvPr>
          <p:cNvSpPr/>
          <p:nvPr/>
        </p:nvSpPr>
        <p:spPr bwMode="auto">
          <a:xfrm>
            <a:off x="3995906" y="2366653"/>
            <a:ext cx="1404052" cy="352806"/>
          </a:xfrm>
          <a:prstGeom prst="roundRect">
            <a:avLst>
              <a:gd name="adj" fmla="val 0"/>
            </a:avLst>
          </a:prstGeom>
          <a:noFill/>
          <a:ln w="28575" algn="ctr">
            <a:noFill/>
            <a:round/>
            <a:headEnd/>
            <a:tailEnd/>
          </a:ln>
        </p:spPr>
        <p:txBody>
          <a:bodyPr wrap="none" lIns="91440" tIns="45720" rIns="91440" bIns="45720" anchor="ctr">
            <a:normAutofit/>
          </a:bodyPr>
          <a:lstStyle/>
          <a:p>
            <a:pPr defTabSz="914400"/>
            <a:r>
              <a:rPr lang="zh-CN" altLang="en-US" sz="1600" b="1" kern="0" dirty="0">
                <a:latin typeface="微软雅黑" panose="020B0503020204020204" pitchFamily="34" charset="-122"/>
                <a:ea typeface="微软雅黑" panose="020B0503020204020204" pitchFamily="34" charset="-122"/>
              </a:rPr>
              <a:t>工作计划一</a:t>
            </a:r>
          </a:p>
        </p:txBody>
      </p:sp>
      <p:sp>
        <p:nvSpPr>
          <p:cNvPr id="163" name="íŝ1îďé">
            <a:extLst>
              <a:ext uri="{FF2B5EF4-FFF2-40B4-BE49-F238E27FC236}">
                <a16:creationId xmlns:a16="http://schemas.microsoft.com/office/drawing/2014/main" xmlns="" id="{89BA36CB-5AEA-4FFF-9E42-965C49134D6B}"/>
              </a:ext>
            </a:extLst>
          </p:cNvPr>
          <p:cNvSpPr/>
          <p:nvPr/>
        </p:nvSpPr>
        <p:spPr bwMode="auto">
          <a:xfrm>
            <a:off x="3513740" y="2724589"/>
            <a:ext cx="2141075" cy="6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spcBef>
                <a:spcPct val="0"/>
              </a:spcBef>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点击输入简要文字内容，文字内容需概括精炼</a:t>
            </a:r>
            <a:endParaRPr lang="en-US" altLang="zh-CN" sz="1400" dirty="0"/>
          </a:p>
        </p:txBody>
      </p:sp>
      <p:sp>
        <p:nvSpPr>
          <p:cNvPr id="164" name="îšļîdè">
            <a:extLst>
              <a:ext uri="{FF2B5EF4-FFF2-40B4-BE49-F238E27FC236}">
                <a16:creationId xmlns:a16="http://schemas.microsoft.com/office/drawing/2014/main" xmlns="" id="{46E17CE2-3DF8-441C-A434-601BE659973E}"/>
              </a:ext>
            </a:extLst>
          </p:cNvPr>
          <p:cNvSpPr/>
          <p:nvPr/>
        </p:nvSpPr>
        <p:spPr bwMode="auto">
          <a:xfrm>
            <a:off x="8779703" y="2454006"/>
            <a:ext cx="1608069" cy="332097"/>
          </a:xfrm>
          <a:prstGeom prst="roundRect">
            <a:avLst>
              <a:gd name="adj" fmla="val 0"/>
            </a:avLst>
          </a:prstGeom>
          <a:noFill/>
          <a:ln w="28575" algn="ctr">
            <a:noFill/>
            <a:round/>
            <a:headEnd/>
            <a:tailEnd/>
          </a:ln>
        </p:spPr>
        <p:txBody>
          <a:bodyPr wrap="none" lIns="91440" tIns="45720" rIns="91440" bIns="45720" anchor="ctr">
            <a:normAutofit lnSpcReduction="10000"/>
          </a:bodyPr>
          <a:lstStyle/>
          <a:p>
            <a:pPr defTabSz="914400"/>
            <a:r>
              <a:rPr lang="zh-CN" altLang="en-US" sz="1600" b="1" kern="0" dirty="0">
                <a:latin typeface="微软雅黑" panose="020B0503020204020204" pitchFamily="34" charset="-122"/>
                <a:ea typeface="微软雅黑" panose="020B0503020204020204" pitchFamily="34" charset="-122"/>
              </a:rPr>
              <a:t>工作计划三</a:t>
            </a:r>
          </a:p>
        </p:txBody>
      </p:sp>
      <p:sp>
        <p:nvSpPr>
          <p:cNvPr id="165" name="íṥliḑé">
            <a:extLst>
              <a:ext uri="{FF2B5EF4-FFF2-40B4-BE49-F238E27FC236}">
                <a16:creationId xmlns:a16="http://schemas.microsoft.com/office/drawing/2014/main" xmlns="" id="{73DF06F3-4BDB-4DBF-B3BF-386951CCF35D}"/>
              </a:ext>
            </a:extLst>
          </p:cNvPr>
          <p:cNvSpPr/>
          <p:nvPr/>
        </p:nvSpPr>
        <p:spPr bwMode="auto">
          <a:xfrm>
            <a:off x="8443151" y="2777635"/>
            <a:ext cx="2141075" cy="6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spcBef>
                <a:spcPct val="0"/>
              </a:spcBef>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点击输入简要文字内容，文字内容需概括精炼</a:t>
            </a:r>
            <a:endParaRPr lang="en-US" altLang="zh-CN" sz="1400" dirty="0"/>
          </a:p>
          <a:p>
            <a:pPr>
              <a:lnSpc>
                <a:spcPct val="150000"/>
              </a:lnSpc>
              <a:spcBef>
                <a:spcPct val="0"/>
              </a:spcBef>
            </a:pPr>
            <a:endParaRPr lang="en-US" altLang="zh-CN" sz="1400" dirty="0"/>
          </a:p>
        </p:txBody>
      </p:sp>
      <p:sp>
        <p:nvSpPr>
          <p:cNvPr id="166" name="ísḷîdè">
            <a:extLst>
              <a:ext uri="{FF2B5EF4-FFF2-40B4-BE49-F238E27FC236}">
                <a16:creationId xmlns:a16="http://schemas.microsoft.com/office/drawing/2014/main" xmlns="" id="{4166CAF1-FBFF-4519-B20A-6F86970125C7}"/>
              </a:ext>
            </a:extLst>
          </p:cNvPr>
          <p:cNvSpPr/>
          <p:nvPr/>
        </p:nvSpPr>
        <p:spPr bwMode="auto">
          <a:xfrm>
            <a:off x="6558317" y="2418212"/>
            <a:ext cx="1608069" cy="352806"/>
          </a:xfrm>
          <a:prstGeom prst="roundRect">
            <a:avLst>
              <a:gd name="adj" fmla="val 0"/>
            </a:avLst>
          </a:prstGeom>
          <a:noFill/>
          <a:ln w="28575" algn="ctr">
            <a:noFill/>
            <a:round/>
            <a:headEnd/>
            <a:tailEnd/>
          </a:ln>
        </p:spPr>
        <p:txBody>
          <a:bodyPr wrap="none" lIns="91440" tIns="45720" rIns="91440" bIns="45720" anchor="ctr">
            <a:normAutofit/>
          </a:bodyPr>
          <a:lstStyle/>
          <a:p>
            <a:pPr defTabSz="914400"/>
            <a:r>
              <a:rPr lang="zh-CN" altLang="en-US" sz="1600" b="1" kern="0" dirty="0">
                <a:latin typeface="微软雅黑" panose="020B0503020204020204" pitchFamily="34" charset="-122"/>
                <a:ea typeface="微软雅黑" panose="020B0503020204020204" pitchFamily="34" charset="-122"/>
              </a:rPr>
              <a:t>工作计划二</a:t>
            </a:r>
          </a:p>
        </p:txBody>
      </p:sp>
      <p:sp>
        <p:nvSpPr>
          <p:cNvPr id="167" name="iṡḻíḍê">
            <a:extLst>
              <a:ext uri="{FF2B5EF4-FFF2-40B4-BE49-F238E27FC236}">
                <a16:creationId xmlns:a16="http://schemas.microsoft.com/office/drawing/2014/main" xmlns="" id="{0BAD2F85-4FDE-484B-B388-0641C09DB266}"/>
              </a:ext>
            </a:extLst>
          </p:cNvPr>
          <p:cNvSpPr/>
          <p:nvPr/>
        </p:nvSpPr>
        <p:spPr bwMode="auto">
          <a:xfrm>
            <a:off x="6233995" y="2742885"/>
            <a:ext cx="2141075" cy="6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spcBef>
                <a:spcPct val="0"/>
              </a:spcBef>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点击输入简要文字内容，文字内容需概括精炼</a:t>
            </a:r>
            <a:endParaRPr lang="en-US" altLang="zh-CN" sz="1400" dirty="0"/>
          </a:p>
          <a:p>
            <a:pPr>
              <a:lnSpc>
                <a:spcPct val="150000"/>
              </a:lnSpc>
              <a:spcBef>
                <a:spcPct val="0"/>
              </a:spcBef>
            </a:pPr>
            <a:endParaRPr lang="en-US" altLang="zh-CN" sz="1400" dirty="0"/>
          </a:p>
        </p:txBody>
      </p:sp>
      <p:sp>
        <p:nvSpPr>
          <p:cNvPr id="168" name="íś1ïďe">
            <a:extLst>
              <a:ext uri="{FF2B5EF4-FFF2-40B4-BE49-F238E27FC236}">
                <a16:creationId xmlns:a16="http://schemas.microsoft.com/office/drawing/2014/main" xmlns="" id="{B90E9C2C-C363-419E-ACEF-3858E61886AA}"/>
              </a:ext>
            </a:extLst>
          </p:cNvPr>
          <p:cNvSpPr/>
          <p:nvPr/>
        </p:nvSpPr>
        <p:spPr bwMode="auto">
          <a:xfrm>
            <a:off x="6438906" y="4899378"/>
            <a:ext cx="2135594" cy="355600"/>
          </a:xfrm>
          <a:prstGeom prst="roundRect">
            <a:avLst>
              <a:gd name="adj" fmla="val 0"/>
            </a:avLst>
          </a:prstGeom>
          <a:noFill/>
          <a:ln w="28575" algn="ctr">
            <a:noFill/>
            <a:round/>
            <a:headEnd/>
            <a:tailEnd/>
          </a:ln>
        </p:spPr>
        <p:txBody>
          <a:bodyPr wrap="none" lIns="91440" tIns="45720" rIns="91440" bIns="45720" anchor="ctr">
            <a:normAutofit/>
          </a:bodyPr>
          <a:lstStyle/>
          <a:p>
            <a:pPr defTabSz="914400"/>
            <a:r>
              <a:rPr lang="zh-CN" altLang="en-US" sz="1600" b="1" kern="0" dirty="0">
                <a:latin typeface="微软雅黑" panose="020B0503020204020204" pitchFamily="34" charset="-122"/>
                <a:ea typeface="微软雅黑" panose="020B0503020204020204" pitchFamily="34" charset="-122"/>
              </a:rPr>
              <a:t>工作计划五</a:t>
            </a:r>
          </a:p>
        </p:txBody>
      </p:sp>
      <p:sp>
        <p:nvSpPr>
          <p:cNvPr id="169" name="îŝļïďe">
            <a:extLst>
              <a:ext uri="{FF2B5EF4-FFF2-40B4-BE49-F238E27FC236}">
                <a16:creationId xmlns:a16="http://schemas.microsoft.com/office/drawing/2014/main" xmlns="" id="{3C14D19C-A5EC-4C53-BB72-DB88D8F77A0D}"/>
              </a:ext>
            </a:extLst>
          </p:cNvPr>
          <p:cNvSpPr/>
          <p:nvPr/>
        </p:nvSpPr>
        <p:spPr bwMode="auto">
          <a:xfrm>
            <a:off x="10254842" y="4554039"/>
            <a:ext cx="1236633" cy="429960"/>
          </a:xfrm>
          <a:prstGeom prst="roundRect">
            <a:avLst>
              <a:gd name="adj" fmla="val 0"/>
            </a:avLst>
          </a:prstGeom>
          <a:noFill/>
          <a:ln w="28575" algn="ctr">
            <a:noFill/>
            <a:round/>
            <a:headEnd/>
            <a:tailEnd/>
          </a:ln>
        </p:spPr>
        <p:txBody>
          <a:bodyPr wrap="none" lIns="91440" tIns="45720" rIns="91440" bIns="45720" anchor="ctr">
            <a:normAutofit/>
          </a:bodyPr>
          <a:lstStyle/>
          <a:p>
            <a:pPr defTabSz="914400"/>
            <a:r>
              <a:rPr lang="zh-CN" altLang="en-US" sz="1600" b="1" kern="0" dirty="0">
                <a:latin typeface="微软雅黑" panose="020B0503020204020204" pitchFamily="34" charset="-122"/>
                <a:ea typeface="微软雅黑" panose="020B0503020204020204" pitchFamily="34" charset="-122"/>
              </a:rPr>
              <a:t>工作计划四</a:t>
            </a:r>
          </a:p>
        </p:txBody>
      </p:sp>
      <p:sp>
        <p:nvSpPr>
          <p:cNvPr id="170" name="ïṣḷîḑé">
            <a:extLst>
              <a:ext uri="{FF2B5EF4-FFF2-40B4-BE49-F238E27FC236}">
                <a16:creationId xmlns:a16="http://schemas.microsoft.com/office/drawing/2014/main" xmlns="" id="{E17AEEAF-7D61-400D-AACC-4F45C0204541}"/>
              </a:ext>
            </a:extLst>
          </p:cNvPr>
          <p:cNvSpPr/>
          <p:nvPr/>
        </p:nvSpPr>
        <p:spPr bwMode="auto">
          <a:xfrm>
            <a:off x="2767261" y="4541449"/>
            <a:ext cx="2135594" cy="355600"/>
          </a:xfrm>
          <a:prstGeom prst="roundRect">
            <a:avLst>
              <a:gd name="adj" fmla="val 0"/>
            </a:avLst>
          </a:prstGeom>
          <a:noFill/>
          <a:ln w="28575" algn="ctr">
            <a:noFill/>
            <a:round/>
            <a:headEnd/>
            <a:tailEnd/>
          </a:ln>
        </p:spPr>
        <p:txBody>
          <a:bodyPr wrap="none" lIns="91440" tIns="45720" rIns="91440" bIns="45720" anchor="ctr">
            <a:normAutofit/>
          </a:bodyPr>
          <a:lstStyle/>
          <a:p>
            <a:pPr defTabSz="914400"/>
            <a:r>
              <a:rPr lang="zh-CN" altLang="en-US" sz="1600" b="1" kern="0" dirty="0">
                <a:latin typeface="微软雅黑" panose="020B0503020204020204" pitchFamily="34" charset="-122"/>
                <a:ea typeface="微软雅黑" panose="020B0503020204020204" pitchFamily="34" charset="-122"/>
              </a:rPr>
              <a:t>工作计划六</a:t>
            </a:r>
          </a:p>
        </p:txBody>
      </p:sp>
      <p:sp>
        <p:nvSpPr>
          <p:cNvPr id="171" name="ï$ľîḋê">
            <a:extLst>
              <a:ext uri="{FF2B5EF4-FFF2-40B4-BE49-F238E27FC236}">
                <a16:creationId xmlns:a16="http://schemas.microsoft.com/office/drawing/2014/main" xmlns="" id="{1E10099C-35A1-41CB-BA44-6E82EAF172EC}"/>
              </a:ext>
            </a:extLst>
          </p:cNvPr>
          <p:cNvSpPr/>
          <p:nvPr/>
        </p:nvSpPr>
        <p:spPr bwMode="auto">
          <a:xfrm>
            <a:off x="2327235" y="4944476"/>
            <a:ext cx="2141075" cy="6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spcBef>
                <a:spcPct val="0"/>
              </a:spcBef>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点击输入简要文字内容，文字内容需概括精炼</a:t>
            </a:r>
            <a:endParaRPr lang="en-US" altLang="zh-CN" sz="1400" dirty="0"/>
          </a:p>
          <a:p>
            <a:pPr>
              <a:lnSpc>
                <a:spcPct val="150000"/>
              </a:lnSpc>
              <a:spcBef>
                <a:spcPct val="0"/>
              </a:spcBef>
            </a:pPr>
            <a:endParaRPr lang="en-US" altLang="zh-CN" sz="1400" dirty="0"/>
          </a:p>
        </p:txBody>
      </p:sp>
      <p:sp>
        <p:nvSpPr>
          <p:cNvPr id="172" name="ïṩļíḓê">
            <a:extLst>
              <a:ext uri="{FF2B5EF4-FFF2-40B4-BE49-F238E27FC236}">
                <a16:creationId xmlns:a16="http://schemas.microsoft.com/office/drawing/2014/main" xmlns="" id="{F4A0A5CC-74B8-44FE-BF75-722517E0FA45}"/>
              </a:ext>
            </a:extLst>
          </p:cNvPr>
          <p:cNvSpPr/>
          <p:nvPr/>
        </p:nvSpPr>
        <p:spPr>
          <a:xfrm>
            <a:off x="1972787" y="2054610"/>
            <a:ext cx="8492018" cy="2521139"/>
          </a:xfrm>
          <a:custGeom>
            <a:avLst/>
            <a:gdLst/>
            <a:ahLst/>
            <a:cxnLst/>
            <a:rect l="0" t="0" r="0" b="0"/>
            <a:pathLst>
              <a:path w="120000" h="120000" extrusionOk="0">
                <a:moveTo>
                  <a:pt x="31167" y="120000"/>
                </a:moveTo>
                <a:lnTo>
                  <a:pt x="105350" y="120000"/>
                </a:lnTo>
                <a:lnTo>
                  <a:pt x="105350" y="120000"/>
                </a:lnTo>
                <a:cubicBezTo>
                  <a:pt x="105603" y="120000"/>
                  <a:pt x="105843" y="119933"/>
                  <a:pt x="106097" y="119933"/>
                </a:cubicBezTo>
                <a:lnTo>
                  <a:pt x="106844" y="119733"/>
                </a:lnTo>
                <a:lnTo>
                  <a:pt x="107578" y="119334"/>
                </a:lnTo>
                <a:cubicBezTo>
                  <a:pt x="107818" y="119134"/>
                  <a:pt x="108058" y="119001"/>
                  <a:pt x="108298" y="118801"/>
                </a:cubicBezTo>
                <a:cubicBezTo>
                  <a:pt x="108539" y="118601"/>
                  <a:pt x="108765" y="118335"/>
                  <a:pt x="109006" y="118135"/>
                </a:cubicBezTo>
                <a:lnTo>
                  <a:pt x="109699" y="117336"/>
                </a:lnTo>
                <a:cubicBezTo>
                  <a:pt x="109926" y="117003"/>
                  <a:pt x="110166" y="116736"/>
                  <a:pt x="110393" y="116403"/>
                </a:cubicBezTo>
                <a:cubicBezTo>
                  <a:pt x="110607" y="116004"/>
                  <a:pt x="110833" y="115671"/>
                  <a:pt x="111047" y="115271"/>
                </a:cubicBezTo>
                <a:lnTo>
                  <a:pt x="111701" y="114073"/>
                </a:lnTo>
                <a:cubicBezTo>
                  <a:pt x="111914" y="113607"/>
                  <a:pt x="112114" y="113207"/>
                  <a:pt x="112328" y="112741"/>
                </a:cubicBezTo>
                <a:cubicBezTo>
                  <a:pt x="112528" y="112275"/>
                  <a:pt x="112741" y="111809"/>
                  <a:pt x="112941" y="111342"/>
                </a:cubicBezTo>
                <a:lnTo>
                  <a:pt x="113542" y="109744"/>
                </a:lnTo>
                <a:cubicBezTo>
                  <a:pt x="113742" y="109211"/>
                  <a:pt x="113929" y="108612"/>
                  <a:pt x="114129" y="108079"/>
                </a:cubicBezTo>
                <a:cubicBezTo>
                  <a:pt x="114302" y="107480"/>
                  <a:pt x="114489" y="106881"/>
                  <a:pt x="114663" y="106281"/>
                </a:cubicBezTo>
                <a:cubicBezTo>
                  <a:pt x="114849" y="105682"/>
                  <a:pt x="115023" y="105083"/>
                  <a:pt x="115210" y="104483"/>
                </a:cubicBezTo>
                <a:lnTo>
                  <a:pt x="115703" y="102419"/>
                </a:lnTo>
                <a:lnTo>
                  <a:pt x="116197" y="100355"/>
                </a:lnTo>
                <a:lnTo>
                  <a:pt x="116664" y="98224"/>
                </a:lnTo>
                <a:lnTo>
                  <a:pt x="117091" y="95893"/>
                </a:lnTo>
                <a:cubicBezTo>
                  <a:pt x="117224" y="95094"/>
                  <a:pt x="117371" y="94361"/>
                  <a:pt x="117505" y="93562"/>
                </a:cubicBezTo>
                <a:cubicBezTo>
                  <a:pt x="117625" y="92763"/>
                  <a:pt x="117758" y="91897"/>
                  <a:pt x="117878" y="91098"/>
                </a:cubicBezTo>
                <a:cubicBezTo>
                  <a:pt x="117998" y="90299"/>
                  <a:pt x="118105" y="89433"/>
                  <a:pt x="118225" y="88634"/>
                </a:cubicBezTo>
                <a:cubicBezTo>
                  <a:pt x="118332" y="87769"/>
                  <a:pt x="118452" y="86836"/>
                  <a:pt x="118559" y="85971"/>
                </a:cubicBezTo>
                <a:lnTo>
                  <a:pt x="118839" y="83374"/>
                </a:lnTo>
                <a:cubicBezTo>
                  <a:pt x="118932" y="82441"/>
                  <a:pt x="119012" y="81509"/>
                  <a:pt x="119106" y="80577"/>
                </a:cubicBezTo>
                <a:cubicBezTo>
                  <a:pt x="119186" y="79711"/>
                  <a:pt x="119266" y="78779"/>
                  <a:pt x="119346" y="77913"/>
                </a:cubicBezTo>
                <a:cubicBezTo>
                  <a:pt x="119412" y="76914"/>
                  <a:pt x="119466" y="75982"/>
                  <a:pt x="119533" y="74983"/>
                </a:cubicBezTo>
                <a:cubicBezTo>
                  <a:pt x="119586" y="74051"/>
                  <a:pt x="119653" y="73052"/>
                  <a:pt x="119706" y="72119"/>
                </a:cubicBezTo>
                <a:cubicBezTo>
                  <a:pt x="119746" y="71120"/>
                  <a:pt x="119799" y="70122"/>
                  <a:pt x="119839" y="69123"/>
                </a:cubicBezTo>
                <a:cubicBezTo>
                  <a:pt x="119866" y="68124"/>
                  <a:pt x="119906" y="67125"/>
                  <a:pt x="119933" y="66126"/>
                </a:cubicBezTo>
                <a:cubicBezTo>
                  <a:pt x="119946" y="65127"/>
                  <a:pt x="119973" y="64062"/>
                  <a:pt x="119986" y="63063"/>
                </a:cubicBezTo>
                <a:cubicBezTo>
                  <a:pt x="119986" y="62064"/>
                  <a:pt x="120000" y="60998"/>
                  <a:pt x="120000" y="60000"/>
                </a:cubicBezTo>
                <a:lnTo>
                  <a:pt x="120000" y="60000"/>
                </a:lnTo>
                <a:cubicBezTo>
                  <a:pt x="120000" y="59001"/>
                  <a:pt x="119986" y="57935"/>
                  <a:pt x="119986" y="56936"/>
                </a:cubicBezTo>
                <a:cubicBezTo>
                  <a:pt x="119973" y="55937"/>
                  <a:pt x="119946" y="54872"/>
                  <a:pt x="119933" y="53873"/>
                </a:cubicBezTo>
                <a:cubicBezTo>
                  <a:pt x="119906" y="52874"/>
                  <a:pt x="119866" y="51875"/>
                  <a:pt x="119839" y="50876"/>
                </a:cubicBezTo>
                <a:cubicBezTo>
                  <a:pt x="119799" y="49877"/>
                  <a:pt x="119746" y="48879"/>
                  <a:pt x="119706" y="47880"/>
                </a:cubicBezTo>
                <a:cubicBezTo>
                  <a:pt x="119653" y="46947"/>
                  <a:pt x="119586" y="45948"/>
                  <a:pt x="119533" y="45016"/>
                </a:cubicBezTo>
                <a:cubicBezTo>
                  <a:pt x="119466" y="44017"/>
                  <a:pt x="119412" y="43085"/>
                  <a:pt x="119346" y="42086"/>
                </a:cubicBezTo>
                <a:cubicBezTo>
                  <a:pt x="119266" y="41220"/>
                  <a:pt x="119186" y="40288"/>
                  <a:pt x="119106" y="39422"/>
                </a:cubicBezTo>
                <a:cubicBezTo>
                  <a:pt x="119012" y="38490"/>
                  <a:pt x="118932" y="37558"/>
                  <a:pt x="118839" y="36625"/>
                </a:cubicBezTo>
                <a:lnTo>
                  <a:pt x="118559" y="34028"/>
                </a:lnTo>
                <a:cubicBezTo>
                  <a:pt x="118452" y="33163"/>
                  <a:pt x="118332" y="32230"/>
                  <a:pt x="118225" y="31365"/>
                </a:cubicBezTo>
                <a:cubicBezTo>
                  <a:pt x="118105" y="30566"/>
                  <a:pt x="117998" y="29700"/>
                  <a:pt x="117878" y="28901"/>
                </a:cubicBezTo>
                <a:cubicBezTo>
                  <a:pt x="117758" y="28102"/>
                  <a:pt x="117625" y="27236"/>
                  <a:pt x="117505" y="26437"/>
                </a:cubicBezTo>
                <a:cubicBezTo>
                  <a:pt x="117371" y="25638"/>
                  <a:pt x="117224" y="24905"/>
                  <a:pt x="117091" y="24106"/>
                </a:cubicBezTo>
                <a:lnTo>
                  <a:pt x="116664" y="21775"/>
                </a:lnTo>
                <a:lnTo>
                  <a:pt x="116197" y="19644"/>
                </a:lnTo>
                <a:lnTo>
                  <a:pt x="115703" y="17580"/>
                </a:lnTo>
                <a:lnTo>
                  <a:pt x="115210" y="15516"/>
                </a:lnTo>
                <a:cubicBezTo>
                  <a:pt x="115023" y="14916"/>
                  <a:pt x="114849" y="14317"/>
                  <a:pt x="114663" y="13718"/>
                </a:cubicBezTo>
                <a:cubicBezTo>
                  <a:pt x="114489" y="13118"/>
                  <a:pt x="114302" y="12519"/>
                  <a:pt x="114129" y="11920"/>
                </a:cubicBezTo>
                <a:cubicBezTo>
                  <a:pt x="113929" y="11387"/>
                  <a:pt x="113742" y="10788"/>
                  <a:pt x="113542" y="10255"/>
                </a:cubicBezTo>
                <a:lnTo>
                  <a:pt x="112941" y="8657"/>
                </a:lnTo>
                <a:cubicBezTo>
                  <a:pt x="112741" y="8190"/>
                  <a:pt x="112528" y="7724"/>
                  <a:pt x="112328" y="7258"/>
                </a:cubicBezTo>
                <a:cubicBezTo>
                  <a:pt x="112114" y="6792"/>
                  <a:pt x="111914" y="6392"/>
                  <a:pt x="111701" y="5926"/>
                </a:cubicBezTo>
                <a:lnTo>
                  <a:pt x="111047" y="4728"/>
                </a:lnTo>
                <a:cubicBezTo>
                  <a:pt x="110833" y="4328"/>
                  <a:pt x="110607" y="3995"/>
                  <a:pt x="110393" y="3596"/>
                </a:cubicBezTo>
                <a:cubicBezTo>
                  <a:pt x="110166" y="3263"/>
                  <a:pt x="109926" y="2996"/>
                  <a:pt x="109699" y="2663"/>
                </a:cubicBezTo>
                <a:lnTo>
                  <a:pt x="109006" y="1864"/>
                </a:lnTo>
                <a:cubicBezTo>
                  <a:pt x="108765" y="1664"/>
                  <a:pt x="108539" y="1398"/>
                  <a:pt x="108298" y="1198"/>
                </a:cubicBezTo>
                <a:cubicBezTo>
                  <a:pt x="108058" y="998"/>
                  <a:pt x="107818" y="865"/>
                  <a:pt x="107578" y="665"/>
                </a:cubicBezTo>
                <a:lnTo>
                  <a:pt x="106844" y="266"/>
                </a:lnTo>
                <a:lnTo>
                  <a:pt x="106097" y="66"/>
                </a:lnTo>
                <a:cubicBezTo>
                  <a:pt x="105843" y="66"/>
                  <a:pt x="105603" y="0"/>
                  <a:pt x="105350" y="0"/>
                </a:cubicBezTo>
                <a:lnTo>
                  <a:pt x="14649" y="0"/>
                </a:lnTo>
                <a:lnTo>
                  <a:pt x="14649" y="0"/>
                </a:lnTo>
                <a:cubicBezTo>
                  <a:pt x="14396" y="0"/>
                  <a:pt x="14156" y="66"/>
                  <a:pt x="13902" y="66"/>
                </a:cubicBezTo>
                <a:lnTo>
                  <a:pt x="13155" y="266"/>
                </a:lnTo>
                <a:lnTo>
                  <a:pt x="12421" y="665"/>
                </a:lnTo>
                <a:cubicBezTo>
                  <a:pt x="12181" y="865"/>
                  <a:pt x="11941" y="998"/>
                  <a:pt x="11701" y="1198"/>
                </a:cubicBezTo>
                <a:cubicBezTo>
                  <a:pt x="11460" y="1398"/>
                  <a:pt x="11234" y="1664"/>
                  <a:pt x="10993" y="1864"/>
                </a:cubicBezTo>
                <a:lnTo>
                  <a:pt x="10300" y="2663"/>
                </a:lnTo>
                <a:cubicBezTo>
                  <a:pt x="10073" y="2996"/>
                  <a:pt x="9833" y="3263"/>
                  <a:pt x="9606" y="3596"/>
                </a:cubicBezTo>
                <a:cubicBezTo>
                  <a:pt x="9392" y="3995"/>
                  <a:pt x="9166" y="4328"/>
                  <a:pt x="8952" y="4728"/>
                </a:cubicBezTo>
                <a:lnTo>
                  <a:pt x="8298" y="5926"/>
                </a:lnTo>
                <a:cubicBezTo>
                  <a:pt x="8085" y="6392"/>
                  <a:pt x="7885" y="6792"/>
                  <a:pt x="7671" y="7258"/>
                </a:cubicBezTo>
                <a:cubicBezTo>
                  <a:pt x="7471" y="7724"/>
                  <a:pt x="7258" y="8190"/>
                  <a:pt x="7058" y="8657"/>
                </a:cubicBezTo>
                <a:lnTo>
                  <a:pt x="6457" y="10255"/>
                </a:lnTo>
                <a:cubicBezTo>
                  <a:pt x="6257" y="10788"/>
                  <a:pt x="6070" y="11387"/>
                  <a:pt x="5870" y="11920"/>
                </a:cubicBezTo>
                <a:cubicBezTo>
                  <a:pt x="5697" y="12519"/>
                  <a:pt x="5510" y="13118"/>
                  <a:pt x="5336" y="13718"/>
                </a:cubicBezTo>
                <a:cubicBezTo>
                  <a:pt x="5150" y="14317"/>
                  <a:pt x="4976" y="14916"/>
                  <a:pt x="4789" y="15516"/>
                </a:cubicBezTo>
                <a:lnTo>
                  <a:pt x="4296" y="17580"/>
                </a:lnTo>
                <a:lnTo>
                  <a:pt x="3802" y="19644"/>
                </a:lnTo>
                <a:lnTo>
                  <a:pt x="3335" y="21775"/>
                </a:lnTo>
                <a:lnTo>
                  <a:pt x="2908" y="24106"/>
                </a:lnTo>
                <a:cubicBezTo>
                  <a:pt x="2775" y="24905"/>
                  <a:pt x="2628" y="25638"/>
                  <a:pt x="2494" y="26437"/>
                </a:cubicBezTo>
                <a:cubicBezTo>
                  <a:pt x="2374" y="27236"/>
                  <a:pt x="2241" y="28102"/>
                  <a:pt x="2121" y="28901"/>
                </a:cubicBezTo>
                <a:cubicBezTo>
                  <a:pt x="2001" y="29700"/>
                  <a:pt x="1894" y="30566"/>
                  <a:pt x="1774" y="31365"/>
                </a:cubicBezTo>
                <a:cubicBezTo>
                  <a:pt x="1667" y="32230"/>
                  <a:pt x="1547" y="33163"/>
                  <a:pt x="1440" y="34028"/>
                </a:cubicBezTo>
                <a:lnTo>
                  <a:pt x="1160" y="36625"/>
                </a:lnTo>
                <a:cubicBezTo>
                  <a:pt x="1067" y="37558"/>
                  <a:pt x="987" y="38490"/>
                  <a:pt x="893" y="39422"/>
                </a:cubicBezTo>
                <a:cubicBezTo>
                  <a:pt x="813" y="40288"/>
                  <a:pt x="733" y="41220"/>
                  <a:pt x="653" y="42086"/>
                </a:cubicBezTo>
                <a:cubicBezTo>
                  <a:pt x="587" y="43085"/>
                  <a:pt x="533" y="44017"/>
                  <a:pt x="466" y="45016"/>
                </a:cubicBezTo>
                <a:cubicBezTo>
                  <a:pt x="413" y="45948"/>
                  <a:pt x="346" y="46947"/>
                  <a:pt x="293" y="47880"/>
                </a:cubicBezTo>
                <a:cubicBezTo>
                  <a:pt x="253" y="48879"/>
                  <a:pt x="200" y="49877"/>
                  <a:pt x="160" y="50876"/>
                </a:cubicBezTo>
                <a:cubicBezTo>
                  <a:pt x="133" y="51875"/>
                  <a:pt x="93" y="52874"/>
                  <a:pt x="66" y="53873"/>
                </a:cubicBezTo>
                <a:cubicBezTo>
                  <a:pt x="53" y="54872"/>
                  <a:pt x="26" y="55937"/>
                  <a:pt x="13" y="56936"/>
                </a:cubicBezTo>
                <a:cubicBezTo>
                  <a:pt x="13" y="57935"/>
                  <a:pt x="0" y="59001"/>
                  <a:pt x="0" y="60000"/>
                </a:cubicBezTo>
              </a:path>
            </a:pathLst>
          </a:custGeom>
          <a:noFill/>
          <a:ln w="12700" cap="flat" cmpd="sng">
            <a:solidFill>
              <a:srgbClr val="8EBAE2"/>
            </a:solidFill>
            <a:prstDash val="dash"/>
            <a:round/>
            <a:headEnd type="triangle" w="med" len="med"/>
            <a:tailEnd type="triangle" w="med" len="med"/>
          </a:ln>
        </p:spPr>
        <p:txBody>
          <a:bodyPr wrap="square" lIns="91440" tIns="45720" rIns="91440" bIns="45720" anchor="t" anchorCtr="0">
            <a:normAutofit fontScale="25000" lnSpcReduction="20000"/>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rtl val="0"/>
              </a:defRPr>
            </a:lvl1pPr>
            <a:lvl2pPr marR="0" algn="l" rtl="0">
              <a:lnSpc>
                <a:spcPct val="100000"/>
              </a:lnSpc>
              <a:spcBef>
                <a:spcPts val="0"/>
              </a:spcBef>
              <a:spcAft>
                <a:spcPts val="0"/>
              </a:spcAft>
              <a:buNone/>
              <a:defRPr sz="1400" b="0" i="0" u="none" strike="noStrike" cap="none" baseline="0">
                <a:solidFill>
                  <a:srgbClr val="000000"/>
                </a:solidFill>
                <a:rtl val="0"/>
              </a:defRPr>
            </a:lvl2pPr>
            <a:lvl3pPr marR="0" algn="l" rtl="0">
              <a:lnSpc>
                <a:spcPct val="100000"/>
              </a:lnSpc>
              <a:spcBef>
                <a:spcPts val="0"/>
              </a:spcBef>
              <a:spcAft>
                <a:spcPts val="0"/>
              </a:spcAft>
              <a:buNone/>
              <a:defRPr sz="1400" b="0" i="0" u="none" strike="noStrike" cap="none" baseline="0">
                <a:solidFill>
                  <a:srgbClr val="000000"/>
                </a:solidFill>
                <a:rtl val="0"/>
              </a:defRPr>
            </a:lvl3pPr>
            <a:lvl4pPr marR="0" algn="l" rtl="0">
              <a:lnSpc>
                <a:spcPct val="100000"/>
              </a:lnSpc>
              <a:spcBef>
                <a:spcPts val="0"/>
              </a:spcBef>
              <a:spcAft>
                <a:spcPts val="0"/>
              </a:spcAft>
              <a:buNone/>
              <a:defRPr sz="1400" b="0" i="0" u="none" strike="noStrike" cap="none" baseline="0">
                <a:solidFill>
                  <a:srgbClr val="000000"/>
                </a:solidFill>
                <a:rtl val="0"/>
              </a:defRPr>
            </a:lvl4pPr>
            <a:lvl5pPr marR="0" algn="l" rtl="0">
              <a:lnSpc>
                <a:spcPct val="100000"/>
              </a:lnSpc>
              <a:spcBef>
                <a:spcPts val="0"/>
              </a:spcBef>
              <a:spcAft>
                <a:spcPts val="0"/>
              </a:spcAft>
              <a:buNone/>
              <a:defRPr sz="1400" b="0" i="0" u="none" strike="noStrike" cap="none" baseline="0">
                <a:solidFill>
                  <a:srgbClr val="000000"/>
                </a:solidFill>
                <a:rtl val="0"/>
              </a:defRPr>
            </a:lvl5pPr>
            <a:lvl6pPr marR="0" algn="l" rtl="0">
              <a:lnSpc>
                <a:spcPct val="100000"/>
              </a:lnSpc>
              <a:spcBef>
                <a:spcPts val="0"/>
              </a:spcBef>
              <a:spcAft>
                <a:spcPts val="0"/>
              </a:spcAft>
              <a:buNone/>
              <a:defRPr sz="1400" b="0" i="0" u="none" strike="noStrike" cap="none" baseline="0">
                <a:solidFill>
                  <a:srgbClr val="000000"/>
                </a:solidFill>
                <a:rtl val="0"/>
              </a:defRPr>
            </a:lvl6pPr>
            <a:lvl7pPr marR="0" algn="l" rtl="0">
              <a:lnSpc>
                <a:spcPct val="100000"/>
              </a:lnSpc>
              <a:spcBef>
                <a:spcPts val="0"/>
              </a:spcBef>
              <a:spcAft>
                <a:spcPts val="0"/>
              </a:spcAft>
              <a:buNone/>
              <a:defRPr sz="1400" b="0" i="0" u="none" strike="noStrike" cap="none" baseline="0">
                <a:solidFill>
                  <a:srgbClr val="000000"/>
                </a:solidFill>
                <a:rtl val="0"/>
              </a:defRPr>
            </a:lvl7pPr>
            <a:lvl8pPr marR="0" algn="l" rtl="0">
              <a:lnSpc>
                <a:spcPct val="100000"/>
              </a:lnSpc>
              <a:spcBef>
                <a:spcPts val="0"/>
              </a:spcBef>
              <a:spcAft>
                <a:spcPts val="0"/>
              </a:spcAft>
              <a:buNone/>
              <a:defRPr sz="1400" b="0" i="0" u="none" strike="noStrike" cap="none" baseline="0">
                <a:solidFill>
                  <a:srgbClr val="000000"/>
                </a:solidFill>
                <a:rtl val="0"/>
              </a:defRPr>
            </a:lvl8pPr>
            <a:lvl9pPr marR="0" algn="l" rtl="0">
              <a:lnSpc>
                <a:spcPct val="100000"/>
              </a:lnSpc>
              <a:spcBef>
                <a:spcPts val="0"/>
              </a:spcBef>
              <a:spcAft>
                <a:spcPts val="0"/>
              </a:spcAft>
              <a:buNone/>
              <a:defRPr sz="1400" b="0" i="0" u="none" strike="noStrike" cap="none" baseline="0">
                <a:solidFill>
                  <a:srgbClr val="000000"/>
                </a:solidFill>
                <a:rtl val="0"/>
              </a:defRPr>
            </a:lvl9pPr>
          </a:lstStyle>
          <a:p>
            <a:pPr marL="0" marR="0" lvl="0" indent="0" algn="l" rtl="0">
              <a:spcBef>
                <a:spcPts val="0"/>
              </a:spcBef>
              <a:buNone/>
            </a:pPr>
            <a:endParaRPr/>
          </a:p>
        </p:txBody>
      </p:sp>
      <p:grpSp>
        <p:nvGrpSpPr>
          <p:cNvPr id="196" name="Group 172">
            <a:extLst>
              <a:ext uri="{FF2B5EF4-FFF2-40B4-BE49-F238E27FC236}">
                <a16:creationId xmlns:a16="http://schemas.microsoft.com/office/drawing/2014/main" xmlns="" id="{03CB7843-85DB-4B6A-9B8C-697FDA267758}"/>
              </a:ext>
            </a:extLst>
          </p:cNvPr>
          <p:cNvGrpSpPr/>
          <p:nvPr/>
        </p:nvGrpSpPr>
        <p:grpSpPr>
          <a:xfrm>
            <a:off x="4060695" y="4404923"/>
            <a:ext cx="528692" cy="528692"/>
            <a:chOff x="4245949" y="3685547"/>
            <a:chExt cx="528692" cy="528692"/>
          </a:xfrm>
        </p:grpSpPr>
        <p:sp>
          <p:nvSpPr>
            <p:cNvPr id="197" name="ïṣľïďé">
              <a:extLst>
                <a:ext uri="{FF2B5EF4-FFF2-40B4-BE49-F238E27FC236}">
                  <a16:creationId xmlns:a16="http://schemas.microsoft.com/office/drawing/2014/main" xmlns="" id="{85B2EC71-FCE1-44F2-9339-7DAC47442863}"/>
                </a:ext>
              </a:extLst>
            </p:cNvPr>
            <p:cNvSpPr/>
            <p:nvPr/>
          </p:nvSpPr>
          <p:spPr>
            <a:xfrm>
              <a:off x="4245949" y="3685547"/>
              <a:ext cx="528692" cy="528692"/>
            </a:xfrm>
            <a:prstGeom prst="ellipse">
              <a:avLst/>
            </a:prstGeom>
            <a:solidFill>
              <a:srgbClr val="8EBAE2"/>
            </a:solid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buNone/>
              </a:pPr>
              <a:endParaRPr/>
            </a:p>
          </p:txBody>
        </p:sp>
        <p:sp>
          <p:nvSpPr>
            <p:cNvPr id="198" name="ï$ḻiḍe">
              <a:extLst>
                <a:ext uri="{FF2B5EF4-FFF2-40B4-BE49-F238E27FC236}">
                  <a16:creationId xmlns:a16="http://schemas.microsoft.com/office/drawing/2014/main" xmlns="" id="{F13F4BA7-6C26-4FA1-AE6D-6D8274D4E46B}"/>
                </a:ext>
              </a:extLst>
            </p:cNvPr>
            <p:cNvSpPr/>
            <p:nvPr/>
          </p:nvSpPr>
          <p:spPr>
            <a:xfrm>
              <a:off x="4378589" y="3799487"/>
              <a:ext cx="263410" cy="300811"/>
            </a:xfrm>
            <a:custGeom>
              <a:avLst/>
              <a:gdLst>
                <a:gd name="T0" fmla="*/ 4621 w 9242"/>
                <a:gd name="T1" fmla="*/ 10555 h 10555"/>
                <a:gd name="T2" fmla="*/ 4034 w 9242"/>
                <a:gd name="T3" fmla="*/ 10285 h 10555"/>
                <a:gd name="T4" fmla="*/ 244 w 9242"/>
                <a:gd name="T5" fmla="*/ 5872 h 10555"/>
                <a:gd name="T6" fmla="*/ 127 w 9242"/>
                <a:gd name="T7" fmla="*/ 5043 h 10555"/>
                <a:gd name="T8" fmla="*/ 831 w 9242"/>
                <a:gd name="T9" fmla="*/ 4592 h 10555"/>
                <a:gd name="T10" fmla="*/ 2221 w 9242"/>
                <a:gd name="T11" fmla="*/ 4592 h 10555"/>
                <a:gd name="T12" fmla="*/ 2221 w 9242"/>
                <a:gd name="T13" fmla="*/ 1200 h 10555"/>
                <a:gd name="T14" fmla="*/ 3421 w 9242"/>
                <a:gd name="T15" fmla="*/ 0 h 10555"/>
                <a:gd name="T16" fmla="*/ 5821 w 9242"/>
                <a:gd name="T17" fmla="*/ 0 h 10555"/>
                <a:gd name="T18" fmla="*/ 7021 w 9242"/>
                <a:gd name="T19" fmla="*/ 1200 h 10555"/>
                <a:gd name="T20" fmla="*/ 7021 w 9242"/>
                <a:gd name="T21" fmla="*/ 4591 h 10555"/>
                <a:gd name="T22" fmla="*/ 8411 w 9242"/>
                <a:gd name="T23" fmla="*/ 4591 h 10555"/>
                <a:gd name="T24" fmla="*/ 9115 w 9242"/>
                <a:gd name="T25" fmla="*/ 5042 h 10555"/>
                <a:gd name="T26" fmla="*/ 8999 w 9242"/>
                <a:gd name="T27" fmla="*/ 5871 h 10555"/>
                <a:gd name="T28" fmla="*/ 5209 w 9242"/>
                <a:gd name="T29" fmla="*/ 10285 h 10555"/>
                <a:gd name="T30" fmla="*/ 4621 w 9242"/>
                <a:gd name="T31" fmla="*/ 10555 h 10555"/>
                <a:gd name="T32" fmla="*/ 886 w 9242"/>
                <a:gd name="T33" fmla="*/ 5392 h 10555"/>
                <a:gd name="T34" fmla="*/ 4621 w 9242"/>
                <a:gd name="T35" fmla="*/ 9742 h 10555"/>
                <a:gd name="T36" fmla="*/ 8356 w 9242"/>
                <a:gd name="T37" fmla="*/ 5392 h 10555"/>
                <a:gd name="T38" fmla="*/ 6221 w 9242"/>
                <a:gd name="T39" fmla="*/ 5392 h 10555"/>
                <a:gd name="T40" fmla="*/ 6221 w 9242"/>
                <a:gd name="T41" fmla="*/ 1200 h 10555"/>
                <a:gd name="T42" fmla="*/ 5821 w 9242"/>
                <a:gd name="T43" fmla="*/ 800 h 10555"/>
                <a:gd name="T44" fmla="*/ 3421 w 9242"/>
                <a:gd name="T45" fmla="*/ 800 h 10555"/>
                <a:gd name="T46" fmla="*/ 3021 w 9242"/>
                <a:gd name="T47" fmla="*/ 1200 h 10555"/>
                <a:gd name="T48" fmla="*/ 3021 w 9242"/>
                <a:gd name="T49" fmla="*/ 5391 h 10555"/>
                <a:gd name="T50" fmla="*/ 886 w 9242"/>
                <a:gd name="T51" fmla="*/ 5391 h 10555"/>
                <a:gd name="T52" fmla="*/ 886 w 9242"/>
                <a:gd name="T53" fmla="*/ 5392 h 10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42" h="10555">
                  <a:moveTo>
                    <a:pt x="4621" y="10555"/>
                  </a:moveTo>
                  <a:cubicBezTo>
                    <a:pt x="4395" y="10555"/>
                    <a:pt x="4181" y="10456"/>
                    <a:pt x="4034" y="10285"/>
                  </a:cubicBezTo>
                  <a:lnTo>
                    <a:pt x="244" y="5872"/>
                  </a:lnTo>
                  <a:cubicBezTo>
                    <a:pt x="44" y="5640"/>
                    <a:pt x="0" y="5322"/>
                    <a:pt x="127" y="5043"/>
                  </a:cubicBezTo>
                  <a:cubicBezTo>
                    <a:pt x="255" y="4765"/>
                    <a:pt x="525" y="4592"/>
                    <a:pt x="831" y="4592"/>
                  </a:cubicBezTo>
                  <a:lnTo>
                    <a:pt x="2221" y="4592"/>
                  </a:lnTo>
                  <a:lnTo>
                    <a:pt x="2221" y="1200"/>
                  </a:lnTo>
                  <a:cubicBezTo>
                    <a:pt x="2221" y="539"/>
                    <a:pt x="2760" y="0"/>
                    <a:pt x="3421" y="0"/>
                  </a:cubicBezTo>
                  <a:lnTo>
                    <a:pt x="5821" y="0"/>
                  </a:lnTo>
                  <a:cubicBezTo>
                    <a:pt x="6482" y="0"/>
                    <a:pt x="7021" y="539"/>
                    <a:pt x="7021" y="1200"/>
                  </a:cubicBezTo>
                  <a:lnTo>
                    <a:pt x="7021" y="4591"/>
                  </a:lnTo>
                  <a:lnTo>
                    <a:pt x="8411" y="4591"/>
                  </a:lnTo>
                  <a:cubicBezTo>
                    <a:pt x="8717" y="4591"/>
                    <a:pt x="8987" y="4764"/>
                    <a:pt x="9115" y="5042"/>
                  </a:cubicBezTo>
                  <a:cubicBezTo>
                    <a:pt x="9242" y="5321"/>
                    <a:pt x="9199" y="5639"/>
                    <a:pt x="8999" y="5871"/>
                  </a:cubicBezTo>
                  <a:lnTo>
                    <a:pt x="5209" y="10285"/>
                  </a:lnTo>
                  <a:cubicBezTo>
                    <a:pt x="5061" y="10457"/>
                    <a:pt x="4847" y="10555"/>
                    <a:pt x="4621" y="10555"/>
                  </a:cubicBezTo>
                  <a:close/>
                  <a:moveTo>
                    <a:pt x="886" y="5392"/>
                  </a:moveTo>
                  <a:lnTo>
                    <a:pt x="4621" y="9742"/>
                  </a:lnTo>
                  <a:lnTo>
                    <a:pt x="8356" y="5392"/>
                  </a:lnTo>
                  <a:lnTo>
                    <a:pt x="6221" y="5392"/>
                  </a:lnTo>
                  <a:lnTo>
                    <a:pt x="6221" y="1200"/>
                  </a:lnTo>
                  <a:cubicBezTo>
                    <a:pt x="6221" y="980"/>
                    <a:pt x="6041" y="800"/>
                    <a:pt x="5821" y="800"/>
                  </a:cubicBezTo>
                  <a:lnTo>
                    <a:pt x="3421" y="800"/>
                  </a:lnTo>
                  <a:cubicBezTo>
                    <a:pt x="3201" y="800"/>
                    <a:pt x="3021" y="980"/>
                    <a:pt x="3021" y="1200"/>
                  </a:cubicBezTo>
                  <a:lnTo>
                    <a:pt x="3021" y="5391"/>
                  </a:lnTo>
                  <a:lnTo>
                    <a:pt x="886" y="5391"/>
                  </a:lnTo>
                  <a:lnTo>
                    <a:pt x="886" y="5392"/>
                  </a:lnTo>
                  <a:close/>
                </a:path>
              </a:pathLst>
            </a:custGeom>
            <a:solidFill>
              <a:schemeClr val="bg1"/>
            </a:solidFill>
            <a:ln>
              <a:noFill/>
            </a:ln>
          </p:spPr>
          <p:txBody>
            <a:bodyPr wrap="square" lIns="91440" tIns="45720" rIns="91440" bIns="45720" anchor="ctr" anchorCtr="0">
              <a:normAutofit fontScale="85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buNone/>
              </a:pPr>
              <a:endParaRPr/>
            </a:p>
          </p:txBody>
        </p:sp>
      </p:grpSp>
      <p:grpSp>
        <p:nvGrpSpPr>
          <p:cNvPr id="176" name="组合 175">
            <a:extLst>
              <a:ext uri="{FF2B5EF4-FFF2-40B4-BE49-F238E27FC236}">
                <a16:creationId xmlns:a16="http://schemas.microsoft.com/office/drawing/2014/main" xmlns="" id="{B5E64102-EDD4-47F0-8471-CC333B2657F7}"/>
              </a:ext>
            </a:extLst>
          </p:cNvPr>
          <p:cNvGrpSpPr/>
          <p:nvPr/>
        </p:nvGrpSpPr>
        <p:grpSpPr>
          <a:xfrm>
            <a:off x="6833434" y="4328872"/>
            <a:ext cx="528692" cy="528692"/>
            <a:chOff x="6690358" y="3685547"/>
            <a:chExt cx="528692" cy="528692"/>
          </a:xfrm>
        </p:grpSpPr>
        <p:sp>
          <p:nvSpPr>
            <p:cNvPr id="177" name="ïṧliḓè">
              <a:extLst>
                <a:ext uri="{FF2B5EF4-FFF2-40B4-BE49-F238E27FC236}">
                  <a16:creationId xmlns:a16="http://schemas.microsoft.com/office/drawing/2014/main" xmlns="" id="{57486129-AD1B-4127-BE6F-DC92477274DB}"/>
                </a:ext>
              </a:extLst>
            </p:cNvPr>
            <p:cNvSpPr/>
            <p:nvPr/>
          </p:nvSpPr>
          <p:spPr>
            <a:xfrm>
              <a:off x="6690358" y="3685547"/>
              <a:ext cx="528692" cy="528692"/>
            </a:xfrm>
            <a:prstGeom prst="ellipse">
              <a:avLst/>
            </a:prstGeom>
            <a:solidFill>
              <a:srgbClr val="8EBAE2"/>
            </a:solidFill>
            <a:ln>
              <a:noFill/>
            </a:ln>
          </p:spPr>
          <p:txBody>
            <a:bodyPr wrap="square" lIns="91440" tIns="45720" rIns="91440" bIns="45720" anchor="ctr" anchorCtr="0">
              <a:norm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rtl val="0"/>
                </a:defRPr>
              </a:lvl1pPr>
              <a:lvl2pPr marR="0" algn="l" rtl="0">
                <a:lnSpc>
                  <a:spcPct val="100000"/>
                </a:lnSpc>
                <a:spcBef>
                  <a:spcPts val="0"/>
                </a:spcBef>
                <a:spcAft>
                  <a:spcPts val="0"/>
                </a:spcAft>
                <a:buNone/>
                <a:defRPr sz="1400" b="0" i="0" u="none" strike="noStrike" cap="none" baseline="0">
                  <a:solidFill>
                    <a:srgbClr val="000000"/>
                  </a:solidFill>
                  <a:rtl val="0"/>
                </a:defRPr>
              </a:lvl2pPr>
              <a:lvl3pPr marR="0" algn="l" rtl="0">
                <a:lnSpc>
                  <a:spcPct val="100000"/>
                </a:lnSpc>
                <a:spcBef>
                  <a:spcPts val="0"/>
                </a:spcBef>
                <a:spcAft>
                  <a:spcPts val="0"/>
                </a:spcAft>
                <a:buNone/>
                <a:defRPr sz="1400" b="0" i="0" u="none" strike="noStrike" cap="none" baseline="0">
                  <a:solidFill>
                    <a:srgbClr val="000000"/>
                  </a:solidFill>
                  <a:rtl val="0"/>
                </a:defRPr>
              </a:lvl3pPr>
              <a:lvl4pPr marR="0" algn="l" rtl="0">
                <a:lnSpc>
                  <a:spcPct val="100000"/>
                </a:lnSpc>
                <a:spcBef>
                  <a:spcPts val="0"/>
                </a:spcBef>
                <a:spcAft>
                  <a:spcPts val="0"/>
                </a:spcAft>
                <a:buNone/>
                <a:defRPr sz="1400" b="0" i="0" u="none" strike="noStrike" cap="none" baseline="0">
                  <a:solidFill>
                    <a:srgbClr val="000000"/>
                  </a:solidFill>
                  <a:rtl val="0"/>
                </a:defRPr>
              </a:lvl4pPr>
              <a:lvl5pPr marR="0" algn="l" rtl="0">
                <a:lnSpc>
                  <a:spcPct val="100000"/>
                </a:lnSpc>
                <a:spcBef>
                  <a:spcPts val="0"/>
                </a:spcBef>
                <a:spcAft>
                  <a:spcPts val="0"/>
                </a:spcAft>
                <a:buNone/>
                <a:defRPr sz="1400" b="0" i="0" u="none" strike="noStrike" cap="none" baseline="0">
                  <a:solidFill>
                    <a:srgbClr val="000000"/>
                  </a:solidFill>
                  <a:rtl val="0"/>
                </a:defRPr>
              </a:lvl5pPr>
              <a:lvl6pPr marR="0" algn="l" rtl="0">
                <a:lnSpc>
                  <a:spcPct val="100000"/>
                </a:lnSpc>
                <a:spcBef>
                  <a:spcPts val="0"/>
                </a:spcBef>
                <a:spcAft>
                  <a:spcPts val="0"/>
                </a:spcAft>
                <a:buNone/>
                <a:defRPr sz="1400" b="0" i="0" u="none" strike="noStrike" cap="none" baseline="0">
                  <a:solidFill>
                    <a:srgbClr val="000000"/>
                  </a:solidFill>
                  <a:rtl val="0"/>
                </a:defRPr>
              </a:lvl6pPr>
              <a:lvl7pPr marR="0" algn="l" rtl="0">
                <a:lnSpc>
                  <a:spcPct val="100000"/>
                </a:lnSpc>
                <a:spcBef>
                  <a:spcPts val="0"/>
                </a:spcBef>
                <a:spcAft>
                  <a:spcPts val="0"/>
                </a:spcAft>
                <a:buNone/>
                <a:defRPr sz="1400" b="0" i="0" u="none" strike="noStrike" cap="none" baseline="0">
                  <a:solidFill>
                    <a:srgbClr val="000000"/>
                  </a:solidFill>
                  <a:rtl val="0"/>
                </a:defRPr>
              </a:lvl7pPr>
              <a:lvl8pPr marR="0" algn="l" rtl="0">
                <a:lnSpc>
                  <a:spcPct val="100000"/>
                </a:lnSpc>
                <a:spcBef>
                  <a:spcPts val="0"/>
                </a:spcBef>
                <a:spcAft>
                  <a:spcPts val="0"/>
                </a:spcAft>
                <a:buNone/>
                <a:defRPr sz="1400" b="0" i="0" u="none" strike="noStrike" cap="none" baseline="0">
                  <a:solidFill>
                    <a:srgbClr val="000000"/>
                  </a:solidFill>
                  <a:rtl val="0"/>
                </a:defRPr>
              </a:lvl8pPr>
              <a:lvl9pPr marR="0" algn="l" rtl="0">
                <a:lnSpc>
                  <a:spcPct val="100000"/>
                </a:lnSpc>
                <a:spcBef>
                  <a:spcPts val="0"/>
                </a:spcBef>
                <a:spcAft>
                  <a:spcPts val="0"/>
                </a:spcAft>
                <a:buNone/>
                <a:defRPr sz="1400" b="0" i="0" u="none" strike="noStrike" cap="none" baseline="0">
                  <a:solidFill>
                    <a:srgbClr val="000000"/>
                  </a:solidFill>
                  <a:rtl val="0"/>
                </a:defRPr>
              </a:lvl9pPr>
            </a:lstStyle>
            <a:p>
              <a:pPr marL="0" marR="0" lvl="0" indent="0" algn="ctr" rtl="0">
                <a:spcBef>
                  <a:spcPts val="0"/>
                </a:spcBef>
                <a:buNone/>
              </a:pPr>
              <a:endParaRPr/>
            </a:p>
          </p:txBody>
        </p:sp>
        <p:sp>
          <p:nvSpPr>
            <p:cNvPr id="178" name="ïşḻïďè">
              <a:extLst>
                <a:ext uri="{FF2B5EF4-FFF2-40B4-BE49-F238E27FC236}">
                  <a16:creationId xmlns:a16="http://schemas.microsoft.com/office/drawing/2014/main" xmlns="" id="{A712370F-65E3-4148-98C7-6D1403AEE299}"/>
                </a:ext>
              </a:extLst>
            </p:cNvPr>
            <p:cNvSpPr/>
            <p:nvPr/>
          </p:nvSpPr>
          <p:spPr>
            <a:xfrm>
              <a:off x="6809177" y="3799488"/>
              <a:ext cx="291053" cy="300810"/>
            </a:xfrm>
            <a:custGeom>
              <a:avLst/>
              <a:gdLst>
                <a:gd name="connsiteX0" fmla="*/ 579799 w 585490"/>
                <a:gd name="connsiteY0" fmla="*/ 361297 h 605117"/>
                <a:gd name="connsiteX1" fmla="*/ 450668 w 585490"/>
                <a:gd name="connsiteY1" fmla="*/ 550473 h 605117"/>
                <a:gd name="connsiteX2" fmla="*/ 447798 w 585490"/>
                <a:gd name="connsiteY2" fmla="*/ 557639 h 605117"/>
                <a:gd name="connsiteX3" fmla="*/ 456407 w 585490"/>
                <a:gd name="connsiteY3" fmla="*/ 592035 h 605117"/>
                <a:gd name="connsiteX4" fmla="*/ 444929 w 585490"/>
                <a:gd name="connsiteY4" fmla="*/ 604933 h 605117"/>
                <a:gd name="connsiteX5" fmla="*/ 331580 w 585490"/>
                <a:gd name="connsiteY5" fmla="*/ 576270 h 605117"/>
                <a:gd name="connsiteX6" fmla="*/ 308624 w 585490"/>
                <a:gd name="connsiteY6" fmla="*/ 570537 h 605117"/>
                <a:gd name="connsiteX7" fmla="*/ 304319 w 585490"/>
                <a:gd name="connsiteY7" fmla="*/ 554773 h 605117"/>
                <a:gd name="connsiteX8" fmla="*/ 331580 w 585490"/>
                <a:gd name="connsiteY8" fmla="*/ 526110 h 605117"/>
                <a:gd name="connsiteX9" fmla="*/ 401885 w 585490"/>
                <a:gd name="connsiteY9" fmla="*/ 453019 h 605117"/>
                <a:gd name="connsiteX10" fmla="*/ 419103 w 585490"/>
                <a:gd name="connsiteY10" fmla="*/ 457318 h 605117"/>
                <a:gd name="connsiteX11" fmla="*/ 426277 w 585490"/>
                <a:gd name="connsiteY11" fmla="*/ 484548 h 605117"/>
                <a:gd name="connsiteX12" fmla="*/ 430581 w 585490"/>
                <a:gd name="connsiteY12" fmla="*/ 488848 h 605117"/>
                <a:gd name="connsiteX13" fmla="*/ 437755 w 585490"/>
                <a:gd name="connsiteY13" fmla="*/ 487414 h 605117"/>
                <a:gd name="connsiteX14" fmla="*/ 513799 w 585490"/>
                <a:gd name="connsiteY14" fmla="*/ 385661 h 605117"/>
                <a:gd name="connsiteX15" fmla="*/ 523842 w 585490"/>
                <a:gd name="connsiteY15" fmla="*/ 385661 h 605117"/>
                <a:gd name="connsiteX16" fmla="*/ 572625 w 585490"/>
                <a:gd name="connsiteY16" fmla="*/ 365596 h 605117"/>
                <a:gd name="connsiteX17" fmla="*/ 579799 w 585490"/>
                <a:gd name="connsiteY17" fmla="*/ 361297 h 605117"/>
                <a:gd name="connsiteX18" fmla="*/ 294267 w 585490"/>
                <a:gd name="connsiteY18" fmla="*/ 269568 h 605117"/>
                <a:gd name="connsiteX19" fmla="*/ 292830 w 585490"/>
                <a:gd name="connsiteY19" fmla="*/ 306811 h 605117"/>
                <a:gd name="connsiteX20" fmla="*/ 271277 w 585490"/>
                <a:gd name="connsiteY20" fmla="*/ 306811 h 605117"/>
                <a:gd name="connsiteX21" fmla="*/ 271277 w 585490"/>
                <a:gd name="connsiteY21" fmla="*/ 305379 h 605117"/>
                <a:gd name="connsiteX22" fmla="*/ 566940 w 585490"/>
                <a:gd name="connsiteY22" fmla="*/ 268168 h 605117"/>
                <a:gd name="connsiteX23" fmla="*/ 566940 w 585490"/>
                <a:gd name="connsiteY23" fmla="*/ 271036 h 605117"/>
                <a:gd name="connsiteX24" fmla="*/ 566940 w 585490"/>
                <a:gd name="connsiteY24" fmla="*/ 281072 h 605117"/>
                <a:gd name="connsiteX25" fmla="*/ 565504 w 585490"/>
                <a:gd name="connsiteY25" fmla="*/ 286806 h 605117"/>
                <a:gd name="connsiteX26" fmla="*/ 562632 w 585490"/>
                <a:gd name="connsiteY26" fmla="*/ 292541 h 605117"/>
                <a:gd name="connsiteX27" fmla="*/ 561196 w 585490"/>
                <a:gd name="connsiteY27" fmla="*/ 299710 h 605117"/>
                <a:gd name="connsiteX28" fmla="*/ 558324 w 585490"/>
                <a:gd name="connsiteY28" fmla="*/ 302577 h 605117"/>
                <a:gd name="connsiteX29" fmla="*/ 556888 w 585490"/>
                <a:gd name="connsiteY29" fmla="*/ 304011 h 605117"/>
                <a:gd name="connsiteX30" fmla="*/ 538220 w 585490"/>
                <a:gd name="connsiteY30" fmla="*/ 315481 h 605117"/>
                <a:gd name="connsiteX31" fmla="*/ 529603 w 585490"/>
                <a:gd name="connsiteY31" fmla="*/ 316914 h 605117"/>
                <a:gd name="connsiteX32" fmla="*/ 526731 w 585490"/>
                <a:gd name="connsiteY32" fmla="*/ 316914 h 605117"/>
                <a:gd name="connsiteX33" fmla="*/ 535348 w 585490"/>
                <a:gd name="connsiteY33" fmla="*/ 345589 h 605117"/>
                <a:gd name="connsiteX34" fmla="*/ 538220 w 585490"/>
                <a:gd name="connsiteY34" fmla="*/ 342721 h 605117"/>
                <a:gd name="connsiteX35" fmla="*/ 548272 w 585490"/>
                <a:gd name="connsiteY35" fmla="*/ 338420 h 605117"/>
                <a:gd name="connsiteX36" fmla="*/ 554016 w 585490"/>
                <a:gd name="connsiteY36" fmla="*/ 334119 h 605117"/>
                <a:gd name="connsiteX37" fmla="*/ 561196 w 585490"/>
                <a:gd name="connsiteY37" fmla="*/ 326950 h 605117"/>
                <a:gd name="connsiteX38" fmla="*/ 565504 w 585490"/>
                <a:gd name="connsiteY38" fmla="*/ 319782 h 605117"/>
                <a:gd name="connsiteX39" fmla="*/ 569812 w 585490"/>
                <a:gd name="connsiteY39" fmla="*/ 311180 h 605117"/>
                <a:gd name="connsiteX40" fmla="*/ 571248 w 585490"/>
                <a:gd name="connsiteY40" fmla="*/ 306878 h 605117"/>
                <a:gd name="connsiteX41" fmla="*/ 571248 w 585490"/>
                <a:gd name="connsiteY41" fmla="*/ 302577 h 605117"/>
                <a:gd name="connsiteX42" fmla="*/ 572684 w 585490"/>
                <a:gd name="connsiteY42" fmla="*/ 293975 h 605117"/>
                <a:gd name="connsiteX43" fmla="*/ 572684 w 585490"/>
                <a:gd name="connsiteY43" fmla="*/ 286806 h 605117"/>
                <a:gd name="connsiteX44" fmla="*/ 571248 w 585490"/>
                <a:gd name="connsiteY44" fmla="*/ 281072 h 605117"/>
                <a:gd name="connsiteX45" fmla="*/ 568376 w 585490"/>
                <a:gd name="connsiteY45" fmla="*/ 271036 h 605117"/>
                <a:gd name="connsiteX46" fmla="*/ 566940 w 585490"/>
                <a:gd name="connsiteY46" fmla="*/ 268168 h 605117"/>
                <a:gd name="connsiteX47" fmla="*/ 348710 w 585490"/>
                <a:gd name="connsiteY47" fmla="*/ 246665 h 605117"/>
                <a:gd name="connsiteX48" fmla="*/ 348710 w 585490"/>
                <a:gd name="connsiteY48" fmla="*/ 354152 h 605117"/>
                <a:gd name="connsiteX49" fmla="*/ 375975 w 585490"/>
                <a:gd name="connsiteY49" fmla="*/ 354152 h 605117"/>
                <a:gd name="connsiteX50" fmla="*/ 375975 w 585490"/>
                <a:gd name="connsiteY50" fmla="*/ 319756 h 605117"/>
                <a:gd name="connsiteX51" fmla="*/ 377410 w 585490"/>
                <a:gd name="connsiteY51" fmla="*/ 309724 h 605117"/>
                <a:gd name="connsiteX52" fmla="*/ 393195 w 585490"/>
                <a:gd name="connsiteY52" fmla="*/ 298259 h 605117"/>
                <a:gd name="connsiteX53" fmla="*/ 401806 w 585490"/>
                <a:gd name="connsiteY53" fmla="*/ 308291 h 605117"/>
                <a:gd name="connsiteX54" fmla="*/ 401806 w 585490"/>
                <a:gd name="connsiteY54" fmla="*/ 354152 h 605117"/>
                <a:gd name="connsiteX55" fmla="*/ 427636 w 585490"/>
                <a:gd name="connsiteY55" fmla="*/ 354152 h 605117"/>
                <a:gd name="connsiteX56" fmla="*/ 427636 w 585490"/>
                <a:gd name="connsiteY56" fmla="*/ 303992 h 605117"/>
                <a:gd name="connsiteX57" fmla="*/ 398935 w 585490"/>
                <a:gd name="connsiteY57" fmla="*/ 273895 h 605117"/>
                <a:gd name="connsiteX58" fmla="*/ 375975 w 585490"/>
                <a:gd name="connsiteY58" fmla="*/ 286794 h 605117"/>
                <a:gd name="connsiteX59" fmla="*/ 374540 w 585490"/>
                <a:gd name="connsiteY59" fmla="*/ 286794 h 605117"/>
                <a:gd name="connsiteX60" fmla="*/ 375975 w 585490"/>
                <a:gd name="connsiteY60" fmla="*/ 279628 h 605117"/>
                <a:gd name="connsiteX61" fmla="*/ 375975 w 585490"/>
                <a:gd name="connsiteY61" fmla="*/ 246665 h 605117"/>
                <a:gd name="connsiteX62" fmla="*/ 287004 w 585490"/>
                <a:gd name="connsiteY62" fmla="*/ 246665 h 605117"/>
                <a:gd name="connsiteX63" fmla="*/ 245389 w 585490"/>
                <a:gd name="connsiteY63" fmla="*/ 312591 h 605117"/>
                <a:gd name="connsiteX64" fmla="*/ 245389 w 585490"/>
                <a:gd name="connsiteY64" fmla="*/ 328355 h 605117"/>
                <a:gd name="connsiteX65" fmla="*/ 292745 w 585490"/>
                <a:gd name="connsiteY65" fmla="*/ 328355 h 605117"/>
                <a:gd name="connsiteX66" fmla="*/ 292745 w 585490"/>
                <a:gd name="connsiteY66" fmla="*/ 354152 h 605117"/>
                <a:gd name="connsiteX67" fmla="*/ 318575 w 585490"/>
                <a:gd name="connsiteY67" fmla="*/ 354152 h 605117"/>
                <a:gd name="connsiteX68" fmla="*/ 318575 w 585490"/>
                <a:gd name="connsiteY68" fmla="*/ 328355 h 605117"/>
                <a:gd name="connsiteX69" fmla="*/ 331490 w 585490"/>
                <a:gd name="connsiteY69" fmla="*/ 328355 h 605117"/>
                <a:gd name="connsiteX70" fmla="*/ 331490 w 585490"/>
                <a:gd name="connsiteY70" fmla="*/ 306858 h 605117"/>
                <a:gd name="connsiteX71" fmla="*/ 318575 w 585490"/>
                <a:gd name="connsiteY71" fmla="*/ 306858 h 605117"/>
                <a:gd name="connsiteX72" fmla="*/ 318575 w 585490"/>
                <a:gd name="connsiteY72" fmla="*/ 246665 h 605117"/>
                <a:gd name="connsiteX73" fmla="*/ 195164 w 585490"/>
                <a:gd name="connsiteY73" fmla="*/ 243799 h 605117"/>
                <a:gd name="connsiteX74" fmla="*/ 156418 w 585490"/>
                <a:gd name="connsiteY74" fmla="*/ 268163 h 605117"/>
                <a:gd name="connsiteX75" fmla="*/ 176508 w 585490"/>
                <a:gd name="connsiteY75" fmla="*/ 281061 h 605117"/>
                <a:gd name="connsiteX76" fmla="*/ 192294 w 585490"/>
                <a:gd name="connsiteY76" fmla="*/ 269596 h 605117"/>
                <a:gd name="connsiteX77" fmla="*/ 203774 w 585490"/>
                <a:gd name="connsiteY77" fmla="*/ 279628 h 605117"/>
                <a:gd name="connsiteX78" fmla="*/ 156418 w 585490"/>
                <a:gd name="connsiteY78" fmla="*/ 342687 h 605117"/>
                <a:gd name="connsiteX79" fmla="*/ 157853 w 585490"/>
                <a:gd name="connsiteY79" fmla="*/ 354152 h 605117"/>
                <a:gd name="connsiteX80" fmla="*/ 233909 w 585490"/>
                <a:gd name="connsiteY80" fmla="*/ 354152 h 605117"/>
                <a:gd name="connsiteX81" fmla="*/ 233909 w 585490"/>
                <a:gd name="connsiteY81" fmla="*/ 331222 h 605117"/>
                <a:gd name="connsiteX82" fmla="*/ 187988 w 585490"/>
                <a:gd name="connsiteY82" fmla="*/ 331222 h 605117"/>
                <a:gd name="connsiteX83" fmla="*/ 232474 w 585490"/>
                <a:gd name="connsiteY83" fmla="*/ 276762 h 605117"/>
                <a:gd name="connsiteX84" fmla="*/ 195164 w 585490"/>
                <a:gd name="connsiteY84" fmla="*/ 243799 h 605117"/>
                <a:gd name="connsiteX85" fmla="*/ 292745 w 585490"/>
                <a:gd name="connsiteY85" fmla="*/ 146344 h 605117"/>
                <a:gd name="connsiteX86" fmla="*/ 450596 w 585490"/>
                <a:gd name="connsiteY86" fmla="*/ 302559 h 605117"/>
                <a:gd name="connsiteX87" fmla="*/ 292745 w 585490"/>
                <a:gd name="connsiteY87" fmla="*/ 458773 h 605117"/>
                <a:gd name="connsiteX88" fmla="*/ 136328 w 585490"/>
                <a:gd name="connsiteY88" fmla="*/ 302559 h 605117"/>
                <a:gd name="connsiteX89" fmla="*/ 292745 w 585490"/>
                <a:gd name="connsiteY89" fmla="*/ 146344 h 605117"/>
                <a:gd name="connsiteX90" fmla="*/ 375948 w 585490"/>
                <a:gd name="connsiteY90" fmla="*/ 25870 h 605117"/>
                <a:gd name="connsiteX91" fmla="*/ 365896 w 585490"/>
                <a:gd name="connsiteY91" fmla="*/ 27304 h 605117"/>
                <a:gd name="connsiteX92" fmla="*/ 357279 w 585490"/>
                <a:gd name="connsiteY92" fmla="*/ 31605 h 605117"/>
                <a:gd name="connsiteX93" fmla="*/ 350099 w 585490"/>
                <a:gd name="connsiteY93" fmla="*/ 34472 h 605117"/>
                <a:gd name="connsiteX94" fmla="*/ 341483 w 585490"/>
                <a:gd name="connsiteY94" fmla="*/ 41641 h 605117"/>
                <a:gd name="connsiteX95" fmla="*/ 340047 w 585490"/>
                <a:gd name="connsiteY95" fmla="*/ 43075 h 605117"/>
                <a:gd name="connsiteX96" fmla="*/ 338611 w 585490"/>
                <a:gd name="connsiteY96" fmla="*/ 43075 h 605117"/>
                <a:gd name="connsiteX97" fmla="*/ 360152 w 585490"/>
                <a:gd name="connsiteY97" fmla="*/ 63147 h 605117"/>
                <a:gd name="connsiteX98" fmla="*/ 361588 w 585490"/>
                <a:gd name="connsiteY98" fmla="*/ 60279 h 605117"/>
                <a:gd name="connsiteX99" fmla="*/ 367332 w 585490"/>
                <a:gd name="connsiteY99" fmla="*/ 53111 h 605117"/>
                <a:gd name="connsiteX100" fmla="*/ 370204 w 585490"/>
                <a:gd name="connsiteY100" fmla="*/ 50243 h 605117"/>
                <a:gd name="connsiteX101" fmla="*/ 373076 w 585490"/>
                <a:gd name="connsiteY101" fmla="*/ 45942 h 605117"/>
                <a:gd name="connsiteX102" fmla="*/ 378820 w 585490"/>
                <a:gd name="connsiteY102" fmla="*/ 43075 h 605117"/>
                <a:gd name="connsiteX103" fmla="*/ 384564 w 585490"/>
                <a:gd name="connsiteY103" fmla="*/ 41641 h 605117"/>
                <a:gd name="connsiteX104" fmla="*/ 391744 w 585490"/>
                <a:gd name="connsiteY104" fmla="*/ 41641 h 605117"/>
                <a:gd name="connsiteX105" fmla="*/ 397488 w 585490"/>
                <a:gd name="connsiteY105" fmla="*/ 41641 h 605117"/>
                <a:gd name="connsiteX106" fmla="*/ 410413 w 585490"/>
                <a:gd name="connsiteY106" fmla="*/ 45942 h 605117"/>
                <a:gd name="connsiteX107" fmla="*/ 419029 w 585490"/>
                <a:gd name="connsiteY107" fmla="*/ 48810 h 605117"/>
                <a:gd name="connsiteX108" fmla="*/ 421901 w 585490"/>
                <a:gd name="connsiteY108" fmla="*/ 50243 h 605117"/>
                <a:gd name="connsiteX109" fmla="*/ 420465 w 585490"/>
                <a:gd name="connsiteY109" fmla="*/ 48810 h 605117"/>
                <a:gd name="connsiteX110" fmla="*/ 413285 w 585490"/>
                <a:gd name="connsiteY110" fmla="*/ 41641 h 605117"/>
                <a:gd name="connsiteX111" fmla="*/ 401797 w 585490"/>
                <a:gd name="connsiteY111" fmla="*/ 33039 h 605117"/>
                <a:gd name="connsiteX112" fmla="*/ 393180 w 585490"/>
                <a:gd name="connsiteY112" fmla="*/ 30171 h 605117"/>
                <a:gd name="connsiteX113" fmla="*/ 384564 w 585490"/>
                <a:gd name="connsiteY113" fmla="*/ 27304 h 605117"/>
                <a:gd name="connsiteX114" fmla="*/ 375948 w 585490"/>
                <a:gd name="connsiteY114" fmla="*/ 25870 h 605117"/>
                <a:gd name="connsiteX115" fmla="*/ 387032 w 585490"/>
                <a:gd name="connsiteY115" fmla="*/ 10054 h 605117"/>
                <a:gd name="connsiteX116" fmla="*/ 529603 w 585490"/>
                <a:gd name="connsiteY116" fmla="*/ 136266 h 605117"/>
                <a:gd name="connsiteX117" fmla="*/ 569812 w 585490"/>
                <a:gd name="connsiteY117" fmla="*/ 345589 h 605117"/>
                <a:gd name="connsiteX118" fmla="*/ 487959 w 585490"/>
                <a:gd name="connsiteY118" fmla="*/ 336987 h 605117"/>
                <a:gd name="connsiteX119" fmla="*/ 506627 w 585490"/>
                <a:gd name="connsiteY119" fmla="*/ 259566 h 605117"/>
                <a:gd name="connsiteX120" fmla="*/ 477906 w 585490"/>
                <a:gd name="connsiteY120" fmla="*/ 169242 h 605117"/>
                <a:gd name="connsiteX121" fmla="*/ 407541 w 585490"/>
                <a:gd name="connsiteY121" fmla="*/ 104724 h 605117"/>
                <a:gd name="connsiteX122" fmla="*/ 328559 w 585490"/>
                <a:gd name="connsiteY122" fmla="*/ 90387 h 605117"/>
                <a:gd name="connsiteX123" fmla="*/ 355843 w 585490"/>
                <a:gd name="connsiteY123" fmla="*/ 11533 h 605117"/>
                <a:gd name="connsiteX124" fmla="*/ 387032 w 585490"/>
                <a:gd name="connsiteY124" fmla="*/ 10054 h 605117"/>
                <a:gd name="connsiteX125" fmla="*/ 140586 w 585490"/>
                <a:gd name="connsiteY125" fmla="*/ 184 h 605117"/>
                <a:gd name="connsiteX126" fmla="*/ 253915 w 585490"/>
                <a:gd name="connsiteY126" fmla="*/ 28851 h 605117"/>
                <a:gd name="connsiteX127" fmla="*/ 276868 w 585490"/>
                <a:gd name="connsiteY127" fmla="*/ 34584 h 605117"/>
                <a:gd name="connsiteX128" fmla="*/ 281172 w 585490"/>
                <a:gd name="connsiteY128" fmla="*/ 50351 h 605117"/>
                <a:gd name="connsiteX129" fmla="*/ 253915 w 585490"/>
                <a:gd name="connsiteY129" fmla="*/ 79018 h 605117"/>
                <a:gd name="connsiteX130" fmla="*/ 183622 w 585490"/>
                <a:gd name="connsiteY130" fmla="*/ 150685 h 605117"/>
                <a:gd name="connsiteX131" fmla="*/ 167842 w 585490"/>
                <a:gd name="connsiteY131" fmla="*/ 147818 h 605117"/>
                <a:gd name="connsiteX132" fmla="*/ 159235 w 585490"/>
                <a:gd name="connsiteY132" fmla="*/ 120585 h 605117"/>
                <a:gd name="connsiteX133" fmla="*/ 154931 w 585490"/>
                <a:gd name="connsiteY133" fmla="*/ 116285 h 605117"/>
                <a:gd name="connsiteX134" fmla="*/ 149193 w 585490"/>
                <a:gd name="connsiteY134" fmla="*/ 117718 h 605117"/>
                <a:gd name="connsiteX135" fmla="*/ 57382 w 585490"/>
                <a:gd name="connsiteY135" fmla="*/ 302619 h 605117"/>
                <a:gd name="connsiteX136" fmla="*/ 219486 w 585490"/>
                <a:gd name="connsiteY136" fmla="*/ 526219 h 605117"/>
                <a:gd name="connsiteX137" fmla="*/ 232397 w 585490"/>
                <a:gd name="connsiteY137" fmla="*/ 573519 h 605117"/>
                <a:gd name="connsiteX138" fmla="*/ 202272 w 585490"/>
                <a:gd name="connsiteY138" fmla="*/ 580686 h 605117"/>
                <a:gd name="connsiteX139" fmla="*/ 0 w 585490"/>
                <a:gd name="connsiteY139" fmla="*/ 302619 h 605117"/>
                <a:gd name="connsiteX140" fmla="*/ 134848 w 585490"/>
                <a:gd name="connsiteY140" fmla="*/ 56085 h 605117"/>
                <a:gd name="connsiteX141" fmla="*/ 137717 w 585490"/>
                <a:gd name="connsiteY141" fmla="*/ 46051 h 605117"/>
                <a:gd name="connsiteX142" fmla="*/ 129109 w 585490"/>
                <a:gd name="connsiteY142" fmla="*/ 13084 h 605117"/>
                <a:gd name="connsiteX143" fmla="*/ 140586 w 585490"/>
                <a:gd name="connsiteY143" fmla="*/ 184 h 605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585490" h="605117">
                  <a:moveTo>
                    <a:pt x="579799" y="361297"/>
                  </a:moveTo>
                  <a:cubicBezTo>
                    <a:pt x="564016" y="438687"/>
                    <a:pt x="518103" y="507479"/>
                    <a:pt x="450668" y="550473"/>
                  </a:cubicBezTo>
                  <a:cubicBezTo>
                    <a:pt x="447798" y="551906"/>
                    <a:pt x="446364" y="554773"/>
                    <a:pt x="447798" y="557639"/>
                  </a:cubicBezTo>
                  <a:lnTo>
                    <a:pt x="456407" y="592035"/>
                  </a:lnTo>
                  <a:cubicBezTo>
                    <a:pt x="459277" y="599200"/>
                    <a:pt x="452103" y="606366"/>
                    <a:pt x="444929" y="604933"/>
                  </a:cubicBezTo>
                  <a:lnTo>
                    <a:pt x="331580" y="576270"/>
                  </a:lnTo>
                  <a:lnTo>
                    <a:pt x="308624" y="570537"/>
                  </a:lnTo>
                  <a:cubicBezTo>
                    <a:pt x="301450" y="569104"/>
                    <a:pt x="300015" y="559072"/>
                    <a:pt x="304319" y="554773"/>
                  </a:cubicBezTo>
                  <a:lnTo>
                    <a:pt x="331580" y="526110"/>
                  </a:lnTo>
                  <a:lnTo>
                    <a:pt x="401885" y="453019"/>
                  </a:lnTo>
                  <a:cubicBezTo>
                    <a:pt x="407624" y="448719"/>
                    <a:pt x="416233" y="450152"/>
                    <a:pt x="419103" y="457318"/>
                  </a:cubicBezTo>
                  <a:lnTo>
                    <a:pt x="426277" y="484548"/>
                  </a:lnTo>
                  <a:cubicBezTo>
                    <a:pt x="426277" y="485981"/>
                    <a:pt x="429146" y="488848"/>
                    <a:pt x="430581" y="488848"/>
                  </a:cubicBezTo>
                  <a:cubicBezTo>
                    <a:pt x="433450" y="490281"/>
                    <a:pt x="434885" y="488848"/>
                    <a:pt x="437755" y="487414"/>
                  </a:cubicBezTo>
                  <a:cubicBezTo>
                    <a:pt x="472190" y="461618"/>
                    <a:pt x="498016" y="425789"/>
                    <a:pt x="513799" y="385661"/>
                  </a:cubicBezTo>
                  <a:cubicBezTo>
                    <a:pt x="516668" y="385661"/>
                    <a:pt x="519538" y="385661"/>
                    <a:pt x="523842" y="385661"/>
                  </a:cubicBezTo>
                  <a:cubicBezTo>
                    <a:pt x="542494" y="385661"/>
                    <a:pt x="559712" y="375629"/>
                    <a:pt x="572625" y="365596"/>
                  </a:cubicBezTo>
                  <a:cubicBezTo>
                    <a:pt x="575495" y="364163"/>
                    <a:pt x="576929" y="362730"/>
                    <a:pt x="579799" y="361297"/>
                  </a:cubicBezTo>
                  <a:close/>
                  <a:moveTo>
                    <a:pt x="294267" y="269568"/>
                  </a:moveTo>
                  <a:lnTo>
                    <a:pt x="292830" y="306811"/>
                  </a:lnTo>
                  <a:lnTo>
                    <a:pt x="271277" y="306811"/>
                  </a:lnTo>
                  <a:lnTo>
                    <a:pt x="271277" y="305379"/>
                  </a:lnTo>
                  <a:close/>
                  <a:moveTo>
                    <a:pt x="566940" y="268168"/>
                  </a:moveTo>
                  <a:cubicBezTo>
                    <a:pt x="566940" y="268168"/>
                    <a:pt x="566940" y="269602"/>
                    <a:pt x="566940" y="271036"/>
                  </a:cubicBezTo>
                  <a:cubicBezTo>
                    <a:pt x="566940" y="273903"/>
                    <a:pt x="566940" y="276770"/>
                    <a:pt x="566940" y="281072"/>
                  </a:cubicBezTo>
                  <a:cubicBezTo>
                    <a:pt x="565504" y="282505"/>
                    <a:pt x="565504" y="283939"/>
                    <a:pt x="565504" y="286806"/>
                  </a:cubicBezTo>
                  <a:cubicBezTo>
                    <a:pt x="564068" y="288240"/>
                    <a:pt x="564068" y="291108"/>
                    <a:pt x="562632" y="292541"/>
                  </a:cubicBezTo>
                  <a:cubicBezTo>
                    <a:pt x="562632" y="295409"/>
                    <a:pt x="561196" y="296842"/>
                    <a:pt x="561196" y="299710"/>
                  </a:cubicBezTo>
                  <a:lnTo>
                    <a:pt x="558324" y="302577"/>
                  </a:lnTo>
                  <a:lnTo>
                    <a:pt x="556888" y="304011"/>
                  </a:lnTo>
                  <a:cubicBezTo>
                    <a:pt x="551144" y="311180"/>
                    <a:pt x="543964" y="314047"/>
                    <a:pt x="538220" y="315481"/>
                  </a:cubicBezTo>
                  <a:cubicBezTo>
                    <a:pt x="535348" y="315481"/>
                    <a:pt x="532476" y="316914"/>
                    <a:pt x="529603" y="316914"/>
                  </a:cubicBezTo>
                  <a:cubicBezTo>
                    <a:pt x="528167" y="316914"/>
                    <a:pt x="526731" y="316914"/>
                    <a:pt x="526731" y="316914"/>
                  </a:cubicBezTo>
                  <a:lnTo>
                    <a:pt x="535348" y="345589"/>
                  </a:lnTo>
                  <a:cubicBezTo>
                    <a:pt x="535348" y="345589"/>
                    <a:pt x="536784" y="344155"/>
                    <a:pt x="538220" y="342721"/>
                  </a:cubicBezTo>
                  <a:cubicBezTo>
                    <a:pt x="541092" y="342721"/>
                    <a:pt x="543964" y="339854"/>
                    <a:pt x="548272" y="338420"/>
                  </a:cubicBezTo>
                  <a:cubicBezTo>
                    <a:pt x="549708" y="336987"/>
                    <a:pt x="552580" y="335553"/>
                    <a:pt x="554016" y="334119"/>
                  </a:cubicBezTo>
                  <a:cubicBezTo>
                    <a:pt x="556888" y="331252"/>
                    <a:pt x="558324" y="329818"/>
                    <a:pt x="561196" y="326950"/>
                  </a:cubicBezTo>
                  <a:cubicBezTo>
                    <a:pt x="562632" y="325517"/>
                    <a:pt x="564068" y="322649"/>
                    <a:pt x="565504" y="319782"/>
                  </a:cubicBezTo>
                  <a:cubicBezTo>
                    <a:pt x="568376" y="316914"/>
                    <a:pt x="568376" y="314047"/>
                    <a:pt x="569812" y="311180"/>
                  </a:cubicBezTo>
                  <a:lnTo>
                    <a:pt x="571248" y="306878"/>
                  </a:lnTo>
                  <a:lnTo>
                    <a:pt x="571248" y="302577"/>
                  </a:lnTo>
                  <a:cubicBezTo>
                    <a:pt x="572684" y="299710"/>
                    <a:pt x="572684" y="296842"/>
                    <a:pt x="572684" y="293975"/>
                  </a:cubicBezTo>
                  <a:cubicBezTo>
                    <a:pt x="572684" y="291108"/>
                    <a:pt x="572684" y="289674"/>
                    <a:pt x="572684" y="286806"/>
                  </a:cubicBezTo>
                  <a:cubicBezTo>
                    <a:pt x="571248" y="283939"/>
                    <a:pt x="571248" y="282505"/>
                    <a:pt x="571248" y="281072"/>
                  </a:cubicBezTo>
                  <a:cubicBezTo>
                    <a:pt x="569812" y="276770"/>
                    <a:pt x="569812" y="273903"/>
                    <a:pt x="568376" y="271036"/>
                  </a:cubicBezTo>
                  <a:cubicBezTo>
                    <a:pt x="568376" y="269602"/>
                    <a:pt x="566940" y="268168"/>
                    <a:pt x="566940" y="268168"/>
                  </a:cubicBezTo>
                  <a:close/>
                  <a:moveTo>
                    <a:pt x="348710" y="246665"/>
                  </a:moveTo>
                  <a:lnTo>
                    <a:pt x="348710" y="354152"/>
                  </a:lnTo>
                  <a:lnTo>
                    <a:pt x="375975" y="354152"/>
                  </a:lnTo>
                  <a:lnTo>
                    <a:pt x="375975" y="319756"/>
                  </a:lnTo>
                  <a:cubicBezTo>
                    <a:pt x="375975" y="316890"/>
                    <a:pt x="375975" y="312591"/>
                    <a:pt x="377410" y="309724"/>
                  </a:cubicBezTo>
                  <a:cubicBezTo>
                    <a:pt x="378845" y="302559"/>
                    <a:pt x="384585" y="298259"/>
                    <a:pt x="393195" y="298259"/>
                  </a:cubicBezTo>
                  <a:cubicBezTo>
                    <a:pt x="398935" y="298259"/>
                    <a:pt x="401806" y="301125"/>
                    <a:pt x="401806" y="308291"/>
                  </a:cubicBezTo>
                  <a:lnTo>
                    <a:pt x="401806" y="354152"/>
                  </a:lnTo>
                  <a:lnTo>
                    <a:pt x="427636" y="354152"/>
                  </a:lnTo>
                  <a:lnTo>
                    <a:pt x="427636" y="303992"/>
                  </a:lnTo>
                  <a:cubicBezTo>
                    <a:pt x="427636" y="282494"/>
                    <a:pt x="414721" y="273895"/>
                    <a:pt x="398935" y="273895"/>
                  </a:cubicBezTo>
                  <a:cubicBezTo>
                    <a:pt x="388890" y="273895"/>
                    <a:pt x="380280" y="279628"/>
                    <a:pt x="375975" y="286794"/>
                  </a:cubicBezTo>
                  <a:lnTo>
                    <a:pt x="374540" y="286794"/>
                  </a:lnTo>
                  <a:cubicBezTo>
                    <a:pt x="374540" y="286794"/>
                    <a:pt x="375975" y="283927"/>
                    <a:pt x="375975" y="279628"/>
                  </a:cubicBezTo>
                  <a:lnTo>
                    <a:pt x="375975" y="246665"/>
                  </a:lnTo>
                  <a:close/>
                  <a:moveTo>
                    <a:pt x="287004" y="246665"/>
                  </a:moveTo>
                  <a:lnTo>
                    <a:pt x="245389" y="312591"/>
                  </a:lnTo>
                  <a:lnTo>
                    <a:pt x="245389" y="328355"/>
                  </a:lnTo>
                  <a:lnTo>
                    <a:pt x="292745" y="328355"/>
                  </a:lnTo>
                  <a:lnTo>
                    <a:pt x="292745" y="354152"/>
                  </a:lnTo>
                  <a:lnTo>
                    <a:pt x="318575" y="354152"/>
                  </a:lnTo>
                  <a:lnTo>
                    <a:pt x="318575" y="328355"/>
                  </a:lnTo>
                  <a:lnTo>
                    <a:pt x="331490" y="328355"/>
                  </a:lnTo>
                  <a:lnTo>
                    <a:pt x="331490" y="306858"/>
                  </a:lnTo>
                  <a:lnTo>
                    <a:pt x="318575" y="306858"/>
                  </a:lnTo>
                  <a:lnTo>
                    <a:pt x="318575" y="246665"/>
                  </a:lnTo>
                  <a:close/>
                  <a:moveTo>
                    <a:pt x="195164" y="243799"/>
                  </a:moveTo>
                  <a:cubicBezTo>
                    <a:pt x="166463" y="243799"/>
                    <a:pt x="156418" y="268163"/>
                    <a:pt x="156418" y="268163"/>
                  </a:cubicBezTo>
                  <a:lnTo>
                    <a:pt x="176508" y="281061"/>
                  </a:lnTo>
                  <a:cubicBezTo>
                    <a:pt x="176508" y="281061"/>
                    <a:pt x="182248" y="269596"/>
                    <a:pt x="192294" y="269596"/>
                  </a:cubicBezTo>
                  <a:cubicBezTo>
                    <a:pt x="198034" y="269596"/>
                    <a:pt x="203774" y="272462"/>
                    <a:pt x="203774" y="279628"/>
                  </a:cubicBezTo>
                  <a:cubicBezTo>
                    <a:pt x="203774" y="295393"/>
                    <a:pt x="156418" y="302559"/>
                    <a:pt x="156418" y="342687"/>
                  </a:cubicBezTo>
                  <a:cubicBezTo>
                    <a:pt x="156418" y="346987"/>
                    <a:pt x="157853" y="349853"/>
                    <a:pt x="157853" y="354152"/>
                  </a:cubicBezTo>
                  <a:lnTo>
                    <a:pt x="233909" y="354152"/>
                  </a:lnTo>
                  <a:lnTo>
                    <a:pt x="233909" y="331222"/>
                  </a:lnTo>
                  <a:lnTo>
                    <a:pt x="187988" y="331222"/>
                  </a:lnTo>
                  <a:cubicBezTo>
                    <a:pt x="187988" y="318323"/>
                    <a:pt x="232474" y="311157"/>
                    <a:pt x="232474" y="276762"/>
                  </a:cubicBezTo>
                  <a:cubicBezTo>
                    <a:pt x="232474" y="253831"/>
                    <a:pt x="212384" y="243799"/>
                    <a:pt x="195164" y="243799"/>
                  </a:cubicBezTo>
                  <a:close/>
                  <a:moveTo>
                    <a:pt x="292745" y="146344"/>
                  </a:moveTo>
                  <a:cubicBezTo>
                    <a:pt x="380280" y="146344"/>
                    <a:pt x="450596" y="216569"/>
                    <a:pt x="450596" y="302559"/>
                  </a:cubicBezTo>
                  <a:cubicBezTo>
                    <a:pt x="450596" y="388548"/>
                    <a:pt x="380280" y="458773"/>
                    <a:pt x="292745" y="458773"/>
                  </a:cubicBezTo>
                  <a:cubicBezTo>
                    <a:pt x="206644" y="458773"/>
                    <a:pt x="136328" y="388548"/>
                    <a:pt x="136328" y="302559"/>
                  </a:cubicBezTo>
                  <a:cubicBezTo>
                    <a:pt x="136328" y="216569"/>
                    <a:pt x="206644" y="146344"/>
                    <a:pt x="292745" y="146344"/>
                  </a:cubicBezTo>
                  <a:close/>
                  <a:moveTo>
                    <a:pt x="375948" y="25870"/>
                  </a:moveTo>
                  <a:cubicBezTo>
                    <a:pt x="373076" y="27304"/>
                    <a:pt x="368768" y="27304"/>
                    <a:pt x="365896" y="27304"/>
                  </a:cubicBezTo>
                  <a:cubicBezTo>
                    <a:pt x="363024" y="28737"/>
                    <a:pt x="360152" y="30171"/>
                    <a:pt x="357279" y="31605"/>
                  </a:cubicBezTo>
                  <a:cubicBezTo>
                    <a:pt x="354407" y="31605"/>
                    <a:pt x="352971" y="33039"/>
                    <a:pt x="350099" y="34472"/>
                  </a:cubicBezTo>
                  <a:cubicBezTo>
                    <a:pt x="347227" y="37340"/>
                    <a:pt x="344355" y="40207"/>
                    <a:pt x="341483" y="41641"/>
                  </a:cubicBezTo>
                  <a:cubicBezTo>
                    <a:pt x="341483" y="41641"/>
                    <a:pt x="340047" y="41641"/>
                    <a:pt x="340047" y="43075"/>
                  </a:cubicBezTo>
                  <a:cubicBezTo>
                    <a:pt x="340047" y="43075"/>
                    <a:pt x="338611" y="43075"/>
                    <a:pt x="338611" y="43075"/>
                  </a:cubicBezTo>
                  <a:lnTo>
                    <a:pt x="360152" y="63147"/>
                  </a:lnTo>
                  <a:cubicBezTo>
                    <a:pt x="360152" y="61713"/>
                    <a:pt x="361588" y="61713"/>
                    <a:pt x="361588" y="60279"/>
                  </a:cubicBezTo>
                  <a:cubicBezTo>
                    <a:pt x="363024" y="58846"/>
                    <a:pt x="364460" y="55978"/>
                    <a:pt x="367332" y="53111"/>
                  </a:cubicBezTo>
                  <a:cubicBezTo>
                    <a:pt x="367332" y="51677"/>
                    <a:pt x="368768" y="50243"/>
                    <a:pt x="370204" y="50243"/>
                  </a:cubicBezTo>
                  <a:cubicBezTo>
                    <a:pt x="371640" y="48810"/>
                    <a:pt x="371640" y="47376"/>
                    <a:pt x="373076" y="45942"/>
                  </a:cubicBezTo>
                  <a:cubicBezTo>
                    <a:pt x="374512" y="44508"/>
                    <a:pt x="377384" y="44508"/>
                    <a:pt x="378820" y="43075"/>
                  </a:cubicBezTo>
                  <a:cubicBezTo>
                    <a:pt x="380256" y="43075"/>
                    <a:pt x="381692" y="41641"/>
                    <a:pt x="384564" y="41641"/>
                  </a:cubicBezTo>
                  <a:cubicBezTo>
                    <a:pt x="386000" y="41641"/>
                    <a:pt x="388872" y="41641"/>
                    <a:pt x="391744" y="41641"/>
                  </a:cubicBezTo>
                  <a:cubicBezTo>
                    <a:pt x="393180" y="41641"/>
                    <a:pt x="396052" y="41641"/>
                    <a:pt x="397488" y="41641"/>
                  </a:cubicBezTo>
                  <a:cubicBezTo>
                    <a:pt x="403233" y="43075"/>
                    <a:pt x="407541" y="44508"/>
                    <a:pt x="410413" y="45942"/>
                  </a:cubicBezTo>
                  <a:cubicBezTo>
                    <a:pt x="414721" y="47376"/>
                    <a:pt x="417593" y="48810"/>
                    <a:pt x="419029" y="48810"/>
                  </a:cubicBezTo>
                  <a:cubicBezTo>
                    <a:pt x="421901" y="50243"/>
                    <a:pt x="421901" y="50243"/>
                    <a:pt x="421901" y="50243"/>
                  </a:cubicBezTo>
                  <a:cubicBezTo>
                    <a:pt x="421901" y="50243"/>
                    <a:pt x="421901" y="50243"/>
                    <a:pt x="420465" y="48810"/>
                  </a:cubicBezTo>
                  <a:cubicBezTo>
                    <a:pt x="417593" y="47376"/>
                    <a:pt x="416157" y="44508"/>
                    <a:pt x="413285" y="41641"/>
                  </a:cubicBezTo>
                  <a:cubicBezTo>
                    <a:pt x="410413" y="38774"/>
                    <a:pt x="406105" y="35906"/>
                    <a:pt x="401797" y="33039"/>
                  </a:cubicBezTo>
                  <a:cubicBezTo>
                    <a:pt x="398924" y="33039"/>
                    <a:pt x="396052" y="31605"/>
                    <a:pt x="393180" y="30171"/>
                  </a:cubicBezTo>
                  <a:cubicBezTo>
                    <a:pt x="391744" y="28737"/>
                    <a:pt x="388872" y="27304"/>
                    <a:pt x="384564" y="27304"/>
                  </a:cubicBezTo>
                  <a:cubicBezTo>
                    <a:pt x="381692" y="27304"/>
                    <a:pt x="378820" y="27304"/>
                    <a:pt x="375948" y="25870"/>
                  </a:cubicBezTo>
                  <a:close/>
                  <a:moveTo>
                    <a:pt x="387032" y="10054"/>
                  </a:moveTo>
                  <a:cubicBezTo>
                    <a:pt x="424863" y="19060"/>
                    <a:pt x="480060" y="59921"/>
                    <a:pt x="529603" y="136266"/>
                  </a:cubicBezTo>
                  <a:cubicBezTo>
                    <a:pt x="594225" y="238060"/>
                    <a:pt x="595661" y="324083"/>
                    <a:pt x="569812" y="345589"/>
                  </a:cubicBezTo>
                  <a:cubicBezTo>
                    <a:pt x="546836" y="362793"/>
                    <a:pt x="513807" y="390034"/>
                    <a:pt x="487959" y="336987"/>
                  </a:cubicBezTo>
                  <a:cubicBezTo>
                    <a:pt x="462110" y="285373"/>
                    <a:pt x="482214" y="275337"/>
                    <a:pt x="506627" y="259566"/>
                  </a:cubicBezTo>
                  <a:cubicBezTo>
                    <a:pt x="523859" y="249530"/>
                    <a:pt x="502319" y="206518"/>
                    <a:pt x="477906" y="169242"/>
                  </a:cubicBezTo>
                  <a:cubicBezTo>
                    <a:pt x="453494" y="130531"/>
                    <a:pt x="424773" y="93255"/>
                    <a:pt x="407541" y="104724"/>
                  </a:cubicBezTo>
                  <a:cubicBezTo>
                    <a:pt x="383128" y="120495"/>
                    <a:pt x="365896" y="134832"/>
                    <a:pt x="328559" y="90387"/>
                  </a:cubicBezTo>
                  <a:cubicBezTo>
                    <a:pt x="292658" y="44508"/>
                    <a:pt x="329995" y="24436"/>
                    <a:pt x="355843" y="11533"/>
                  </a:cubicBezTo>
                  <a:cubicBezTo>
                    <a:pt x="363741" y="7590"/>
                    <a:pt x="374422" y="7053"/>
                    <a:pt x="387032" y="10054"/>
                  </a:cubicBezTo>
                  <a:close/>
                  <a:moveTo>
                    <a:pt x="140586" y="184"/>
                  </a:moveTo>
                  <a:lnTo>
                    <a:pt x="253915" y="28851"/>
                  </a:lnTo>
                  <a:lnTo>
                    <a:pt x="276868" y="34584"/>
                  </a:lnTo>
                  <a:cubicBezTo>
                    <a:pt x="284041" y="36018"/>
                    <a:pt x="286910" y="46051"/>
                    <a:pt x="281172" y="50351"/>
                  </a:cubicBezTo>
                  <a:lnTo>
                    <a:pt x="253915" y="79018"/>
                  </a:lnTo>
                  <a:lnTo>
                    <a:pt x="183622" y="150685"/>
                  </a:lnTo>
                  <a:cubicBezTo>
                    <a:pt x="177884" y="156418"/>
                    <a:pt x="169277" y="154985"/>
                    <a:pt x="167842" y="147818"/>
                  </a:cubicBezTo>
                  <a:lnTo>
                    <a:pt x="159235" y="120585"/>
                  </a:lnTo>
                  <a:cubicBezTo>
                    <a:pt x="159235" y="117718"/>
                    <a:pt x="157801" y="116285"/>
                    <a:pt x="154931" y="116285"/>
                  </a:cubicBezTo>
                  <a:cubicBezTo>
                    <a:pt x="153497" y="114851"/>
                    <a:pt x="150628" y="116285"/>
                    <a:pt x="149193" y="117718"/>
                  </a:cubicBezTo>
                  <a:cubicBezTo>
                    <a:pt x="91811" y="160718"/>
                    <a:pt x="57382" y="229518"/>
                    <a:pt x="57382" y="302619"/>
                  </a:cubicBezTo>
                  <a:cubicBezTo>
                    <a:pt x="57382" y="407252"/>
                    <a:pt x="126240" y="494686"/>
                    <a:pt x="219486" y="526219"/>
                  </a:cubicBezTo>
                  <a:cubicBezTo>
                    <a:pt x="241004" y="531953"/>
                    <a:pt x="246743" y="557753"/>
                    <a:pt x="232397" y="573519"/>
                  </a:cubicBezTo>
                  <a:cubicBezTo>
                    <a:pt x="223790" y="582119"/>
                    <a:pt x="212313" y="584986"/>
                    <a:pt x="202272" y="580686"/>
                  </a:cubicBezTo>
                  <a:cubicBezTo>
                    <a:pt x="84638" y="543419"/>
                    <a:pt x="0" y="433052"/>
                    <a:pt x="0" y="302619"/>
                  </a:cubicBezTo>
                  <a:cubicBezTo>
                    <a:pt x="0" y="202285"/>
                    <a:pt x="50209" y="110551"/>
                    <a:pt x="134848" y="56085"/>
                  </a:cubicBezTo>
                  <a:cubicBezTo>
                    <a:pt x="137717" y="53218"/>
                    <a:pt x="139151" y="48918"/>
                    <a:pt x="137717" y="46051"/>
                  </a:cubicBezTo>
                  <a:lnTo>
                    <a:pt x="129109" y="13084"/>
                  </a:lnTo>
                  <a:cubicBezTo>
                    <a:pt x="126240" y="5918"/>
                    <a:pt x="133413" y="-1249"/>
                    <a:pt x="140586" y="184"/>
                  </a:cubicBezTo>
                  <a:close/>
                </a:path>
              </a:pathLst>
            </a:custGeom>
            <a:solidFill>
              <a:schemeClr val="bg1"/>
            </a:solidFill>
            <a:ln>
              <a:noFill/>
            </a:ln>
          </p:spPr>
          <p:txBody>
            <a:bodyPr wrap="square" lIns="91440" tIns="45720" rIns="91440" bIns="45720" anchor="ctr" anchorCtr="0">
              <a:normAutofit fontScale="850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rtl="0">
                <a:spcBef>
                  <a:spcPts val="0"/>
                </a:spcBef>
                <a:buNone/>
              </a:pPr>
              <a:endParaRPr/>
            </a:p>
          </p:txBody>
        </p:sp>
      </p:grpSp>
      <p:grpSp>
        <p:nvGrpSpPr>
          <p:cNvPr id="179" name="组合 178">
            <a:extLst>
              <a:ext uri="{FF2B5EF4-FFF2-40B4-BE49-F238E27FC236}">
                <a16:creationId xmlns:a16="http://schemas.microsoft.com/office/drawing/2014/main" xmlns="" id="{E630462E-E06F-45B8-8D6D-71563F090A4B}"/>
              </a:ext>
            </a:extLst>
          </p:cNvPr>
          <p:cNvGrpSpPr/>
          <p:nvPr/>
        </p:nvGrpSpPr>
        <p:grpSpPr>
          <a:xfrm>
            <a:off x="9636469" y="4212331"/>
            <a:ext cx="528692" cy="528692"/>
            <a:chOff x="9134766" y="3685547"/>
            <a:chExt cx="528692" cy="528692"/>
          </a:xfrm>
        </p:grpSpPr>
        <p:sp>
          <p:nvSpPr>
            <p:cNvPr id="180" name="íṧļiḍe">
              <a:extLst>
                <a:ext uri="{FF2B5EF4-FFF2-40B4-BE49-F238E27FC236}">
                  <a16:creationId xmlns:a16="http://schemas.microsoft.com/office/drawing/2014/main" xmlns="" id="{4390E7EC-8ED9-4261-A8E3-8F8D4C71FD7C}"/>
                </a:ext>
              </a:extLst>
            </p:cNvPr>
            <p:cNvSpPr/>
            <p:nvPr/>
          </p:nvSpPr>
          <p:spPr>
            <a:xfrm>
              <a:off x="9134766" y="3685547"/>
              <a:ext cx="528692" cy="528692"/>
            </a:xfrm>
            <a:prstGeom prst="ellipse">
              <a:avLst/>
            </a:prstGeom>
            <a:solidFill>
              <a:srgbClr val="8EBAE2"/>
            </a:solidFill>
            <a:ln>
              <a:noFill/>
            </a:ln>
          </p:spPr>
          <p:txBody>
            <a:bodyPr wrap="square" lIns="91440" tIns="45720" rIns="91440" bIns="45720" anchor="ctr" anchorCtr="0">
              <a:norm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rtl val="0"/>
                </a:defRPr>
              </a:lvl1pPr>
              <a:lvl2pPr marR="0" algn="l" rtl="0">
                <a:lnSpc>
                  <a:spcPct val="100000"/>
                </a:lnSpc>
                <a:spcBef>
                  <a:spcPts val="0"/>
                </a:spcBef>
                <a:spcAft>
                  <a:spcPts val="0"/>
                </a:spcAft>
                <a:buNone/>
                <a:defRPr sz="1400" b="0" i="0" u="none" strike="noStrike" cap="none" baseline="0">
                  <a:solidFill>
                    <a:srgbClr val="000000"/>
                  </a:solidFill>
                  <a:rtl val="0"/>
                </a:defRPr>
              </a:lvl2pPr>
              <a:lvl3pPr marR="0" algn="l" rtl="0">
                <a:lnSpc>
                  <a:spcPct val="100000"/>
                </a:lnSpc>
                <a:spcBef>
                  <a:spcPts val="0"/>
                </a:spcBef>
                <a:spcAft>
                  <a:spcPts val="0"/>
                </a:spcAft>
                <a:buNone/>
                <a:defRPr sz="1400" b="0" i="0" u="none" strike="noStrike" cap="none" baseline="0">
                  <a:solidFill>
                    <a:srgbClr val="000000"/>
                  </a:solidFill>
                  <a:rtl val="0"/>
                </a:defRPr>
              </a:lvl3pPr>
              <a:lvl4pPr marR="0" algn="l" rtl="0">
                <a:lnSpc>
                  <a:spcPct val="100000"/>
                </a:lnSpc>
                <a:spcBef>
                  <a:spcPts val="0"/>
                </a:spcBef>
                <a:spcAft>
                  <a:spcPts val="0"/>
                </a:spcAft>
                <a:buNone/>
                <a:defRPr sz="1400" b="0" i="0" u="none" strike="noStrike" cap="none" baseline="0">
                  <a:solidFill>
                    <a:srgbClr val="000000"/>
                  </a:solidFill>
                  <a:rtl val="0"/>
                </a:defRPr>
              </a:lvl4pPr>
              <a:lvl5pPr marR="0" algn="l" rtl="0">
                <a:lnSpc>
                  <a:spcPct val="100000"/>
                </a:lnSpc>
                <a:spcBef>
                  <a:spcPts val="0"/>
                </a:spcBef>
                <a:spcAft>
                  <a:spcPts val="0"/>
                </a:spcAft>
                <a:buNone/>
                <a:defRPr sz="1400" b="0" i="0" u="none" strike="noStrike" cap="none" baseline="0">
                  <a:solidFill>
                    <a:srgbClr val="000000"/>
                  </a:solidFill>
                  <a:rtl val="0"/>
                </a:defRPr>
              </a:lvl5pPr>
              <a:lvl6pPr marR="0" algn="l" rtl="0">
                <a:lnSpc>
                  <a:spcPct val="100000"/>
                </a:lnSpc>
                <a:spcBef>
                  <a:spcPts val="0"/>
                </a:spcBef>
                <a:spcAft>
                  <a:spcPts val="0"/>
                </a:spcAft>
                <a:buNone/>
                <a:defRPr sz="1400" b="0" i="0" u="none" strike="noStrike" cap="none" baseline="0">
                  <a:solidFill>
                    <a:srgbClr val="000000"/>
                  </a:solidFill>
                  <a:rtl val="0"/>
                </a:defRPr>
              </a:lvl6pPr>
              <a:lvl7pPr marR="0" algn="l" rtl="0">
                <a:lnSpc>
                  <a:spcPct val="100000"/>
                </a:lnSpc>
                <a:spcBef>
                  <a:spcPts val="0"/>
                </a:spcBef>
                <a:spcAft>
                  <a:spcPts val="0"/>
                </a:spcAft>
                <a:buNone/>
                <a:defRPr sz="1400" b="0" i="0" u="none" strike="noStrike" cap="none" baseline="0">
                  <a:solidFill>
                    <a:srgbClr val="000000"/>
                  </a:solidFill>
                  <a:rtl val="0"/>
                </a:defRPr>
              </a:lvl7pPr>
              <a:lvl8pPr marR="0" algn="l" rtl="0">
                <a:lnSpc>
                  <a:spcPct val="100000"/>
                </a:lnSpc>
                <a:spcBef>
                  <a:spcPts val="0"/>
                </a:spcBef>
                <a:spcAft>
                  <a:spcPts val="0"/>
                </a:spcAft>
                <a:buNone/>
                <a:defRPr sz="1400" b="0" i="0" u="none" strike="noStrike" cap="none" baseline="0">
                  <a:solidFill>
                    <a:srgbClr val="000000"/>
                  </a:solidFill>
                  <a:rtl val="0"/>
                </a:defRPr>
              </a:lvl8pPr>
              <a:lvl9pPr marR="0" algn="l" rtl="0">
                <a:lnSpc>
                  <a:spcPct val="100000"/>
                </a:lnSpc>
                <a:spcBef>
                  <a:spcPts val="0"/>
                </a:spcBef>
                <a:spcAft>
                  <a:spcPts val="0"/>
                </a:spcAft>
                <a:buNone/>
                <a:defRPr sz="1400" b="0" i="0" u="none" strike="noStrike" cap="none" baseline="0">
                  <a:solidFill>
                    <a:srgbClr val="000000"/>
                  </a:solidFill>
                  <a:rtl val="0"/>
                </a:defRPr>
              </a:lvl9pPr>
            </a:lstStyle>
            <a:p>
              <a:pPr marL="0" marR="0" lvl="0" indent="0" algn="ctr" rtl="0">
                <a:spcBef>
                  <a:spcPts val="0"/>
                </a:spcBef>
                <a:buNone/>
              </a:pPr>
              <a:endParaRPr/>
            </a:p>
          </p:txBody>
        </p:sp>
        <p:sp>
          <p:nvSpPr>
            <p:cNvPr id="181" name="iṧlïḓè">
              <a:extLst>
                <a:ext uri="{FF2B5EF4-FFF2-40B4-BE49-F238E27FC236}">
                  <a16:creationId xmlns:a16="http://schemas.microsoft.com/office/drawing/2014/main" xmlns="" id="{5F58B357-DC1B-4FA0-8360-A3BE8888C6C7}"/>
                </a:ext>
              </a:extLst>
            </p:cNvPr>
            <p:cNvSpPr/>
            <p:nvPr/>
          </p:nvSpPr>
          <p:spPr>
            <a:xfrm>
              <a:off x="9248706" y="3827316"/>
              <a:ext cx="300811" cy="245152"/>
            </a:xfrm>
            <a:custGeom>
              <a:avLst/>
              <a:gdLst>
                <a:gd name="T0" fmla="*/ 3086 w 5212"/>
                <a:gd name="T1" fmla="*/ 0 h 4254"/>
                <a:gd name="T2" fmla="*/ 2624 w 5212"/>
                <a:gd name="T3" fmla="*/ 51 h 4254"/>
                <a:gd name="T4" fmla="*/ 2127 w 5212"/>
                <a:gd name="T5" fmla="*/ 0 h 4254"/>
                <a:gd name="T6" fmla="*/ 0 w 5212"/>
                <a:gd name="T7" fmla="*/ 2127 h 4254"/>
                <a:gd name="T8" fmla="*/ 2127 w 5212"/>
                <a:gd name="T9" fmla="*/ 4254 h 4254"/>
                <a:gd name="T10" fmla="*/ 2604 w 5212"/>
                <a:gd name="T11" fmla="*/ 4198 h 4254"/>
                <a:gd name="T12" fmla="*/ 3086 w 5212"/>
                <a:gd name="T13" fmla="*/ 4254 h 4254"/>
                <a:gd name="T14" fmla="*/ 5212 w 5212"/>
                <a:gd name="T15" fmla="*/ 2127 h 4254"/>
                <a:gd name="T16" fmla="*/ 3086 w 5212"/>
                <a:gd name="T17" fmla="*/ 0 h 4254"/>
                <a:gd name="T18" fmla="*/ 2219 w 5212"/>
                <a:gd name="T19" fmla="*/ 3118 h 4254"/>
                <a:gd name="T20" fmla="*/ 2219 w 5212"/>
                <a:gd name="T21" fmla="*/ 3455 h 4254"/>
                <a:gd name="T22" fmla="*/ 2015 w 5212"/>
                <a:gd name="T23" fmla="*/ 3455 h 4254"/>
                <a:gd name="T24" fmla="*/ 2015 w 5212"/>
                <a:gd name="T25" fmla="*/ 3131 h 4254"/>
                <a:gd name="T26" fmla="*/ 1523 w 5212"/>
                <a:gd name="T27" fmla="*/ 2988 h 4254"/>
                <a:gd name="T28" fmla="*/ 1600 w 5212"/>
                <a:gd name="T29" fmla="*/ 2772 h 4254"/>
                <a:gd name="T30" fmla="*/ 2063 w 5212"/>
                <a:gd name="T31" fmla="*/ 2911 h 4254"/>
                <a:gd name="T32" fmla="*/ 2428 w 5212"/>
                <a:gd name="T33" fmla="*/ 2593 h 4254"/>
                <a:gd name="T34" fmla="*/ 2083 w 5212"/>
                <a:gd name="T35" fmla="*/ 2208 h 4254"/>
                <a:gd name="T36" fmla="*/ 1549 w 5212"/>
                <a:gd name="T37" fmla="*/ 1644 h 4254"/>
                <a:gd name="T38" fmla="*/ 2034 w 5212"/>
                <a:gd name="T39" fmla="*/ 1123 h 4254"/>
                <a:gd name="T40" fmla="*/ 2034 w 5212"/>
                <a:gd name="T41" fmla="*/ 799 h 4254"/>
                <a:gd name="T42" fmla="*/ 2238 w 5212"/>
                <a:gd name="T43" fmla="*/ 799 h 4254"/>
                <a:gd name="T44" fmla="*/ 2238 w 5212"/>
                <a:gd name="T45" fmla="*/ 1114 h 4254"/>
                <a:gd name="T46" fmla="*/ 2659 w 5212"/>
                <a:gd name="T47" fmla="*/ 1227 h 4254"/>
                <a:gd name="T48" fmla="*/ 2578 w 5212"/>
                <a:gd name="T49" fmla="*/ 1441 h 4254"/>
                <a:gd name="T50" fmla="*/ 2170 w 5212"/>
                <a:gd name="T51" fmla="*/ 1327 h 4254"/>
                <a:gd name="T52" fmla="*/ 1848 w 5212"/>
                <a:gd name="T53" fmla="*/ 1609 h 4254"/>
                <a:gd name="T54" fmla="*/ 2229 w 5212"/>
                <a:gd name="T55" fmla="*/ 1978 h 4254"/>
                <a:gd name="T56" fmla="*/ 2730 w 5212"/>
                <a:gd name="T57" fmla="*/ 2568 h 4254"/>
                <a:gd name="T58" fmla="*/ 2219 w 5212"/>
                <a:gd name="T59" fmla="*/ 3118 h 4254"/>
                <a:gd name="T60" fmla="*/ 3086 w 5212"/>
                <a:gd name="T61" fmla="*/ 4049 h 4254"/>
                <a:gd name="T62" fmla="*/ 3037 w 5212"/>
                <a:gd name="T63" fmla="*/ 4046 h 4254"/>
                <a:gd name="T64" fmla="*/ 4253 w 5212"/>
                <a:gd name="T65" fmla="*/ 2127 h 4254"/>
                <a:gd name="T66" fmla="*/ 3037 w 5212"/>
                <a:gd name="T67" fmla="*/ 208 h 4254"/>
                <a:gd name="T68" fmla="*/ 3086 w 5212"/>
                <a:gd name="T69" fmla="*/ 205 h 4254"/>
                <a:gd name="T70" fmla="*/ 5007 w 5212"/>
                <a:gd name="T71" fmla="*/ 2127 h 4254"/>
                <a:gd name="T72" fmla="*/ 3086 w 5212"/>
                <a:gd name="T73" fmla="*/ 4049 h 4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12" h="4254">
                  <a:moveTo>
                    <a:pt x="3086" y="0"/>
                  </a:moveTo>
                  <a:cubicBezTo>
                    <a:pt x="2929" y="0"/>
                    <a:pt x="2774" y="17"/>
                    <a:pt x="2624" y="51"/>
                  </a:cubicBezTo>
                  <a:cubicBezTo>
                    <a:pt x="2624" y="51"/>
                    <a:pt x="2299" y="0"/>
                    <a:pt x="2127" y="0"/>
                  </a:cubicBezTo>
                  <a:cubicBezTo>
                    <a:pt x="954" y="0"/>
                    <a:pt x="0" y="955"/>
                    <a:pt x="0" y="2127"/>
                  </a:cubicBezTo>
                  <a:cubicBezTo>
                    <a:pt x="0" y="3300"/>
                    <a:pt x="954" y="4254"/>
                    <a:pt x="2127" y="4254"/>
                  </a:cubicBezTo>
                  <a:cubicBezTo>
                    <a:pt x="2291" y="4254"/>
                    <a:pt x="2450" y="4233"/>
                    <a:pt x="2604" y="4198"/>
                  </a:cubicBezTo>
                  <a:cubicBezTo>
                    <a:pt x="2761" y="4235"/>
                    <a:pt x="2923" y="4254"/>
                    <a:pt x="3086" y="4254"/>
                  </a:cubicBezTo>
                  <a:cubicBezTo>
                    <a:pt x="4258" y="4254"/>
                    <a:pt x="5212" y="3300"/>
                    <a:pt x="5212" y="2127"/>
                  </a:cubicBezTo>
                  <a:cubicBezTo>
                    <a:pt x="5212" y="955"/>
                    <a:pt x="4258" y="0"/>
                    <a:pt x="3086" y="0"/>
                  </a:cubicBezTo>
                  <a:close/>
                  <a:moveTo>
                    <a:pt x="2219" y="3118"/>
                  </a:moveTo>
                  <a:lnTo>
                    <a:pt x="2219" y="3455"/>
                  </a:lnTo>
                  <a:lnTo>
                    <a:pt x="2015" y="3455"/>
                  </a:lnTo>
                  <a:lnTo>
                    <a:pt x="2015" y="3131"/>
                  </a:lnTo>
                  <a:cubicBezTo>
                    <a:pt x="1827" y="3128"/>
                    <a:pt x="1636" y="3070"/>
                    <a:pt x="1523" y="2988"/>
                  </a:cubicBezTo>
                  <a:lnTo>
                    <a:pt x="1600" y="2772"/>
                  </a:lnTo>
                  <a:cubicBezTo>
                    <a:pt x="1713" y="2846"/>
                    <a:pt x="1882" y="2911"/>
                    <a:pt x="2063" y="2911"/>
                  </a:cubicBezTo>
                  <a:cubicBezTo>
                    <a:pt x="2294" y="2911"/>
                    <a:pt x="2428" y="2778"/>
                    <a:pt x="2428" y="2593"/>
                  </a:cubicBezTo>
                  <a:cubicBezTo>
                    <a:pt x="2428" y="2415"/>
                    <a:pt x="2322" y="2305"/>
                    <a:pt x="2083" y="2208"/>
                  </a:cubicBezTo>
                  <a:cubicBezTo>
                    <a:pt x="1753" y="2078"/>
                    <a:pt x="1548" y="1926"/>
                    <a:pt x="1549" y="1644"/>
                  </a:cubicBezTo>
                  <a:cubicBezTo>
                    <a:pt x="1549" y="1376"/>
                    <a:pt x="1739" y="1172"/>
                    <a:pt x="2034" y="1123"/>
                  </a:cubicBezTo>
                  <a:lnTo>
                    <a:pt x="2034" y="799"/>
                  </a:lnTo>
                  <a:lnTo>
                    <a:pt x="2238" y="799"/>
                  </a:lnTo>
                  <a:lnTo>
                    <a:pt x="2238" y="1114"/>
                  </a:lnTo>
                  <a:cubicBezTo>
                    <a:pt x="2429" y="1120"/>
                    <a:pt x="2562" y="1172"/>
                    <a:pt x="2659" y="1227"/>
                  </a:cubicBezTo>
                  <a:lnTo>
                    <a:pt x="2578" y="1441"/>
                  </a:lnTo>
                  <a:cubicBezTo>
                    <a:pt x="2510" y="1402"/>
                    <a:pt x="2377" y="1327"/>
                    <a:pt x="2170" y="1327"/>
                  </a:cubicBezTo>
                  <a:cubicBezTo>
                    <a:pt x="1921" y="1327"/>
                    <a:pt x="1848" y="1476"/>
                    <a:pt x="1848" y="1609"/>
                  </a:cubicBezTo>
                  <a:cubicBezTo>
                    <a:pt x="1848" y="1774"/>
                    <a:pt x="1947" y="1858"/>
                    <a:pt x="2229" y="1978"/>
                  </a:cubicBezTo>
                  <a:cubicBezTo>
                    <a:pt x="2562" y="2114"/>
                    <a:pt x="2730" y="2280"/>
                    <a:pt x="2730" y="2568"/>
                  </a:cubicBezTo>
                  <a:cubicBezTo>
                    <a:pt x="2730" y="2827"/>
                    <a:pt x="2553" y="3067"/>
                    <a:pt x="2219" y="3118"/>
                  </a:cubicBezTo>
                  <a:close/>
                  <a:moveTo>
                    <a:pt x="3086" y="4049"/>
                  </a:moveTo>
                  <a:cubicBezTo>
                    <a:pt x="3069" y="4049"/>
                    <a:pt x="3053" y="4047"/>
                    <a:pt x="3037" y="4046"/>
                  </a:cubicBezTo>
                  <a:cubicBezTo>
                    <a:pt x="3755" y="3704"/>
                    <a:pt x="4253" y="2974"/>
                    <a:pt x="4253" y="2127"/>
                  </a:cubicBezTo>
                  <a:cubicBezTo>
                    <a:pt x="4253" y="1280"/>
                    <a:pt x="3755" y="550"/>
                    <a:pt x="3037" y="208"/>
                  </a:cubicBezTo>
                  <a:cubicBezTo>
                    <a:pt x="3053" y="208"/>
                    <a:pt x="3069" y="205"/>
                    <a:pt x="3086" y="205"/>
                  </a:cubicBezTo>
                  <a:cubicBezTo>
                    <a:pt x="4146" y="205"/>
                    <a:pt x="5007" y="1068"/>
                    <a:pt x="5007" y="2127"/>
                  </a:cubicBezTo>
                  <a:cubicBezTo>
                    <a:pt x="5007" y="3187"/>
                    <a:pt x="4146" y="4049"/>
                    <a:pt x="3086" y="4049"/>
                  </a:cubicBezTo>
                  <a:close/>
                </a:path>
              </a:pathLst>
            </a:custGeom>
            <a:solidFill>
              <a:schemeClr val="bg1"/>
            </a:solidFill>
            <a:ln>
              <a:noFill/>
            </a:ln>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rtl="0">
                <a:spcBef>
                  <a:spcPts val="0"/>
                </a:spcBef>
                <a:buNone/>
              </a:pPr>
              <a:endParaRPr/>
            </a:p>
          </p:txBody>
        </p:sp>
      </p:grpSp>
      <p:grpSp>
        <p:nvGrpSpPr>
          <p:cNvPr id="199" name="Group 181">
            <a:extLst>
              <a:ext uri="{FF2B5EF4-FFF2-40B4-BE49-F238E27FC236}">
                <a16:creationId xmlns:a16="http://schemas.microsoft.com/office/drawing/2014/main" xmlns="" id="{2E75BF58-5A9E-4DB0-8076-60D5DBE4E569}"/>
              </a:ext>
            </a:extLst>
          </p:cNvPr>
          <p:cNvGrpSpPr/>
          <p:nvPr/>
        </p:nvGrpSpPr>
        <p:grpSpPr>
          <a:xfrm>
            <a:off x="4325041" y="1746065"/>
            <a:ext cx="528692" cy="528692"/>
            <a:chOff x="4245949" y="1860444"/>
            <a:chExt cx="528692" cy="528692"/>
          </a:xfrm>
        </p:grpSpPr>
        <p:sp>
          <p:nvSpPr>
            <p:cNvPr id="200" name="išlíḋé">
              <a:extLst>
                <a:ext uri="{FF2B5EF4-FFF2-40B4-BE49-F238E27FC236}">
                  <a16:creationId xmlns:a16="http://schemas.microsoft.com/office/drawing/2014/main" xmlns="" id="{597F1637-6E20-4C14-A77F-CB84EA39C1AF}"/>
                </a:ext>
              </a:extLst>
            </p:cNvPr>
            <p:cNvSpPr/>
            <p:nvPr/>
          </p:nvSpPr>
          <p:spPr>
            <a:xfrm>
              <a:off x="4245949" y="1860444"/>
              <a:ext cx="528692" cy="528692"/>
            </a:xfrm>
            <a:prstGeom prst="ellipse">
              <a:avLst/>
            </a:prstGeom>
            <a:solidFill>
              <a:srgbClr val="8EBAE2"/>
            </a:solid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buNone/>
              </a:pPr>
              <a:endParaRPr/>
            </a:p>
          </p:txBody>
        </p:sp>
        <p:sp>
          <p:nvSpPr>
            <p:cNvPr id="201" name="îśḻíďe">
              <a:extLst>
                <a:ext uri="{FF2B5EF4-FFF2-40B4-BE49-F238E27FC236}">
                  <a16:creationId xmlns:a16="http://schemas.microsoft.com/office/drawing/2014/main" xmlns="" id="{45214112-2134-4C4C-8916-54A4D1215953}"/>
                </a:ext>
              </a:extLst>
            </p:cNvPr>
            <p:cNvSpPr/>
            <p:nvPr/>
          </p:nvSpPr>
          <p:spPr>
            <a:xfrm>
              <a:off x="4368405" y="1974383"/>
              <a:ext cx="283778" cy="300811"/>
            </a:xfrm>
            <a:custGeom>
              <a:avLst/>
              <a:gdLst>
                <a:gd name="T0" fmla="*/ 8271 w 8399"/>
                <a:gd name="T1" fmla="*/ 4213 h 8903"/>
                <a:gd name="T2" fmla="*/ 4424 w 8399"/>
                <a:gd name="T3" fmla="*/ 131 h 8903"/>
                <a:gd name="T4" fmla="*/ 3972 w 8399"/>
                <a:gd name="T5" fmla="*/ 131 h 8903"/>
                <a:gd name="T6" fmla="*/ 132 w 8399"/>
                <a:gd name="T7" fmla="*/ 4203 h 8903"/>
                <a:gd name="T8" fmla="*/ 127 w 8399"/>
                <a:gd name="T9" fmla="*/ 4213 h 8903"/>
                <a:gd name="T10" fmla="*/ 127 w 8399"/>
                <a:gd name="T11" fmla="*/ 4693 h 8903"/>
                <a:gd name="T12" fmla="*/ 3972 w 8399"/>
                <a:gd name="T13" fmla="*/ 8771 h 8903"/>
                <a:gd name="T14" fmla="*/ 4424 w 8399"/>
                <a:gd name="T15" fmla="*/ 8771 h 8903"/>
                <a:gd name="T16" fmla="*/ 8271 w 8399"/>
                <a:gd name="T17" fmla="*/ 4693 h 8903"/>
                <a:gd name="T18" fmla="*/ 8271 w 8399"/>
                <a:gd name="T19" fmla="*/ 4213 h 8903"/>
                <a:gd name="T20" fmla="*/ 8271 w 8399"/>
                <a:gd name="T21" fmla="*/ 4213 h 8903"/>
                <a:gd name="T22" fmla="*/ 8271 w 8399"/>
                <a:gd name="T23" fmla="*/ 4213 h 8903"/>
                <a:gd name="T24" fmla="*/ 4199 w 8399"/>
                <a:gd name="T25" fmla="*/ 8052 h 8903"/>
                <a:gd name="T26" fmla="*/ 4199 w 8399"/>
                <a:gd name="T27" fmla="*/ 8052 h 8903"/>
                <a:gd name="T28" fmla="*/ 805 w 8399"/>
                <a:gd name="T29" fmla="*/ 4454 h 8903"/>
                <a:gd name="T30" fmla="*/ 4199 w 8399"/>
                <a:gd name="T31" fmla="*/ 855 h 8903"/>
                <a:gd name="T32" fmla="*/ 7591 w 8399"/>
                <a:gd name="T33" fmla="*/ 4454 h 8903"/>
                <a:gd name="T34" fmla="*/ 4199 w 8399"/>
                <a:gd name="T35" fmla="*/ 8052 h 8903"/>
                <a:gd name="T36" fmla="*/ 3505 w 8399"/>
                <a:gd name="T37" fmla="*/ 2929 h 8903"/>
                <a:gd name="T38" fmla="*/ 3505 w 8399"/>
                <a:gd name="T39" fmla="*/ 2929 h 8903"/>
                <a:gd name="T40" fmla="*/ 3233 w 8399"/>
                <a:gd name="T41" fmla="*/ 2929 h 8903"/>
                <a:gd name="T42" fmla="*/ 2220 w 8399"/>
                <a:gd name="T43" fmla="*/ 4008 h 8903"/>
                <a:gd name="T44" fmla="*/ 2220 w 8399"/>
                <a:gd name="T45" fmla="*/ 4295 h 8903"/>
                <a:gd name="T46" fmla="*/ 2493 w 8399"/>
                <a:gd name="T47" fmla="*/ 4295 h 8903"/>
                <a:gd name="T48" fmla="*/ 3176 w 8399"/>
                <a:gd name="T49" fmla="*/ 3566 h 8903"/>
                <a:gd name="T50" fmla="*/ 3176 w 8399"/>
                <a:gd name="T51" fmla="*/ 5825 h 8903"/>
                <a:gd name="T52" fmla="*/ 3371 w 8399"/>
                <a:gd name="T53" fmla="*/ 6032 h 8903"/>
                <a:gd name="T54" fmla="*/ 3560 w 8399"/>
                <a:gd name="T55" fmla="*/ 5825 h 8903"/>
                <a:gd name="T56" fmla="*/ 3560 w 8399"/>
                <a:gd name="T57" fmla="*/ 3566 h 8903"/>
                <a:gd name="T58" fmla="*/ 4249 w 8399"/>
                <a:gd name="T59" fmla="*/ 4295 h 8903"/>
                <a:gd name="T60" fmla="*/ 4518 w 8399"/>
                <a:gd name="T61" fmla="*/ 4295 h 8903"/>
                <a:gd name="T62" fmla="*/ 4518 w 8399"/>
                <a:gd name="T63" fmla="*/ 4008 h 8903"/>
                <a:gd name="T64" fmla="*/ 3508 w 8399"/>
                <a:gd name="T65" fmla="*/ 2939 h 8903"/>
                <a:gd name="T66" fmla="*/ 3505 w 8399"/>
                <a:gd name="T67" fmla="*/ 2929 h 8903"/>
                <a:gd name="T68" fmla="*/ 3878 w 8399"/>
                <a:gd name="T69" fmla="*/ 4609 h 8903"/>
                <a:gd name="T70" fmla="*/ 3878 w 8399"/>
                <a:gd name="T71" fmla="*/ 4609 h 8903"/>
                <a:gd name="T72" fmla="*/ 3880 w 8399"/>
                <a:gd name="T73" fmla="*/ 4898 h 8903"/>
                <a:gd name="T74" fmla="*/ 4882 w 8399"/>
                <a:gd name="T75" fmla="*/ 5960 h 8903"/>
                <a:gd name="T76" fmla="*/ 5173 w 8399"/>
                <a:gd name="T77" fmla="*/ 5960 h 8903"/>
                <a:gd name="T78" fmla="*/ 6176 w 8399"/>
                <a:gd name="T79" fmla="*/ 4898 h 8903"/>
                <a:gd name="T80" fmla="*/ 6176 w 8399"/>
                <a:gd name="T81" fmla="*/ 4609 h 8903"/>
                <a:gd name="T82" fmla="*/ 5906 w 8399"/>
                <a:gd name="T83" fmla="*/ 4609 h 8903"/>
                <a:gd name="T84" fmla="*/ 5218 w 8399"/>
                <a:gd name="T85" fmla="*/ 5335 h 8903"/>
                <a:gd name="T86" fmla="*/ 5218 w 8399"/>
                <a:gd name="T87" fmla="*/ 3077 h 8903"/>
                <a:gd name="T88" fmla="*/ 5027 w 8399"/>
                <a:gd name="T89" fmla="*/ 2871 h 8903"/>
                <a:gd name="T90" fmla="*/ 4836 w 8399"/>
                <a:gd name="T91" fmla="*/ 3077 h 8903"/>
                <a:gd name="T92" fmla="*/ 4836 w 8399"/>
                <a:gd name="T93" fmla="*/ 5335 h 8903"/>
                <a:gd name="T94" fmla="*/ 4149 w 8399"/>
                <a:gd name="T95" fmla="*/ 4609 h 8903"/>
                <a:gd name="T96" fmla="*/ 3878 w 8399"/>
                <a:gd name="T97" fmla="*/ 4609 h 8903"/>
                <a:gd name="T98" fmla="*/ 3878 w 8399"/>
                <a:gd name="T99" fmla="*/ 4609 h 8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399" h="8903">
                  <a:moveTo>
                    <a:pt x="8271" y="4213"/>
                  </a:moveTo>
                  <a:lnTo>
                    <a:pt x="4424" y="131"/>
                  </a:lnTo>
                  <a:cubicBezTo>
                    <a:pt x="4299" y="0"/>
                    <a:pt x="4095" y="0"/>
                    <a:pt x="3972" y="131"/>
                  </a:cubicBezTo>
                  <a:lnTo>
                    <a:pt x="132" y="4203"/>
                  </a:lnTo>
                  <a:lnTo>
                    <a:pt x="127" y="4213"/>
                  </a:lnTo>
                  <a:cubicBezTo>
                    <a:pt x="0" y="4343"/>
                    <a:pt x="0" y="4560"/>
                    <a:pt x="127" y="4693"/>
                  </a:cubicBezTo>
                  <a:lnTo>
                    <a:pt x="3972" y="8771"/>
                  </a:lnTo>
                  <a:cubicBezTo>
                    <a:pt x="4095" y="8903"/>
                    <a:pt x="4299" y="8903"/>
                    <a:pt x="4424" y="8771"/>
                  </a:cubicBezTo>
                  <a:lnTo>
                    <a:pt x="8271" y="4693"/>
                  </a:lnTo>
                  <a:cubicBezTo>
                    <a:pt x="8399" y="4560"/>
                    <a:pt x="8399" y="4343"/>
                    <a:pt x="8271" y="4213"/>
                  </a:cubicBezTo>
                  <a:lnTo>
                    <a:pt x="8271" y="4213"/>
                  </a:lnTo>
                  <a:lnTo>
                    <a:pt x="8271" y="4213"/>
                  </a:lnTo>
                  <a:close/>
                  <a:moveTo>
                    <a:pt x="4199" y="8052"/>
                  </a:moveTo>
                  <a:lnTo>
                    <a:pt x="4199" y="8052"/>
                  </a:lnTo>
                  <a:lnTo>
                    <a:pt x="805" y="4454"/>
                  </a:lnTo>
                  <a:lnTo>
                    <a:pt x="4199" y="855"/>
                  </a:lnTo>
                  <a:lnTo>
                    <a:pt x="7591" y="4454"/>
                  </a:lnTo>
                  <a:lnTo>
                    <a:pt x="4199" y="8052"/>
                  </a:lnTo>
                  <a:close/>
                  <a:moveTo>
                    <a:pt x="3505" y="2929"/>
                  </a:moveTo>
                  <a:lnTo>
                    <a:pt x="3505" y="2929"/>
                  </a:lnTo>
                  <a:cubicBezTo>
                    <a:pt x="3426" y="2855"/>
                    <a:pt x="3308" y="2855"/>
                    <a:pt x="3233" y="2929"/>
                  </a:cubicBezTo>
                  <a:lnTo>
                    <a:pt x="2220" y="4008"/>
                  </a:lnTo>
                  <a:cubicBezTo>
                    <a:pt x="2143" y="4083"/>
                    <a:pt x="2143" y="4218"/>
                    <a:pt x="2220" y="4295"/>
                  </a:cubicBezTo>
                  <a:cubicBezTo>
                    <a:pt x="2295" y="4372"/>
                    <a:pt x="2416" y="4372"/>
                    <a:pt x="2493" y="4295"/>
                  </a:cubicBezTo>
                  <a:lnTo>
                    <a:pt x="3176" y="3566"/>
                  </a:lnTo>
                  <a:lnTo>
                    <a:pt x="3176" y="5825"/>
                  </a:lnTo>
                  <a:cubicBezTo>
                    <a:pt x="3176" y="5936"/>
                    <a:pt x="3262" y="6032"/>
                    <a:pt x="3371" y="6032"/>
                  </a:cubicBezTo>
                  <a:cubicBezTo>
                    <a:pt x="3476" y="6032"/>
                    <a:pt x="3560" y="5936"/>
                    <a:pt x="3560" y="5825"/>
                  </a:cubicBezTo>
                  <a:lnTo>
                    <a:pt x="3560" y="3566"/>
                  </a:lnTo>
                  <a:lnTo>
                    <a:pt x="4249" y="4295"/>
                  </a:lnTo>
                  <a:cubicBezTo>
                    <a:pt x="4320" y="4372"/>
                    <a:pt x="4442" y="4372"/>
                    <a:pt x="4518" y="4295"/>
                  </a:cubicBezTo>
                  <a:cubicBezTo>
                    <a:pt x="4591" y="4218"/>
                    <a:pt x="4591" y="4083"/>
                    <a:pt x="4518" y="4008"/>
                  </a:cubicBezTo>
                  <a:lnTo>
                    <a:pt x="3508" y="2939"/>
                  </a:lnTo>
                  <a:lnTo>
                    <a:pt x="3505" y="2929"/>
                  </a:lnTo>
                  <a:close/>
                  <a:moveTo>
                    <a:pt x="3878" y="4609"/>
                  </a:moveTo>
                  <a:lnTo>
                    <a:pt x="3878" y="4609"/>
                  </a:lnTo>
                  <a:cubicBezTo>
                    <a:pt x="3804" y="4691"/>
                    <a:pt x="3804" y="4819"/>
                    <a:pt x="3880" y="4898"/>
                  </a:cubicBezTo>
                  <a:lnTo>
                    <a:pt x="4882" y="5960"/>
                  </a:lnTo>
                  <a:cubicBezTo>
                    <a:pt x="4959" y="6052"/>
                    <a:pt x="5098" y="6052"/>
                    <a:pt x="5173" y="5960"/>
                  </a:cubicBezTo>
                  <a:lnTo>
                    <a:pt x="6176" y="4898"/>
                  </a:lnTo>
                  <a:cubicBezTo>
                    <a:pt x="6251" y="4819"/>
                    <a:pt x="6251" y="4691"/>
                    <a:pt x="6176" y="4609"/>
                  </a:cubicBezTo>
                  <a:cubicBezTo>
                    <a:pt x="6106" y="4529"/>
                    <a:pt x="5983" y="4529"/>
                    <a:pt x="5906" y="4609"/>
                  </a:cubicBezTo>
                  <a:lnTo>
                    <a:pt x="5218" y="5335"/>
                  </a:lnTo>
                  <a:lnTo>
                    <a:pt x="5218" y="3077"/>
                  </a:lnTo>
                  <a:cubicBezTo>
                    <a:pt x="5218" y="2963"/>
                    <a:pt x="5132" y="2871"/>
                    <a:pt x="5027" y="2871"/>
                  </a:cubicBezTo>
                  <a:cubicBezTo>
                    <a:pt x="4923" y="2871"/>
                    <a:pt x="4836" y="2963"/>
                    <a:pt x="4836" y="3077"/>
                  </a:cubicBezTo>
                  <a:lnTo>
                    <a:pt x="4836" y="5335"/>
                  </a:lnTo>
                  <a:lnTo>
                    <a:pt x="4149" y="4609"/>
                  </a:lnTo>
                  <a:cubicBezTo>
                    <a:pt x="4076" y="4529"/>
                    <a:pt x="3953" y="4529"/>
                    <a:pt x="3878" y="4609"/>
                  </a:cubicBezTo>
                  <a:close/>
                  <a:moveTo>
                    <a:pt x="3878" y="4609"/>
                  </a:moveTo>
                  <a:close/>
                </a:path>
              </a:pathLst>
            </a:custGeom>
            <a:solidFill>
              <a:schemeClr val="bg1"/>
            </a:solidFill>
            <a:ln>
              <a:noFill/>
            </a:ln>
          </p:spPr>
          <p:txBody>
            <a:bodyPr wrap="square" lIns="91440" tIns="45720" rIns="91440" bIns="45720" anchor="ctr" anchorCtr="0">
              <a:normAutofit fontScale="85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buNone/>
              </a:pPr>
              <a:endParaRPr/>
            </a:p>
          </p:txBody>
        </p:sp>
      </p:grpSp>
      <p:grpSp>
        <p:nvGrpSpPr>
          <p:cNvPr id="202" name="Group 184">
            <a:extLst>
              <a:ext uri="{FF2B5EF4-FFF2-40B4-BE49-F238E27FC236}">
                <a16:creationId xmlns:a16="http://schemas.microsoft.com/office/drawing/2014/main" xmlns="" id="{86E4AEEA-E29D-4009-85A4-E0F897F1E25D}"/>
              </a:ext>
            </a:extLst>
          </p:cNvPr>
          <p:cNvGrpSpPr/>
          <p:nvPr/>
        </p:nvGrpSpPr>
        <p:grpSpPr>
          <a:xfrm>
            <a:off x="6822217" y="1696744"/>
            <a:ext cx="528692" cy="528692"/>
            <a:chOff x="6690358" y="1860444"/>
            <a:chExt cx="528692" cy="528692"/>
          </a:xfrm>
        </p:grpSpPr>
        <p:sp>
          <p:nvSpPr>
            <p:cNvPr id="203" name="ïṡ1ídé">
              <a:extLst>
                <a:ext uri="{FF2B5EF4-FFF2-40B4-BE49-F238E27FC236}">
                  <a16:creationId xmlns:a16="http://schemas.microsoft.com/office/drawing/2014/main" xmlns="" id="{3B5B54F9-5EFD-4FE9-9B3D-594F8A724482}"/>
                </a:ext>
              </a:extLst>
            </p:cNvPr>
            <p:cNvSpPr/>
            <p:nvPr/>
          </p:nvSpPr>
          <p:spPr>
            <a:xfrm>
              <a:off x="6690358" y="1860444"/>
              <a:ext cx="528692" cy="528692"/>
            </a:xfrm>
            <a:prstGeom prst="ellipse">
              <a:avLst/>
            </a:prstGeom>
            <a:solidFill>
              <a:srgbClr val="8EBAE2"/>
            </a:solid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buNone/>
              </a:pPr>
              <a:endParaRPr/>
            </a:p>
          </p:txBody>
        </p:sp>
        <p:sp>
          <p:nvSpPr>
            <p:cNvPr id="204" name="î$ḻïḍé">
              <a:extLst>
                <a:ext uri="{FF2B5EF4-FFF2-40B4-BE49-F238E27FC236}">
                  <a16:creationId xmlns:a16="http://schemas.microsoft.com/office/drawing/2014/main" xmlns="" id="{1E3AB249-EF13-414E-8736-9D8C0A95FB7C}"/>
                </a:ext>
              </a:extLst>
            </p:cNvPr>
            <p:cNvSpPr/>
            <p:nvPr/>
          </p:nvSpPr>
          <p:spPr>
            <a:xfrm>
              <a:off x="6808937" y="1974384"/>
              <a:ext cx="291532" cy="300811"/>
            </a:xfrm>
            <a:custGeom>
              <a:avLst/>
              <a:gdLst>
                <a:gd name="T0" fmla="*/ 40 w 7790"/>
                <a:gd name="T1" fmla="*/ 0 h 8036"/>
                <a:gd name="T2" fmla="*/ 3458 w 7790"/>
                <a:gd name="T3" fmla="*/ 0 h 8036"/>
                <a:gd name="T4" fmla="*/ 3458 w 7790"/>
                <a:gd name="T5" fmla="*/ 3418 h 8036"/>
                <a:gd name="T6" fmla="*/ 40 w 7790"/>
                <a:gd name="T7" fmla="*/ 3418 h 8036"/>
                <a:gd name="T8" fmla="*/ 40 w 7790"/>
                <a:gd name="T9" fmla="*/ 0 h 8036"/>
                <a:gd name="T10" fmla="*/ 7790 w 7790"/>
                <a:gd name="T11" fmla="*/ 1695 h 8036"/>
                <a:gd name="T12" fmla="*/ 6170 w 7790"/>
                <a:gd name="T13" fmla="*/ 103 h 8036"/>
                <a:gd name="T14" fmla="*/ 4577 w 7790"/>
                <a:gd name="T15" fmla="*/ 1723 h 8036"/>
                <a:gd name="T16" fmla="*/ 6198 w 7790"/>
                <a:gd name="T17" fmla="*/ 3316 h 8036"/>
                <a:gd name="T18" fmla="*/ 7790 w 7790"/>
                <a:gd name="T19" fmla="*/ 1695 h 8036"/>
                <a:gd name="T20" fmla="*/ 0 w 7790"/>
                <a:gd name="T21" fmla="*/ 4618 h 8036"/>
                <a:gd name="T22" fmla="*/ 3417 w 7790"/>
                <a:gd name="T23" fmla="*/ 4618 h 8036"/>
                <a:gd name="T24" fmla="*/ 3417 w 7790"/>
                <a:gd name="T25" fmla="*/ 8036 h 8036"/>
                <a:gd name="T26" fmla="*/ 0 w 7790"/>
                <a:gd name="T27" fmla="*/ 8036 h 8036"/>
                <a:gd name="T28" fmla="*/ 0 w 7790"/>
                <a:gd name="T29" fmla="*/ 4618 h 8036"/>
                <a:gd name="T30" fmla="*/ 4353 w 7790"/>
                <a:gd name="T31" fmla="*/ 4618 h 8036"/>
                <a:gd name="T32" fmla="*/ 7770 w 7790"/>
                <a:gd name="T33" fmla="*/ 4618 h 8036"/>
                <a:gd name="T34" fmla="*/ 7770 w 7790"/>
                <a:gd name="T35" fmla="*/ 8036 h 8036"/>
                <a:gd name="T36" fmla="*/ 4353 w 7790"/>
                <a:gd name="T37" fmla="*/ 8036 h 8036"/>
                <a:gd name="T38" fmla="*/ 4353 w 7790"/>
                <a:gd name="T39" fmla="*/ 4618 h 8036"/>
                <a:gd name="T40" fmla="*/ 4353 w 7790"/>
                <a:gd name="T41" fmla="*/ 4618 h 8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90" h="8036">
                  <a:moveTo>
                    <a:pt x="40" y="0"/>
                  </a:moveTo>
                  <a:lnTo>
                    <a:pt x="3458" y="0"/>
                  </a:lnTo>
                  <a:lnTo>
                    <a:pt x="3458" y="3418"/>
                  </a:lnTo>
                  <a:lnTo>
                    <a:pt x="40" y="3418"/>
                  </a:lnTo>
                  <a:lnTo>
                    <a:pt x="40" y="0"/>
                  </a:lnTo>
                  <a:close/>
                  <a:moveTo>
                    <a:pt x="7790" y="1695"/>
                  </a:moveTo>
                  <a:lnTo>
                    <a:pt x="6170" y="103"/>
                  </a:lnTo>
                  <a:lnTo>
                    <a:pt x="4577" y="1723"/>
                  </a:lnTo>
                  <a:lnTo>
                    <a:pt x="6198" y="3316"/>
                  </a:lnTo>
                  <a:lnTo>
                    <a:pt x="7790" y="1695"/>
                  </a:lnTo>
                  <a:close/>
                  <a:moveTo>
                    <a:pt x="0" y="4618"/>
                  </a:moveTo>
                  <a:lnTo>
                    <a:pt x="3417" y="4618"/>
                  </a:lnTo>
                  <a:lnTo>
                    <a:pt x="3417" y="8036"/>
                  </a:lnTo>
                  <a:lnTo>
                    <a:pt x="0" y="8036"/>
                  </a:lnTo>
                  <a:lnTo>
                    <a:pt x="0" y="4618"/>
                  </a:lnTo>
                  <a:close/>
                  <a:moveTo>
                    <a:pt x="4353" y="4618"/>
                  </a:moveTo>
                  <a:lnTo>
                    <a:pt x="7770" y="4618"/>
                  </a:lnTo>
                  <a:lnTo>
                    <a:pt x="7770" y="8036"/>
                  </a:lnTo>
                  <a:lnTo>
                    <a:pt x="4353" y="8036"/>
                  </a:lnTo>
                  <a:lnTo>
                    <a:pt x="4353" y="4618"/>
                  </a:lnTo>
                  <a:close/>
                  <a:moveTo>
                    <a:pt x="4353" y="4618"/>
                  </a:moveTo>
                  <a:close/>
                </a:path>
              </a:pathLst>
            </a:custGeom>
            <a:solidFill>
              <a:schemeClr val="bg1"/>
            </a:solidFill>
            <a:ln>
              <a:noFill/>
            </a:ln>
          </p:spPr>
          <p:txBody>
            <a:bodyPr wrap="square" lIns="91440" tIns="45720" rIns="91440" bIns="45720" anchor="ctr" anchorCtr="0">
              <a:normAutofit fontScale="85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buNone/>
              </a:pPr>
              <a:endParaRPr/>
            </a:p>
          </p:txBody>
        </p:sp>
      </p:grpSp>
      <p:grpSp>
        <p:nvGrpSpPr>
          <p:cNvPr id="188" name="组合 187">
            <a:extLst>
              <a:ext uri="{FF2B5EF4-FFF2-40B4-BE49-F238E27FC236}">
                <a16:creationId xmlns:a16="http://schemas.microsoft.com/office/drawing/2014/main" xmlns="" id="{8D1B54FC-7957-405B-AAA9-A8D503A10F14}"/>
              </a:ext>
            </a:extLst>
          </p:cNvPr>
          <p:cNvGrpSpPr/>
          <p:nvPr/>
        </p:nvGrpSpPr>
        <p:grpSpPr>
          <a:xfrm>
            <a:off x="9319393" y="1724879"/>
            <a:ext cx="528692" cy="528692"/>
            <a:chOff x="9134766" y="1860444"/>
            <a:chExt cx="528692" cy="528692"/>
          </a:xfrm>
        </p:grpSpPr>
        <p:sp>
          <p:nvSpPr>
            <p:cNvPr id="189" name="ïšḷiḋè">
              <a:extLst>
                <a:ext uri="{FF2B5EF4-FFF2-40B4-BE49-F238E27FC236}">
                  <a16:creationId xmlns:a16="http://schemas.microsoft.com/office/drawing/2014/main" xmlns="" id="{B4CA34A0-82D5-4A5D-89B9-E07377A1EDF1}"/>
                </a:ext>
              </a:extLst>
            </p:cNvPr>
            <p:cNvSpPr/>
            <p:nvPr/>
          </p:nvSpPr>
          <p:spPr>
            <a:xfrm>
              <a:off x="9134766" y="1860444"/>
              <a:ext cx="528692" cy="528692"/>
            </a:xfrm>
            <a:prstGeom prst="ellipse">
              <a:avLst/>
            </a:prstGeom>
            <a:solidFill>
              <a:srgbClr val="8EBAE2"/>
            </a:solidFill>
            <a:ln>
              <a:noFill/>
            </a:ln>
          </p:spPr>
          <p:txBody>
            <a:bodyPr wrap="square" lIns="91440" tIns="45720" rIns="91440" bIns="45720" anchor="ctr" anchorCtr="0">
              <a:norm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rtl val="0"/>
                </a:defRPr>
              </a:lvl1pPr>
              <a:lvl2pPr marR="0" algn="l" rtl="0">
                <a:lnSpc>
                  <a:spcPct val="100000"/>
                </a:lnSpc>
                <a:spcBef>
                  <a:spcPts val="0"/>
                </a:spcBef>
                <a:spcAft>
                  <a:spcPts val="0"/>
                </a:spcAft>
                <a:buNone/>
                <a:defRPr sz="1400" b="0" i="0" u="none" strike="noStrike" cap="none" baseline="0">
                  <a:solidFill>
                    <a:srgbClr val="000000"/>
                  </a:solidFill>
                  <a:rtl val="0"/>
                </a:defRPr>
              </a:lvl2pPr>
              <a:lvl3pPr marR="0" algn="l" rtl="0">
                <a:lnSpc>
                  <a:spcPct val="100000"/>
                </a:lnSpc>
                <a:spcBef>
                  <a:spcPts val="0"/>
                </a:spcBef>
                <a:spcAft>
                  <a:spcPts val="0"/>
                </a:spcAft>
                <a:buNone/>
                <a:defRPr sz="1400" b="0" i="0" u="none" strike="noStrike" cap="none" baseline="0">
                  <a:solidFill>
                    <a:srgbClr val="000000"/>
                  </a:solidFill>
                  <a:rtl val="0"/>
                </a:defRPr>
              </a:lvl3pPr>
              <a:lvl4pPr marR="0" algn="l" rtl="0">
                <a:lnSpc>
                  <a:spcPct val="100000"/>
                </a:lnSpc>
                <a:spcBef>
                  <a:spcPts val="0"/>
                </a:spcBef>
                <a:spcAft>
                  <a:spcPts val="0"/>
                </a:spcAft>
                <a:buNone/>
                <a:defRPr sz="1400" b="0" i="0" u="none" strike="noStrike" cap="none" baseline="0">
                  <a:solidFill>
                    <a:srgbClr val="000000"/>
                  </a:solidFill>
                  <a:rtl val="0"/>
                </a:defRPr>
              </a:lvl4pPr>
              <a:lvl5pPr marR="0" algn="l" rtl="0">
                <a:lnSpc>
                  <a:spcPct val="100000"/>
                </a:lnSpc>
                <a:spcBef>
                  <a:spcPts val="0"/>
                </a:spcBef>
                <a:spcAft>
                  <a:spcPts val="0"/>
                </a:spcAft>
                <a:buNone/>
                <a:defRPr sz="1400" b="0" i="0" u="none" strike="noStrike" cap="none" baseline="0">
                  <a:solidFill>
                    <a:srgbClr val="000000"/>
                  </a:solidFill>
                  <a:rtl val="0"/>
                </a:defRPr>
              </a:lvl5pPr>
              <a:lvl6pPr marR="0" algn="l" rtl="0">
                <a:lnSpc>
                  <a:spcPct val="100000"/>
                </a:lnSpc>
                <a:spcBef>
                  <a:spcPts val="0"/>
                </a:spcBef>
                <a:spcAft>
                  <a:spcPts val="0"/>
                </a:spcAft>
                <a:buNone/>
                <a:defRPr sz="1400" b="0" i="0" u="none" strike="noStrike" cap="none" baseline="0">
                  <a:solidFill>
                    <a:srgbClr val="000000"/>
                  </a:solidFill>
                  <a:rtl val="0"/>
                </a:defRPr>
              </a:lvl6pPr>
              <a:lvl7pPr marR="0" algn="l" rtl="0">
                <a:lnSpc>
                  <a:spcPct val="100000"/>
                </a:lnSpc>
                <a:spcBef>
                  <a:spcPts val="0"/>
                </a:spcBef>
                <a:spcAft>
                  <a:spcPts val="0"/>
                </a:spcAft>
                <a:buNone/>
                <a:defRPr sz="1400" b="0" i="0" u="none" strike="noStrike" cap="none" baseline="0">
                  <a:solidFill>
                    <a:srgbClr val="000000"/>
                  </a:solidFill>
                  <a:rtl val="0"/>
                </a:defRPr>
              </a:lvl7pPr>
              <a:lvl8pPr marR="0" algn="l" rtl="0">
                <a:lnSpc>
                  <a:spcPct val="100000"/>
                </a:lnSpc>
                <a:spcBef>
                  <a:spcPts val="0"/>
                </a:spcBef>
                <a:spcAft>
                  <a:spcPts val="0"/>
                </a:spcAft>
                <a:buNone/>
                <a:defRPr sz="1400" b="0" i="0" u="none" strike="noStrike" cap="none" baseline="0">
                  <a:solidFill>
                    <a:srgbClr val="000000"/>
                  </a:solidFill>
                  <a:rtl val="0"/>
                </a:defRPr>
              </a:lvl8pPr>
              <a:lvl9pPr marR="0" algn="l" rtl="0">
                <a:lnSpc>
                  <a:spcPct val="100000"/>
                </a:lnSpc>
                <a:spcBef>
                  <a:spcPts val="0"/>
                </a:spcBef>
                <a:spcAft>
                  <a:spcPts val="0"/>
                </a:spcAft>
                <a:buNone/>
                <a:defRPr sz="1400" b="0" i="0" u="none" strike="noStrike" cap="none" baseline="0">
                  <a:solidFill>
                    <a:srgbClr val="000000"/>
                  </a:solidFill>
                  <a:rtl val="0"/>
                </a:defRPr>
              </a:lvl9pPr>
            </a:lstStyle>
            <a:p>
              <a:pPr marL="0" marR="0" lvl="0" indent="0" algn="ctr" rtl="0">
                <a:spcBef>
                  <a:spcPts val="0"/>
                </a:spcBef>
                <a:buNone/>
              </a:pPr>
              <a:endParaRPr/>
            </a:p>
          </p:txBody>
        </p:sp>
        <p:sp>
          <p:nvSpPr>
            <p:cNvPr id="190" name="ïşļïḓê">
              <a:extLst>
                <a:ext uri="{FF2B5EF4-FFF2-40B4-BE49-F238E27FC236}">
                  <a16:creationId xmlns:a16="http://schemas.microsoft.com/office/drawing/2014/main" xmlns="" id="{533E86E0-8922-4D18-91BD-89A5560A47A3}"/>
                </a:ext>
              </a:extLst>
            </p:cNvPr>
            <p:cNvSpPr/>
            <p:nvPr/>
          </p:nvSpPr>
          <p:spPr>
            <a:xfrm>
              <a:off x="9248706" y="1984603"/>
              <a:ext cx="300811" cy="280374"/>
            </a:xfrm>
            <a:custGeom>
              <a:avLst/>
              <a:gdLst>
                <a:gd name="connsiteX0" fmla="*/ 103209 w 600657"/>
                <a:gd name="connsiteY0" fmla="*/ 435200 h 559848"/>
                <a:gd name="connsiteX1" fmla="*/ 103209 w 600657"/>
                <a:gd name="connsiteY1" fmla="*/ 502743 h 559848"/>
                <a:gd name="connsiteX2" fmla="*/ 121655 w 600657"/>
                <a:gd name="connsiteY2" fmla="*/ 521164 h 559848"/>
                <a:gd name="connsiteX3" fmla="*/ 544078 w 600657"/>
                <a:gd name="connsiteY3" fmla="*/ 521164 h 559848"/>
                <a:gd name="connsiteX4" fmla="*/ 562525 w 600657"/>
                <a:gd name="connsiteY4" fmla="*/ 502743 h 559848"/>
                <a:gd name="connsiteX5" fmla="*/ 564369 w 600657"/>
                <a:gd name="connsiteY5" fmla="*/ 502743 h 559848"/>
                <a:gd name="connsiteX6" fmla="*/ 564369 w 600657"/>
                <a:gd name="connsiteY6" fmla="*/ 435200 h 559848"/>
                <a:gd name="connsiteX7" fmla="*/ 121655 w 600657"/>
                <a:gd name="connsiteY7" fmla="*/ 216604 h 559848"/>
                <a:gd name="connsiteX8" fmla="*/ 103209 w 600657"/>
                <a:gd name="connsiteY8" fmla="*/ 235025 h 559848"/>
                <a:gd name="connsiteX9" fmla="*/ 103209 w 600657"/>
                <a:gd name="connsiteY9" fmla="*/ 303183 h 559848"/>
                <a:gd name="connsiteX10" fmla="*/ 562525 w 600657"/>
                <a:gd name="connsiteY10" fmla="*/ 303183 h 559848"/>
                <a:gd name="connsiteX11" fmla="*/ 562525 w 600657"/>
                <a:gd name="connsiteY11" fmla="*/ 235025 h 559848"/>
                <a:gd name="connsiteX12" fmla="*/ 544078 w 600657"/>
                <a:gd name="connsiteY12" fmla="*/ 216604 h 559848"/>
                <a:gd name="connsiteX13" fmla="*/ 121655 w 600657"/>
                <a:gd name="connsiteY13" fmla="*/ 177920 h 559848"/>
                <a:gd name="connsiteX14" fmla="*/ 544078 w 600657"/>
                <a:gd name="connsiteY14" fmla="*/ 177920 h 559848"/>
                <a:gd name="connsiteX15" fmla="*/ 600647 w 600657"/>
                <a:gd name="connsiteY15" fmla="*/ 235025 h 559848"/>
                <a:gd name="connsiteX16" fmla="*/ 600647 w 600657"/>
                <a:gd name="connsiteY16" fmla="*/ 502743 h 559848"/>
                <a:gd name="connsiteX17" fmla="*/ 544078 w 600657"/>
                <a:gd name="connsiteY17" fmla="*/ 559848 h 559848"/>
                <a:gd name="connsiteX18" fmla="*/ 121655 w 600657"/>
                <a:gd name="connsiteY18" fmla="*/ 559848 h 559848"/>
                <a:gd name="connsiteX19" fmla="*/ 64471 w 600657"/>
                <a:gd name="connsiteY19" fmla="*/ 502743 h 559848"/>
                <a:gd name="connsiteX20" fmla="*/ 64471 w 600657"/>
                <a:gd name="connsiteY20" fmla="*/ 235025 h 559848"/>
                <a:gd name="connsiteX21" fmla="*/ 121655 w 600657"/>
                <a:gd name="connsiteY21" fmla="*/ 177920 h 559848"/>
                <a:gd name="connsiteX22" fmla="*/ 472657 w 600657"/>
                <a:gd name="connsiteY22" fmla="*/ 412 h 559848"/>
                <a:gd name="connsiteX23" fmla="*/ 520129 w 600657"/>
                <a:gd name="connsiteY23" fmla="*/ 42280 h 559848"/>
                <a:gd name="connsiteX24" fmla="*/ 547800 w 600657"/>
                <a:gd name="connsiteY24" fmla="*/ 149095 h 559848"/>
                <a:gd name="connsiteX25" fmla="*/ 544111 w 600657"/>
                <a:gd name="connsiteY25" fmla="*/ 149095 h 559848"/>
                <a:gd name="connsiteX26" fmla="*/ 544111 w 600657"/>
                <a:gd name="connsiteY26" fmla="*/ 147253 h 559848"/>
                <a:gd name="connsiteX27" fmla="*/ 123515 w 600657"/>
                <a:gd name="connsiteY27" fmla="*/ 147253 h 559848"/>
                <a:gd name="connsiteX28" fmla="*/ 37428 w 600657"/>
                <a:gd name="connsiteY28" fmla="*/ 233196 h 559848"/>
                <a:gd name="connsiteX29" fmla="*/ 37428 w 600657"/>
                <a:gd name="connsiteY29" fmla="*/ 311772 h 559848"/>
                <a:gd name="connsiteX30" fmla="*/ 2379 w 600657"/>
                <a:gd name="connsiteY30" fmla="*/ 179789 h 559848"/>
                <a:gd name="connsiteX31" fmla="*/ 42962 w 600657"/>
                <a:gd name="connsiteY31" fmla="*/ 110420 h 559848"/>
                <a:gd name="connsiteX32" fmla="*/ 450645 w 600657"/>
                <a:gd name="connsiteY32" fmla="*/ 2378 h 559848"/>
                <a:gd name="connsiteX33" fmla="*/ 472657 w 600657"/>
                <a:gd name="connsiteY33" fmla="*/ 412 h 55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0657" h="559848">
                  <a:moveTo>
                    <a:pt x="103209" y="435200"/>
                  </a:moveTo>
                  <a:lnTo>
                    <a:pt x="103209" y="502743"/>
                  </a:lnTo>
                  <a:cubicBezTo>
                    <a:pt x="103209" y="511954"/>
                    <a:pt x="110587" y="521164"/>
                    <a:pt x="121655" y="521164"/>
                  </a:cubicBezTo>
                  <a:lnTo>
                    <a:pt x="544078" y="521164"/>
                  </a:lnTo>
                  <a:cubicBezTo>
                    <a:pt x="553301" y="521164"/>
                    <a:pt x="562525" y="513796"/>
                    <a:pt x="562525" y="502743"/>
                  </a:cubicBezTo>
                  <a:lnTo>
                    <a:pt x="564369" y="502743"/>
                  </a:lnTo>
                  <a:lnTo>
                    <a:pt x="564369" y="435200"/>
                  </a:lnTo>
                  <a:close/>
                  <a:moveTo>
                    <a:pt x="121655" y="216604"/>
                  </a:moveTo>
                  <a:cubicBezTo>
                    <a:pt x="112432" y="216604"/>
                    <a:pt x="103209" y="223972"/>
                    <a:pt x="103209" y="235025"/>
                  </a:cubicBezTo>
                  <a:lnTo>
                    <a:pt x="103209" y="303183"/>
                  </a:lnTo>
                  <a:lnTo>
                    <a:pt x="562525" y="303183"/>
                  </a:lnTo>
                  <a:lnTo>
                    <a:pt x="562525" y="235025"/>
                  </a:lnTo>
                  <a:cubicBezTo>
                    <a:pt x="562525" y="225815"/>
                    <a:pt x="555146" y="216604"/>
                    <a:pt x="544078" y="216604"/>
                  </a:cubicBezTo>
                  <a:close/>
                  <a:moveTo>
                    <a:pt x="121655" y="177920"/>
                  </a:moveTo>
                  <a:lnTo>
                    <a:pt x="544078" y="177920"/>
                  </a:lnTo>
                  <a:cubicBezTo>
                    <a:pt x="575437" y="177920"/>
                    <a:pt x="601262" y="203709"/>
                    <a:pt x="600647" y="235025"/>
                  </a:cubicBezTo>
                  <a:lnTo>
                    <a:pt x="600647" y="502743"/>
                  </a:lnTo>
                  <a:cubicBezTo>
                    <a:pt x="600647" y="534059"/>
                    <a:pt x="575437" y="559848"/>
                    <a:pt x="544078" y="559848"/>
                  </a:cubicBezTo>
                  <a:lnTo>
                    <a:pt x="121655" y="559848"/>
                  </a:lnTo>
                  <a:cubicBezTo>
                    <a:pt x="90296" y="559848"/>
                    <a:pt x="64471" y="534059"/>
                    <a:pt x="64471" y="502743"/>
                  </a:cubicBezTo>
                  <a:lnTo>
                    <a:pt x="64471" y="235025"/>
                  </a:lnTo>
                  <a:cubicBezTo>
                    <a:pt x="64471" y="203709"/>
                    <a:pt x="90296" y="177920"/>
                    <a:pt x="121655" y="177920"/>
                  </a:cubicBezTo>
                  <a:close/>
                  <a:moveTo>
                    <a:pt x="472657" y="412"/>
                  </a:moveTo>
                  <a:cubicBezTo>
                    <a:pt x="494534" y="3145"/>
                    <a:pt x="514595" y="19260"/>
                    <a:pt x="520129" y="42280"/>
                  </a:cubicBezTo>
                  <a:lnTo>
                    <a:pt x="547800" y="149095"/>
                  </a:lnTo>
                  <a:lnTo>
                    <a:pt x="544111" y="149095"/>
                  </a:lnTo>
                  <a:lnTo>
                    <a:pt x="544111" y="147253"/>
                  </a:lnTo>
                  <a:lnTo>
                    <a:pt x="123515" y="147253"/>
                  </a:lnTo>
                  <a:cubicBezTo>
                    <a:pt x="75552" y="147253"/>
                    <a:pt x="37428" y="185313"/>
                    <a:pt x="37428" y="233196"/>
                  </a:cubicBezTo>
                  <a:lnTo>
                    <a:pt x="37428" y="311772"/>
                  </a:lnTo>
                  <a:lnTo>
                    <a:pt x="2379" y="179789"/>
                  </a:lnTo>
                  <a:cubicBezTo>
                    <a:pt x="-6845" y="150936"/>
                    <a:pt x="11602" y="117787"/>
                    <a:pt x="42962" y="110420"/>
                  </a:cubicBezTo>
                  <a:lnTo>
                    <a:pt x="450645" y="2378"/>
                  </a:lnTo>
                  <a:cubicBezTo>
                    <a:pt x="457870" y="76"/>
                    <a:pt x="465364" y="-499"/>
                    <a:pt x="472657" y="412"/>
                  </a:cubicBezTo>
                  <a:close/>
                </a:path>
              </a:pathLst>
            </a:custGeom>
            <a:solidFill>
              <a:schemeClr val="bg1"/>
            </a:solidFill>
            <a:ln>
              <a:noFill/>
            </a:ln>
          </p:spPr>
          <p:txBody>
            <a:bodyPr wrap="square" lIns="91440" tIns="45720" rIns="91440" bIns="45720" anchor="ctr" anchorCtr="0">
              <a:normAutofit fontScale="8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rtl="0">
                <a:spcBef>
                  <a:spcPts val="0"/>
                </a:spcBef>
                <a:buNone/>
              </a:pPr>
              <a:endParaRPr/>
            </a:p>
          </p:txBody>
        </p:sp>
      </p:grpSp>
      <p:grpSp>
        <p:nvGrpSpPr>
          <p:cNvPr id="191" name="组合 190">
            <a:extLst>
              <a:ext uri="{FF2B5EF4-FFF2-40B4-BE49-F238E27FC236}">
                <a16:creationId xmlns:a16="http://schemas.microsoft.com/office/drawing/2014/main" xmlns="" id="{D8B7821C-6E68-489E-B7CA-A4CB531140A1}"/>
              </a:ext>
            </a:extLst>
          </p:cNvPr>
          <p:cNvGrpSpPr/>
          <p:nvPr/>
        </p:nvGrpSpPr>
        <p:grpSpPr>
          <a:xfrm>
            <a:off x="1786768" y="2979553"/>
            <a:ext cx="528692" cy="528692"/>
            <a:chOff x="1786768" y="2979553"/>
            <a:chExt cx="528692" cy="528692"/>
          </a:xfrm>
        </p:grpSpPr>
        <p:sp>
          <p:nvSpPr>
            <p:cNvPr id="192" name="ï$ļidè">
              <a:extLst>
                <a:ext uri="{FF2B5EF4-FFF2-40B4-BE49-F238E27FC236}">
                  <a16:creationId xmlns:a16="http://schemas.microsoft.com/office/drawing/2014/main" xmlns="" id="{DAE5C898-493C-4634-BE02-093C3D7B64F1}"/>
                </a:ext>
              </a:extLst>
            </p:cNvPr>
            <p:cNvSpPr/>
            <p:nvPr/>
          </p:nvSpPr>
          <p:spPr>
            <a:xfrm>
              <a:off x="1786768" y="2979553"/>
              <a:ext cx="528692" cy="528692"/>
            </a:xfrm>
            <a:prstGeom prst="ellipse">
              <a:avLst/>
            </a:prstGeom>
            <a:solidFill>
              <a:srgbClr val="1257F1"/>
            </a:solidFill>
            <a:ln>
              <a:noFill/>
            </a:ln>
          </p:spPr>
          <p:txBody>
            <a:bodyPr wrap="square" lIns="91440" tIns="45720" rIns="91440" bIns="45720" anchor="ctr" anchorCtr="0">
              <a:norm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rtl val="0"/>
                </a:defRPr>
              </a:lvl1pPr>
              <a:lvl2pPr marR="0" algn="l" rtl="0">
                <a:lnSpc>
                  <a:spcPct val="100000"/>
                </a:lnSpc>
                <a:spcBef>
                  <a:spcPts val="0"/>
                </a:spcBef>
                <a:spcAft>
                  <a:spcPts val="0"/>
                </a:spcAft>
                <a:buNone/>
                <a:defRPr sz="1400" b="0" i="0" u="none" strike="noStrike" cap="none" baseline="0">
                  <a:solidFill>
                    <a:srgbClr val="000000"/>
                  </a:solidFill>
                  <a:rtl val="0"/>
                </a:defRPr>
              </a:lvl2pPr>
              <a:lvl3pPr marR="0" algn="l" rtl="0">
                <a:lnSpc>
                  <a:spcPct val="100000"/>
                </a:lnSpc>
                <a:spcBef>
                  <a:spcPts val="0"/>
                </a:spcBef>
                <a:spcAft>
                  <a:spcPts val="0"/>
                </a:spcAft>
                <a:buNone/>
                <a:defRPr sz="1400" b="0" i="0" u="none" strike="noStrike" cap="none" baseline="0">
                  <a:solidFill>
                    <a:srgbClr val="000000"/>
                  </a:solidFill>
                  <a:rtl val="0"/>
                </a:defRPr>
              </a:lvl3pPr>
              <a:lvl4pPr marR="0" algn="l" rtl="0">
                <a:lnSpc>
                  <a:spcPct val="100000"/>
                </a:lnSpc>
                <a:spcBef>
                  <a:spcPts val="0"/>
                </a:spcBef>
                <a:spcAft>
                  <a:spcPts val="0"/>
                </a:spcAft>
                <a:buNone/>
                <a:defRPr sz="1400" b="0" i="0" u="none" strike="noStrike" cap="none" baseline="0">
                  <a:solidFill>
                    <a:srgbClr val="000000"/>
                  </a:solidFill>
                  <a:rtl val="0"/>
                </a:defRPr>
              </a:lvl4pPr>
              <a:lvl5pPr marR="0" algn="l" rtl="0">
                <a:lnSpc>
                  <a:spcPct val="100000"/>
                </a:lnSpc>
                <a:spcBef>
                  <a:spcPts val="0"/>
                </a:spcBef>
                <a:spcAft>
                  <a:spcPts val="0"/>
                </a:spcAft>
                <a:buNone/>
                <a:defRPr sz="1400" b="0" i="0" u="none" strike="noStrike" cap="none" baseline="0">
                  <a:solidFill>
                    <a:srgbClr val="000000"/>
                  </a:solidFill>
                  <a:rtl val="0"/>
                </a:defRPr>
              </a:lvl5pPr>
              <a:lvl6pPr marR="0" algn="l" rtl="0">
                <a:lnSpc>
                  <a:spcPct val="100000"/>
                </a:lnSpc>
                <a:spcBef>
                  <a:spcPts val="0"/>
                </a:spcBef>
                <a:spcAft>
                  <a:spcPts val="0"/>
                </a:spcAft>
                <a:buNone/>
                <a:defRPr sz="1400" b="0" i="0" u="none" strike="noStrike" cap="none" baseline="0">
                  <a:solidFill>
                    <a:srgbClr val="000000"/>
                  </a:solidFill>
                  <a:rtl val="0"/>
                </a:defRPr>
              </a:lvl6pPr>
              <a:lvl7pPr marR="0" algn="l" rtl="0">
                <a:lnSpc>
                  <a:spcPct val="100000"/>
                </a:lnSpc>
                <a:spcBef>
                  <a:spcPts val="0"/>
                </a:spcBef>
                <a:spcAft>
                  <a:spcPts val="0"/>
                </a:spcAft>
                <a:buNone/>
                <a:defRPr sz="1400" b="0" i="0" u="none" strike="noStrike" cap="none" baseline="0">
                  <a:solidFill>
                    <a:srgbClr val="000000"/>
                  </a:solidFill>
                  <a:rtl val="0"/>
                </a:defRPr>
              </a:lvl7pPr>
              <a:lvl8pPr marR="0" algn="l" rtl="0">
                <a:lnSpc>
                  <a:spcPct val="100000"/>
                </a:lnSpc>
                <a:spcBef>
                  <a:spcPts val="0"/>
                </a:spcBef>
                <a:spcAft>
                  <a:spcPts val="0"/>
                </a:spcAft>
                <a:buNone/>
                <a:defRPr sz="1400" b="0" i="0" u="none" strike="noStrike" cap="none" baseline="0">
                  <a:solidFill>
                    <a:srgbClr val="000000"/>
                  </a:solidFill>
                  <a:rtl val="0"/>
                </a:defRPr>
              </a:lvl8pPr>
              <a:lvl9pPr marR="0" algn="l" rtl="0">
                <a:lnSpc>
                  <a:spcPct val="100000"/>
                </a:lnSpc>
                <a:spcBef>
                  <a:spcPts val="0"/>
                </a:spcBef>
                <a:spcAft>
                  <a:spcPts val="0"/>
                </a:spcAft>
                <a:buNone/>
                <a:defRPr sz="1400" b="0" i="0" u="none" strike="noStrike" cap="none" baseline="0">
                  <a:solidFill>
                    <a:srgbClr val="000000"/>
                  </a:solidFill>
                  <a:rtl val="0"/>
                </a:defRPr>
              </a:lvl9pPr>
            </a:lstStyle>
            <a:p>
              <a:pPr marL="0" marR="0" lvl="0" indent="0" algn="ctr" rtl="0">
                <a:spcBef>
                  <a:spcPts val="0"/>
                </a:spcBef>
                <a:buNone/>
              </a:pPr>
              <a:endParaRPr/>
            </a:p>
          </p:txBody>
        </p:sp>
        <p:sp>
          <p:nvSpPr>
            <p:cNvPr id="193" name="í$1iďe">
              <a:extLst>
                <a:ext uri="{FF2B5EF4-FFF2-40B4-BE49-F238E27FC236}">
                  <a16:creationId xmlns:a16="http://schemas.microsoft.com/office/drawing/2014/main" xmlns="" id="{14B2EC64-F022-44DF-BDE7-B369393745F5}"/>
                </a:ext>
              </a:extLst>
            </p:cNvPr>
            <p:cNvSpPr/>
            <p:nvPr/>
          </p:nvSpPr>
          <p:spPr>
            <a:xfrm>
              <a:off x="1927700" y="3078141"/>
              <a:ext cx="246827" cy="300811"/>
            </a:xfrm>
            <a:custGeom>
              <a:avLst/>
              <a:gdLst>
                <a:gd name="connsiteX0" fmla="*/ 200292 w 457260"/>
                <a:gd name="connsiteY0" fmla="*/ 314540 h 557269"/>
                <a:gd name="connsiteX1" fmla="*/ 227728 w 457260"/>
                <a:gd name="connsiteY1" fmla="*/ 319382 h 557269"/>
                <a:gd name="connsiteX2" fmla="*/ 230956 w 457260"/>
                <a:gd name="connsiteY2" fmla="*/ 319382 h 557269"/>
                <a:gd name="connsiteX3" fmla="*/ 256778 w 457260"/>
                <a:gd name="connsiteY3" fmla="*/ 314540 h 557269"/>
                <a:gd name="connsiteX4" fmla="*/ 232570 w 457260"/>
                <a:gd name="connsiteY4" fmla="*/ 353272 h 557269"/>
                <a:gd name="connsiteX5" fmla="*/ 255164 w 457260"/>
                <a:gd name="connsiteY5" fmla="*/ 375866 h 557269"/>
                <a:gd name="connsiteX6" fmla="*/ 230956 w 457260"/>
                <a:gd name="connsiteY6" fmla="*/ 517882 h 557269"/>
                <a:gd name="connsiteX7" fmla="*/ 229342 w 457260"/>
                <a:gd name="connsiteY7" fmla="*/ 519496 h 557269"/>
                <a:gd name="connsiteX8" fmla="*/ 226114 w 457260"/>
                <a:gd name="connsiteY8" fmla="*/ 517882 h 557269"/>
                <a:gd name="connsiteX9" fmla="*/ 203520 w 457260"/>
                <a:gd name="connsiteY9" fmla="*/ 375866 h 557269"/>
                <a:gd name="connsiteX10" fmla="*/ 226114 w 457260"/>
                <a:gd name="connsiteY10" fmla="*/ 353272 h 557269"/>
                <a:gd name="connsiteX11" fmla="*/ 146953 w 457260"/>
                <a:gd name="connsiteY11" fmla="*/ 282411 h 557269"/>
                <a:gd name="connsiteX12" fmla="*/ 156642 w 457260"/>
                <a:gd name="connsiteY12" fmla="*/ 290471 h 557269"/>
                <a:gd name="connsiteX13" fmla="*/ 156642 w 457260"/>
                <a:gd name="connsiteY13" fmla="*/ 359791 h 557269"/>
                <a:gd name="connsiteX14" fmla="*/ 219623 w 457260"/>
                <a:gd name="connsiteY14" fmla="*/ 529059 h 557269"/>
                <a:gd name="connsiteX15" fmla="*/ 229312 w 457260"/>
                <a:gd name="connsiteY15" fmla="*/ 535507 h 557269"/>
                <a:gd name="connsiteX16" fmla="*/ 237387 w 457260"/>
                <a:gd name="connsiteY16" fmla="*/ 529059 h 557269"/>
                <a:gd name="connsiteX17" fmla="*/ 301982 w 457260"/>
                <a:gd name="connsiteY17" fmla="*/ 359791 h 557269"/>
                <a:gd name="connsiteX18" fmla="*/ 300367 w 457260"/>
                <a:gd name="connsiteY18" fmla="*/ 290471 h 557269"/>
                <a:gd name="connsiteX19" fmla="*/ 311671 w 457260"/>
                <a:gd name="connsiteY19" fmla="*/ 282411 h 557269"/>
                <a:gd name="connsiteX20" fmla="*/ 385955 w 457260"/>
                <a:gd name="connsiteY20" fmla="*/ 314653 h 557269"/>
                <a:gd name="connsiteX21" fmla="*/ 418252 w 457260"/>
                <a:gd name="connsiteY21" fmla="*/ 337222 h 557269"/>
                <a:gd name="connsiteX22" fmla="*/ 457009 w 457260"/>
                <a:gd name="connsiteY22" fmla="*/ 490369 h 557269"/>
                <a:gd name="connsiteX23" fmla="*/ 445705 w 457260"/>
                <a:gd name="connsiteY23" fmla="*/ 530671 h 557269"/>
                <a:gd name="connsiteX24" fmla="*/ 12919 w 457260"/>
                <a:gd name="connsiteY24" fmla="*/ 530671 h 557269"/>
                <a:gd name="connsiteX25" fmla="*/ 0 w 457260"/>
                <a:gd name="connsiteY25" fmla="*/ 490369 h 557269"/>
                <a:gd name="connsiteX26" fmla="*/ 38757 w 457260"/>
                <a:gd name="connsiteY26" fmla="*/ 337222 h 557269"/>
                <a:gd name="connsiteX27" fmla="*/ 72669 w 457260"/>
                <a:gd name="connsiteY27" fmla="*/ 314653 h 557269"/>
                <a:gd name="connsiteX28" fmla="*/ 146953 w 457260"/>
                <a:gd name="connsiteY28" fmla="*/ 282411 h 557269"/>
                <a:gd name="connsiteX29" fmla="*/ 210191 w 457260"/>
                <a:gd name="connsiteY29" fmla="*/ 135 h 557269"/>
                <a:gd name="connsiteX30" fmla="*/ 255199 w 457260"/>
                <a:gd name="connsiteY30" fmla="*/ 6683 h 557269"/>
                <a:gd name="connsiteX31" fmla="*/ 319820 w 457260"/>
                <a:gd name="connsiteY31" fmla="*/ 42143 h 557269"/>
                <a:gd name="connsiteX32" fmla="*/ 332744 w 457260"/>
                <a:gd name="connsiteY32" fmla="*/ 135627 h 557269"/>
                <a:gd name="connsiteX33" fmla="*/ 335975 w 457260"/>
                <a:gd name="connsiteY33" fmla="*/ 138850 h 557269"/>
                <a:gd name="connsiteX34" fmla="*/ 337591 w 457260"/>
                <a:gd name="connsiteY34" fmla="*/ 172698 h 557269"/>
                <a:gd name="connsiteX35" fmla="*/ 329513 w 457260"/>
                <a:gd name="connsiteY35" fmla="*/ 193651 h 557269"/>
                <a:gd name="connsiteX36" fmla="*/ 230966 w 457260"/>
                <a:gd name="connsiteY36" fmla="*/ 296806 h 557269"/>
                <a:gd name="connsiteX37" fmla="*/ 129188 w 457260"/>
                <a:gd name="connsiteY37" fmla="*/ 193651 h 557269"/>
                <a:gd name="connsiteX38" fmla="*/ 121110 w 457260"/>
                <a:gd name="connsiteY38" fmla="*/ 174310 h 557269"/>
                <a:gd name="connsiteX39" fmla="*/ 121110 w 457260"/>
                <a:gd name="connsiteY39" fmla="*/ 138850 h 557269"/>
                <a:gd name="connsiteX40" fmla="*/ 124341 w 457260"/>
                <a:gd name="connsiteY40" fmla="*/ 135627 h 557269"/>
                <a:gd name="connsiteX41" fmla="*/ 122725 w 457260"/>
                <a:gd name="connsiteY41" fmla="*/ 66319 h 557269"/>
                <a:gd name="connsiteX42" fmla="*/ 210191 w 457260"/>
                <a:gd name="connsiteY42" fmla="*/ 135 h 55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7260" h="557269">
                  <a:moveTo>
                    <a:pt x="200292" y="314540"/>
                  </a:moveTo>
                  <a:cubicBezTo>
                    <a:pt x="209976" y="317768"/>
                    <a:pt x="219659" y="319382"/>
                    <a:pt x="227728" y="319382"/>
                  </a:cubicBezTo>
                  <a:lnTo>
                    <a:pt x="230956" y="319382"/>
                  </a:lnTo>
                  <a:cubicBezTo>
                    <a:pt x="240639" y="319382"/>
                    <a:pt x="248709" y="317768"/>
                    <a:pt x="256778" y="314540"/>
                  </a:cubicBezTo>
                  <a:lnTo>
                    <a:pt x="232570" y="353272"/>
                  </a:lnTo>
                  <a:lnTo>
                    <a:pt x="255164" y="375866"/>
                  </a:lnTo>
                  <a:lnTo>
                    <a:pt x="230956" y="517882"/>
                  </a:lnTo>
                  <a:cubicBezTo>
                    <a:pt x="230956" y="517882"/>
                    <a:pt x="230956" y="519496"/>
                    <a:pt x="229342" y="519496"/>
                  </a:cubicBezTo>
                  <a:cubicBezTo>
                    <a:pt x="227728" y="519496"/>
                    <a:pt x="226114" y="517882"/>
                    <a:pt x="226114" y="517882"/>
                  </a:cubicBezTo>
                  <a:lnTo>
                    <a:pt x="203520" y="375866"/>
                  </a:lnTo>
                  <a:lnTo>
                    <a:pt x="226114" y="353272"/>
                  </a:lnTo>
                  <a:close/>
                  <a:moveTo>
                    <a:pt x="146953" y="282411"/>
                  </a:moveTo>
                  <a:cubicBezTo>
                    <a:pt x="146953" y="282411"/>
                    <a:pt x="156642" y="290471"/>
                    <a:pt x="156642" y="290471"/>
                  </a:cubicBezTo>
                  <a:cubicBezTo>
                    <a:pt x="156642" y="290471"/>
                    <a:pt x="156642" y="359791"/>
                    <a:pt x="156642" y="359791"/>
                  </a:cubicBezTo>
                  <a:lnTo>
                    <a:pt x="219623" y="529059"/>
                  </a:lnTo>
                  <a:cubicBezTo>
                    <a:pt x="221238" y="533895"/>
                    <a:pt x="224468" y="535507"/>
                    <a:pt x="229312" y="535507"/>
                  </a:cubicBezTo>
                  <a:cubicBezTo>
                    <a:pt x="232542" y="535507"/>
                    <a:pt x="235772" y="533895"/>
                    <a:pt x="237387" y="529059"/>
                  </a:cubicBezTo>
                  <a:lnTo>
                    <a:pt x="301982" y="359791"/>
                  </a:lnTo>
                  <a:lnTo>
                    <a:pt x="300367" y="290471"/>
                  </a:lnTo>
                  <a:lnTo>
                    <a:pt x="311671" y="282411"/>
                  </a:lnTo>
                  <a:cubicBezTo>
                    <a:pt x="334279" y="300144"/>
                    <a:pt x="385955" y="314653"/>
                    <a:pt x="385955" y="314653"/>
                  </a:cubicBezTo>
                  <a:cubicBezTo>
                    <a:pt x="408563" y="324325"/>
                    <a:pt x="418252" y="337222"/>
                    <a:pt x="418252" y="337222"/>
                  </a:cubicBezTo>
                  <a:cubicBezTo>
                    <a:pt x="453780" y="388808"/>
                    <a:pt x="455394" y="450067"/>
                    <a:pt x="457009" y="490369"/>
                  </a:cubicBezTo>
                  <a:cubicBezTo>
                    <a:pt x="458624" y="517774"/>
                    <a:pt x="452165" y="527446"/>
                    <a:pt x="445705" y="530671"/>
                  </a:cubicBezTo>
                  <a:cubicBezTo>
                    <a:pt x="356887" y="566136"/>
                    <a:pt x="101737" y="566136"/>
                    <a:pt x="12919" y="530671"/>
                  </a:cubicBezTo>
                  <a:cubicBezTo>
                    <a:pt x="4844" y="527446"/>
                    <a:pt x="0" y="517774"/>
                    <a:pt x="0" y="490369"/>
                  </a:cubicBezTo>
                  <a:cubicBezTo>
                    <a:pt x="3229" y="450067"/>
                    <a:pt x="4844" y="388808"/>
                    <a:pt x="38757" y="337222"/>
                  </a:cubicBezTo>
                  <a:cubicBezTo>
                    <a:pt x="38757" y="337222"/>
                    <a:pt x="48446" y="324325"/>
                    <a:pt x="72669" y="314653"/>
                  </a:cubicBezTo>
                  <a:cubicBezTo>
                    <a:pt x="72669" y="314653"/>
                    <a:pt x="122730" y="300144"/>
                    <a:pt x="146953" y="282411"/>
                  </a:cubicBezTo>
                  <a:close/>
                  <a:moveTo>
                    <a:pt x="210191" y="135"/>
                  </a:moveTo>
                  <a:cubicBezTo>
                    <a:pt x="223999" y="-570"/>
                    <a:pt x="239044" y="1445"/>
                    <a:pt x="255199" y="6683"/>
                  </a:cubicBezTo>
                  <a:cubicBezTo>
                    <a:pt x="277816" y="14742"/>
                    <a:pt x="302049" y="24413"/>
                    <a:pt x="319820" y="42143"/>
                  </a:cubicBezTo>
                  <a:cubicBezTo>
                    <a:pt x="352130" y="75990"/>
                    <a:pt x="339206" y="114673"/>
                    <a:pt x="332744" y="135627"/>
                  </a:cubicBezTo>
                  <a:cubicBezTo>
                    <a:pt x="332744" y="135627"/>
                    <a:pt x="335975" y="138850"/>
                    <a:pt x="335975" y="138850"/>
                  </a:cubicBezTo>
                  <a:cubicBezTo>
                    <a:pt x="342437" y="146909"/>
                    <a:pt x="339206" y="163027"/>
                    <a:pt x="337591" y="172698"/>
                  </a:cubicBezTo>
                  <a:cubicBezTo>
                    <a:pt x="335975" y="182369"/>
                    <a:pt x="332744" y="190428"/>
                    <a:pt x="329513" y="193651"/>
                  </a:cubicBezTo>
                  <a:cubicBezTo>
                    <a:pt x="319820" y="238782"/>
                    <a:pt x="282663" y="295194"/>
                    <a:pt x="230966" y="296806"/>
                  </a:cubicBezTo>
                  <a:cubicBezTo>
                    <a:pt x="188962" y="300030"/>
                    <a:pt x="137265" y="250064"/>
                    <a:pt x="129188" y="193651"/>
                  </a:cubicBezTo>
                  <a:cubicBezTo>
                    <a:pt x="125956" y="188816"/>
                    <a:pt x="122725" y="183981"/>
                    <a:pt x="121110" y="174310"/>
                  </a:cubicBezTo>
                  <a:cubicBezTo>
                    <a:pt x="117879" y="164639"/>
                    <a:pt x="114648" y="146909"/>
                    <a:pt x="121110" y="138850"/>
                  </a:cubicBezTo>
                  <a:cubicBezTo>
                    <a:pt x="121110" y="137238"/>
                    <a:pt x="122725" y="137238"/>
                    <a:pt x="124341" y="135627"/>
                  </a:cubicBezTo>
                  <a:cubicBezTo>
                    <a:pt x="111417" y="93720"/>
                    <a:pt x="121110" y="69543"/>
                    <a:pt x="122725" y="66319"/>
                  </a:cubicBezTo>
                  <a:cubicBezTo>
                    <a:pt x="138477" y="28845"/>
                    <a:pt x="168768" y="2251"/>
                    <a:pt x="210191" y="135"/>
                  </a:cubicBezTo>
                  <a:close/>
                </a:path>
              </a:pathLst>
            </a:custGeom>
            <a:solidFill>
              <a:schemeClr val="bg1"/>
            </a:solidFill>
            <a:ln>
              <a:noFill/>
            </a:ln>
          </p:spPr>
          <p:txBody>
            <a:bodyPr wrap="square" lIns="91440" tIns="45720" rIns="91440" bIns="45720" anchor="ctr" anchorCtr="0">
              <a:normAutofit fontScale="850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rtl="0">
                <a:spcBef>
                  <a:spcPts val="0"/>
                </a:spcBef>
                <a:buNone/>
              </a:pPr>
              <a:endParaRPr/>
            </a:p>
          </p:txBody>
        </p:sp>
      </p:grpSp>
      <p:sp>
        <p:nvSpPr>
          <p:cNvPr id="194" name="ïṧlïďê">
            <a:extLst>
              <a:ext uri="{FF2B5EF4-FFF2-40B4-BE49-F238E27FC236}">
                <a16:creationId xmlns:a16="http://schemas.microsoft.com/office/drawing/2014/main" xmlns="" id="{7D637C7E-2F2C-4E2C-8C21-A6FF3E248F01}"/>
              </a:ext>
            </a:extLst>
          </p:cNvPr>
          <p:cNvSpPr/>
          <p:nvPr/>
        </p:nvSpPr>
        <p:spPr bwMode="auto">
          <a:xfrm>
            <a:off x="6101248" y="5181193"/>
            <a:ext cx="2141075" cy="6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spcBef>
                <a:spcPct val="0"/>
              </a:spcBef>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点击输入简要文字内容，文字内容需概括精炼</a:t>
            </a:r>
            <a:endParaRPr lang="en-US" altLang="zh-CN" sz="1400" dirty="0"/>
          </a:p>
          <a:p>
            <a:pPr>
              <a:lnSpc>
                <a:spcPct val="150000"/>
              </a:lnSpc>
              <a:spcBef>
                <a:spcPct val="0"/>
              </a:spcBef>
            </a:pPr>
            <a:endParaRPr lang="en-US" altLang="zh-CN" sz="1400" dirty="0"/>
          </a:p>
        </p:txBody>
      </p:sp>
      <p:sp>
        <p:nvSpPr>
          <p:cNvPr id="195" name="ïSļíḍe">
            <a:extLst>
              <a:ext uri="{FF2B5EF4-FFF2-40B4-BE49-F238E27FC236}">
                <a16:creationId xmlns:a16="http://schemas.microsoft.com/office/drawing/2014/main" xmlns="" id="{D4D421E1-23D1-48CB-AE71-26D03ACB34DA}"/>
              </a:ext>
            </a:extLst>
          </p:cNvPr>
          <p:cNvSpPr/>
          <p:nvPr/>
        </p:nvSpPr>
        <p:spPr bwMode="auto">
          <a:xfrm>
            <a:off x="9900814" y="4983999"/>
            <a:ext cx="2141075" cy="6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spcBef>
                <a:spcPct val="0"/>
              </a:spcBef>
            </a:pPr>
            <a:r>
              <a:rPr lang="zh-CN" altLang="en-US" sz="1400" dirty="0">
                <a:solidFill>
                  <a:schemeClr val="bg2">
                    <a:lumMod val="25000"/>
                  </a:schemeClr>
                </a:solidFill>
                <a:latin typeface="微软雅黑" panose="020B0503020204020204" pitchFamily="34" charset="-122"/>
                <a:ea typeface="微软雅黑" panose="020B0503020204020204" pitchFamily="34" charset="-122"/>
              </a:rPr>
              <a:t>点击输入简要文字内容，文字内容需概括精炼</a:t>
            </a:r>
            <a:endParaRPr lang="en-US" altLang="zh-CN" sz="1400" dirty="0"/>
          </a:p>
          <a:p>
            <a:pPr>
              <a:lnSpc>
                <a:spcPct val="150000"/>
              </a:lnSpc>
              <a:spcBef>
                <a:spcPct val="0"/>
              </a:spcBef>
            </a:pPr>
            <a:endParaRPr lang="en-US" altLang="zh-CN" sz="1400" dirty="0"/>
          </a:p>
        </p:txBody>
      </p:sp>
    </p:spTree>
    <p:custDataLst>
      <p:tags r:id="rId1"/>
    </p:custDataLst>
    <p:extLst>
      <p:ext uri="{BB962C8B-B14F-4D97-AF65-F5344CB8AC3E}">
        <p14:creationId xmlns:p14="http://schemas.microsoft.com/office/powerpoint/2010/main" val="78619217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61"/>
                                        </p:tgtEl>
                                        <p:attrNameLst>
                                          <p:attrName>style.visibility</p:attrName>
                                        </p:attrNameLst>
                                      </p:cBhvr>
                                      <p:to>
                                        <p:strVal val="visible"/>
                                      </p:to>
                                    </p:set>
                                    <p:anim calcmode="lin" valueType="num">
                                      <p:cBhvr additive="base">
                                        <p:cTn id="7" dur="500" fill="hold"/>
                                        <p:tgtEl>
                                          <p:spTgt spid="161"/>
                                        </p:tgtEl>
                                        <p:attrNameLst>
                                          <p:attrName>ppt_x</p:attrName>
                                        </p:attrNameLst>
                                      </p:cBhvr>
                                      <p:tavLst>
                                        <p:tav tm="0">
                                          <p:val>
                                            <p:strVal val="#ppt_x"/>
                                          </p:val>
                                        </p:tav>
                                        <p:tav tm="100000">
                                          <p:val>
                                            <p:strVal val="#ppt_x"/>
                                          </p:val>
                                        </p:tav>
                                      </p:tavLst>
                                    </p:anim>
                                    <p:anim calcmode="lin" valueType="num">
                                      <p:cBhvr additive="base">
                                        <p:cTn id="8" dur="500" fill="hold"/>
                                        <p:tgtEl>
                                          <p:spTgt spid="16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91"/>
                                        </p:tgtEl>
                                        <p:attrNameLst>
                                          <p:attrName>style.visibility</p:attrName>
                                        </p:attrNameLst>
                                      </p:cBhvr>
                                      <p:to>
                                        <p:strVal val="visible"/>
                                      </p:to>
                                    </p:set>
                                    <p:anim calcmode="lin" valueType="num">
                                      <p:cBhvr>
                                        <p:cTn id="12" dur="500" fill="hold"/>
                                        <p:tgtEl>
                                          <p:spTgt spid="191"/>
                                        </p:tgtEl>
                                        <p:attrNameLst>
                                          <p:attrName>ppt_w</p:attrName>
                                        </p:attrNameLst>
                                      </p:cBhvr>
                                      <p:tavLst>
                                        <p:tav tm="0">
                                          <p:val>
                                            <p:fltVal val="0"/>
                                          </p:val>
                                        </p:tav>
                                        <p:tav tm="100000">
                                          <p:val>
                                            <p:strVal val="#ppt_w"/>
                                          </p:val>
                                        </p:tav>
                                      </p:tavLst>
                                    </p:anim>
                                    <p:anim calcmode="lin" valueType="num">
                                      <p:cBhvr>
                                        <p:cTn id="13" dur="500" fill="hold"/>
                                        <p:tgtEl>
                                          <p:spTgt spid="191"/>
                                        </p:tgtEl>
                                        <p:attrNameLst>
                                          <p:attrName>ppt_h</p:attrName>
                                        </p:attrNameLst>
                                      </p:cBhvr>
                                      <p:tavLst>
                                        <p:tav tm="0">
                                          <p:val>
                                            <p:fltVal val="0"/>
                                          </p:val>
                                        </p:tav>
                                        <p:tav tm="100000">
                                          <p:val>
                                            <p:strVal val="#ppt_h"/>
                                          </p:val>
                                        </p:tav>
                                      </p:tavLst>
                                    </p:anim>
                                    <p:animEffect transition="in" filter="fade">
                                      <p:cBhvr>
                                        <p:cTn id="14" dur="500"/>
                                        <p:tgtEl>
                                          <p:spTgt spid="191"/>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72"/>
                                        </p:tgtEl>
                                        <p:attrNameLst>
                                          <p:attrName>style.visibility</p:attrName>
                                        </p:attrNameLst>
                                      </p:cBhvr>
                                      <p:to>
                                        <p:strVal val="visible"/>
                                      </p:to>
                                    </p:set>
                                    <p:animEffect transition="in" filter="wipe(left)">
                                      <p:cBhvr>
                                        <p:cTn id="18" dur="500"/>
                                        <p:tgtEl>
                                          <p:spTgt spid="172"/>
                                        </p:tgtEl>
                                      </p:cBhvr>
                                    </p:animEffect>
                                  </p:childTnLst>
                                </p:cTn>
                              </p:par>
                            </p:childTnLst>
                          </p:cTn>
                        </p:par>
                        <p:par>
                          <p:cTn id="19" fill="hold">
                            <p:stCondLst>
                              <p:cond delay="1500"/>
                            </p:stCondLst>
                            <p:childTnLst>
                              <p:par>
                                <p:cTn id="20" presetID="53" presetClass="entr" presetSubtype="16" fill="hold" nodeType="afterEffect">
                                  <p:stCondLst>
                                    <p:cond delay="0"/>
                                  </p:stCondLst>
                                  <p:childTnLst>
                                    <p:set>
                                      <p:cBhvr>
                                        <p:cTn id="21" dur="1" fill="hold">
                                          <p:stCondLst>
                                            <p:cond delay="0"/>
                                          </p:stCondLst>
                                        </p:cTn>
                                        <p:tgtEl>
                                          <p:spTgt spid="199"/>
                                        </p:tgtEl>
                                        <p:attrNameLst>
                                          <p:attrName>style.visibility</p:attrName>
                                        </p:attrNameLst>
                                      </p:cBhvr>
                                      <p:to>
                                        <p:strVal val="visible"/>
                                      </p:to>
                                    </p:set>
                                    <p:anim calcmode="lin" valueType="num">
                                      <p:cBhvr>
                                        <p:cTn id="22" dur="500" fill="hold"/>
                                        <p:tgtEl>
                                          <p:spTgt spid="199"/>
                                        </p:tgtEl>
                                        <p:attrNameLst>
                                          <p:attrName>ppt_w</p:attrName>
                                        </p:attrNameLst>
                                      </p:cBhvr>
                                      <p:tavLst>
                                        <p:tav tm="0">
                                          <p:val>
                                            <p:fltVal val="0"/>
                                          </p:val>
                                        </p:tav>
                                        <p:tav tm="100000">
                                          <p:val>
                                            <p:strVal val="#ppt_w"/>
                                          </p:val>
                                        </p:tav>
                                      </p:tavLst>
                                    </p:anim>
                                    <p:anim calcmode="lin" valueType="num">
                                      <p:cBhvr>
                                        <p:cTn id="23" dur="500" fill="hold"/>
                                        <p:tgtEl>
                                          <p:spTgt spid="199"/>
                                        </p:tgtEl>
                                        <p:attrNameLst>
                                          <p:attrName>ppt_h</p:attrName>
                                        </p:attrNameLst>
                                      </p:cBhvr>
                                      <p:tavLst>
                                        <p:tav tm="0">
                                          <p:val>
                                            <p:fltVal val="0"/>
                                          </p:val>
                                        </p:tav>
                                        <p:tav tm="100000">
                                          <p:val>
                                            <p:strVal val="#ppt_h"/>
                                          </p:val>
                                        </p:tav>
                                      </p:tavLst>
                                    </p:anim>
                                    <p:animEffect transition="in" filter="fade">
                                      <p:cBhvr>
                                        <p:cTn id="24" dur="500"/>
                                        <p:tgtEl>
                                          <p:spTgt spid="199"/>
                                        </p:tgtEl>
                                      </p:cBhvr>
                                    </p:animEffect>
                                  </p:childTnLst>
                                </p:cTn>
                              </p:par>
                            </p:childTnLst>
                          </p:cTn>
                        </p:par>
                        <p:par>
                          <p:cTn id="25" fill="hold">
                            <p:stCondLst>
                              <p:cond delay="2000"/>
                            </p:stCondLst>
                            <p:childTnLst>
                              <p:par>
                                <p:cTn id="26" presetID="2" presetClass="entr" presetSubtype="4" fill="hold" grpId="0" nodeType="afterEffect">
                                  <p:stCondLst>
                                    <p:cond delay="0"/>
                                  </p:stCondLst>
                                  <p:childTnLst>
                                    <p:set>
                                      <p:cBhvr>
                                        <p:cTn id="27" dur="1" fill="hold">
                                          <p:stCondLst>
                                            <p:cond delay="0"/>
                                          </p:stCondLst>
                                        </p:cTn>
                                        <p:tgtEl>
                                          <p:spTgt spid="162"/>
                                        </p:tgtEl>
                                        <p:attrNameLst>
                                          <p:attrName>style.visibility</p:attrName>
                                        </p:attrNameLst>
                                      </p:cBhvr>
                                      <p:to>
                                        <p:strVal val="visible"/>
                                      </p:to>
                                    </p:set>
                                    <p:anim calcmode="lin" valueType="num">
                                      <p:cBhvr additive="base">
                                        <p:cTn id="28" dur="500" fill="hold"/>
                                        <p:tgtEl>
                                          <p:spTgt spid="162"/>
                                        </p:tgtEl>
                                        <p:attrNameLst>
                                          <p:attrName>ppt_x</p:attrName>
                                        </p:attrNameLst>
                                      </p:cBhvr>
                                      <p:tavLst>
                                        <p:tav tm="0">
                                          <p:val>
                                            <p:strVal val="#ppt_x"/>
                                          </p:val>
                                        </p:tav>
                                        <p:tav tm="100000">
                                          <p:val>
                                            <p:strVal val="#ppt_x"/>
                                          </p:val>
                                        </p:tav>
                                      </p:tavLst>
                                    </p:anim>
                                    <p:anim calcmode="lin" valueType="num">
                                      <p:cBhvr additive="base">
                                        <p:cTn id="29" dur="500" fill="hold"/>
                                        <p:tgtEl>
                                          <p:spTgt spid="162"/>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63"/>
                                        </p:tgtEl>
                                        <p:attrNameLst>
                                          <p:attrName>style.visibility</p:attrName>
                                        </p:attrNameLst>
                                      </p:cBhvr>
                                      <p:to>
                                        <p:strVal val="visible"/>
                                      </p:to>
                                    </p:set>
                                    <p:anim calcmode="lin" valueType="num">
                                      <p:cBhvr additive="base">
                                        <p:cTn id="32" dur="500" fill="hold"/>
                                        <p:tgtEl>
                                          <p:spTgt spid="163"/>
                                        </p:tgtEl>
                                        <p:attrNameLst>
                                          <p:attrName>ppt_x</p:attrName>
                                        </p:attrNameLst>
                                      </p:cBhvr>
                                      <p:tavLst>
                                        <p:tav tm="0">
                                          <p:val>
                                            <p:strVal val="#ppt_x"/>
                                          </p:val>
                                        </p:tav>
                                        <p:tav tm="100000">
                                          <p:val>
                                            <p:strVal val="#ppt_x"/>
                                          </p:val>
                                        </p:tav>
                                      </p:tavLst>
                                    </p:anim>
                                    <p:anim calcmode="lin" valueType="num">
                                      <p:cBhvr additive="base">
                                        <p:cTn id="33" dur="500" fill="hold"/>
                                        <p:tgtEl>
                                          <p:spTgt spid="163"/>
                                        </p:tgtEl>
                                        <p:attrNameLst>
                                          <p:attrName>ppt_y</p:attrName>
                                        </p:attrNameLst>
                                      </p:cBhvr>
                                      <p:tavLst>
                                        <p:tav tm="0">
                                          <p:val>
                                            <p:strVal val="1+#ppt_h/2"/>
                                          </p:val>
                                        </p:tav>
                                        <p:tav tm="100000">
                                          <p:val>
                                            <p:strVal val="#ppt_y"/>
                                          </p:val>
                                        </p:tav>
                                      </p:tavLst>
                                    </p:anim>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202"/>
                                        </p:tgtEl>
                                        <p:attrNameLst>
                                          <p:attrName>style.visibility</p:attrName>
                                        </p:attrNameLst>
                                      </p:cBhvr>
                                      <p:to>
                                        <p:strVal val="visible"/>
                                      </p:to>
                                    </p:set>
                                    <p:anim calcmode="lin" valueType="num">
                                      <p:cBhvr>
                                        <p:cTn id="37" dur="500" fill="hold"/>
                                        <p:tgtEl>
                                          <p:spTgt spid="202"/>
                                        </p:tgtEl>
                                        <p:attrNameLst>
                                          <p:attrName>ppt_w</p:attrName>
                                        </p:attrNameLst>
                                      </p:cBhvr>
                                      <p:tavLst>
                                        <p:tav tm="0">
                                          <p:val>
                                            <p:fltVal val="0"/>
                                          </p:val>
                                        </p:tav>
                                        <p:tav tm="100000">
                                          <p:val>
                                            <p:strVal val="#ppt_w"/>
                                          </p:val>
                                        </p:tav>
                                      </p:tavLst>
                                    </p:anim>
                                    <p:anim calcmode="lin" valueType="num">
                                      <p:cBhvr>
                                        <p:cTn id="38" dur="500" fill="hold"/>
                                        <p:tgtEl>
                                          <p:spTgt spid="202"/>
                                        </p:tgtEl>
                                        <p:attrNameLst>
                                          <p:attrName>ppt_h</p:attrName>
                                        </p:attrNameLst>
                                      </p:cBhvr>
                                      <p:tavLst>
                                        <p:tav tm="0">
                                          <p:val>
                                            <p:fltVal val="0"/>
                                          </p:val>
                                        </p:tav>
                                        <p:tav tm="100000">
                                          <p:val>
                                            <p:strVal val="#ppt_h"/>
                                          </p:val>
                                        </p:tav>
                                      </p:tavLst>
                                    </p:anim>
                                    <p:animEffect transition="in" filter="fade">
                                      <p:cBhvr>
                                        <p:cTn id="39" dur="500"/>
                                        <p:tgtEl>
                                          <p:spTgt spid="202"/>
                                        </p:tgtEl>
                                      </p:cBhvr>
                                    </p:animEffect>
                                  </p:childTnLst>
                                </p:cTn>
                              </p:par>
                            </p:childTnLst>
                          </p:cTn>
                        </p:par>
                        <p:par>
                          <p:cTn id="40" fill="hold">
                            <p:stCondLst>
                              <p:cond delay="3000"/>
                            </p:stCondLst>
                            <p:childTnLst>
                              <p:par>
                                <p:cTn id="41" presetID="2" presetClass="entr" presetSubtype="4" fill="hold" grpId="0" nodeType="afterEffect">
                                  <p:stCondLst>
                                    <p:cond delay="0"/>
                                  </p:stCondLst>
                                  <p:childTnLst>
                                    <p:set>
                                      <p:cBhvr>
                                        <p:cTn id="42" dur="1" fill="hold">
                                          <p:stCondLst>
                                            <p:cond delay="0"/>
                                          </p:stCondLst>
                                        </p:cTn>
                                        <p:tgtEl>
                                          <p:spTgt spid="166"/>
                                        </p:tgtEl>
                                        <p:attrNameLst>
                                          <p:attrName>style.visibility</p:attrName>
                                        </p:attrNameLst>
                                      </p:cBhvr>
                                      <p:to>
                                        <p:strVal val="visible"/>
                                      </p:to>
                                    </p:set>
                                    <p:anim calcmode="lin" valueType="num">
                                      <p:cBhvr additive="base">
                                        <p:cTn id="43" dur="500" fill="hold"/>
                                        <p:tgtEl>
                                          <p:spTgt spid="166"/>
                                        </p:tgtEl>
                                        <p:attrNameLst>
                                          <p:attrName>ppt_x</p:attrName>
                                        </p:attrNameLst>
                                      </p:cBhvr>
                                      <p:tavLst>
                                        <p:tav tm="0">
                                          <p:val>
                                            <p:strVal val="#ppt_x"/>
                                          </p:val>
                                        </p:tav>
                                        <p:tav tm="100000">
                                          <p:val>
                                            <p:strVal val="#ppt_x"/>
                                          </p:val>
                                        </p:tav>
                                      </p:tavLst>
                                    </p:anim>
                                    <p:anim calcmode="lin" valueType="num">
                                      <p:cBhvr additive="base">
                                        <p:cTn id="44" dur="500" fill="hold"/>
                                        <p:tgtEl>
                                          <p:spTgt spid="16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7"/>
                                        </p:tgtEl>
                                        <p:attrNameLst>
                                          <p:attrName>style.visibility</p:attrName>
                                        </p:attrNameLst>
                                      </p:cBhvr>
                                      <p:to>
                                        <p:strVal val="visible"/>
                                      </p:to>
                                    </p:set>
                                    <p:anim calcmode="lin" valueType="num">
                                      <p:cBhvr additive="base">
                                        <p:cTn id="47" dur="500" fill="hold"/>
                                        <p:tgtEl>
                                          <p:spTgt spid="167"/>
                                        </p:tgtEl>
                                        <p:attrNameLst>
                                          <p:attrName>ppt_x</p:attrName>
                                        </p:attrNameLst>
                                      </p:cBhvr>
                                      <p:tavLst>
                                        <p:tav tm="0">
                                          <p:val>
                                            <p:strVal val="#ppt_x"/>
                                          </p:val>
                                        </p:tav>
                                        <p:tav tm="100000">
                                          <p:val>
                                            <p:strVal val="#ppt_x"/>
                                          </p:val>
                                        </p:tav>
                                      </p:tavLst>
                                    </p:anim>
                                    <p:anim calcmode="lin" valueType="num">
                                      <p:cBhvr additive="base">
                                        <p:cTn id="48" dur="500" fill="hold"/>
                                        <p:tgtEl>
                                          <p:spTgt spid="167"/>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53" presetClass="entr" presetSubtype="16" fill="hold" nodeType="afterEffect">
                                  <p:stCondLst>
                                    <p:cond delay="0"/>
                                  </p:stCondLst>
                                  <p:childTnLst>
                                    <p:set>
                                      <p:cBhvr>
                                        <p:cTn id="51" dur="1" fill="hold">
                                          <p:stCondLst>
                                            <p:cond delay="0"/>
                                          </p:stCondLst>
                                        </p:cTn>
                                        <p:tgtEl>
                                          <p:spTgt spid="188"/>
                                        </p:tgtEl>
                                        <p:attrNameLst>
                                          <p:attrName>style.visibility</p:attrName>
                                        </p:attrNameLst>
                                      </p:cBhvr>
                                      <p:to>
                                        <p:strVal val="visible"/>
                                      </p:to>
                                    </p:set>
                                    <p:anim calcmode="lin" valueType="num">
                                      <p:cBhvr>
                                        <p:cTn id="52" dur="500" fill="hold"/>
                                        <p:tgtEl>
                                          <p:spTgt spid="188"/>
                                        </p:tgtEl>
                                        <p:attrNameLst>
                                          <p:attrName>ppt_w</p:attrName>
                                        </p:attrNameLst>
                                      </p:cBhvr>
                                      <p:tavLst>
                                        <p:tav tm="0">
                                          <p:val>
                                            <p:fltVal val="0"/>
                                          </p:val>
                                        </p:tav>
                                        <p:tav tm="100000">
                                          <p:val>
                                            <p:strVal val="#ppt_w"/>
                                          </p:val>
                                        </p:tav>
                                      </p:tavLst>
                                    </p:anim>
                                    <p:anim calcmode="lin" valueType="num">
                                      <p:cBhvr>
                                        <p:cTn id="53" dur="500" fill="hold"/>
                                        <p:tgtEl>
                                          <p:spTgt spid="188"/>
                                        </p:tgtEl>
                                        <p:attrNameLst>
                                          <p:attrName>ppt_h</p:attrName>
                                        </p:attrNameLst>
                                      </p:cBhvr>
                                      <p:tavLst>
                                        <p:tav tm="0">
                                          <p:val>
                                            <p:fltVal val="0"/>
                                          </p:val>
                                        </p:tav>
                                        <p:tav tm="100000">
                                          <p:val>
                                            <p:strVal val="#ppt_h"/>
                                          </p:val>
                                        </p:tav>
                                      </p:tavLst>
                                    </p:anim>
                                    <p:animEffect transition="in" filter="fade">
                                      <p:cBhvr>
                                        <p:cTn id="54" dur="500"/>
                                        <p:tgtEl>
                                          <p:spTgt spid="188"/>
                                        </p:tgtEl>
                                      </p:cBhvr>
                                    </p:animEffect>
                                  </p:childTnLst>
                                </p:cTn>
                              </p:par>
                            </p:childTnLst>
                          </p:cTn>
                        </p:par>
                        <p:par>
                          <p:cTn id="55" fill="hold">
                            <p:stCondLst>
                              <p:cond delay="4000"/>
                            </p:stCondLst>
                            <p:childTnLst>
                              <p:par>
                                <p:cTn id="56" presetID="2" presetClass="entr" presetSubtype="4" fill="hold" grpId="0" nodeType="afterEffect">
                                  <p:stCondLst>
                                    <p:cond delay="0"/>
                                  </p:stCondLst>
                                  <p:childTnLst>
                                    <p:set>
                                      <p:cBhvr>
                                        <p:cTn id="57" dur="1" fill="hold">
                                          <p:stCondLst>
                                            <p:cond delay="0"/>
                                          </p:stCondLst>
                                        </p:cTn>
                                        <p:tgtEl>
                                          <p:spTgt spid="165"/>
                                        </p:tgtEl>
                                        <p:attrNameLst>
                                          <p:attrName>style.visibility</p:attrName>
                                        </p:attrNameLst>
                                      </p:cBhvr>
                                      <p:to>
                                        <p:strVal val="visible"/>
                                      </p:to>
                                    </p:set>
                                    <p:anim calcmode="lin" valueType="num">
                                      <p:cBhvr additive="base">
                                        <p:cTn id="58" dur="500" fill="hold"/>
                                        <p:tgtEl>
                                          <p:spTgt spid="165"/>
                                        </p:tgtEl>
                                        <p:attrNameLst>
                                          <p:attrName>ppt_x</p:attrName>
                                        </p:attrNameLst>
                                      </p:cBhvr>
                                      <p:tavLst>
                                        <p:tav tm="0">
                                          <p:val>
                                            <p:strVal val="#ppt_x"/>
                                          </p:val>
                                        </p:tav>
                                        <p:tav tm="100000">
                                          <p:val>
                                            <p:strVal val="#ppt_x"/>
                                          </p:val>
                                        </p:tav>
                                      </p:tavLst>
                                    </p:anim>
                                    <p:anim calcmode="lin" valueType="num">
                                      <p:cBhvr additive="base">
                                        <p:cTn id="59" dur="500" fill="hold"/>
                                        <p:tgtEl>
                                          <p:spTgt spid="165"/>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64"/>
                                        </p:tgtEl>
                                        <p:attrNameLst>
                                          <p:attrName>style.visibility</p:attrName>
                                        </p:attrNameLst>
                                      </p:cBhvr>
                                      <p:to>
                                        <p:strVal val="visible"/>
                                      </p:to>
                                    </p:set>
                                    <p:anim calcmode="lin" valueType="num">
                                      <p:cBhvr additive="base">
                                        <p:cTn id="62" dur="500" fill="hold"/>
                                        <p:tgtEl>
                                          <p:spTgt spid="164"/>
                                        </p:tgtEl>
                                        <p:attrNameLst>
                                          <p:attrName>ppt_x</p:attrName>
                                        </p:attrNameLst>
                                      </p:cBhvr>
                                      <p:tavLst>
                                        <p:tav tm="0">
                                          <p:val>
                                            <p:strVal val="#ppt_x"/>
                                          </p:val>
                                        </p:tav>
                                        <p:tav tm="100000">
                                          <p:val>
                                            <p:strVal val="#ppt_x"/>
                                          </p:val>
                                        </p:tav>
                                      </p:tavLst>
                                    </p:anim>
                                    <p:anim calcmode="lin" valueType="num">
                                      <p:cBhvr additive="base">
                                        <p:cTn id="63" dur="500" fill="hold"/>
                                        <p:tgtEl>
                                          <p:spTgt spid="164"/>
                                        </p:tgtEl>
                                        <p:attrNameLst>
                                          <p:attrName>ppt_y</p:attrName>
                                        </p:attrNameLst>
                                      </p:cBhvr>
                                      <p:tavLst>
                                        <p:tav tm="0">
                                          <p:val>
                                            <p:strVal val="1+#ppt_h/2"/>
                                          </p:val>
                                        </p:tav>
                                        <p:tav tm="100000">
                                          <p:val>
                                            <p:strVal val="#ppt_y"/>
                                          </p:val>
                                        </p:tav>
                                      </p:tavLst>
                                    </p:anim>
                                  </p:childTnLst>
                                </p:cTn>
                              </p:par>
                            </p:childTnLst>
                          </p:cTn>
                        </p:par>
                        <p:par>
                          <p:cTn id="64" fill="hold">
                            <p:stCondLst>
                              <p:cond delay="4500"/>
                            </p:stCondLst>
                            <p:childTnLst>
                              <p:par>
                                <p:cTn id="65" presetID="53" presetClass="entr" presetSubtype="16" fill="hold" nodeType="afterEffect">
                                  <p:stCondLst>
                                    <p:cond delay="0"/>
                                  </p:stCondLst>
                                  <p:childTnLst>
                                    <p:set>
                                      <p:cBhvr>
                                        <p:cTn id="66" dur="1" fill="hold">
                                          <p:stCondLst>
                                            <p:cond delay="0"/>
                                          </p:stCondLst>
                                        </p:cTn>
                                        <p:tgtEl>
                                          <p:spTgt spid="179"/>
                                        </p:tgtEl>
                                        <p:attrNameLst>
                                          <p:attrName>style.visibility</p:attrName>
                                        </p:attrNameLst>
                                      </p:cBhvr>
                                      <p:to>
                                        <p:strVal val="visible"/>
                                      </p:to>
                                    </p:set>
                                    <p:anim calcmode="lin" valueType="num">
                                      <p:cBhvr>
                                        <p:cTn id="67" dur="500" fill="hold"/>
                                        <p:tgtEl>
                                          <p:spTgt spid="179"/>
                                        </p:tgtEl>
                                        <p:attrNameLst>
                                          <p:attrName>ppt_w</p:attrName>
                                        </p:attrNameLst>
                                      </p:cBhvr>
                                      <p:tavLst>
                                        <p:tav tm="0">
                                          <p:val>
                                            <p:fltVal val="0"/>
                                          </p:val>
                                        </p:tav>
                                        <p:tav tm="100000">
                                          <p:val>
                                            <p:strVal val="#ppt_w"/>
                                          </p:val>
                                        </p:tav>
                                      </p:tavLst>
                                    </p:anim>
                                    <p:anim calcmode="lin" valueType="num">
                                      <p:cBhvr>
                                        <p:cTn id="68" dur="500" fill="hold"/>
                                        <p:tgtEl>
                                          <p:spTgt spid="179"/>
                                        </p:tgtEl>
                                        <p:attrNameLst>
                                          <p:attrName>ppt_h</p:attrName>
                                        </p:attrNameLst>
                                      </p:cBhvr>
                                      <p:tavLst>
                                        <p:tav tm="0">
                                          <p:val>
                                            <p:fltVal val="0"/>
                                          </p:val>
                                        </p:tav>
                                        <p:tav tm="100000">
                                          <p:val>
                                            <p:strVal val="#ppt_h"/>
                                          </p:val>
                                        </p:tav>
                                      </p:tavLst>
                                    </p:anim>
                                    <p:animEffect transition="in" filter="fade">
                                      <p:cBhvr>
                                        <p:cTn id="69" dur="500"/>
                                        <p:tgtEl>
                                          <p:spTgt spid="179"/>
                                        </p:tgtEl>
                                      </p:cBhvr>
                                    </p:animEffect>
                                  </p:childTnLst>
                                </p:cTn>
                              </p:par>
                            </p:childTnLst>
                          </p:cTn>
                        </p:par>
                        <p:par>
                          <p:cTn id="70" fill="hold">
                            <p:stCondLst>
                              <p:cond delay="5000"/>
                            </p:stCondLst>
                            <p:childTnLst>
                              <p:par>
                                <p:cTn id="71" presetID="2" presetClass="entr" presetSubtype="4" fill="hold" grpId="0" nodeType="afterEffect">
                                  <p:stCondLst>
                                    <p:cond delay="0"/>
                                  </p:stCondLst>
                                  <p:childTnLst>
                                    <p:set>
                                      <p:cBhvr>
                                        <p:cTn id="72" dur="1" fill="hold">
                                          <p:stCondLst>
                                            <p:cond delay="0"/>
                                          </p:stCondLst>
                                        </p:cTn>
                                        <p:tgtEl>
                                          <p:spTgt spid="169"/>
                                        </p:tgtEl>
                                        <p:attrNameLst>
                                          <p:attrName>style.visibility</p:attrName>
                                        </p:attrNameLst>
                                      </p:cBhvr>
                                      <p:to>
                                        <p:strVal val="visible"/>
                                      </p:to>
                                    </p:set>
                                    <p:anim calcmode="lin" valueType="num">
                                      <p:cBhvr additive="base">
                                        <p:cTn id="73" dur="500" fill="hold"/>
                                        <p:tgtEl>
                                          <p:spTgt spid="169"/>
                                        </p:tgtEl>
                                        <p:attrNameLst>
                                          <p:attrName>ppt_x</p:attrName>
                                        </p:attrNameLst>
                                      </p:cBhvr>
                                      <p:tavLst>
                                        <p:tav tm="0">
                                          <p:val>
                                            <p:strVal val="#ppt_x"/>
                                          </p:val>
                                        </p:tav>
                                        <p:tav tm="100000">
                                          <p:val>
                                            <p:strVal val="#ppt_x"/>
                                          </p:val>
                                        </p:tav>
                                      </p:tavLst>
                                    </p:anim>
                                    <p:anim calcmode="lin" valueType="num">
                                      <p:cBhvr additive="base">
                                        <p:cTn id="74" dur="500" fill="hold"/>
                                        <p:tgtEl>
                                          <p:spTgt spid="16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95"/>
                                        </p:tgtEl>
                                        <p:attrNameLst>
                                          <p:attrName>style.visibility</p:attrName>
                                        </p:attrNameLst>
                                      </p:cBhvr>
                                      <p:to>
                                        <p:strVal val="visible"/>
                                      </p:to>
                                    </p:set>
                                    <p:anim calcmode="lin" valueType="num">
                                      <p:cBhvr additive="base">
                                        <p:cTn id="77" dur="500" fill="hold"/>
                                        <p:tgtEl>
                                          <p:spTgt spid="195"/>
                                        </p:tgtEl>
                                        <p:attrNameLst>
                                          <p:attrName>ppt_x</p:attrName>
                                        </p:attrNameLst>
                                      </p:cBhvr>
                                      <p:tavLst>
                                        <p:tav tm="0">
                                          <p:val>
                                            <p:strVal val="#ppt_x"/>
                                          </p:val>
                                        </p:tav>
                                        <p:tav tm="100000">
                                          <p:val>
                                            <p:strVal val="#ppt_x"/>
                                          </p:val>
                                        </p:tav>
                                      </p:tavLst>
                                    </p:anim>
                                    <p:anim calcmode="lin" valueType="num">
                                      <p:cBhvr additive="base">
                                        <p:cTn id="78" dur="500" fill="hold"/>
                                        <p:tgtEl>
                                          <p:spTgt spid="195"/>
                                        </p:tgtEl>
                                        <p:attrNameLst>
                                          <p:attrName>ppt_y</p:attrName>
                                        </p:attrNameLst>
                                      </p:cBhvr>
                                      <p:tavLst>
                                        <p:tav tm="0">
                                          <p:val>
                                            <p:strVal val="1+#ppt_h/2"/>
                                          </p:val>
                                        </p:tav>
                                        <p:tav tm="100000">
                                          <p:val>
                                            <p:strVal val="#ppt_y"/>
                                          </p:val>
                                        </p:tav>
                                      </p:tavLst>
                                    </p:anim>
                                  </p:childTnLst>
                                </p:cTn>
                              </p:par>
                            </p:childTnLst>
                          </p:cTn>
                        </p:par>
                        <p:par>
                          <p:cTn id="79" fill="hold">
                            <p:stCondLst>
                              <p:cond delay="5500"/>
                            </p:stCondLst>
                            <p:childTnLst>
                              <p:par>
                                <p:cTn id="80" presetID="53" presetClass="entr" presetSubtype="16" fill="hold" nodeType="afterEffect">
                                  <p:stCondLst>
                                    <p:cond delay="0"/>
                                  </p:stCondLst>
                                  <p:childTnLst>
                                    <p:set>
                                      <p:cBhvr>
                                        <p:cTn id="81" dur="1" fill="hold">
                                          <p:stCondLst>
                                            <p:cond delay="0"/>
                                          </p:stCondLst>
                                        </p:cTn>
                                        <p:tgtEl>
                                          <p:spTgt spid="176"/>
                                        </p:tgtEl>
                                        <p:attrNameLst>
                                          <p:attrName>style.visibility</p:attrName>
                                        </p:attrNameLst>
                                      </p:cBhvr>
                                      <p:to>
                                        <p:strVal val="visible"/>
                                      </p:to>
                                    </p:set>
                                    <p:anim calcmode="lin" valueType="num">
                                      <p:cBhvr>
                                        <p:cTn id="82" dur="500" fill="hold"/>
                                        <p:tgtEl>
                                          <p:spTgt spid="176"/>
                                        </p:tgtEl>
                                        <p:attrNameLst>
                                          <p:attrName>ppt_w</p:attrName>
                                        </p:attrNameLst>
                                      </p:cBhvr>
                                      <p:tavLst>
                                        <p:tav tm="0">
                                          <p:val>
                                            <p:fltVal val="0"/>
                                          </p:val>
                                        </p:tav>
                                        <p:tav tm="100000">
                                          <p:val>
                                            <p:strVal val="#ppt_w"/>
                                          </p:val>
                                        </p:tav>
                                      </p:tavLst>
                                    </p:anim>
                                    <p:anim calcmode="lin" valueType="num">
                                      <p:cBhvr>
                                        <p:cTn id="83" dur="500" fill="hold"/>
                                        <p:tgtEl>
                                          <p:spTgt spid="176"/>
                                        </p:tgtEl>
                                        <p:attrNameLst>
                                          <p:attrName>ppt_h</p:attrName>
                                        </p:attrNameLst>
                                      </p:cBhvr>
                                      <p:tavLst>
                                        <p:tav tm="0">
                                          <p:val>
                                            <p:fltVal val="0"/>
                                          </p:val>
                                        </p:tav>
                                        <p:tav tm="100000">
                                          <p:val>
                                            <p:strVal val="#ppt_h"/>
                                          </p:val>
                                        </p:tav>
                                      </p:tavLst>
                                    </p:anim>
                                    <p:animEffect transition="in" filter="fade">
                                      <p:cBhvr>
                                        <p:cTn id="84" dur="500"/>
                                        <p:tgtEl>
                                          <p:spTgt spid="176"/>
                                        </p:tgtEl>
                                      </p:cBhvr>
                                    </p:animEffect>
                                  </p:childTnLst>
                                </p:cTn>
                              </p:par>
                            </p:childTnLst>
                          </p:cTn>
                        </p:par>
                        <p:par>
                          <p:cTn id="85" fill="hold">
                            <p:stCondLst>
                              <p:cond delay="6000"/>
                            </p:stCondLst>
                            <p:childTnLst>
                              <p:par>
                                <p:cTn id="86" presetID="2" presetClass="entr" presetSubtype="4" fill="hold" grpId="0" nodeType="afterEffect">
                                  <p:stCondLst>
                                    <p:cond delay="0"/>
                                  </p:stCondLst>
                                  <p:childTnLst>
                                    <p:set>
                                      <p:cBhvr>
                                        <p:cTn id="87" dur="1" fill="hold">
                                          <p:stCondLst>
                                            <p:cond delay="0"/>
                                          </p:stCondLst>
                                        </p:cTn>
                                        <p:tgtEl>
                                          <p:spTgt spid="168"/>
                                        </p:tgtEl>
                                        <p:attrNameLst>
                                          <p:attrName>style.visibility</p:attrName>
                                        </p:attrNameLst>
                                      </p:cBhvr>
                                      <p:to>
                                        <p:strVal val="visible"/>
                                      </p:to>
                                    </p:set>
                                    <p:anim calcmode="lin" valueType="num">
                                      <p:cBhvr additive="base">
                                        <p:cTn id="88" dur="500" fill="hold"/>
                                        <p:tgtEl>
                                          <p:spTgt spid="168"/>
                                        </p:tgtEl>
                                        <p:attrNameLst>
                                          <p:attrName>ppt_x</p:attrName>
                                        </p:attrNameLst>
                                      </p:cBhvr>
                                      <p:tavLst>
                                        <p:tav tm="0">
                                          <p:val>
                                            <p:strVal val="#ppt_x"/>
                                          </p:val>
                                        </p:tav>
                                        <p:tav tm="100000">
                                          <p:val>
                                            <p:strVal val="#ppt_x"/>
                                          </p:val>
                                        </p:tav>
                                      </p:tavLst>
                                    </p:anim>
                                    <p:anim calcmode="lin" valueType="num">
                                      <p:cBhvr additive="base">
                                        <p:cTn id="89" dur="500" fill="hold"/>
                                        <p:tgtEl>
                                          <p:spTgt spid="168"/>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194"/>
                                        </p:tgtEl>
                                        <p:attrNameLst>
                                          <p:attrName>style.visibility</p:attrName>
                                        </p:attrNameLst>
                                      </p:cBhvr>
                                      <p:to>
                                        <p:strVal val="visible"/>
                                      </p:to>
                                    </p:set>
                                    <p:anim calcmode="lin" valueType="num">
                                      <p:cBhvr additive="base">
                                        <p:cTn id="92" dur="500" fill="hold"/>
                                        <p:tgtEl>
                                          <p:spTgt spid="194"/>
                                        </p:tgtEl>
                                        <p:attrNameLst>
                                          <p:attrName>ppt_x</p:attrName>
                                        </p:attrNameLst>
                                      </p:cBhvr>
                                      <p:tavLst>
                                        <p:tav tm="0">
                                          <p:val>
                                            <p:strVal val="#ppt_x"/>
                                          </p:val>
                                        </p:tav>
                                        <p:tav tm="100000">
                                          <p:val>
                                            <p:strVal val="#ppt_x"/>
                                          </p:val>
                                        </p:tav>
                                      </p:tavLst>
                                    </p:anim>
                                    <p:anim calcmode="lin" valueType="num">
                                      <p:cBhvr additive="base">
                                        <p:cTn id="93" dur="500" fill="hold"/>
                                        <p:tgtEl>
                                          <p:spTgt spid="194"/>
                                        </p:tgtEl>
                                        <p:attrNameLst>
                                          <p:attrName>ppt_y</p:attrName>
                                        </p:attrNameLst>
                                      </p:cBhvr>
                                      <p:tavLst>
                                        <p:tav tm="0">
                                          <p:val>
                                            <p:strVal val="1+#ppt_h/2"/>
                                          </p:val>
                                        </p:tav>
                                        <p:tav tm="100000">
                                          <p:val>
                                            <p:strVal val="#ppt_y"/>
                                          </p:val>
                                        </p:tav>
                                      </p:tavLst>
                                    </p:anim>
                                  </p:childTnLst>
                                </p:cTn>
                              </p:par>
                            </p:childTnLst>
                          </p:cTn>
                        </p:par>
                        <p:par>
                          <p:cTn id="94" fill="hold">
                            <p:stCondLst>
                              <p:cond delay="6500"/>
                            </p:stCondLst>
                            <p:childTnLst>
                              <p:par>
                                <p:cTn id="95" presetID="53" presetClass="entr" presetSubtype="16" fill="hold" nodeType="afterEffect">
                                  <p:stCondLst>
                                    <p:cond delay="0"/>
                                  </p:stCondLst>
                                  <p:childTnLst>
                                    <p:set>
                                      <p:cBhvr>
                                        <p:cTn id="96" dur="1" fill="hold">
                                          <p:stCondLst>
                                            <p:cond delay="0"/>
                                          </p:stCondLst>
                                        </p:cTn>
                                        <p:tgtEl>
                                          <p:spTgt spid="196"/>
                                        </p:tgtEl>
                                        <p:attrNameLst>
                                          <p:attrName>style.visibility</p:attrName>
                                        </p:attrNameLst>
                                      </p:cBhvr>
                                      <p:to>
                                        <p:strVal val="visible"/>
                                      </p:to>
                                    </p:set>
                                    <p:anim calcmode="lin" valueType="num">
                                      <p:cBhvr>
                                        <p:cTn id="97" dur="500" fill="hold"/>
                                        <p:tgtEl>
                                          <p:spTgt spid="196"/>
                                        </p:tgtEl>
                                        <p:attrNameLst>
                                          <p:attrName>ppt_w</p:attrName>
                                        </p:attrNameLst>
                                      </p:cBhvr>
                                      <p:tavLst>
                                        <p:tav tm="0">
                                          <p:val>
                                            <p:fltVal val="0"/>
                                          </p:val>
                                        </p:tav>
                                        <p:tav tm="100000">
                                          <p:val>
                                            <p:strVal val="#ppt_w"/>
                                          </p:val>
                                        </p:tav>
                                      </p:tavLst>
                                    </p:anim>
                                    <p:anim calcmode="lin" valueType="num">
                                      <p:cBhvr>
                                        <p:cTn id="98" dur="500" fill="hold"/>
                                        <p:tgtEl>
                                          <p:spTgt spid="196"/>
                                        </p:tgtEl>
                                        <p:attrNameLst>
                                          <p:attrName>ppt_h</p:attrName>
                                        </p:attrNameLst>
                                      </p:cBhvr>
                                      <p:tavLst>
                                        <p:tav tm="0">
                                          <p:val>
                                            <p:fltVal val="0"/>
                                          </p:val>
                                        </p:tav>
                                        <p:tav tm="100000">
                                          <p:val>
                                            <p:strVal val="#ppt_h"/>
                                          </p:val>
                                        </p:tav>
                                      </p:tavLst>
                                    </p:anim>
                                    <p:animEffect transition="in" filter="fade">
                                      <p:cBhvr>
                                        <p:cTn id="99" dur="500"/>
                                        <p:tgtEl>
                                          <p:spTgt spid="196"/>
                                        </p:tgtEl>
                                      </p:cBhvr>
                                    </p:animEffect>
                                  </p:childTnLst>
                                </p:cTn>
                              </p:par>
                            </p:childTnLst>
                          </p:cTn>
                        </p:par>
                        <p:par>
                          <p:cTn id="100" fill="hold">
                            <p:stCondLst>
                              <p:cond delay="7000"/>
                            </p:stCondLst>
                            <p:childTnLst>
                              <p:par>
                                <p:cTn id="101" presetID="2" presetClass="entr" presetSubtype="4" fill="hold" grpId="0" nodeType="afterEffect">
                                  <p:stCondLst>
                                    <p:cond delay="0"/>
                                  </p:stCondLst>
                                  <p:childTnLst>
                                    <p:set>
                                      <p:cBhvr>
                                        <p:cTn id="102" dur="1" fill="hold">
                                          <p:stCondLst>
                                            <p:cond delay="0"/>
                                          </p:stCondLst>
                                        </p:cTn>
                                        <p:tgtEl>
                                          <p:spTgt spid="170"/>
                                        </p:tgtEl>
                                        <p:attrNameLst>
                                          <p:attrName>style.visibility</p:attrName>
                                        </p:attrNameLst>
                                      </p:cBhvr>
                                      <p:to>
                                        <p:strVal val="visible"/>
                                      </p:to>
                                    </p:set>
                                    <p:anim calcmode="lin" valueType="num">
                                      <p:cBhvr additive="base">
                                        <p:cTn id="103" dur="500" fill="hold"/>
                                        <p:tgtEl>
                                          <p:spTgt spid="170"/>
                                        </p:tgtEl>
                                        <p:attrNameLst>
                                          <p:attrName>ppt_x</p:attrName>
                                        </p:attrNameLst>
                                      </p:cBhvr>
                                      <p:tavLst>
                                        <p:tav tm="0">
                                          <p:val>
                                            <p:strVal val="#ppt_x"/>
                                          </p:val>
                                        </p:tav>
                                        <p:tav tm="100000">
                                          <p:val>
                                            <p:strVal val="#ppt_x"/>
                                          </p:val>
                                        </p:tav>
                                      </p:tavLst>
                                    </p:anim>
                                    <p:anim calcmode="lin" valueType="num">
                                      <p:cBhvr additive="base">
                                        <p:cTn id="104" dur="500" fill="hold"/>
                                        <p:tgtEl>
                                          <p:spTgt spid="170"/>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171"/>
                                        </p:tgtEl>
                                        <p:attrNameLst>
                                          <p:attrName>style.visibility</p:attrName>
                                        </p:attrNameLst>
                                      </p:cBhvr>
                                      <p:to>
                                        <p:strVal val="visible"/>
                                      </p:to>
                                    </p:set>
                                    <p:anim calcmode="lin" valueType="num">
                                      <p:cBhvr additive="base">
                                        <p:cTn id="107" dur="500" fill="hold"/>
                                        <p:tgtEl>
                                          <p:spTgt spid="171"/>
                                        </p:tgtEl>
                                        <p:attrNameLst>
                                          <p:attrName>ppt_x</p:attrName>
                                        </p:attrNameLst>
                                      </p:cBhvr>
                                      <p:tavLst>
                                        <p:tav tm="0">
                                          <p:val>
                                            <p:strVal val="#ppt_x"/>
                                          </p:val>
                                        </p:tav>
                                        <p:tav tm="100000">
                                          <p:val>
                                            <p:strVal val="#ppt_x"/>
                                          </p:val>
                                        </p:tav>
                                      </p:tavLst>
                                    </p:anim>
                                    <p:anim calcmode="lin" valueType="num">
                                      <p:cBhvr additive="base">
                                        <p:cTn id="108" dur="500" fill="hold"/>
                                        <p:tgtEl>
                                          <p:spTgt spid="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p:bldP spid="162" grpId="0"/>
      <p:bldP spid="163" grpId="0"/>
      <p:bldP spid="164" grpId="0"/>
      <p:bldP spid="165" grpId="0"/>
      <p:bldP spid="166" grpId="0"/>
      <p:bldP spid="167" grpId="0"/>
      <p:bldP spid="168" grpId="0"/>
      <p:bldP spid="169" grpId="0"/>
      <p:bldP spid="170" grpId="0"/>
      <p:bldP spid="171" grpId="0"/>
      <p:bldP spid="172" grpId="0" animBg="1"/>
      <p:bldP spid="194" grpId="0"/>
      <p:bldP spid="19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784715"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下一步工作计划</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04</a:t>
              </a:r>
            </a:p>
          </p:txBody>
        </p:sp>
      </p:grpSp>
      <p:grpSp>
        <p:nvGrpSpPr>
          <p:cNvPr id="8" name="组合 7">
            <a:extLst>
              <a:ext uri="{FF2B5EF4-FFF2-40B4-BE49-F238E27FC236}">
                <a16:creationId xmlns:a16="http://schemas.microsoft.com/office/drawing/2014/main" xmlns="" id="{33D35270-2587-4966-B4EB-BA1DF7F7CA25}"/>
              </a:ext>
            </a:extLst>
          </p:cNvPr>
          <p:cNvGrpSpPr/>
          <p:nvPr/>
        </p:nvGrpSpPr>
        <p:grpSpPr>
          <a:xfrm>
            <a:off x="6158932" y="2613742"/>
            <a:ext cx="1656379" cy="1656378"/>
            <a:chOff x="6120832" y="2499442"/>
            <a:chExt cx="1656379" cy="1656378"/>
          </a:xfrm>
        </p:grpSpPr>
        <p:sp>
          <p:nvSpPr>
            <p:cNvPr id="12" name="ïśľïḓê">
              <a:extLst>
                <a:ext uri="{FF2B5EF4-FFF2-40B4-BE49-F238E27FC236}">
                  <a16:creationId xmlns:a16="http://schemas.microsoft.com/office/drawing/2014/main" xmlns="" id="{884A0FAD-1EF1-49C2-94D4-774094F87209}"/>
                </a:ext>
              </a:extLst>
            </p:cNvPr>
            <p:cNvSpPr/>
            <p:nvPr/>
          </p:nvSpPr>
          <p:spPr>
            <a:xfrm rot="10800000">
              <a:off x="6120832" y="2499442"/>
              <a:ext cx="1656379" cy="1656378"/>
            </a:xfrm>
            <a:prstGeom prst="teardrop">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13" name="iṩľíďè">
              <a:extLst>
                <a:ext uri="{FF2B5EF4-FFF2-40B4-BE49-F238E27FC236}">
                  <a16:creationId xmlns:a16="http://schemas.microsoft.com/office/drawing/2014/main" xmlns="" id="{2C30EBE2-B188-488E-8048-D8D3FA7BA762}"/>
                </a:ext>
              </a:extLst>
            </p:cNvPr>
            <p:cNvSpPr txBox="1"/>
            <p:nvPr/>
          </p:nvSpPr>
          <p:spPr>
            <a:xfrm>
              <a:off x="6322112" y="2977380"/>
              <a:ext cx="1313980" cy="643363"/>
            </a:xfrm>
            <a:prstGeom prst="rect">
              <a:avLst/>
            </a:prstGeom>
            <a:noFill/>
          </p:spPr>
          <p:txBody>
            <a:bodyPr wrap="square" lIns="91440" tIns="45720" rIns="91440" bIns="45720" anchor="ctr" anchorCtr="1">
              <a:normAutofit/>
            </a:bodyPr>
            <a:lstStyle/>
            <a:p>
              <a:pPr algn="ctr"/>
              <a:r>
                <a:rPr lang="zh-CN" altLang="en-US" sz="2000" b="1" i="1" dirty="0">
                  <a:solidFill>
                    <a:schemeClr val="bg1"/>
                  </a:solidFill>
                  <a:latin typeface="微软雅黑" panose="020B0503020204020204" pitchFamily="34" charset="-122"/>
                  <a:ea typeface="微软雅黑" panose="020B0503020204020204" pitchFamily="34" charset="-122"/>
                </a:rPr>
                <a:t>文本标题</a:t>
              </a:r>
              <a:endParaRPr lang="zh-CN" altLang="en-US" sz="2000" i="1" dirty="0">
                <a:solidFill>
                  <a:schemeClr val="bg1"/>
                </a:solidFill>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xmlns="" id="{91F56F14-FC49-4C5D-8312-0D01FF2F477A}"/>
              </a:ext>
            </a:extLst>
          </p:cNvPr>
          <p:cNvGrpSpPr/>
          <p:nvPr/>
        </p:nvGrpSpPr>
        <p:grpSpPr>
          <a:xfrm>
            <a:off x="4411708" y="3432789"/>
            <a:ext cx="1656379" cy="1656378"/>
            <a:chOff x="4373608" y="3318489"/>
            <a:chExt cx="1656379" cy="1656378"/>
          </a:xfrm>
        </p:grpSpPr>
        <p:sp>
          <p:nvSpPr>
            <p:cNvPr id="15" name="ïşḻiḋé">
              <a:extLst>
                <a:ext uri="{FF2B5EF4-FFF2-40B4-BE49-F238E27FC236}">
                  <a16:creationId xmlns:a16="http://schemas.microsoft.com/office/drawing/2014/main" xmlns="" id="{014361BA-59B1-4453-95FC-993934D40854}"/>
                </a:ext>
              </a:extLst>
            </p:cNvPr>
            <p:cNvSpPr/>
            <p:nvPr/>
          </p:nvSpPr>
          <p:spPr>
            <a:xfrm>
              <a:off x="4373608" y="3318489"/>
              <a:ext cx="1656379" cy="1656378"/>
            </a:xfrm>
            <a:prstGeom prst="teardrop">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16" name="iš1iḓe">
              <a:extLst>
                <a:ext uri="{FF2B5EF4-FFF2-40B4-BE49-F238E27FC236}">
                  <a16:creationId xmlns:a16="http://schemas.microsoft.com/office/drawing/2014/main" xmlns="" id="{24AE6C51-9D75-4960-A74B-C6D604AF4755}"/>
                </a:ext>
              </a:extLst>
            </p:cNvPr>
            <p:cNvSpPr txBox="1"/>
            <p:nvPr/>
          </p:nvSpPr>
          <p:spPr>
            <a:xfrm>
              <a:off x="4517912" y="3796426"/>
              <a:ext cx="1379699" cy="643363"/>
            </a:xfrm>
            <a:prstGeom prst="rect">
              <a:avLst/>
            </a:prstGeom>
            <a:noFill/>
          </p:spPr>
          <p:txBody>
            <a:bodyPr wrap="square" lIns="91440" tIns="45720" rIns="91440" bIns="45720" anchor="ctr" anchorCtr="1">
              <a:normAutofit/>
            </a:bodyPr>
            <a:lstStyle/>
            <a:p>
              <a:pPr algn="ctr"/>
              <a:r>
                <a:rPr lang="zh-CN" altLang="en-US" sz="2000" b="1" i="1" dirty="0">
                  <a:solidFill>
                    <a:schemeClr val="bg1"/>
                  </a:solidFill>
                  <a:latin typeface="微软雅黑" panose="020B0503020204020204" pitchFamily="34" charset="-122"/>
                  <a:ea typeface="微软雅黑" panose="020B0503020204020204" pitchFamily="34" charset="-122"/>
                </a:rPr>
                <a:t>文本标题</a:t>
              </a:r>
              <a:endParaRPr lang="zh-CN" altLang="en-US" sz="2000" i="1" dirty="0">
                <a:solidFill>
                  <a:schemeClr val="bg1"/>
                </a:solidFill>
                <a:latin typeface="微软雅黑" panose="020B0503020204020204" pitchFamily="34" charset="-122"/>
                <a:ea typeface="微软雅黑" panose="020B0503020204020204" pitchFamily="34" charset="-122"/>
              </a:endParaRPr>
            </a:p>
          </p:txBody>
        </p:sp>
      </p:grpSp>
      <p:grpSp>
        <p:nvGrpSpPr>
          <p:cNvPr id="17" name="组合 16">
            <a:extLst>
              <a:ext uri="{FF2B5EF4-FFF2-40B4-BE49-F238E27FC236}">
                <a16:creationId xmlns:a16="http://schemas.microsoft.com/office/drawing/2014/main" xmlns="" id="{F0B576B5-7B3E-462C-8FCE-EA8821438B41}"/>
              </a:ext>
            </a:extLst>
          </p:cNvPr>
          <p:cNvGrpSpPr/>
          <p:nvPr/>
        </p:nvGrpSpPr>
        <p:grpSpPr>
          <a:xfrm>
            <a:off x="687433" y="2102937"/>
            <a:ext cx="3457175" cy="929718"/>
            <a:chOff x="649333" y="1988637"/>
            <a:chExt cx="3457175" cy="929718"/>
          </a:xfrm>
        </p:grpSpPr>
        <p:sp>
          <p:nvSpPr>
            <p:cNvPr id="18" name="îṡḻïďè">
              <a:extLst>
                <a:ext uri="{FF2B5EF4-FFF2-40B4-BE49-F238E27FC236}">
                  <a16:creationId xmlns:a16="http://schemas.microsoft.com/office/drawing/2014/main" xmlns="" id="{5A46C238-CF40-4232-AA46-BDC8DC879515}"/>
                </a:ext>
              </a:extLst>
            </p:cNvPr>
            <p:cNvSpPr/>
            <p:nvPr/>
          </p:nvSpPr>
          <p:spPr>
            <a:xfrm>
              <a:off x="649333" y="2394384"/>
              <a:ext cx="2809070" cy="523971"/>
            </a:xfrm>
            <a:prstGeom prst="rect">
              <a:avLst/>
            </a:prstGeom>
            <a:noFill/>
            <a:ln>
              <a:noFill/>
            </a:ln>
          </p:spPr>
          <p:txBody>
            <a:bodyPr wrap="square" lIns="91440" tIns="45720" rIns="91440" bIns="45720" anchor="t" anchorCtr="0">
              <a:noAutofit/>
            </a:bodyPr>
            <a:lstStyle/>
            <a:p>
              <a:pPr algn="r">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îŝļíḋé">
              <a:extLst>
                <a:ext uri="{FF2B5EF4-FFF2-40B4-BE49-F238E27FC236}">
                  <a16:creationId xmlns:a16="http://schemas.microsoft.com/office/drawing/2014/main" xmlns="" id="{C4BAB4D9-03FC-4A44-9336-2B66A896DCC4}"/>
                </a:ext>
              </a:extLst>
            </p:cNvPr>
            <p:cNvSpPr/>
            <p:nvPr/>
          </p:nvSpPr>
          <p:spPr>
            <a:xfrm>
              <a:off x="649333" y="1988637"/>
              <a:ext cx="2809070" cy="405747"/>
            </a:xfrm>
            <a:prstGeom prst="rect">
              <a:avLst/>
            </a:prstGeom>
            <a:noFill/>
            <a:ln>
              <a:noFill/>
            </a:ln>
          </p:spPr>
          <p:txBody>
            <a:bodyPr wrap="square" lIns="91440" tIns="45720" rIns="91440" bIns="45720" anchor="ctr" anchorCtr="0">
              <a:normAutofit/>
            </a:bodyPr>
            <a:lstStyle/>
            <a:p>
              <a:pPr algn="r">
                <a:spcBef>
                  <a:spcPct val="0"/>
                </a:spcBef>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文本标题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xmlns="" id="{BB14A81A-7E51-4A3F-B536-B1B0D531C3B3}"/>
                </a:ext>
              </a:extLst>
            </p:cNvPr>
            <p:cNvGrpSpPr/>
            <p:nvPr/>
          </p:nvGrpSpPr>
          <p:grpSpPr>
            <a:xfrm>
              <a:off x="3584042" y="2266387"/>
              <a:ext cx="522466" cy="522466"/>
              <a:chOff x="3584042" y="2266387"/>
              <a:chExt cx="522466" cy="522466"/>
            </a:xfrm>
          </p:grpSpPr>
          <p:sp>
            <p:nvSpPr>
              <p:cNvPr id="21" name="iṣḻíḋe">
                <a:extLst>
                  <a:ext uri="{FF2B5EF4-FFF2-40B4-BE49-F238E27FC236}">
                    <a16:creationId xmlns:a16="http://schemas.microsoft.com/office/drawing/2014/main" xmlns="" id="{287EEE40-FA34-4469-8E5E-2FDEE2A06211}"/>
                  </a:ext>
                </a:extLst>
              </p:cNvPr>
              <p:cNvSpPr/>
              <p:nvPr/>
            </p:nvSpPr>
            <p:spPr>
              <a:xfrm>
                <a:off x="3584042" y="2266387"/>
                <a:ext cx="522466" cy="522466"/>
              </a:xfrm>
              <a:prstGeom prst="ellipse">
                <a:avLst/>
              </a:prstGeom>
              <a:noFill/>
              <a:ln>
                <a:solidFill>
                  <a:srgbClr val="1FBEC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22" name="iṡḷíḑé">
                <a:extLst>
                  <a:ext uri="{FF2B5EF4-FFF2-40B4-BE49-F238E27FC236}">
                    <a16:creationId xmlns:a16="http://schemas.microsoft.com/office/drawing/2014/main" xmlns="" id="{CD149BA6-684F-45CD-9557-6A34915024D9}"/>
                  </a:ext>
                </a:extLst>
              </p:cNvPr>
              <p:cNvSpPr/>
              <p:nvPr/>
            </p:nvSpPr>
            <p:spPr>
              <a:xfrm>
                <a:off x="3736622" y="2424491"/>
                <a:ext cx="217308" cy="20626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rgbClr val="8EBAE2"/>
              </a:solidFill>
              <a:ln>
                <a:noFill/>
              </a:ln>
              <a:effectLst/>
            </p:spPr>
            <p:txBody>
              <a:bodyPr wrap="square" lIns="91440" tIns="45720" rIns="91440" bIns="45720" anchor="ctr">
                <a:normAutofit fontScale="25000" lnSpcReduction="20000"/>
              </a:bodyPr>
              <a:lstStyle/>
              <a:p>
                <a:pPr algn="ctr"/>
                <a:endParaRPr>
                  <a:latin typeface="微软雅黑" panose="020B0503020204020204" pitchFamily="34" charset="-122"/>
                  <a:ea typeface="微软雅黑" panose="020B0503020204020204" pitchFamily="34" charset="-122"/>
                </a:endParaRPr>
              </a:p>
            </p:txBody>
          </p:sp>
        </p:grpSp>
      </p:grpSp>
      <p:grpSp>
        <p:nvGrpSpPr>
          <p:cNvPr id="23" name="组合 22">
            <a:extLst>
              <a:ext uri="{FF2B5EF4-FFF2-40B4-BE49-F238E27FC236}">
                <a16:creationId xmlns:a16="http://schemas.microsoft.com/office/drawing/2014/main" xmlns="" id="{888DFF27-F098-40C9-8A71-E88DC1BA1DFC}"/>
              </a:ext>
            </a:extLst>
          </p:cNvPr>
          <p:cNvGrpSpPr/>
          <p:nvPr/>
        </p:nvGrpSpPr>
        <p:grpSpPr>
          <a:xfrm>
            <a:off x="687433" y="3273455"/>
            <a:ext cx="3457175" cy="929720"/>
            <a:chOff x="649333" y="3159155"/>
            <a:chExt cx="3457175" cy="929720"/>
          </a:xfrm>
        </p:grpSpPr>
        <p:sp>
          <p:nvSpPr>
            <p:cNvPr id="24" name="î$ḷídé">
              <a:extLst>
                <a:ext uri="{FF2B5EF4-FFF2-40B4-BE49-F238E27FC236}">
                  <a16:creationId xmlns:a16="http://schemas.microsoft.com/office/drawing/2014/main" xmlns="" id="{312C961E-0296-4245-B844-048FF6D10E4B}"/>
                </a:ext>
              </a:extLst>
            </p:cNvPr>
            <p:cNvSpPr/>
            <p:nvPr/>
          </p:nvSpPr>
          <p:spPr>
            <a:xfrm>
              <a:off x="649333" y="3564904"/>
              <a:ext cx="2809070" cy="523971"/>
            </a:xfrm>
            <a:prstGeom prst="rect">
              <a:avLst/>
            </a:prstGeom>
            <a:noFill/>
            <a:ln>
              <a:noFill/>
            </a:ln>
          </p:spPr>
          <p:txBody>
            <a:bodyPr wrap="square" lIns="91440" tIns="45720" rIns="91440" bIns="45720" anchor="t" anchorCtr="0">
              <a:noAutofit/>
            </a:bodyPr>
            <a:lstStyle/>
            <a:p>
              <a:pPr algn="r">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ïS1iḑè">
              <a:extLst>
                <a:ext uri="{FF2B5EF4-FFF2-40B4-BE49-F238E27FC236}">
                  <a16:creationId xmlns:a16="http://schemas.microsoft.com/office/drawing/2014/main" xmlns="" id="{8C6A37A1-2C83-48E3-A6E3-DC8C2469E978}"/>
                </a:ext>
              </a:extLst>
            </p:cNvPr>
            <p:cNvSpPr/>
            <p:nvPr/>
          </p:nvSpPr>
          <p:spPr>
            <a:xfrm>
              <a:off x="649333" y="3159155"/>
              <a:ext cx="2809070" cy="405747"/>
            </a:xfrm>
            <a:prstGeom prst="rect">
              <a:avLst/>
            </a:prstGeom>
            <a:noFill/>
            <a:ln>
              <a:noFill/>
            </a:ln>
          </p:spPr>
          <p:txBody>
            <a:bodyPr wrap="square" lIns="91440" tIns="45720" rIns="91440" bIns="45720" anchor="ctr" anchorCtr="0">
              <a:normAutofit/>
            </a:bodyPr>
            <a:lstStyle/>
            <a:p>
              <a:pPr algn="r">
                <a:spcBef>
                  <a:spcPct val="0"/>
                </a:spcBef>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文本标题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6" name="组合 25">
              <a:extLst>
                <a:ext uri="{FF2B5EF4-FFF2-40B4-BE49-F238E27FC236}">
                  <a16:creationId xmlns:a16="http://schemas.microsoft.com/office/drawing/2014/main" xmlns="" id="{1DC616FA-1968-4ADD-9D4A-715FECF3C684}"/>
                </a:ext>
              </a:extLst>
            </p:cNvPr>
            <p:cNvGrpSpPr/>
            <p:nvPr/>
          </p:nvGrpSpPr>
          <p:grpSpPr>
            <a:xfrm>
              <a:off x="3584042" y="3418872"/>
              <a:ext cx="522466" cy="522466"/>
              <a:chOff x="3584042" y="3418872"/>
              <a:chExt cx="522466" cy="522466"/>
            </a:xfrm>
          </p:grpSpPr>
          <p:sp>
            <p:nvSpPr>
              <p:cNvPr id="27" name="ïŝḻïḍe">
                <a:extLst>
                  <a:ext uri="{FF2B5EF4-FFF2-40B4-BE49-F238E27FC236}">
                    <a16:creationId xmlns:a16="http://schemas.microsoft.com/office/drawing/2014/main" xmlns="" id="{1ABF8E62-827D-405D-9246-8DE3CD0CD21D}"/>
                  </a:ext>
                </a:extLst>
              </p:cNvPr>
              <p:cNvSpPr/>
              <p:nvPr/>
            </p:nvSpPr>
            <p:spPr>
              <a:xfrm>
                <a:off x="3584042" y="3418872"/>
                <a:ext cx="522466" cy="522466"/>
              </a:xfrm>
              <a:prstGeom prst="ellipse">
                <a:avLst/>
              </a:prstGeom>
              <a:noFill/>
              <a:ln>
                <a:solidFill>
                  <a:srgbClr val="1FBEC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28" name="îs1îḍê">
                <a:extLst>
                  <a:ext uri="{FF2B5EF4-FFF2-40B4-BE49-F238E27FC236}">
                    <a16:creationId xmlns:a16="http://schemas.microsoft.com/office/drawing/2014/main" xmlns="" id="{2F492022-6888-4B9E-B001-E91313E15AD7}"/>
                  </a:ext>
                </a:extLst>
              </p:cNvPr>
              <p:cNvSpPr/>
              <p:nvPr/>
            </p:nvSpPr>
            <p:spPr>
              <a:xfrm>
                <a:off x="3736622" y="3584908"/>
                <a:ext cx="217308" cy="19039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rgbClr val="8EBAE2"/>
              </a:solidFill>
              <a:ln>
                <a:noFill/>
              </a:ln>
              <a:effectLst/>
            </p:spPr>
            <p:txBody>
              <a:bodyPr wrap="square" lIns="91440" tIns="45720" rIns="91440" bIns="45720" anchor="ctr">
                <a:normAutofit fontScale="25000" lnSpcReduction="20000"/>
              </a:bodyPr>
              <a:lstStyle/>
              <a:p>
                <a:pPr algn="ctr"/>
                <a:endParaRPr>
                  <a:latin typeface="微软雅黑" panose="020B0503020204020204" pitchFamily="34" charset="-122"/>
                  <a:ea typeface="微软雅黑" panose="020B0503020204020204" pitchFamily="34" charset="-122"/>
                </a:endParaRPr>
              </a:p>
            </p:txBody>
          </p:sp>
        </p:grpSp>
      </p:grpSp>
      <p:grpSp>
        <p:nvGrpSpPr>
          <p:cNvPr id="29" name="组合 28">
            <a:extLst>
              <a:ext uri="{FF2B5EF4-FFF2-40B4-BE49-F238E27FC236}">
                <a16:creationId xmlns:a16="http://schemas.microsoft.com/office/drawing/2014/main" xmlns="" id="{5775CF4F-0452-4A91-8142-A3B98B53E5E6}"/>
              </a:ext>
            </a:extLst>
          </p:cNvPr>
          <p:cNvGrpSpPr/>
          <p:nvPr/>
        </p:nvGrpSpPr>
        <p:grpSpPr>
          <a:xfrm>
            <a:off x="687433" y="4549529"/>
            <a:ext cx="3457175" cy="929720"/>
            <a:chOff x="649333" y="4435229"/>
            <a:chExt cx="3457175" cy="929720"/>
          </a:xfrm>
        </p:grpSpPr>
        <p:sp>
          <p:nvSpPr>
            <p:cNvPr id="30" name="îṥļíďe">
              <a:extLst>
                <a:ext uri="{FF2B5EF4-FFF2-40B4-BE49-F238E27FC236}">
                  <a16:creationId xmlns:a16="http://schemas.microsoft.com/office/drawing/2014/main" xmlns="" id="{194EC214-2BE5-4EED-AB09-0257FBFBC2F3}"/>
                </a:ext>
              </a:extLst>
            </p:cNvPr>
            <p:cNvSpPr/>
            <p:nvPr/>
          </p:nvSpPr>
          <p:spPr>
            <a:xfrm>
              <a:off x="649333" y="4840978"/>
              <a:ext cx="2809070" cy="523971"/>
            </a:xfrm>
            <a:prstGeom prst="rect">
              <a:avLst/>
            </a:prstGeom>
            <a:noFill/>
            <a:ln>
              <a:noFill/>
            </a:ln>
          </p:spPr>
          <p:txBody>
            <a:bodyPr wrap="square" lIns="91440" tIns="45720" rIns="91440" bIns="45720" anchor="t" anchorCtr="0">
              <a:noAutofit/>
            </a:bodyPr>
            <a:lstStyle/>
            <a:p>
              <a:pPr algn="r">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ïṣḻíḍè">
              <a:extLst>
                <a:ext uri="{FF2B5EF4-FFF2-40B4-BE49-F238E27FC236}">
                  <a16:creationId xmlns:a16="http://schemas.microsoft.com/office/drawing/2014/main" xmlns="" id="{D5B05BB7-FBB3-4943-878B-C5382C97CA7F}"/>
                </a:ext>
              </a:extLst>
            </p:cNvPr>
            <p:cNvSpPr/>
            <p:nvPr/>
          </p:nvSpPr>
          <p:spPr>
            <a:xfrm>
              <a:off x="649333" y="4435229"/>
              <a:ext cx="2809070" cy="405747"/>
            </a:xfrm>
            <a:prstGeom prst="rect">
              <a:avLst/>
            </a:prstGeom>
            <a:noFill/>
            <a:ln>
              <a:noFill/>
            </a:ln>
          </p:spPr>
          <p:txBody>
            <a:bodyPr wrap="square" lIns="91440" tIns="45720" rIns="91440" bIns="45720" anchor="ctr" anchorCtr="0">
              <a:normAutofit/>
            </a:bodyPr>
            <a:lstStyle/>
            <a:p>
              <a:pPr algn="r">
                <a:spcBef>
                  <a:spcPct val="0"/>
                </a:spcBef>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文本标题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2" name="组合 31">
              <a:extLst>
                <a:ext uri="{FF2B5EF4-FFF2-40B4-BE49-F238E27FC236}">
                  <a16:creationId xmlns:a16="http://schemas.microsoft.com/office/drawing/2014/main" xmlns="" id="{2AB3AACC-BDCD-4E44-8CE8-89482E0DCCBD}"/>
                </a:ext>
              </a:extLst>
            </p:cNvPr>
            <p:cNvGrpSpPr/>
            <p:nvPr/>
          </p:nvGrpSpPr>
          <p:grpSpPr>
            <a:xfrm>
              <a:off x="3584042" y="4672567"/>
              <a:ext cx="522466" cy="522466"/>
              <a:chOff x="3584042" y="4672567"/>
              <a:chExt cx="522466" cy="522466"/>
            </a:xfrm>
          </p:grpSpPr>
          <p:sp>
            <p:nvSpPr>
              <p:cNvPr id="33" name="íşḻiḑè">
                <a:extLst>
                  <a:ext uri="{FF2B5EF4-FFF2-40B4-BE49-F238E27FC236}">
                    <a16:creationId xmlns:a16="http://schemas.microsoft.com/office/drawing/2014/main" xmlns="" id="{17DB5A02-D64E-4E20-80D6-238C55C395ED}"/>
                  </a:ext>
                </a:extLst>
              </p:cNvPr>
              <p:cNvSpPr/>
              <p:nvPr/>
            </p:nvSpPr>
            <p:spPr>
              <a:xfrm>
                <a:off x="3584042" y="4672567"/>
                <a:ext cx="522466" cy="522466"/>
              </a:xfrm>
              <a:prstGeom prst="ellipse">
                <a:avLst/>
              </a:prstGeom>
              <a:noFill/>
              <a:ln>
                <a:solidFill>
                  <a:srgbClr val="1FBEC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34" name="îṡľïḋè">
                <a:extLst>
                  <a:ext uri="{FF2B5EF4-FFF2-40B4-BE49-F238E27FC236}">
                    <a16:creationId xmlns:a16="http://schemas.microsoft.com/office/drawing/2014/main" xmlns="" id="{B1E5F859-DF77-4B07-9E71-F80C35B1F28F}"/>
                  </a:ext>
                </a:extLst>
              </p:cNvPr>
              <p:cNvSpPr/>
              <p:nvPr/>
            </p:nvSpPr>
            <p:spPr>
              <a:xfrm>
                <a:off x="3757241" y="4825914"/>
                <a:ext cx="176066" cy="21577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rgbClr val="8EBAE2"/>
              </a:solidFill>
              <a:ln>
                <a:noFill/>
              </a:ln>
              <a:effectLst/>
            </p:spPr>
            <p:txBody>
              <a:bodyPr wrap="square" lIns="91440" tIns="45720" rIns="91440" bIns="45720" anchor="ctr">
                <a:normAutofit fontScale="25000" lnSpcReduction="20000"/>
              </a:bodyPr>
              <a:lstStyle/>
              <a:p>
                <a:pPr algn="ctr"/>
                <a:endParaRPr>
                  <a:latin typeface="微软雅黑" panose="020B0503020204020204" pitchFamily="34" charset="-122"/>
                  <a:ea typeface="微软雅黑" panose="020B0503020204020204" pitchFamily="34" charset="-122"/>
                </a:endParaRPr>
              </a:p>
            </p:txBody>
          </p:sp>
        </p:grpSp>
      </p:grpSp>
      <p:grpSp>
        <p:nvGrpSpPr>
          <p:cNvPr id="35" name="组合 34">
            <a:extLst>
              <a:ext uri="{FF2B5EF4-FFF2-40B4-BE49-F238E27FC236}">
                <a16:creationId xmlns:a16="http://schemas.microsoft.com/office/drawing/2014/main" xmlns="" id="{04FFB9D0-636B-4D36-B213-B2849057E304}"/>
              </a:ext>
            </a:extLst>
          </p:cNvPr>
          <p:cNvGrpSpPr/>
          <p:nvPr/>
        </p:nvGrpSpPr>
        <p:grpSpPr>
          <a:xfrm>
            <a:off x="8004042" y="2102937"/>
            <a:ext cx="3520025" cy="929718"/>
            <a:chOff x="7965942" y="1988637"/>
            <a:chExt cx="3520025" cy="929718"/>
          </a:xfrm>
        </p:grpSpPr>
        <p:sp>
          <p:nvSpPr>
            <p:cNvPr id="36" name="išļiḍè">
              <a:extLst>
                <a:ext uri="{FF2B5EF4-FFF2-40B4-BE49-F238E27FC236}">
                  <a16:creationId xmlns:a16="http://schemas.microsoft.com/office/drawing/2014/main" xmlns="" id="{A9EC1242-8743-4B4D-827E-4300E58B2930}"/>
                </a:ext>
              </a:extLst>
            </p:cNvPr>
            <p:cNvSpPr/>
            <p:nvPr/>
          </p:nvSpPr>
          <p:spPr>
            <a:xfrm>
              <a:off x="8544045" y="2394384"/>
              <a:ext cx="2941922" cy="523971"/>
            </a:xfrm>
            <a:prstGeom prst="rect">
              <a:avLst/>
            </a:prstGeom>
            <a:noFill/>
            <a:ln>
              <a:noFill/>
            </a:ln>
          </p:spPr>
          <p:txBody>
            <a:bodyPr wrap="square" lIns="91440" tIns="45720" rIns="91440" bIns="45720" anchor="t" anchorCtr="0">
              <a:noAutofit/>
            </a:bodyPr>
            <a:lstStyle/>
            <a:p>
              <a:pPr>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išľíḓê">
              <a:extLst>
                <a:ext uri="{FF2B5EF4-FFF2-40B4-BE49-F238E27FC236}">
                  <a16:creationId xmlns:a16="http://schemas.microsoft.com/office/drawing/2014/main" xmlns="" id="{7AEAE74E-1E23-4852-81E8-E109761FD084}"/>
                </a:ext>
              </a:extLst>
            </p:cNvPr>
            <p:cNvSpPr/>
            <p:nvPr/>
          </p:nvSpPr>
          <p:spPr>
            <a:xfrm>
              <a:off x="8544045" y="1988637"/>
              <a:ext cx="2941922" cy="405747"/>
            </a:xfrm>
            <a:prstGeom prst="rect">
              <a:avLst/>
            </a:prstGeom>
            <a:noFill/>
            <a:ln>
              <a:noFill/>
            </a:ln>
          </p:spPr>
          <p:txBody>
            <a:bodyPr wrap="square" lIns="91440" tIns="45720" rIns="91440" bIns="45720" anchor="ctr" anchorCtr="0">
              <a:normAutofit/>
            </a:bodyPr>
            <a:lstStyle/>
            <a:p>
              <a:pPr>
                <a:spcBef>
                  <a:spcPct val="0"/>
                </a:spcBef>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文本标题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8" name="组合 37">
              <a:extLst>
                <a:ext uri="{FF2B5EF4-FFF2-40B4-BE49-F238E27FC236}">
                  <a16:creationId xmlns:a16="http://schemas.microsoft.com/office/drawing/2014/main" xmlns="" id="{E053B9C5-64EA-4114-90CE-ABDB84B77931}"/>
                </a:ext>
              </a:extLst>
            </p:cNvPr>
            <p:cNvGrpSpPr/>
            <p:nvPr/>
          </p:nvGrpSpPr>
          <p:grpSpPr>
            <a:xfrm>
              <a:off x="7965942" y="2266387"/>
              <a:ext cx="522466" cy="522466"/>
              <a:chOff x="7965942" y="2266387"/>
              <a:chExt cx="522466" cy="522466"/>
            </a:xfrm>
          </p:grpSpPr>
          <p:sp>
            <p:nvSpPr>
              <p:cNvPr id="39" name="îṥļide">
                <a:extLst>
                  <a:ext uri="{FF2B5EF4-FFF2-40B4-BE49-F238E27FC236}">
                    <a16:creationId xmlns:a16="http://schemas.microsoft.com/office/drawing/2014/main" xmlns="" id="{777CE2EF-E681-4574-8101-1F6E90D49E18}"/>
                  </a:ext>
                </a:extLst>
              </p:cNvPr>
              <p:cNvSpPr/>
              <p:nvPr/>
            </p:nvSpPr>
            <p:spPr>
              <a:xfrm>
                <a:off x="7965942" y="2266387"/>
                <a:ext cx="522466" cy="522466"/>
              </a:xfrm>
              <a:prstGeom prst="ellipse">
                <a:avLst/>
              </a:prstGeom>
              <a:noFill/>
              <a:ln>
                <a:solidFill>
                  <a:srgbClr val="1257F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40" name="íSḷíḑê">
                <a:extLst>
                  <a:ext uri="{FF2B5EF4-FFF2-40B4-BE49-F238E27FC236}">
                    <a16:creationId xmlns:a16="http://schemas.microsoft.com/office/drawing/2014/main" xmlns="" id="{25C3ED48-9023-489C-B1AE-F6506AB7F594}"/>
                  </a:ext>
                </a:extLst>
              </p:cNvPr>
              <p:cNvSpPr/>
              <p:nvPr/>
            </p:nvSpPr>
            <p:spPr>
              <a:xfrm>
                <a:off x="8133272" y="2424492"/>
                <a:ext cx="217308" cy="20626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rgbClr val="1257F1"/>
              </a:solidFill>
              <a:ln>
                <a:noFill/>
              </a:ln>
              <a:effectLst/>
            </p:spPr>
            <p:txBody>
              <a:bodyPr wrap="square" lIns="91440" tIns="45720" rIns="91440" bIns="45720" anchor="ctr">
                <a:normAutofit fontScale="25000" lnSpcReduction="20000"/>
              </a:bodyPr>
              <a:lstStyle/>
              <a:p>
                <a:pPr algn="ctr"/>
                <a:endParaRPr>
                  <a:latin typeface="微软雅黑" panose="020B0503020204020204" pitchFamily="34" charset="-122"/>
                  <a:ea typeface="微软雅黑" panose="020B0503020204020204" pitchFamily="34" charset="-122"/>
                </a:endParaRPr>
              </a:p>
            </p:txBody>
          </p:sp>
        </p:grpSp>
      </p:grpSp>
      <p:grpSp>
        <p:nvGrpSpPr>
          <p:cNvPr id="41" name="组合 40">
            <a:extLst>
              <a:ext uri="{FF2B5EF4-FFF2-40B4-BE49-F238E27FC236}">
                <a16:creationId xmlns:a16="http://schemas.microsoft.com/office/drawing/2014/main" xmlns="" id="{70E6C5C4-A690-4094-8C67-9D477C1E9DA2}"/>
              </a:ext>
            </a:extLst>
          </p:cNvPr>
          <p:cNvGrpSpPr/>
          <p:nvPr/>
        </p:nvGrpSpPr>
        <p:grpSpPr>
          <a:xfrm>
            <a:off x="8004042" y="3276548"/>
            <a:ext cx="3520025" cy="926627"/>
            <a:chOff x="7965942" y="3162248"/>
            <a:chExt cx="3520025" cy="926627"/>
          </a:xfrm>
        </p:grpSpPr>
        <p:sp>
          <p:nvSpPr>
            <p:cNvPr id="42" name="iṥľîḓé">
              <a:extLst>
                <a:ext uri="{FF2B5EF4-FFF2-40B4-BE49-F238E27FC236}">
                  <a16:creationId xmlns:a16="http://schemas.microsoft.com/office/drawing/2014/main" xmlns="" id="{6A41A686-FDE8-4FFB-A900-2F440FBAE8BB}"/>
                </a:ext>
              </a:extLst>
            </p:cNvPr>
            <p:cNvSpPr/>
            <p:nvPr/>
          </p:nvSpPr>
          <p:spPr>
            <a:xfrm>
              <a:off x="8544045" y="3564904"/>
              <a:ext cx="2941922" cy="523971"/>
            </a:xfrm>
            <a:prstGeom prst="rect">
              <a:avLst/>
            </a:prstGeom>
            <a:noFill/>
            <a:ln>
              <a:noFill/>
            </a:ln>
          </p:spPr>
          <p:txBody>
            <a:bodyPr wrap="square" lIns="91440" tIns="45720" rIns="91440" bIns="45720" anchor="t" anchorCtr="0">
              <a:noAutofit/>
            </a:bodyPr>
            <a:lstStyle/>
            <a:p>
              <a:pPr>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íṥḷîďe">
              <a:extLst>
                <a:ext uri="{FF2B5EF4-FFF2-40B4-BE49-F238E27FC236}">
                  <a16:creationId xmlns:a16="http://schemas.microsoft.com/office/drawing/2014/main" xmlns="" id="{AD08BE38-40E7-448A-8904-9795F8C3B7A3}"/>
                </a:ext>
              </a:extLst>
            </p:cNvPr>
            <p:cNvSpPr/>
            <p:nvPr/>
          </p:nvSpPr>
          <p:spPr>
            <a:xfrm>
              <a:off x="8544045" y="3162248"/>
              <a:ext cx="2941922" cy="392877"/>
            </a:xfrm>
            <a:prstGeom prst="rect">
              <a:avLst/>
            </a:prstGeom>
            <a:noFill/>
            <a:ln>
              <a:noFill/>
            </a:ln>
          </p:spPr>
          <p:txBody>
            <a:bodyPr wrap="square" lIns="91440" tIns="45720" rIns="91440" bIns="45720" anchor="ctr" anchorCtr="0">
              <a:normAutofit/>
            </a:bodyPr>
            <a:lstStyle/>
            <a:p>
              <a:pPr>
                <a:spcBef>
                  <a:spcPct val="0"/>
                </a:spcBef>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文本标题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4" name="组合 43">
              <a:extLst>
                <a:ext uri="{FF2B5EF4-FFF2-40B4-BE49-F238E27FC236}">
                  <a16:creationId xmlns:a16="http://schemas.microsoft.com/office/drawing/2014/main" xmlns="" id="{21A63ADB-0097-4AED-88F5-511BEA6870AF}"/>
                </a:ext>
              </a:extLst>
            </p:cNvPr>
            <p:cNvGrpSpPr/>
            <p:nvPr/>
          </p:nvGrpSpPr>
          <p:grpSpPr>
            <a:xfrm>
              <a:off x="7965942" y="3418872"/>
              <a:ext cx="522466" cy="522466"/>
              <a:chOff x="7965942" y="3418872"/>
              <a:chExt cx="522466" cy="522466"/>
            </a:xfrm>
          </p:grpSpPr>
          <p:sp>
            <p:nvSpPr>
              <p:cNvPr id="45" name="í$lîḋé">
                <a:extLst>
                  <a:ext uri="{FF2B5EF4-FFF2-40B4-BE49-F238E27FC236}">
                    <a16:creationId xmlns:a16="http://schemas.microsoft.com/office/drawing/2014/main" xmlns="" id="{490B62C9-4DF4-4CCA-87DE-3260F47562A4}"/>
                  </a:ext>
                </a:extLst>
              </p:cNvPr>
              <p:cNvSpPr/>
              <p:nvPr/>
            </p:nvSpPr>
            <p:spPr>
              <a:xfrm>
                <a:off x="7965942" y="3418872"/>
                <a:ext cx="522466" cy="522466"/>
              </a:xfrm>
              <a:prstGeom prst="ellipse">
                <a:avLst/>
              </a:prstGeom>
              <a:noFill/>
              <a:ln>
                <a:solidFill>
                  <a:srgbClr val="1257F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46" name="i$1íḑe">
                <a:extLst>
                  <a:ext uri="{FF2B5EF4-FFF2-40B4-BE49-F238E27FC236}">
                    <a16:creationId xmlns:a16="http://schemas.microsoft.com/office/drawing/2014/main" xmlns="" id="{60592479-5DDC-41A8-B187-8BBBD66DBE20}"/>
                  </a:ext>
                </a:extLst>
              </p:cNvPr>
              <p:cNvSpPr/>
              <p:nvPr/>
            </p:nvSpPr>
            <p:spPr>
              <a:xfrm>
                <a:off x="8133272" y="3599656"/>
                <a:ext cx="217308" cy="19039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rgbClr val="1257F1"/>
              </a:solidFill>
              <a:ln>
                <a:noFill/>
              </a:ln>
              <a:effectLst/>
            </p:spPr>
            <p:txBody>
              <a:bodyPr wrap="square" lIns="91440" tIns="45720" rIns="91440" bIns="45720" anchor="ctr">
                <a:normAutofit fontScale="25000" lnSpcReduction="20000"/>
              </a:bodyPr>
              <a:lstStyle/>
              <a:p>
                <a:pPr algn="ctr"/>
                <a:endParaRPr>
                  <a:latin typeface="微软雅黑" panose="020B0503020204020204" pitchFamily="34" charset="-122"/>
                  <a:ea typeface="微软雅黑" panose="020B0503020204020204" pitchFamily="34" charset="-122"/>
                </a:endParaRPr>
              </a:p>
            </p:txBody>
          </p:sp>
        </p:grpSp>
      </p:grpSp>
      <p:grpSp>
        <p:nvGrpSpPr>
          <p:cNvPr id="47" name="组合 46">
            <a:extLst>
              <a:ext uri="{FF2B5EF4-FFF2-40B4-BE49-F238E27FC236}">
                <a16:creationId xmlns:a16="http://schemas.microsoft.com/office/drawing/2014/main" xmlns="" id="{FF4D0828-F677-4056-8432-5DBBDAD143CA}"/>
              </a:ext>
            </a:extLst>
          </p:cNvPr>
          <p:cNvGrpSpPr/>
          <p:nvPr/>
        </p:nvGrpSpPr>
        <p:grpSpPr>
          <a:xfrm>
            <a:off x="8004042" y="4547281"/>
            <a:ext cx="3520025" cy="939073"/>
            <a:chOff x="7965942" y="4432981"/>
            <a:chExt cx="3520025" cy="939073"/>
          </a:xfrm>
        </p:grpSpPr>
        <p:sp>
          <p:nvSpPr>
            <p:cNvPr id="48" name="îṧľîdê">
              <a:extLst>
                <a:ext uri="{FF2B5EF4-FFF2-40B4-BE49-F238E27FC236}">
                  <a16:creationId xmlns:a16="http://schemas.microsoft.com/office/drawing/2014/main" xmlns="" id="{97DFC16C-32ED-4183-8107-13B8077909F5}"/>
                </a:ext>
              </a:extLst>
            </p:cNvPr>
            <p:cNvSpPr/>
            <p:nvPr/>
          </p:nvSpPr>
          <p:spPr>
            <a:xfrm>
              <a:off x="8544045" y="4848083"/>
              <a:ext cx="2941922" cy="523971"/>
            </a:xfrm>
            <a:prstGeom prst="rect">
              <a:avLst/>
            </a:prstGeom>
            <a:noFill/>
            <a:ln>
              <a:noFill/>
            </a:ln>
          </p:spPr>
          <p:txBody>
            <a:bodyPr wrap="square" lIns="91440" tIns="45720" rIns="91440" bIns="45720" anchor="t" anchorCtr="0">
              <a:noAutofit/>
            </a:bodyPr>
            <a:lstStyle/>
            <a:p>
              <a:pPr>
                <a:lnSpc>
                  <a:spcPct val="150000"/>
                </a:lnSpc>
              </a:pPr>
              <a:r>
                <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rPr>
                <a:t>点击此处输入文本内容，点击此处输入文本内容</a:t>
              </a:r>
              <a:r>
                <a:rPr lang="en-US" altLang="zh-CN" sz="1200" spc="15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200" spc="1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ïṣ1iḓe">
              <a:extLst>
                <a:ext uri="{FF2B5EF4-FFF2-40B4-BE49-F238E27FC236}">
                  <a16:creationId xmlns:a16="http://schemas.microsoft.com/office/drawing/2014/main" xmlns="" id="{F00529C3-59E6-41D4-850F-2117B779AD37}"/>
                </a:ext>
              </a:extLst>
            </p:cNvPr>
            <p:cNvSpPr/>
            <p:nvPr/>
          </p:nvSpPr>
          <p:spPr>
            <a:xfrm>
              <a:off x="8544045" y="4432981"/>
              <a:ext cx="2941922" cy="415102"/>
            </a:xfrm>
            <a:prstGeom prst="rect">
              <a:avLst/>
            </a:prstGeom>
            <a:noFill/>
            <a:ln>
              <a:noFill/>
            </a:ln>
          </p:spPr>
          <p:txBody>
            <a:bodyPr wrap="square" lIns="91440" tIns="45720" rIns="91440" bIns="45720" anchor="ctr" anchorCtr="0">
              <a:normAutofit/>
            </a:bodyPr>
            <a:lstStyle/>
            <a:p>
              <a:pPr>
                <a:spcBef>
                  <a:spcPct val="0"/>
                </a:spcBef>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文本标题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50" name="组合 49">
              <a:extLst>
                <a:ext uri="{FF2B5EF4-FFF2-40B4-BE49-F238E27FC236}">
                  <a16:creationId xmlns:a16="http://schemas.microsoft.com/office/drawing/2014/main" xmlns="" id="{5B74FFA5-6CE4-458F-8E60-B467A20C795D}"/>
                </a:ext>
              </a:extLst>
            </p:cNvPr>
            <p:cNvGrpSpPr/>
            <p:nvPr/>
          </p:nvGrpSpPr>
          <p:grpSpPr>
            <a:xfrm>
              <a:off x="7965942" y="4672567"/>
              <a:ext cx="522466" cy="522466"/>
              <a:chOff x="7965942" y="4672567"/>
              <a:chExt cx="522466" cy="522466"/>
            </a:xfrm>
          </p:grpSpPr>
          <p:sp>
            <p:nvSpPr>
              <p:cNvPr id="51" name="ïS1iďé">
                <a:extLst>
                  <a:ext uri="{FF2B5EF4-FFF2-40B4-BE49-F238E27FC236}">
                    <a16:creationId xmlns:a16="http://schemas.microsoft.com/office/drawing/2014/main" xmlns="" id="{E4FEB158-D2F8-4354-A570-002084CD39E1}"/>
                  </a:ext>
                </a:extLst>
              </p:cNvPr>
              <p:cNvSpPr/>
              <p:nvPr/>
            </p:nvSpPr>
            <p:spPr>
              <a:xfrm>
                <a:off x="7965942" y="4672567"/>
                <a:ext cx="522466" cy="522466"/>
              </a:xfrm>
              <a:prstGeom prst="ellipse">
                <a:avLst/>
              </a:prstGeom>
              <a:noFill/>
              <a:ln>
                <a:solidFill>
                  <a:srgbClr val="1257F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latin typeface="微软雅黑" panose="020B0503020204020204" pitchFamily="34" charset="-122"/>
                  <a:ea typeface="微软雅黑" panose="020B0503020204020204" pitchFamily="34" charset="-122"/>
                </a:endParaRPr>
              </a:p>
            </p:txBody>
          </p:sp>
          <p:sp>
            <p:nvSpPr>
              <p:cNvPr id="52" name="îs1îďè">
                <a:extLst>
                  <a:ext uri="{FF2B5EF4-FFF2-40B4-BE49-F238E27FC236}">
                    <a16:creationId xmlns:a16="http://schemas.microsoft.com/office/drawing/2014/main" xmlns="" id="{223D15EA-ED37-437F-8EDE-D2E28718F075}"/>
                  </a:ext>
                </a:extLst>
              </p:cNvPr>
              <p:cNvSpPr/>
              <p:nvPr/>
            </p:nvSpPr>
            <p:spPr>
              <a:xfrm>
                <a:off x="8153890" y="4825914"/>
                <a:ext cx="176066" cy="21577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rgbClr val="1257F1"/>
              </a:solidFill>
              <a:ln>
                <a:noFill/>
              </a:ln>
              <a:effectLst/>
            </p:spPr>
            <p:txBody>
              <a:bodyPr wrap="square" lIns="91440" tIns="45720" rIns="91440" bIns="45720" anchor="ctr">
                <a:normAutofit fontScale="25000" lnSpcReduction="20000"/>
              </a:bodyPr>
              <a:lstStyle/>
              <a:p>
                <a:pPr algn="ctr"/>
                <a:endParaRPr>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479237925"/>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3"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0-#ppt_w/2"/>
                                          </p:val>
                                        </p:tav>
                                        <p:tav tm="100000">
                                          <p:val>
                                            <p:strVal val="#ppt_x"/>
                                          </p:val>
                                        </p:tav>
                                      </p:tavLst>
                                    </p:anim>
                                    <p:anim calcmode="lin" valueType="num">
                                      <p:cBhvr additive="base">
                                        <p:cTn id="17" dur="500" fill="hold"/>
                                        <p:tgtEl>
                                          <p:spTgt spid="17"/>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0-#ppt_w/2"/>
                                          </p:val>
                                        </p:tav>
                                        <p:tav tm="100000">
                                          <p:val>
                                            <p:strVal val="#ppt_x"/>
                                          </p:val>
                                        </p:tav>
                                      </p:tavLst>
                                    </p:anim>
                                    <p:anim calcmode="lin" valueType="num">
                                      <p:cBhvr additive="base">
                                        <p:cTn id="22" dur="500" fill="hold"/>
                                        <p:tgtEl>
                                          <p:spTgt spid="23"/>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2" presetClass="entr" presetSubtype="8" fill="hold" nodeType="afterEffect">
                                  <p:stCondLst>
                                    <p:cond delay="0"/>
                                  </p:stCondLst>
                                  <p:childTnLst>
                                    <p:set>
                                      <p:cBhvr>
                                        <p:cTn id="25" dur="1" fill="hold">
                                          <p:stCondLst>
                                            <p:cond delay="0"/>
                                          </p:stCondLst>
                                        </p:cTn>
                                        <p:tgtEl>
                                          <p:spTgt spid="29"/>
                                        </p:tgtEl>
                                        <p:attrNameLst>
                                          <p:attrName>style.visibility</p:attrName>
                                        </p:attrNameLst>
                                      </p:cBhvr>
                                      <p:to>
                                        <p:strVal val="visible"/>
                                      </p:to>
                                    </p:set>
                                    <p:anim calcmode="lin" valueType="num">
                                      <p:cBhvr additive="base">
                                        <p:cTn id="26" dur="500" fill="hold"/>
                                        <p:tgtEl>
                                          <p:spTgt spid="29"/>
                                        </p:tgtEl>
                                        <p:attrNameLst>
                                          <p:attrName>ppt_x</p:attrName>
                                        </p:attrNameLst>
                                      </p:cBhvr>
                                      <p:tavLst>
                                        <p:tav tm="0">
                                          <p:val>
                                            <p:strVal val="0-#ppt_w/2"/>
                                          </p:val>
                                        </p:tav>
                                        <p:tav tm="100000">
                                          <p:val>
                                            <p:strVal val="#ppt_x"/>
                                          </p:val>
                                        </p:tav>
                                      </p:tavLst>
                                    </p:anim>
                                    <p:anim calcmode="lin" valueType="num">
                                      <p:cBhvr additive="base">
                                        <p:cTn id="27" dur="500" fill="hold"/>
                                        <p:tgtEl>
                                          <p:spTgt spid="29"/>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2" fill="hold" nodeType="after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additive="base">
                                        <p:cTn id="31" dur="500" fill="hold"/>
                                        <p:tgtEl>
                                          <p:spTgt spid="35"/>
                                        </p:tgtEl>
                                        <p:attrNameLst>
                                          <p:attrName>ppt_x</p:attrName>
                                        </p:attrNameLst>
                                      </p:cBhvr>
                                      <p:tavLst>
                                        <p:tav tm="0">
                                          <p:val>
                                            <p:strVal val="1+#ppt_w/2"/>
                                          </p:val>
                                        </p:tav>
                                        <p:tav tm="100000">
                                          <p:val>
                                            <p:strVal val="#ppt_x"/>
                                          </p:val>
                                        </p:tav>
                                      </p:tavLst>
                                    </p:anim>
                                    <p:anim calcmode="lin" valueType="num">
                                      <p:cBhvr additive="base">
                                        <p:cTn id="32" dur="500" fill="hold"/>
                                        <p:tgtEl>
                                          <p:spTgt spid="35"/>
                                        </p:tgtEl>
                                        <p:attrNameLst>
                                          <p:attrName>ppt_y</p:attrName>
                                        </p:attrNameLst>
                                      </p:cBhvr>
                                      <p:tavLst>
                                        <p:tav tm="0">
                                          <p:val>
                                            <p:strVal val="#ppt_y"/>
                                          </p:val>
                                        </p:tav>
                                        <p:tav tm="100000">
                                          <p:val>
                                            <p:strVal val="#ppt_y"/>
                                          </p:val>
                                        </p:tav>
                                      </p:tavLst>
                                    </p:anim>
                                  </p:childTnLst>
                                </p:cTn>
                              </p:par>
                            </p:childTnLst>
                          </p:cTn>
                        </p:par>
                        <p:par>
                          <p:cTn id="33" fill="hold">
                            <p:stCondLst>
                              <p:cond delay="2500"/>
                            </p:stCondLst>
                            <p:childTnLst>
                              <p:par>
                                <p:cTn id="34" presetID="2" presetClass="entr" presetSubtype="2" fill="hold" nodeType="afterEffect">
                                  <p:stCondLst>
                                    <p:cond delay="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500" fill="hold"/>
                                        <p:tgtEl>
                                          <p:spTgt spid="41"/>
                                        </p:tgtEl>
                                        <p:attrNameLst>
                                          <p:attrName>ppt_x</p:attrName>
                                        </p:attrNameLst>
                                      </p:cBhvr>
                                      <p:tavLst>
                                        <p:tav tm="0">
                                          <p:val>
                                            <p:strVal val="1+#ppt_w/2"/>
                                          </p:val>
                                        </p:tav>
                                        <p:tav tm="100000">
                                          <p:val>
                                            <p:strVal val="#ppt_x"/>
                                          </p:val>
                                        </p:tav>
                                      </p:tavLst>
                                    </p:anim>
                                    <p:anim calcmode="lin" valueType="num">
                                      <p:cBhvr additive="base">
                                        <p:cTn id="37" dur="500" fill="hold"/>
                                        <p:tgtEl>
                                          <p:spTgt spid="41"/>
                                        </p:tgtEl>
                                        <p:attrNameLst>
                                          <p:attrName>ppt_y</p:attrName>
                                        </p:attrNameLst>
                                      </p:cBhvr>
                                      <p:tavLst>
                                        <p:tav tm="0">
                                          <p:val>
                                            <p:strVal val="#ppt_y"/>
                                          </p:val>
                                        </p:tav>
                                        <p:tav tm="100000">
                                          <p:val>
                                            <p:strVal val="#ppt_y"/>
                                          </p:val>
                                        </p:tav>
                                      </p:tavLst>
                                    </p:anim>
                                  </p:childTnLst>
                                </p:cTn>
                              </p:par>
                            </p:childTnLst>
                          </p:cTn>
                        </p:par>
                        <p:par>
                          <p:cTn id="38" fill="hold">
                            <p:stCondLst>
                              <p:cond delay="3000"/>
                            </p:stCondLst>
                            <p:childTnLst>
                              <p:par>
                                <p:cTn id="39" presetID="2" presetClass="entr" presetSubtype="2" fill="hold" nodeType="after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additive="base">
                                        <p:cTn id="41" dur="500" fill="hold"/>
                                        <p:tgtEl>
                                          <p:spTgt spid="47"/>
                                        </p:tgtEl>
                                        <p:attrNameLst>
                                          <p:attrName>ppt_x</p:attrName>
                                        </p:attrNameLst>
                                      </p:cBhvr>
                                      <p:tavLst>
                                        <p:tav tm="0">
                                          <p:val>
                                            <p:strVal val="1+#ppt_w/2"/>
                                          </p:val>
                                        </p:tav>
                                        <p:tav tm="100000">
                                          <p:val>
                                            <p:strVal val="#ppt_x"/>
                                          </p:val>
                                        </p:tav>
                                      </p:tavLst>
                                    </p:anim>
                                    <p:anim calcmode="lin" valueType="num">
                                      <p:cBhvr additive="base">
                                        <p:cTn id="42"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886315"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实现目标的关键</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04</a:t>
              </a:r>
            </a:p>
          </p:txBody>
        </p:sp>
      </p:grpSp>
      <p:grpSp>
        <p:nvGrpSpPr>
          <p:cNvPr id="8" name="组合 7">
            <a:extLst>
              <a:ext uri="{FF2B5EF4-FFF2-40B4-BE49-F238E27FC236}">
                <a16:creationId xmlns:a16="http://schemas.microsoft.com/office/drawing/2014/main" xmlns="" id="{5067FCCA-58C7-42E1-8ABC-50B743E02E67}"/>
              </a:ext>
            </a:extLst>
          </p:cNvPr>
          <p:cNvGrpSpPr/>
          <p:nvPr/>
        </p:nvGrpSpPr>
        <p:grpSpPr>
          <a:xfrm>
            <a:off x="814230" y="1952457"/>
            <a:ext cx="4186507" cy="1280596"/>
            <a:chOff x="814230" y="1952457"/>
            <a:chExt cx="4186507" cy="1280596"/>
          </a:xfrm>
        </p:grpSpPr>
        <p:grpSp>
          <p:nvGrpSpPr>
            <p:cNvPr id="12" name="îşļiḍè">
              <a:extLst>
                <a:ext uri="{FF2B5EF4-FFF2-40B4-BE49-F238E27FC236}">
                  <a16:creationId xmlns:a16="http://schemas.microsoft.com/office/drawing/2014/main" xmlns="" id="{B789B726-C4D9-4038-909C-A78EEC2D4610}"/>
                </a:ext>
              </a:extLst>
            </p:cNvPr>
            <p:cNvGrpSpPr/>
            <p:nvPr/>
          </p:nvGrpSpPr>
          <p:grpSpPr>
            <a:xfrm>
              <a:off x="814230" y="1952457"/>
              <a:ext cx="4186507" cy="1130982"/>
              <a:chOff x="660400" y="1560639"/>
              <a:chExt cx="4186507" cy="1130982"/>
            </a:xfrm>
          </p:grpSpPr>
          <p:sp>
            <p:nvSpPr>
              <p:cNvPr id="14" name="isļïḑè">
                <a:extLst>
                  <a:ext uri="{FF2B5EF4-FFF2-40B4-BE49-F238E27FC236}">
                    <a16:creationId xmlns:a16="http://schemas.microsoft.com/office/drawing/2014/main" xmlns="" id="{70FF8A44-96DD-43A0-B1A0-17994CE2F233}"/>
                  </a:ext>
                </a:extLst>
              </p:cNvPr>
              <p:cNvSpPr/>
              <p:nvPr/>
            </p:nvSpPr>
            <p:spPr>
              <a:xfrm>
                <a:off x="660400" y="1795743"/>
                <a:ext cx="540000" cy="540000"/>
              </a:xfrm>
              <a:custGeom>
                <a:avLst/>
                <a:gdLst>
                  <a:gd name="connsiteX0" fmla="*/ 413221 w 587145"/>
                  <a:gd name="connsiteY0" fmla="*/ 444471 h 584830"/>
                  <a:gd name="connsiteX1" fmla="*/ 498283 w 587145"/>
                  <a:gd name="connsiteY1" fmla="*/ 489234 h 584830"/>
                  <a:gd name="connsiteX2" fmla="*/ 505878 w 587145"/>
                  <a:gd name="connsiteY2" fmla="*/ 494545 h 584830"/>
                  <a:gd name="connsiteX3" fmla="*/ 317526 w 587145"/>
                  <a:gd name="connsiteY3" fmla="*/ 584830 h 584830"/>
                  <a:gd name="connsiteX4" fmla="*/ 310691 w 587145"/>
                  <a:gd name="connsiteY4" fmla="*/ 579519 h 584830"/>
                  <a:gd name="connsiteX5" fmla="*/ 413221 w 587145"/>
                  <a:gd name="connsiteY5" fmla="*/ 444471 h 584830"/>
                  <a:gd name="connsiteX6" fmla="*/ 173924 w 587145"/>
                  <a:gd name="connsiteY6" fmla="*/ 444471 h 584830"/>
                  <a:gd name="connsiteX7" fmla="*/ 276454 w 587145"/>
                  <a:gd name="connsiteY7" fmla="*/ 579519 h 584830"/>
                  <a:gd name="connsiteX8" fmla="*/ 269619 w 587145"/>
                  <a:gd name="connsiteY8" fmla="*/ 584830 h 584830"/>
                  <a:gd name="connsiteX9" fmla="*/ 81267 w 587145"/>
                  <a:gd name="connsiteY9" fmla="*/ 494545 h 584830"/>
                  <a:gd name="connsiteX10" fmla="*/ 88102 w 587145"/>
                  <a:gd name="connsiteY10" fmla="*/ 489234 h 584830"/>
                  <a:gd name="connsiteX11" fmla="*/ 173924 w 587145"/>
                  <a:gd name="connsiteY11" fmla="*/ 444471 h 584830"/>
                  <a:gd name="connsiteX12" fmla="*/ 303868 w 587145"/>
                  <a:gd name="connsiteY12" fmla="*/ 424002 h 584830"/>
                  <a:gd name="connsiteX13" fmla="*/ 393420 w 587145"/>
                  <a:gd name="connsiteY13" fmla="*/ 438412 h 584830"/>
                  <a:gd name="connsiteX14" fmla="*/ 303868 w 587145"/>
                  <a:gd name="connsiteY14" fmla="*/ 559000 h 584830"/>
                  <a:gd name="connsiteX15" fmla="*/ 283277 w 587145"/>
                  <a:gd name="connsiteY15" fmla="*/ 424002 h 584830"/>
                  <a:gd name="connsiteX16" fmla="*/ 283277 w 587145"/>
                  <a:gd name="connsiteY16" fmla="*/ 559000 h 584830"/>
                  <a:gd name="connsiteX17" fmla="*/ 193725 w 587145"/>
                  <a:gd name="connsiteY17" fmla="*/ 438412 h 584830"/>
                  <a:gd name="connsiteX18" fmla="*/ 283277 w 587145"/>
                  <a:gd name="connsiteY18" fmla="*/ 424002 h 584830"/>
                  <a:gd name="connsiteX19" fmla="*/ 445135 w 587145"/>
                  <a:gd name="connsiteY19" fmla="*/ 302650 h 584830"/>
                  <a:gd name="connsiteX20" fmla="*/ 587145 w 587145"/>
                  <a:gd name="connsiteY20" fmla="*/ 302650 h 584830"/>
                  <a:gd name="connsiteX21" fmla="*/ 519557 w 587145"/>
                  <a:gd name="connsiteY21" fmla="*/ 479439 h 584830"/>
                  <a:gd name="connsiteX22" fmla="*/ 510445 w 587145"/>
                  <a:gd name="connsiteY22" fmla="*/ 473369 h 584830"/>
                  <a:gd name="connsiteX23" fmla="*/ 420834 w 587145"/>
                  <a:gd name="connsiteY23" fmla="*/ 426326 h 584830"/>
                  <a:gd name="connsiteX24" fmla="*/ 445135 w 587145"/>
                  <a:gd name="connsiteY24" fmla="*/ 302650 h 584830"/>
                  <a:gd name="connsiteX25" fmla="*/ 303868 w 587145"/>
                  <a:gd name="connsiteY25" fmla="*/ 302650 h 584830"/>
                  <a:gd name="connsiteX26" fmla="*/ 424611 w 587145"/>
                  <a:gd name="connsiteY26" fmla="*/ 302650 h 584830"/>
                  <a:gd name="connsiteX27" fmla="*/ 401070 w 587145"/>
                  <a:gd name="connsiteY27" fmla="*/ 419494 h 584830"/>
                  <a:gd name="connsiteX28" fmla="*/ 303868 w 587145"/>
                  <a:gd name="connsiteY28" fmla="*/ 404319 h 584830"/>
                  <a:gd name="connsiteX29" fmla="*/ 161803 w 587145"/>
                  <a:gd name="connsiteY29" fmla="*/ 302650 h 584830"/>
                  <a:gd name="connsiteX30" fmla="*/ 283277 w 587145"/>
                  <a:gd name="connsiteY30" fmla="*/ 302650 h 584830"/>
                  <a:gd name="connsiteX31" fmla="*/ 283277 w 587145"/>
                  <a:gd name="connsiteY31" fmla="*/ 404319 h 584830"/>
                  <a:gd name="connsiteX32" fmla="*/ 185339 w 587145"/>
                  <a:gd name="connsiteY32" fmla="*/ 419494 h 584830"/>
                  <a:gd name="connsiteX33" fmla="*/ 161803 w 587145"/>
                  <a:gd name="connsiteY33" fmla="*/ 302650 h 584830"/>
                  <a:gd name="connsiteX34" fmla="*/ 0 w 587145"/>
                  <a:gd name="connsiteY34" fmla="*/ 302650 h 584830"/>
                  <a:gd name="connsiteX35" fmla="*/ 142010 w 587145"/>
                  <a:gd name="connsiteY35" fmla="*/ 302650 h 584830"/>
                  <a:gd name="connsiteX36" fmla="*/ 166311 w 587145"/>
                  <a:gd name="connsiteY36" fmla="*/ 426326 h 584830"/>
                  <a:gd name="connsiteX37" fmla="*/ 75941 w 587145"/>
                  <a:gd name="connsiteY37" fmla="*/ 473369 h 584830"/>
                  <a:gd name="connsiteX38" fmla="*/ 67588 w 587145"/>
                  <a:gd name="connsiteY38" fmla="*/ 479439 h 584830"/>
                  <a:gd name="connsiteX39" fmla="*/ 0 w 587145"/>
                  <a:gd name="connsiteY39" fmla="*/ 302650 h 584830"/>
                  <a:gd name="connsiteX40" fmla="*/ 398032 w 587145"/>
                  <a:gd name="connsiteY40" fmla="*/ 156320 h 584830"/>
                  <a:gd name="connsiteX41" fmla="*/ 424611 w 587145"/>
                  <a:gd name="connsiteY41" fmla="*/ 282180 h 584830"/>
                  <a:gd name="connsiteX42" fmla="*/ 303868 w 587145"/>
                  <a:gd name="connsiteY42" fmla="*/ 282180 h 584830"/>
                  <a:gd name="connsiteX43" fmla="*/ 303868 w 587145"/>
                  <a:gd name="connsiteY43" fmla="*/ 170726 h 584830"/>
                  <a:gd name="connsiteX44" fmla="*/ 398032 w 587145"/>
                  <a:gd name="connsiteY44" fmla="*/ 156320 h 584830"/>
                  <a:gd name="connsiteX45" fmla="*/ 189135 w 587145"/>
                  <a:gd name="connsiteY45" fmla="*/ 156320 h 584830"/>
                  <a:gd name="connsiteX46" fmla="*/ 283277 w 587145"/>
                  <a:gd name="connsiteY46" fmla="*/ 170726 h 584830"/>
                  <a:gd name="connsiteX47" fmla="*/ 283277 w 587145"/>
                  <a:gd name="connsiteY47" fmla="*/ 282180 h 584830"/>
                  <a:gd name="connsiteX48" fmla="*/ 161803 w 587145"/>
                  <a:gd name="connsiteY48" fmla="*/ 282180 h 584830"/>
                  <a:gd name="connsiteX49" fmla="*/ 189135 w 587145"/>
                  <a:gd name="connsiteY49" fmla="*/ 156320 h 584830"/>
                  <a:gd name="connsiteX50" fmla="*/ 72907 w 587145"/>
                  <a:gd name="connsiteY50" fmla="*/ 99421 h 584830"/>
                  <a:gd name="connsiteX51" fmla="*/ 82020 w 587145"/>
                  <a:gd name="connsiteY51" fmla="*/ 106246 h 584830"/>
                  <a:gd name="connsiteX52" fmla="*/ 169357 w 587145"/>
                  <a:gd name="connsiteY52" fmla="*/ 150230 h 584830"/>
                  <a:gd name="connsiteX53" fmla="*/ 142017 w 587145"/>
                  <a:gd name="connsiteY53" fmla="*/ 282180 h 584830"/>
                  <a:gd name="connsiteX54" fmla="*/ 0 w 587145"/>
                  <a:gd name="connsiteY54" fmla="*/ 282180 h 584830"/>
                  <a:gd name="connsiteX55" fmla="*/ 72907 w 587145"/>
                  <a:gd name="connsiteY55" fmla="*/ 99421 h 584830"/>
                  <a:gd name="connsiteX56" fmla="*/ 514198 w 587145"/>
                  <a:gd name="connsiteY56" fmla="*/ 98690 h 584830"/>
                  <a:gd name="connsiteX57" fmla="*/ 587145 w 587145"/>
                  <a:gd name="connsiteY57" fmla="*/ 282180 h 584830"/>
                  <a:gd name="connsiteX58" fmla="*/ 445050 w 587145"/>
                  <a:gd name="connsiteY58" fmla="*/ 282180 h 584830"/>
                  <a:gd name="connsiteX59" fmla="*/ 416935 w 587145"/>
                  <a:gd name="connsiteY59" fmla="*/ 149491 h 584830"/>
                  <a:gd name="connsiteX60" fmla="*/ 505080 w 587145"/>
                  <a:gd name="connsiteY60" fmla="*/ 105514 h 584830"/>
                  <a:gd name="connsiteX61" fmla="*/ 303868 w 587145"/>
                  <a:gd name="connsiteY61" fmla="*/ 25830 h 584830"/>
                  <a:gd name="connsiteX62" fmla="*/ 389643 w 587145"/>
                  <a:gd name="connsiteY62" fmla="*/ 137333 h 584830"/>
                  <a:gd name="connsiteX63" fmla="*/ 303868 w 587145"/>
                  <a:gd name="connsiteY63" fmla="*/ 150228 h 584830"/>
                  <a:gd name="connsiteX64" fmla="*/ 283277 w 587145"/>
                  <a:gd name="connsiteY64" fmla="*/ 25830 h 584830"/>
                  <a:gd name="connsiteX65" fmla="*/ 283277 w 587145"/>
                  <a:gd name="connsiteY65" fmla="*/ 150228 h 584830"/>
                  <a:gd name="connsiteX66" fmla="*/ 197502 w 587145"/>
                  <a:gd name="connsiteY66" fmla="*/ 137333 h 584830"/>
                  <a:gd name="connsiteX67" fmla="*/ 283277 w 587145"/>
                  <a:gd name="connsiteY67" fmla="*/ 25830 h 584830"/>
                  <a:gd name="connsiteX68" fmla="*/ 314425 w 587145"/>
                  <a:gd name="connsiteY68" fmla="*/ 0 h 584830"/>
                  <a:gd name="connsiteX69" fmla="*/ 499786 w 587145"/>
                  <a:gd name="connsiteY69" fmla="*/ 84194 h 584830"/>
                  <a:gd name="connsiteX70" fmla="*/ 492949 w 587145"/>
                  <a:gd name="connsiteY70" fmla="*/ 89503 h 584830"/>
                  <a:gd name="connsiteX71" fmla="*/ 408625 w 587145"/>
                  <a:gd name="connsiteY71" fmla="*/ 131221 h 584830"/>
                  <a:gd name="connsiteX72" fmla="*/ 309107 w 587145"/>
                  <a:gd name="connsiteY72" fmla="*/ 4551 h 584830"/>
                  <a:gd name="connsiteX73" fmla="*/ 271871 w 587145"/>
                  <a:gd name="connsiteY73" fmla="*/ 0 h 584830"/>
                  <a:gd name="connsiteX74" fmla="*/ 277185 w 587145"/>
                  <a:gd name="connsiteY74" fmla="*/ 4551 h 584830"/>
                  <a:gd name="connsiteX75" fmla="*/ 177731 w 587145"/>
                  <a:gd name="connsiteY75" fmla="*/ 131221 h 584830"/>
                  <a:gd name="connsiteX76" fmla="*/ 93461 w 587145"/>
                  <a:gd name="connsiteY76" fmla="*/ 89503 h 584830"/>
                  <a:gd name="connsiteX77" fmla="*/ 86628 w 587145"/>
                  <a:gd name="connsiteY77" fmla="*/ 84194 h 584830"/>
                  <a:gd name="connsiteX78" fmla="*/ 271871 w 587145"/>
                  <a:gd name="connsiteY78" fmla="*/ 0 h 584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87145" h="584830">
                    <a:moveTo>
                      <a:pt x="413221" y="444471"/>
                    </a:moveTo>
                    <a:cubicBezTo>
                      <a:pt x="442841" y="455851"/>
                      <a:pt x="471701" y="470267"/>
                      <a:pt x="498283" y="489234"/>
                    </a:cubicBezTo>
                    <a:lnTo>
                      <a:pt x="505878" y="494545"/>
                    </a:lnTo>
                    <a:cubicBezTo>
                      <a:pt x="457271" y="545378"/>
                      <a:pt x="391196" y="578760"/>
                      <a:pt x="317526" y="584830"/>
                    </a:cubicBezTo>
                    <a:lnTo>
                      <a:pt x="310691" y="579519"/>
                    </a:lnTo>
                    <a:cubicBezTo>
                      <a:pt x="355501" y="542343"/>
                      <a:pt x="389677" y="496062"/>
                      <a:pt x="413221" y="444471"/>
                    </a:cubicBezTo>
                    <a:close/>
                    <a:moveTo>
                      <a:pt x="173924" y="444471"/>
                    </a:moveTo>
                    <a:cubicBezTo>
                      <a:pt x="196708" y="496062"/>
                      <a:pt x="231644" y="542343"/>
                      <a:pt x="276454" y="579519"/>
                    </a:cubicBezTo>
                    <a:lnTo>
                      <a:pt x="269619" y="584830"/>
                    </a:lnTo>
                    <a:cubicBezTo>
                      <a:pt x="195949" y="578760"/>
                      <a:pt x="129114" y="545378"/>
                      <a:pt x="81267" y="494545"/>
                    </a:cubicBezTo>
                    <a:lnTo>
                      <a:pt x="88102" y="489234"/>
                    </a:lnTo>
                    <a:cubicBezTo>
                      <a:pt x="114684" y="470267"/>
                      <a:pt x="143544" y="455851"/>
                      <a:pt x="173924" y="444471"/>
                    </a:cubicBezTo>
                    <a:close/>
                    <a:moveTo>
                      <a:pt x="303868" y="424002"/>
                    </a:moveTo>
                    <a:cubicBezTo>
                      <a:pt x="334225" y="424760"/>
                      <a:pt x="364581" y="430069"/>
                      <a:pt x="393420" y="438412"/>
                    </a:cubicBezTo>
                    <a:cubicBezTo>
                      <a:pt x="372929" y="483917"/>
                      <a:pt x="342573" y="525630"/>
                      <a:pt x="303868" y="559000"/>
                    </a:cubicBezTo>
                    <a:close/>
                    <a:moveTo>
                      <a:pt x="283277" y="424002"/>
                    </a:moveTo>
                    <a:lnTo>
                      <a:pt x="283277" y="559000"/>
                    </a:lnTo>
                    <a:cubicBezTo>
                      <a:pt x="244572" y="524871"/>
                      <a:pt x="214216" y="483917"/>
                      <a:pt x="193725" y="438412"/>
                    </a:cubicBezTo>
                    <a:cubicBezTo>
                      <a:pt x="222564" y="430069"/>
                      <a:pt x="252161" y="424760"/>
                      <a:pt x="283277" y="424002"/>
                    </a:cubicBezTo>
                    <a:close/>
                    <a:moveTo>
                      <a:pt x="445135" y="302650"/>
                    </a:moveTo>
                    <a:lnTo>
                      <a:pt x="587145" y="302650"/>
                    </a:lnTo>
                    <a:cubicBezTo>
                      <a:pt x="584867" y="369420"/>
                      <a:pt x="559806" y="430879"/>
                      <a:pt x="519557" y="479439"/>
                    </a:cubicBezTo>
                    <a:lnTo>
                      <a:pt x="510445" y="473369"/>
                    </a:lnTo>
                    <a:cubicBezTo>
                      <a:pt x="482346" y="452883"/>
                      <a:pt x="451970" y="437708"/>
                      <a:pt x="420834" y="426326"/>
                    </a:cubicBezTo>
                    <a:cubicBezTo>
                      <a:pt x="435263" y="386871"/>
                      <a:pt x="443616" y="345140"/>
                      <a:pt x="445135" y="302650"/>
                    </a:cubicBezTo>
                    <a:close/>
                    <a:moveTo>
                      <a:pt x="303868" y="302650"/>
                    </a:moveTo>
                    <a:lnTo>
                      <a:pt x="424611" y="302650"/>
                    </a:lnTo>
                    <a:cubicBezTo>
                      <a:pt x="423852" y="342863"/>
                      <a:pt x="415498" y="382316"/>
                      <a:pt x="401070" y="419494"/>
                    </a:cubicBezTo>
                    <a:cubicBezTo>
                      <a:pt x="369935" y="410389"/>
                      <a:pt x="337281" y="405078"/>
                      <a:pt x="303868" y="404319"/>
                    </a:cubicBezTo>
                    <a:close/>
                    <a:moveTo>
                      <a:pt x="161803" y="302650"/>
                    </a:moveTo>
                    <a:lnTo>
                      <a:pt x="283277" y="302650"/>
                    </a:lnTo>
                    <a:lnTo>
                      <a:pt x="283277" y="404319"/>
                    </a:lnTo>
                    <a:cubicBezTo>
                      <a:pt x="249872" y="405078"/>
                      <a:pt x="217225" y="410389"/>
                      <a:pt x="185339" y="419494"/>
                    </a:cubicBezTo>
                    <a:cubicBezTo>
                      <a:pt x="170913" y="382316"/>
                      <a:pt x="163321" y="342863"/>
                      <a:pt x="161803" y="302650"/>
                    </a:cubicBezTo>
                    <a:close/>
                    <a:moveTo>
                      <a:pt x="0" y="302650"/>
                    </a:moveTo>
                    <a:lnTo>
                      <a:pt x="142010" y="302650"/>
                    </a:lnTo>
                    <a:cubicBezTo>
                      <a:pt x="142769" y="345140"/>
                      <a:pt x="151123" y="386871"/>
                      <a:pt x="166311" y="426326"/>
                    </a:cubicBezTo>
                    <a:cubicBezTo>
                      <a:pt x="134416" y="437708"/>
                      <a:pt x="104039" y="452883"/>
                      <a:pt x="75941" y="473369"/>
                    </a:cubicBezTo>
                    <a:lnTo>
                      <a:pt x="67588" y="479439"/>
                    </a:lnTo>
                    <a:cubicBezTo>
                      <a:pt x="27339" y="430879"/>
                      <a:pt x="2278" y="369420"/>
                      <a:pt x="0" y="302650"/>
                    </a:cubicBezTo>
                    <a:close/>
                    <a:moveTo>
                      <a:pt x="398032" y="156320"/>
                    </a:moveTo>
                    <a:cubicBezTo>
                      <a:pt x="414739" y="195746"/>
                      <a:pt x="423852" y="238205"/>
                      <a:pt x="424611" y="282180"/>
                    </a:cubicBezTo>
                    <a:lnTo>
                      <a:pt x="303868" y="282180"/>
                    </a:lnTo>
                    <a:lnTo>
                      <a:pt x="303868" y="170726"/>
                    </a:lnTo>
                    <a:cubicBezTo>
                      <a:pt x="335762" y="169967"/>
                      <a:pt x="367657" y="164660"/>
                      <a:pt x="398032" y="156320"/>
                    </a:cubicBezTo>
                    <a:close/>
                    <a:moveTo>
                      <a:pt x="189135" y="156320"/>
                    </a:moveTo>
                    <a:cubicBezTo>
                      <a:pt x="219503" y="164660"/>
                      <a:pt x="251390" y="169967"/>
                      <a:pt x="283277" y="170726"/>
                    </a:cubicBezTo>
                    <a:lnTo>
                      <a:pt x="283277" y="282180"/>
                    </a:lnTo>
                    <a:lnTo>
                      <a:pt x="161803" y="282180"/>
                    </a:lnTo>
                    <a:cubicBezTo>
                      <a:pt x="163321" y="238205"/>
                      <a:pt x="172432" y="195746"/>
                      <a:pt x="189135" y="156320"/>
                    </a:cubicBezTo>
                    <a:close/>
                    <a:moveTo>
                      <a:pt x="72907" y="99421"/>
                    </a:moveTo>
                    <a:lnTo>
                      <a:pt x="82020" y="106246"/>
                    </a:lnTo>
                    <a:cubicBezTo>
                      <a:pt x="109361" y="124446"/>
                      <a:pt x="138979" y="138854"/>
                      <a:pt x="169357" y="150230"/>
                    </a:cubicBezTo>
                    <a:cubicBezTo>
                      <a:pt x="152649" y="191180"/>
                      <a:pt x="142776" y="235922"/>
                      <a:pt x="142017" y="282180"/>
                    </a:cubicBezTo>
                    <a:lnTo>
                      <a:pt x="0" y="282180"/>
                    </a:lnTo>
                    <a:cubicBezTo>
                      <a:pt x="2278" y="212413"/>
                      <a:pt x="29618" y="148713"/>
                      <a:pt x="72907" y="99421"/>
                    </a:cubicBezTo>
                    <a:close/>
                    <a:moveTo>
                      <a:pt x="514198" y="98690"/>
                    </a:moveTo>
                    <a:cubicBezTo>
                      <a:pt x="557510" y="147975"/>
                      <a:pt x="584865" y="212423"/>
                      <a:pt x="587145" y="282180"/>
                    </a:cubicBezTo>
                    <a:lnTo>
                      <a:pt x="445050" y="282180"/>
                    </a:lnTo>
                    <a:cubicBezTo>
                      <a:pt x="443530" y="235928"/>
                      <a:pt x="434412" y="191193"/>
                      <a:pt x="416935" y="149491"/>
                    </a:cubicBezTo>
                    <a:cubicBezTo>
                      <a:pt x="448090" y="138876"/>
                      <a:pt x="477724" y="124470"/>
                      <a:pt x="505080" y="105514"/>
                    </a:cubicBezTo>
                    <a:close/>
                    <a:moveTo>
                      <a:pt x="303868" y="25830"/>
                    </a:moveTo>
                    <a:cubicBezTo>
                      <a:pt x="339544" y="57688"/>
                      <a:pt x="369148" y="95614"/>
                      <a:pt x="389643" y="137333"/>
                    </a:cubicBezTo>
                    <a:cubicBezTo>
                      <a:pt x="361557" y="144918"/>
                      <a:pt x="332713" y="149469"/>
                      <a:pt x="303868" y="150228"/>
                    </a:cubicBezTo>
                    <a:close/>
                    <a:moveTo>
                      <a:pt x="283277" y="25830"/>
                    </a:moveTo>
                    <a:lnTo>
                      <a:pt x="283277" y="150228"/>
                    </a:lnTo>
                    <a:cubicBezTo>
                      <a:pt x="253673" y="149469"/>
                      <a:pt x="225588" y="144918"/>
                      <a:pt x="197502" y="137333"/>
                    </a:cubicBezTo>
                    <a:cubicBezTo>
                      <a:pt x="217997" y="95614"/>
                      <a:pt x="246842" y="57688"/>
                      <a:pt x="283277" y="25830"/>
                    </a:cubicBezTo>
                    <a:close/>
                    <a:moveTo>
                      <a:pt x="314425" y="0"/>
                    </a:moveTo>
                    <a:cubicBezTo>
                      <a:pt x="386594" y="5310"/>
                      <a:pt x="451926" y="36408"/>
                      <a:pt x="499786" y="84194"/>
                    </a:cubicBezTo>
                    <a:lnTo>
                      <a:pt x="492949" y="89503"/>
                    </a:lnTo>
                    <a:cubicBezTo>
                      <a:pt x="467120" y="106949"/>
                      <a:pt x="438252" y="121360"/>
                      <a:pt x="408625" y="131221"/>
                    </a:cubicBezTo>
                    <a:cubicBezTo>
                      <a:pt x="385834" y="82677"/>
                      <a:pt x="352409" y="39442"/>
                      <a:pt x="309107" y="4551"/>
                    </a:cubicBezTo>
                    <a:close/>
                    <a:moveTo>
                      <a:pt x="271871" y="0"/>
                    </a:moveTo>
                    <a:lnTo>
                      <a:pt x="277185" y="4551"/>
                    </a:lnTo>
                    <a:cubicBezTo>
                      <a:pt x="234670" y="39442"/>
                      <a:pt x="201266" y="82677"/>
                      <a:pt x="177731" y="131221"/>
                    </a:cubicBezTo>
                    <a:cubicBezTo>
                      <a:pt x="148122" y="121360"/>
                      <a:pt x="120032" y="106949"/>
                      <a:pt x="93461" y="89503"/>
                    </a:cubicBezTo>
                    <a:lnTo>
                      <a:pt x="86628" y="84194"/>
                    </a:lnTo>
                    <a:cubicBezTo>
                      <a:pt x="135216" y="36408"/>
                      <a:pt x="199747" y="5310"/>
                      <a:pt x="271871" y="0"/>
                    </a:cubicBezTo>
                    <a:close/>
                  </a:path>
                </a:pathLst>
              </a:custGeom>
              <a:solidFill>
                <a:schemeClr val="bg1">
                  <a:lumMod val="6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15" name="iṩliḍe">
                <a:extLst>
                  <a:ext uri="{FF2B5EF4-FFF2-40B4-BE49-F238E27FC236}">
                    <a16:creationId xmlns:a16="http://schemas.microsoft.com/office/drawing/2014/main" xmlns="" id="{5C11602A-1E98-4AF3-BC27-26884F9B6691}"/>
                  </a:ext>
                </a:extLst>
              </p:cNvPr>
              <p:cNvGrpSpPr/>
              <p:nvPr/>
            </p:nvGrpSpPr>
            <p:grpSpPr>
              <a:xfrm>
                <a:off x="1644341" y="1560639"/>
                <a:ext cx="3202566" cy="1130982"/>
                <a:chOff x="1644341" y="1560639"/>
                <a:chExt cx="3202566" cy="1130982"/>
              </a:xfrm>
            </p:grpSpPr>
            <p:sp>
              <p:nvSpPr>
                <p:cNvPr id="16" name="išḷíḋe">
                  <a:extLst>
                    <a:ext uri="{FF2B5EF4-FFF2-40B4-BE49-F238E27FC236}">
                      <a16:creationId xmlns:a16="http://schemas.microsoft.com/office/drawing/2014/main" xmlns="" id="{D042DBAF-21DA-4DE6-8D83-5697AC522349}"/>
                    </a:ext>
                  </a:extLst>
                </p:cNvPr>
                <p:cNvSpPr/>
                <p:nvPr/>
              </p:nvSpPr>
              <p:spPr>
                <a:xfrm>
                  <a:off x="1644341" y="1560639"/>
                  <a:ext cx="3202566"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rgbClr val="40A0E8"/>
                      </a:solidFill>
                      <a:latin typeface="微软雅黑" panose="020B0503020204020204" pitchFamily="34" charset="-122"/>
                      <a:ea typeface="微软雅黑" panose="020B0503020204020204" pitchFamily="34" charset="-122"/>
                    </a:rPr>
                    <a:t>文本标题</a:t>
                  </a:r>
                  <a:endParaRPr lang="id-ID" altLang="zh-CN" sz="1600" dirty="0">
                    <a:solidFill>
                      <a:srgbClr val="40A0E8"/>
                    </a:solidFill>
                    <a:latin typeface="微软雅黑" panose="020B0503020204020204" pitchFamily="34" charset="-122"/>
                    <a:ea typeface="微软雅黑" panose="020B0503020204020204" pitchFamily="34" charset="-122"/>
                  </a:endParaRPr>
                </a:p>
              </p:txBody>
            </p:sp>
            <p:sp>
              <p:nvSpPr>
                <p:cNvPr id="17" name="íṩlîďê">
                  <a:extLst>
                    <a:ext uri="{FF2B5EF4-FFF2-40B4-BE49-F238E27FC236}">
                      <a16:creationId xmlns:a16="http://schemas.microsoft.com/office/drawing/2014/main" xmlns="" id="{74243E41-37B7-48B3-BB69-60BDFB6A0906}"/>
                    </a:ext>
                  </a:extLst>
                </p:cNvPr>
                <p:cNvSpPr/>
                <p:nvPr/>
              </p:nvSpPr>
              <p:spPr bwMode="auto">
                <a:xfrm>
                  <a:off x="1644341" y="1985809"/>
                  <a:ext cx="320256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100" dirty="0">
                      <a:latin typeface="微软雅黑" panose="020B0503020204020204" pitchFamily="34" charset="-122"/>
                      <a:ea typeface="微软雅黑" panose="020B0503020204020204" pitchFamily="34" charset="-122"/>
                    </a:rPr>
                    <a:t>……</a:t>
                  </a:r>
                </a:p>
              </p:txBody>
            </p:sp>
          </p:grpSp>
        </p:grpSp>
        <p:cxnSp>
          <p:nvCxnSpPr>
            <p:cNvPr id="13" name="直接连接符 12">
              <a:extLst>
                <a:ext uri="{FF2B5EF4-FFF2-40B4-BE49-F238E27FC236}">
                  <a16:creationId xmlns:a16="http://schemas.microsoft.com/office/drawing/2014/main" xmlns="" id="{C41D0944-C0F9-4835-AA6A-121165FBFAF9}"/>
                </a:ext>
              </a:extLst>
            </p:cNvPr>
            <p:cNvCxnSpPr/>
            <p:nvPr/>
          </p:nvCxnSpPr>
          <p:spPr>
            <a:xfrm>
              <a:off x="871002" y="3233053"/>
              <a:ext cx="4072965" cy="0"/>
            </a:xfrm>
            <a:prstGeom prst="line">
              <a:avLst/>
            </a:prstGeom>
            <a:ln w="12700"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xmlns="" id="{DE0C7660-0135-40E9-9382-FD9F77386F91}"/>
              </a:ext>
            </a:extLst>
          </p:cNvPr>
          <p:cNvGrpSpPr/>
          <p:nvPr/>
        </p:nvGrpSpPr>
        <p:grpSpPr>
          <a:xfrm>
            <a:off x="871002" y="3420597"/>
            <a:ext cx="4186507" cy="1318526"/>
            <a:chOff x="871002" y="3420597"/>
            <a:chExt cx="4186507" cy="1318526"/>
          </a:xfrm>
        </p:grpSpPr>
        <p:grpSp>
          <p:nvGrpSpPr>
            <p:cNvPr id="19" name="ïsļiḋè">
              <a:extLst>
                <a:ext uri="{FF2B5EF4-FFF2-40B4-BE49-F238E27FC236}">
                  <a16:creationId xmlns:a16="http://schemas.microsoft.com/office/drawing/2014/main" xmlns="" id="{54261D5A-CAA2-4A4A-837D-D330D08F55C5}"/>
                </a:ext>
              </a:extLst>
            </p:cNvPr>
            <p:cNvGrpSpPr/>
            <p:nvPr/>
          </p:nvGrpSpPr>
          <p:grpSpPr>
            <a:xfrm>
              <a:off x="871002" y="3420597"/>
              <a:ext cx="4186507" cy="1130982"/>
              <a:chOff x="660400" y="3066709"/>
              <a:chExt cx="4186507" cy="1130982"/>
            </a:xfrm>
          </p:grpSpPr>
          <p:sp>
            <p:nvSpPr>
              <p:cNvPr id="21" name="ís1ídé">
                <a:extLst>
                  <a:ext uri="{FF2B5EF4-FFF2-40B4-BE49-F238E27FC236}">
                    <a16:creationId xmlns:a16="http://schemas.microsoft.com/office/drawing/2014/main" xmlns="" id="{E31C1364-EEF2-472E-88EE-88C3DF2ECADA}"/>
                  </a:ext>
                </a:extLst>
              </p:cNvPr>
              <p:cNvSpPr/>
              <p:nvPr/>
            </p:nvSpPr>
            <p:spPr>
              <a:xfrm>
                <a:off x="660400" y="3334981"/>
                <a:ext cx="540000" cy="540000"/>
              </a:xfrm>
              <a:custGeom>
                <a:avLst/>
                <a:gdLst>
                  <a:gd name="connsiteX0" fmla="*/ 187163 w 607639"/>
                  <a:gd name="connsiteY0" fmla="*/ 266102 h 544483"/>
                  <a:gd name="connsiteX1" fmla="*/ 211979 w 607639"/>
                  <a:gd name="connsiteY1" fmla="*/ 352827 h 544483"/>
                  <a:gd name="connsiteX2" fmla="*/ 161101 w 607639"/>
                  <a:gd name="connsiteY2" fmla="*/ 352827 h 544483"/>
                  <a:gd name="connsiteX3" fmla="*/ 152027 w 607639"/>
                  <a:gd name="connsiteY3" fmla="*/ 178959 h 544483"/>
                  <a:gd name="connsiteX4" fmla="*/ 54562 w 607639"/>
                  <a:gd name="connsiteY4" fmla="*/ 458812 h 544483"/>
                  <a:gd name="connsiteX5" fmla="*/ 133068 w 607639"/>
                  <a:gd name="connsiteY5" fmla="*/ 458812 h 544483"/>
                  <a:gd name="connsiteX6" fmla="*/ 149624 w 607639"/>
                  <a:gd name="connsiteY6" fmla="*/ 403979 h 544483"/>
                  <a:gd name="connsiteX7" fmla="*/ 224302 w 607639"/>
                  <a:gd name="connsiteY7" fmla="*/ 403979 h 544483"/>
                  <a:gd name="connsiteX8" fmla="*/ 241214 w 607639"/>
                  <a:gd name="connsiteY8" fmla="*/ 458812 h 544483"/>
                  <a:gd name="connsiteX9" fmla="*/ 319364 w 607639"/>
                  <a:gd name="connsiteY9" fmla="*/ 458812 h 544483"/>
                  <a:gd name="connsiteX10" fmla="*/ 222255 w 607639"/>
                  <a:gd name="connsiteY10" fmla="*/ 178959 h 544483"/>
                  <a:gd name="connsiteX11" fmla="*/ 420819 w 607639"/>
                  <a:gd name="connsiteY11" fmla="*/ 172744 h 544483"/>
                  <a:gd name="connsiteX12" fmla="*/ 445762 w 607639"/>
                  <a:gd name="connsiteY12" fmla="*/ 259469 h 544483"/>
                  <a:gd name="connsiteX13" fmla="*/ 420641 w 607639"/>
                  <a:gd name="connsiteY13" fmla="*/ 259469 h 544483"/>
                  <a:gd name="connsiteX14" fmla="*/ 420641 w 607639"/>
                  <a:gd name="connsiteY14" fmla="*/ 173366 h 544483"/>
                  <a:gd name="connsiteX15" fmla="*/ 0 w 607639"/>
                  <a:gd name="connsiteY15" fmla="*/ 93288 h 544483"/>
                  <a:gd name="connsiteX16" fmla="*/ 373926 w 607639"/>
                  <a:gd name="connsiteY16" fmla="*/ 93288 h 544483"/>
                  <a:gd name="connsiteX17" fmla="*/ 373926 w 607639"/>
                  <a:gd name="connsiteY17" fmla="*/ 544483 h 544483"/>
                  <a:gd name="connsiteX18" fmla="*/ 0 w 607639"/>
                  <a:gd name="connsiteY18" fmla="*/ 544483 h 544483"/>
                  <a:gd name="connsiteX19" fmla="*/ 233713 w 607639"/>
                  <a:gd name="connsiteY19" fmla="*/ 0 h 544483"/>
                  <a:gd name="connsiteX20" fmla="*/ 607639 w 607639"/>
                  <a:gd name="connsiteY20" fmla="*/ 0 h 544483"/>
                  <a:gd name="connsiteX21" fmla="*/ 607639 w 607639"/>
                  <a:gd name="connsiteY21" fmla="*/ 451125 h 544483"/>
                  <a:gd name="connsiteX22" fmla="*/ 420632 w 607639"/>
                  <a:gd name="connsiteY22" fmla="*/ 451125 h 544483"/>
                  <a:gd name="connsiteX23" fmla="*/ 420632 w 607639"/>
                  <a:gd name="connsiteY23" fmla="*/ 310704 h 544483"/>
                  <a:gd name="connsiteX24" fmla="*/ 457926 w 607639"/>
                  <a:gd name="connsiteY24" fmla="*/ 310704 h 544483"/>
                  <a:gd name="connsiteX25" fmla="*/ 474927 w 607639"/>
                  <a:gd name="connsiteY25" fmla="*/ 365539 h 544483"/>
                  <a:gd name="connsiteX26" fmla="*/ 553077 w 607639"/>
                  <a:gd name="connsiteY26" fmla="*/ 365539 h 544483"/>
                  <a:gd name="connsiteX27" fmla="*/ 455968 w 607639"/>
                  <a:gd name="connsiteY27" fmla="*/ 85675 h 544483"/>
                  <a:gd name="connsiteX28" fmla="*/ 420632 w 607639"/>
                  <a:gd name="connsiteY28" fmla="*/ 85675 h 544483"/>
                  <a:gd name="connsiteX29" fmla="*/ 420632 w 607639"/>
                  <a:gd name="connsiteY29" fmla="*/ 46659 h 544483"/>
                  <a:gd name="connsiteX30" fmla="*/ 233713 w 607639"/>
                  <a:gd name="connsiteY30" fmla="*/ 46659 h 54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544483">
                    <a:moveTo>
                      <a:pt x="187163" y="266102"/>
                    </a:moveTo>
                    <a:lnTo>
                      <a:pt x="211979" y="352827"/>
                    </a:lnTo>
                    <a:lnTo>
                      <a:pt x="161101" y="352827"/>
                    </a:lnTo>
                    <a:close/>
                    <a:moveTo>
                      <a:pt x="152027" y="178959"/>
                    </a:moveTo>
                    <a:lnTo>
                      <a:pt x="54562" y="458812"/>
                    </a:lnTo>
                    <a:lnTo>
                      <a:pt x="133068" y="458812"/>
                    </a:lnTo>
                    <a:lnTo>
                      <a:pt x="149624" y="403979"/>
                    </a:lnTo>
                    <a:lnTo>
                      <a:pt x="224302" y="403979"/>
                    </a:lnTo>
                    <a:lnTo>
                      <a:pt x="241214" y="458812"/>
                    </a:lnTo>
                    <a:lnTo>
                      <a:pt x="319364" y="458812"/>
                    </a:lnTo>
                    <a:lnTo>
                      <a:pt x="222255" y="178959"/>
                    </a:lnTo>
                    <a:close/>
                    <a:moveTo>
                      <a:pt x="420819" y="172744"/>
                    </a:moveTo>
                    <a:lnTo>
                      <a:pt x="445762" y="259469"/>
                    </a:lnTo>
                    <a:lnTo>
                      <a:pt x="420641" y="259469"/>
                    </a:lnTo>
                    <a:lnTo>
                      <a:pt x="420641" y="173366"/>
                    </a:lnTo>
                    <a:close/>
                    <a:moveTo>
                      <a:pt x="0" y="93288"/>
                    </a:moveTo>
                    <a:lnTo>
                      <a:pt x="373926" y="93288"/>
                    </a:lnTo>
                    <a:lnTo>
                      <a:pt x="373926" y="544483"/>
                    </a:lnTo>
                    <a:lnTo>
                      <a:pt x="0" y="544483"/>
                    </a:lnTo>
                    <a:close/>
                    <a:moveTo>
                      <a:pt x="233713" y="0"/>
                    </a:moveTo>
                    <a:lnTo>
                      <a:pt x="607639" y="0"/>
                    </a:lnTo>
                    <a:lnTo>
                      <a:pt x="607639" y="451125"/>
                    </a:lnTo>
                    <a:lnTo>
                      <a:pt x="420632" y="451125"/>
                    </a:lnTo>
                    <a:lnTo>
                      <a:pt x="420632" y="310704"/>
                    </a:lnTo>
                    <a:lnTo>
                      <a:pt x="457926" y="310704"/>
                    </a:lnTo>
                    <a:lnTo>
                      <a:pt x="474927" y="365539"/>
                    </a:lnTo>
                    <a:lnTo>
                      <a:pt x="553077" y="365539"/>
                    </a:lnTo>
                    <a:lnTo>
                      <a:pt x="455968" y="85675"/>
                    </a:lnTo>
                    <a:lnTo>
                      <a:pt x="420632" y="85675"/>
                    </a:lnTo>
                    <a:lnTo>
                      <a:pt x="420632" y="46659"/>
                    </a:lnTo>
                    <a:lnTo>
                      <a:pt x="233713" y="46659"/>
                    </a:lnTo>
                    <a:close/>
                  </a:path>
                </a:pathLst>
              </a:custGeom>
              <a:solidFill>
                <a:schemeClr val="bg1">
                  <a:lumMod val="6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22" name="íśḷíďe">
                <a:extLst>
                  <a:ext uri="{FF2B5EF4-FFF2-40B4-BE49-F238E27FC236}">
                    <a16:creationId xmlns:a16="http://schemas.microsoft.com/office/drawing/2014/main" xmlns="" id="{0CA26CBC-DBA5-44B8-96BF-E2767DD6909C}"/>
                  </a:ext>
                </a:extLst>
              </p:cNvPr>
              <p:cNvGrpSpPr/>
              <p:nvPr/>
            </p:nvGrpSpPr>
            <p:grpSpPr>
              <a:xfrm>
                <a:off x="1644341" y="3066709"/>
                <a:ext cx="3202566" cy="1130982"/>
                <a:chOff x="1644341" y="3066709"/>
                <a:chExt cx="3202566" cy="1130982"/>
              </a:xfrm>
            </p:grpSpPr>
            <p:sp>
              <p:nvSpPr>
                <p:cNvPr id="23" name="išḷíďê">
                  <a:extLst>
                    <a:ext uri="{FF2B5EF4-FFF2-40B4-BE49-F238E27FC236}">
                      <a16:creationId xmlns:a16="http://schemas.microsoft.com/office/drawing/2014/main" xmlns="" id="{3A1BC735-8261-4ECB-9B30-E6F43E58874D}"/>
                    </a:ext>
                  </a:extLst>
                </p:cNvPr>
                <p:cNvSpPr/>
                <p:nvPr/>
              </p:nvSpPr>
              <p:spPr>
                <a:xfrm>
                  <a:off x="1644341" y="3066709"/>
                  <a:ext cx="3202566"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rgbClr val="40A0E8"/>
                      </a:solidFill>
                      <a:latin typeface="微软雅黑" panose="020B0503020204020204" pitchFamily="34" charset="-122"/>
                      <a:ea typeface="微软雅黑" panose="020B0503020204020204" pitchFamily="34" charset="-122"/>
                    </a:rPr>
                    <a:t>文本标题</a:t>
                  </a:r>
                  <a:endParaRPr lang="id-ID" altLang="zh-CN" sz="1600" dirty="0">
                    <a:solidFill>
                      <a:srgbClr val="40A0E8"/>
                    </a:solidFill>
                    <a:latin typeface="微软雅黑" panose="020B0503020204020204" pitchFamily="34" charset="-122"/>
                    <a:ea typeface="微软雅黑" panose="020B0503020204020204" pitchFamily="34" charset="-122"/>
                  </a:endParaRPr>
                </a:p>
              </p:txBody>
            </p:sp>
            <p:sp>
              <p:nvSpPr>
                <p:cNvPr id="24" name="íṥḻíďe">
                  <a:extLst>
                    <a:ext uri="{FF2B5EF4-FFF2-40B4-BE49-F238E27FC236}">
                      <a16:creationId xmlns:a16="http://schemas.microsoft.com/office/drawing/2014/main" xmlns="" id="{2C075205-64C3-42AD-9524-9E825C377FB1}"/>
                    </a:ext>
                  </a:extLst>
                </p:cNvPr>
                <p:cNvSpPr/>
                <p:nvPr/>
              </p:nvSpPr>
              <p:spPr bwMode="auto">
                <a:xfrm>
                  <a:off x="1644341" y="3491879"/>
                  <a:ext cx="320256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100" dirty="0">
                      <a:latin typeface="微软雅黑" panose="020B0503020204020204" pitchFamily="34" charset="-122"/>
                      <a:ea typeface="微软雅黑" panose="020B0503020204020204" pitchFamily="34" charset="-122"/>
                    </a:rPr>
                    <a:t>……</a:t>
                  </a:r>
                </a:p>
              </p:txBody>
            </p:sp>
          </p:grpSp>
        </p:grpSp>
        <p:cxnSp>
          <p:nvCxnSpPr>
            <p:cNvPr id="20" name="直接连接符 19">
              <a:extLst>
                <a:ext uri="{FF2B5EF4-FFF2-40B4-BE49-F238E27FC236}">
                  <a16:creationId xmlns:a16="http://schemas.microsoft.com/office/drawing/2014/main" xmlns="" id="{24AE375E-1158-4D7A-A876-670B4652D568}"/>
                </a:ext>
              </a:extLst>
            </p:cNvPr>
            <p:cNvCxnSpPr/>
            <p:nvPr/>
          </p:nvCxnSpPr>
          <p:spPr>
            <a:xfrm>
              <a:off x="871002" y="4739123"/>
              <a:ext cx="4072965" cy="0"/>
            </a:xfrm>
            <a:prstGeom prst="line">
              <a:avLst/>
            </a:prstGeom>
            <a:ln w="12700"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xmlns="" id="{4B41449B-B334-442B-BFCE-E0AE3C240098}"/>
              </a:ext>
            </a:extLst>
          </p:cNvPr>
          <p:cNvGrpSpPr/>
          <p:nvPr/>
        </p:nvGrpSpPr>
        <p:grpSpPr>
          <a:xfrm>
            <a:off x="871002" y="4926667"/>
            <a:ext cx="4186507" cy="1318526"/>
            <a:chOff x="871002" y="4926667"/>
            <a:chExt cx="4186507" cy="1318526"/>
          </a:xfrm>
        </p:grpSpPr>
        <p:grpSp>
          <p:nvGrpSpPr>
            <p:cNvPr id="26" name="iṣḻiďê">
              <a:extLst>
                <a:ext uri="{FF2B5EF4-FFF2-40B4-BE49-F238E27FC236}">
                  <a16:creationId xmlns:a16="http://schemas.microsoft.com/office/drawing/2014/main" xmlns="" id="{EF111A5B-5A7A-4C7C-BB88-D8B8E887FDC6}"/>
                </a:ext>
              </a:extLst>
            </p:cNvPr>
            <p:cNvGrpSpPr/>
            <p:nvPr/>
          </p:nvGrpSpPr>
          <p:grpSpPr>
            <a:xfrm>
              <a:off x="871002" y="4926667"/>
              <a:ext cx="4186507" cy="1130982"/>
              <a:chOff x="660400" y="4572779"/>
              <a:chExt cx="4186507" cy="1130982"/>
            </a:xfrm>
          </p:grpSpPr>
          <p:sp>
            <p:nvSpPr>
              <p:cNvPr id="28" name="iṡḻïḋe">
                <a:extLst>
                  <a:ext uri="{FF2B5EF4-FFF2-40B4-BE49-F238E27FC236}">
                    <a16:creationId xmlns:a16="http://schemas.microsoft.com/office/drawing/2014/main" xmlns="" id="{5F5492A3-7F12-414E-807F-1FDBD049DA52}"/>
                  </a:ext>
                </a:extLst>
              </p:cNvPr>
              <p:cNvSpPr/>
              <p:nvPr/>
            </p:nvSpPr>
            <p:spPr>
              <a:xfrm>
                <a:off x="660400" y="4807075"/>
                <a:ext cx="540000" cy="540000"/>
              </a:xfrm>
              <a:custGeom>
                <a:avLst/>
                <a:gdLst>
                  <a:gd name="connsiteX0" fmla="*/ 556672 w 608415"/>
                  <a:gd name="connsiteY0" fmla="*/ 135486 h 607498"/>
                  <a:gd name="connsiteX1" fmla="*/ 600088 w 608415"/>
                  <a:gd name="connsiteY1" fmla="*/ 178963 h 607498"/>
                  <a:gd name="connsiteX2" fmla="*/ 559149 w 608415"/>
                  <a:gd name="connsiteY2" fmla="*/ 222309 h 607498"/>
                  <a:gd name="connsiteX3" fmla="*/ 464886 w 608415"/>
                  <a:gd name="connsiteY3" fmla="*/ 343757 h 607498"/>
                  <a:gd name="connsiteX4" fmla="*/ 465146 w 608415"/>
                  <a:gd name="connsiteY4" fmla="*/ 348443 h 607498"/>
                  <a:gd name="connsiteX5" fmla="*/ 421730 w 608415"/>
                  <a:gd name="connsiteY5" fmla="*/ 391790 h 607498"/>
                  <a:gd name="connsiteX6" fmla="*/ 379879 w 608415"/>
                  <a:gd name="connsiteY6" fmla="*/ 360419 h 607498"/>
                  <a:gd name="connsiteX7" fmla="*/ 286137 w 608415"/>
                  <a:gd name="connsiteY7" fmla="*/ 308091 h 607498"/>
                  <a:gd name="connsiteX8" fmla="*/ 266971 w 608415"/>
                  <a:gd name="connsiteY8" fmla="*/ 311345 h 607498"/>
                  <a:gd name="connsiteX9" fmla="*/ 189657 w 608415"/>
                  <a:gd name="connsiteY9" fmla="*/ 396085 h 607498"/>
                  <a:gd name="connsiteX10" fmla="*/ 189917 w 608415"/>
                  <a:gd name="connsiteY10" fmla="*/ 400511 h 607498"/>
                  <a:gd name="connsiteX11" fmla="*/ 146371 w 608415"/>
                  <a:gd name="connsiteY11" fmla="*/ 443857 h 607498"/>
                  <a:gd name="connsiteX12" fmla="*/ 102955 w 608415"/>
                  <a:gd name="connsiteY12" fmla="*/ 400511 h 607498"/>
                  <a:gd name="connsiteX13" fmla="*/ 145198 w 608415"/>
                  <a:gd name="connsiteY13" fmla="*/ 357165 h 607498"/>
                  <a:gd name="connsiteX14" fmla="*/ 225771 w 608415"/>
                  <a:gd name="connsiteY14" fmla="*/ 268780 h 607498"/>
                  <a:gd name="connsiteX15" fmla="*/ 225771 w 608415"/>
                  <a:gd name="connsiteY15" fmla="*/ 267999 h 607498"/>
                  <a:gd name="connsiteX16" fmla="*/ 269318 w 608415"/>
                  <a:gd name="connsiteY16" fmla="*/ 224652 h 607498"/>
                  <a:gd name="connsiteX17" fmla="*/ 310387 w 608415"/>
                  <a:gd name="connsiteY17" fmla="*/ 254070 h 607498"/>
                  <a:gd name="connsiteX18" fmla="*/ 406606 w 608415"/>
                  <a:gd name="connsiteY18" fmla="*/ 307700 h 607498"/>
                  <a:gd name="connsiteX19" fmla="*/ 420166 w 608415"/>
                  <a:gd name="connsiteY19" fmla="*/ 305097 h 607498"/>
                  <a:gd name="connsiteX20" fmla="*/ 513647 w 608415"/>
                  <a:gd name="connsiteY20" fmla="*/ 184560 h 607498"/>
                  <a:gd name="connsiteX21" fmla="*/ 513256 w 608415"/>
                  <a:gd name="connsiteY21" fmla="*/ 178963 h 607498"/>
                  <a:gd name="connsiteX22" fmla="*/ 556672 w 608415"/>
                  <a:gd name="connsiteY22" fmla="*/ 135486 h 607498"/>
                  <a:gd name="connsiteX23" fmla="*/ 0 w 608415"/>
                  <a:gd name="connsiteY23" fmla="*/ 0 h 607498"/>
                  <a:gd name="connsiteX24" fmla="*/ 69485 w 608415"/>
                  <a:gd name="connsiteY24" fmla="*/ 0 h 607498"/>
                  <a:gd name="connsiteX25" fmla="*/ 69485 w 608415"/>
                  <a:gd name="connsiteY25" fmla="*/ 537988 h 607498"/>
                  <a:gd name="connsiteX26" fmla="*/ 608415 w 608415"/>
                  <a:gd name="connsiteY26" fmla="*/ 537988 h 607498"/>
                  <a:gd name="connsiteX27" fmla="*/ 608415 w 608415"/>
                  <a:gd name="connsiteY27" fmla="*/ 607498 h 607498"/>
                  <a:gd name="connsiteX28" fmla="*/ 0 w 608415"/>
                  <a:gd name="connsiteY28" fmla="*/ 607498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8415" h="607498">
                    <a:moveTo>
                      <a:pt x="556672" y="135486"/>
                    </a:moveTo>
                    <a:cubicBezTo>
                      <a:pt x="580662" y="135486"/>
                      <a:pt x="600088" y="155012"/>
                      <a:pt x="600088" y="178963"/>
                    </a:cubicBezTo>
                    <a:cubicBezTo>
                      <a:pt x="600088" y="202003"/>
                      <a:pt x="581965" y="221007"/>
                      <a:pt x="559149" y="222309"/>
                    </a:cubicBezTo>
                    <a:lnTo>
                      <a:pt x="464886" y="343757"/>
                    </a:lnTo>
                    <a:cubicBezTo>
                      <a:pt x="465016" y="345319"/>
                      <a:pt x="465146" y="346881"/>
                      <a:pt x="465146" y="348443"/>
                    </a:cubicBezTo>
                    <a:cubicBezTo>
                      <a:pt x="465146" y="372394"/>
                      <a:pt x="445590" y="391790"/>
                      <a:pt x="421730" y="391790"/>
                    </a:cubicBezTo>
                    <a:cubicBezTo>
                      <a:pt x="401782" y="391790"/>
                      <a:pt x="385094" y="378642"/>
                      <a:pt x="379879" y="360419"/>
                    </a:cubicBezTo>
                    <a:lnTo>
                      <a:pt x="286137" y="308091"/>
                    </a:lnTo>
                    <a:cubicBezTo>
                      <a:pt x="280139" y="310564"/>
                      <a:pt x="273490" y="311735"/>
                      <a:pt x="266971" y="311345"/>
                    </a:cubicBezTo>
                    <a:lnTo>
                      <a:pt x="189657" y="396085"/>
                    </a:lnTo>
                    <a:cubicBezTo>
                      <a:pt x="189787" y="397517"/>
                      <a:pt x="189917" y="398949"/>
                      <a:pt x="189917" y="400511"/>
                    </a:cubicBezTo>
                    <a:cubicBezTo>
                      <a:pt x="189917" y="424462"/>
                      <a:pt x="170361" y="443857"/>
                      <a:pt x="146371" y="443857"/>
                    </a:cubicBezTo>
                    <a:cubicBezTo>
                      <a:pt x="122512" y="443857"/>
                      <a:pt x="102955" y="424462"/>
                      <a:pt x="102955" y="400511"/>
                    </a:cubicBezTo>
                    <a:cubicBezTo>
                      <a:pt x="102955" y="376950"/>
                      <a:pt x="121860" y="357815"/>
                      <a:pt x="145198" y="357165"/>
                    </a:cubicBezTo>
                    <a:lnTo>
                      <a:pt x="225771" y="268780"/>
                    </a:lnTo>
                    <a:cubicBezTo>
                      <a:pt x="225771" y="268519"/>
                      <a:pt x="225771" y="268259"/>
                      <a:pt x="225771" y="267999"/>
                    </a:cubicBezTo>
                    <a:cubicBezTo>
                      <a:pt x="225771" y="244047"/>
                      <a:pt x="245328" y="224652"/>
                      <a:pt x="269318" y="224652"/>
                    </a:cubicBezTo>
                    <a:cubicBezTo>
                      <a:pt x="288353" y="224652"/>
                      <a:pt x="304650" y="236758"/>
                      <a:pt x="310387" y="254070"/>
                    </a:cubicBezTo>
                    <a:lnTo>
                      <a:pt x="406606" y="307700"/>
                    </a:lnTo>
                    <a:cubicBezTo>
                      <a:pt x="410909" y="306138"/>
                      <a:pt x="415472" y="305227"/>
                      <a:pt x="420166" y="305097"/>
                    </a:cubicBezTo>
                    <a:lnTo>
                      <a:pt x="513647" y="184560"/>
                    </a:lnTo>
                    <a:cubicBezTo>
                      <a:pt x="513386" y="182738"/>
                      <a:pt x="513256" y="180785"/>
                      <a:pt x="513256" y="178963"/>
                    </a:cubicBezTo>
                    <a:cubicBezTo>
                      <a:pt x="513256" y="155012"/>
                      <a:pt x="532682" y="135486"/>
                      <a:pt x="556672" y="135486"/>
                    </a:cubicBezTo>
                    <a:close/>
                    <a:moveTo>
                      <a:pt x="0" y="0"/>
                    </a:moveTo>
                    <a:lnTo>
                      <a:pt x="69485" y="0"/>
                    </a:lnTo>
                    <a:lnTo>
                      <a:pt x="69485" y="537988"/>
                    </a:lnTo>
                    <a:lnTo>
                      <a:pt x="608415" y="537988"/>
                    </a:lnTo>
                    <a:lnTo>
                      <a:pt x="608415" y="607498"/>
                    </a:lnTo>
                    <a:lnTo>
                      <a:pt x="0" y="607498"/>
                    </a:lnTo>
                    <a:close/>
                  </a:path>
                </a:pathLst>
              </a:custGeom>
              <a:solidFill>
                <a:schemeClr val="bg1">
                  <a:lumMod val="6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29" name="ïSļîḋê">
                <a:extLst>
                  <a:ext uri="{FF2B5EF4-FFF2-40B4-BE49-F238E27FC236}">
                    <a16:creationId xmlns:a16="http://schemas.microsoft.com/office/drawing/2014/main" xmlns="" id="{7B8385FE-E087-44AC-936A-6F7AC8AE694C}"/>
                  </a:ext>
                </a:extLst>
              </p:cNvPr>
              <p:cNvGrpSpPr/>
              <p:nvPr/>
            </p:nvGrpSpPr>
            <p:grpSpPr>
              <a:xfrm>
                <a:off x="1644341" y="4572779"/>
                <a:ext cx="3202566" cy="1130982"/>
                <a:chOff x="1644341" y="4572779"/>
                <a:chExt cx="3202566" cy="1130982"/>
              </a:xfrm>
            </p:grpSpPr>
            <p:sp>
              <p:nvSpPr>
                <p:cNvPr id="30" name="íṧ1iḍé">
                  <a:extLst>
                    <a:ext uri="{FF2B5EF4-FFF2-40B4-BE49-F238E27FC236}">
                      <a16:creationId xmlns:a16="http://schemas.microsoft.com/office/drawing/2014/main" xmlns="" id="{1B11F0F5-650D-4F03-8874-F31575F0D45A}"/>
                    </a:ext>
                  </a:extLst>
                </p:cNvPr>
                <p:cNvSpPr/>
                <p:nvPr/>
              </p:nvSpPr>
              <p:spPr>
                <a:xfrm>
                  <a:off x="1644341" y="4572779"/>
                  <a:ext cx="3202566" cy="42517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dirty="0">
                      <a:solidFill>
                        <a:srgbClr val="40A0E8"/>
                      </a:solidFill>
                      <a:latin typeface="微软雅黑" panose="020B0503020204020204" pitchFamily="34" charset="-122"/>
                      <a:ea typeface="微软雅黑" panose="020B0503020204020204" pitchFamily="34" charset="-122"/>
                    </a:rPr>
                    <a:t>文本标题</a:t>
                  </a:r>
                  <a:endParaRPr lang="id-ID" altLang="zh-CN" sz="1600" dirty="0">
                    <a:solidFill>
                      <a:srgbClr val="40A0E8"/>
                    </a:solidFill>
                    <a:latin typeface="微软雅黑" panose="020B0503020204020204" pitchFamily="34" charset="-122"/>
                    <a:ea typeface="微软雅黑" panose="020B0503020204020204" pitchFamily="34" charset="-122"/>
                  </a:endParaRPr>
                </a:p>
              </p:txBody>
            </p:sp>
            <p:sp>
              <p:nvSpPr>
                <p:cNvPr id="31" name="ïṥļïḋê">
                  <a:extLst>
                    <a:ext uri="{FF2B5EF4-FFF2-40B4-BE49-F238E27FC236}">
                      <a16:creationId xmlns:a16="http://schemas.microsoft.com/office/drawing/2014/main" xmlns="" id="{8FC7DD3A-2988-4C86-9D0C-ADF2127EA692}"/>
                    </a:ext>
                  </a:extLst>
                </p:cNvPr>
                <p:cNvSpPr/>
                <p:nvPr/>
              </p:nvSpPr>
              <p:spPr bwMode="auto">
                <a:xfrm>
                  <a:off x="1644341" y="4997949"/>
                  <a:ext cx="3202566" cy="70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100" dirty="0">
                      <a:latin typeface="微软雅黑" panose="020B0503020204020204" pitchFamily="34" charset="-122"/>
                      <a:ea typeface="微软雅黑" panose="020B0503020204020204" pitchFamily="34" charset="-122"/>
                    </a:rPr>
                    <a:t>……</a:t>
                  </a:r>
                </a:p>
              </p:txBody>
            </p:sp>
          </p:grpSp>
        </p:grpSp>
        <p:cxnSp>
          <p:nvCxnSpPr>
            <p:cNvPr id="27" name="直接连接符 26">
              <a:extLst>
                <a:ext uri="{FF2B5EF4-FFF2-40B4-BE49-F238E27FC236}">
                  <a16:creationId xmlns:a16="http://schemas.microsoft.com/office/drawing/2014/main" xmlns="" id="{698DEEEC-354D-4AE9-89C5-DEFC50C67A14}"/>
                </a:ext>
              </a:extLst>
            </p:cNvPr>
            <p:cNvCxnSpPr/>
            <p:nvPr/>
          </p:nvCxnSpPr>
          <p:spPr>
            <a:xfrm>
              <a:off x="871002" y="6245193"/>
              <a:ext cx="4072965" cy="0"/>
            </a:xfrm>
            <a:prstGeom prst="line">
              <a:avLst/>
            </a:prstGeom>
            <a:ln w="12700"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grpSp>
      <p:sp>
        <p:nvSpPr>
          <p:cNvPr id="32" name="ïŝ1ïḓê">
            <a:extLst>
              <a:ext uri="{FF2B5EF4-FFF2-40B4-BE49-F238E27FC236}">
                <a16:creationId xmlns:a16="http://schemas.microsoft.com/office/drawing/2014/main" xmlns="" id="{A230402F-4891-4C9D-9D58-3F7C76D9709B}"/>
              </a:ext>
            </a:extLst>
          </p:cNvPr>
          <p:cNvSpPr/>
          <p:nvPr/>
        </p:nvSpPr>
        <p:spPr>
          <a:xfrm>
            <a:off x="5788320" y="3642355"/>
            <a:ext cx="5421475" cy="2626068"/>
          </a:xfrm>
          <a:prstGeom prst="rect">
            <a:avLst/>
          </a:prstGeom>
          <a:blipFill dpi="0" rotWithShape="1">
            <a:blip r:embed="rId2"/>
            <a:srcRect/>
            <a:tile tx="0" ty="-406400" sx="100000" sy="100000" flip="none" algn="t"/>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7"/>
            <a:endParaRPr lang="zh-CN" altLang="en-US" sz="1800">
              <a:latin typeface="微软雅黑" panose="020B0503020204020204" pitchFamily="34" charset="-122"/>
              <a:ea typeface="微软雅黑" panose="020B0503020204020204" pitchFamily="34" charset="-122"/>
            </a:endParaRPr>
          </a:p>
        </p:txBody>
      </p:sp>
      <p:grpSp>
        <p:nvGrpSpPr>
          <p:cNvPr id="33" name="íṥļíḓé">
            <a:extLst>
              <a:ext uri="{FF2B5EF4-FFF2-40B4-BE49-F238E27FC236}">
                <a16:creationId xmlns:a16="http://schemas.microsoft.com/office/drawing/2014/main" xmlns="" id="{8F322C46-4850-4214-9737-EC1166C11016}"/>
              </a:ext>
            </a:extLst>
          </p:cNvPr>
          <p:cNvGrpSpPr/>
          <p:nvPr/>
        </p:nvGrpSpPr>
        <p:grpSpPr>
          <a:xfrm>
            <a:off x="5788320" y="1887375"/>
            <a:ext cx="5987677" cy="1680371"/>
            <a:chOff x="6543975" y="1449237"/>
            <a:chExt cx="4974925" cy="1680371"/>
          </a:xfrm>
        </p:grpSpPr>
        <p:sp>
          <p:nvSpPr>
            <p:cNvPr id="34" name="îšḻïdé">
              <a:extLst>
                <a:ext uri="{FF2B5EF4-FFF2-40B4-BE49-F238E27FC236}">
                  <a16:creationId xmlns:a16="http://schemas.microsoft.com/office/drawing/2014/main" xmlns="" id="{D4420892-E0BE-4DFB-AA4A-18EF71AA10A3}"/>
                </a:ext>
              </a:extLst>
            </p:cNvPr>
            <p:cNvSpPr txBox="1"/>
            <p:nvPr/>
          </p:nvSpPr>
          <p:spPr>
            <a:xfrm>
              <a:off x="6543975" y="1449237"/>
              <a:ext cx="4974925" cy="100709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25000"/>
              </a:pPr>
              <a:r>
                <a:rPr lang="zh-CN" altLang="en-US" sz="2000" dirty="0">
                  <a:latin typeface="微软雅黑" panose="020B0503020204020204" pitchFamily="34" charset="-122"/>
                  <a:ea typeface="微软雅黑" panose="020B0503020204020204" pitchFamily="34" charset="-122"/>
                </a:rPr>
                <a:t>点击此处输入文本标题</a:t>
              </a:r>
              <a:endParaRPr lang="en-US" sz="2000" dirty="0">
                <a:latin typeface="微软雅黑" panose="020B0503020204020204" pitchFamily="34" charset="-122"/>
                <a:ea typeface="微软雅黑" panose="020B0503020204020204" pitchFamily="34" charset="-122"/>
              </a:endParaRPr>
            </a:p>
          </p:txBody>
        </p:sp>
        <p:sp>
          <p:nvSpPr>
            <p:cNvPr id="35" name="isļíḑè">
              <a:extLst>
                <a:ext uri="{FF2B5EF4-FFF2-40B4-BE49-F238E27FC236}">
                  <a16:creationId xmlns:a16="http://schemas.microsoft.com/office/drawing/2014/main" xmlns="" id="{31644B0E-0DC7-4524-9484-852FA94762D0}"/>
                </a:ext>
              </a:extLst>
            </p:cNvPr>
            <p:cNvSpPr txBox="1"/>
            <p:nvPr/>
          </p:nvSpPr>
          <p:spPr>
            <a:xfrm>
              <a:off x="6543975" y="2456329"/>
              <a:ext cx="4974925" cy="67327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100" dirty="0">
                  <a:latin typeface="微软雅黑" panose="020B0503020204020204" pitchFamily="34" charset="-122"/>
                  <a:ea typeface="微软雅黑" panose="020B0503020204020204" pitchFamily="34" charset="-122"/>
                </a:rPr>
                <a:t>……</a:t>
              </a:r>
            </a:p>
            <a:p>
              <a:pPr>
                <a:lnSpc>
                  <a:spcPct val="150000"/>
                </a:lnSpc>
              </a:pPr>
              <a:r>
                <a:rPr lang="zh-CN" altLang="en-US" sz="1100" dirty="0">
                  <a:latin typeface="微软雅黑" panose="020B0503020204020204" pitchFamily="34" charset="-122"/>
                  <a:ea typeface="微软雅黑" panose="020B0503020204020204" pitchFamily="34" charset="-122"/>
                </a:rPr>
                <a:t>点击此处输入文本内容，点击此处输入文本内容，点击此处输入文本内容</a:t>
              </a:r>
              <a:r>
                <a:rPr lang="en-US" altLang="zh-CN" sz="1100" dirty="0">
                  <a:latin typeface="微软雅黑" panose="020B0503020204020204" pitchFamily="34" charset="-122"/>
                  <a:ea typeface="微软雅黑" panose="020B0503020204020204" pitchFamily="34" charset="-122"/>
                </a:rPr>
                <a:t>……</a:t>
              </a:r>
            </a:p>
            <a:p>
              <a:pPr>
                <a:lnSpc>
                  <a:spcPct val="150000"/>
                </a:lnSpc>
              </a:pPr>
              <a:endParaRPr lang="en-US" altLang="zh-CN" sz="11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0450092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1+#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1+#ppt_w/2"/>
                                          </p:val>
                                        </p:tav>
                                        <p:tav tm="100000">
                                          <p:val>
                                            <p:strVal val="#ppt_x"/>
                                          </p:val>
                                        </p:tav>
                                      </p:tavLst>
                                    </p:anim>
                                    <p:anim calcmode="lin" valueType="num">
                                      <p:cBhvr additive="base">
                                        <p:cTn id="18" dur="500" fill="hold"/>
                                        <p:tgtEl>
                                          <p:spTgt spid="2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750"/>
                                        <p:tgtEl>
                                          <p:spTgt spid="33"/>
                                        </p:tgtEl>
                                      </p:cBhvr>
                                    </p:animEffect>
                                  </p:childTnLst>
                                </p:cTn>
                              </p:par>
                            </p:childTnLst>
                          </p:cTn>
                        </p:par>
                        <p:par>
                          <p:cTn id="23" fill="hold">
                            <p:stCondLst>
                              <p:cond delay="2250"/>
                            </p:stCondLst>
                            <p:childTnLst>
                              <p:par>
                                <p:cTn id="24" presetID="16" presetClass="entr" presetSubtype="21" fill="hold" grpId="0" nodeType="after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barn(inVertical)">
                                      <p:cBhvr>
                                        <p:cTn id="26" dur="7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11512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计划展望</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04</a:t>
              </a:r>
            </a:p>
          </p:txBody>
        </p:sp>
      </p:grpSp>
      <p:sp>
        <p:nvSpPr>
          <p:cNvPr id="8" name="文本框 7">
            <a:extLst>
              <a:ext uri="{FF2B5EF4-FFF2-40B4-BE49-F238E27FC236}">
                <a16:creationId xmlns:a16="http://schemas.microsoft.com/office/drawing/2014/main" xmlns="" id="{9BEF466E-6733-42E8-A15E-7B87B49AD0F6}"/>
              </a:ext>
            </a:extLst>
          </p:cNvPr>
          <p:cNvSpPr txBox="1"/>
          <p:nvPr/>
        </p:nvSpPr>
        <p:spPr>
          <a:xfrm>
            <a:off x="1413592" y="2957510"/>
            <a:ext cx="1030514" cy="707886"/>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01</a:t>
            </a:r>
            <a:endParaRPr lang="zh-CN" altLang="en-US" sz="4000" dirty="0">
              <a:solidFill>
                <a:schemeClr val="bg1"/>
              </a:solidFill>
              <a:latin typeface="Impact" panose="020B0806030902050204" pitchFamily="34" charset="0"/>
            </a:endParaRPr>
          </a:p>
        </p:txBody>
      </p:sp>
      <p:sp>
        <p:nvSpPr>
          <p:cNvPr id="12" name="文本框 11">
            <a:extLst>
              <a:ext uri="{FF2B5EF4-FFF2-40B4-BE49-F238E27FC236}">
                <a16:creationId xmlns:a16="http://schemas.microsoft.com/office/drawing/2014/main" xmlns="" id="{B7D6A8D9-8C6F-45AA-AA31-E1004CB7BCF2}"/>
              </a:ext>
            </a:extLst>
          </p:cNvPr>
          <p:cNvSpPr txBox="1"/>
          <p:nvPr/>
        </p:nvSpPr>
        <p:spPr>
          <a:xfrm>
            <a:off x="5039102" y="2957014"/>
            <a:ext cx="1030514" cy="707886"/>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02</a:t>
            </a:r>
            <a:endParaRPr lang="zh-CN" altLang="en-US" sz="4000" dirty="0">
              <a:solidFill>
                <a:schemeClr val="bg1"/>
              </a:solidFill>
              <a:latin typeface="Impact" panose="020B0806030902050204" pitchFamily="34" charset="0"/>
            </a:endParaRPr>
          </a:p>
        </p:txBody>
      </p:sp>
      <p:sp>
        <p:nvSpPr>
          <p:cNvPr id="13" name="文本框 12"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a:extLst>
              <a:ext uri="{FF2B5EF4-FFF2-40B4-BE49-F238E27FC236}">
                <a16:creationId xmlns:a16="http://schemas.microsoft.com/office/drawing/2014/main" xmlns="" id="{5129855A-9CFA-45EA-8D29-A01D49A972AF}"/>
              </a:ext>
            </a:extLst>
          </p:cNvPr>
          <p:cNvSpPr txBox="1"/>
          <p:nvPr/>
        </p:nvSpPr>
        <p:spPr>
          <a:xfrm>
            <a:off x="1028139" y="4867540"/>
            <a:ext cx="1886508" cy="1538883"/>
          </a:xfrm>
          <a:prstGeom prst="rect">
            <a:avLst/>
          </a:prstGeom>
          <a:noFill/>
          <a:effectLst/>
        </p:spPr>
        <p:txBody>
          <a:bodyPr wrap="square" rtlCol="0">
            <a:spAutoFit/>
          </a:bodyPr>
          <a:lstStyle/>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文本框 13"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a:extLst>
              <a:ext uri="{FF2B5EF4-FFF2-40B4-BE49-F238E27FC236}">
                <a16:creationId xmlns:a16="http://schemas.microsoft.com/office/drawing/2014/main" xmlns="" id="{CBB963AB-3826-4ECD-88D9-7FE803BBDD00}"/>
              </a:ext>
            </a:extLst>
          </p:cNvPr>
          <p:cNvSpPr txBox="1"/>
          <p:nvPr/>
        </p:nvSpPr>
        <p:spPr>
          <a:xfrm>
            <a:off x="3717088" y="4867540"/>
            <a:ext cx="1910126" cy="1538883"/>
          </a:xfrm>
          <a:prstGeom prst="rect">
            <a:avLst/>
          </a:prstGeom>
          <a:noFill/>
          <a:effectLst/>
        </p:spPr>
        <p:txBody>
          <a:bodyPr wrap="square" rtlCol="0">
            <a:spAutoFit/>
          </a:bodyPr>
          <a:lstStyle/>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5" name="文本框 14"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a:extLst>
              <a:ext uri="{FF2B5EF4-FFF2-40B4-BE49-F238E27FC236}">
                <a16:creationId xmlns:a16="http://schemas.microsoft.com/office/drawing/2014/main" xmlns="" id="{95C55DD7-4FEE-408F-BCB2-251C17F48769}"/>
              </a:ext>
            </a:extLst>
          </p:cNvPr>
          <p:cNvSpPr txBox="1"/>
          <p:nvPr/>
        </p:nvSpPr>
        <p:spPr>
          <a:xfrm>
            <a:off x="9129217" y="4842905"/>
            <a:ext cx="1915479" cy="1538883"/>
          </a:xfrm>
          <a:prstGeom prst="rect">
            <a:avLst/>
          </a:prstGeom>
          <a:noFill/>
          <a:effectLst/>
        </p:spPr>
        <p:txBody>
          <a:bodyPr wrap="square" rtlCol="0">
            <a:spAutoFit/>
          </a:bodyPr>
          <a:lstStyle/>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íšļîde">
            <a:extLst>
              <a:ext uri="{FF2B5EF4-FFF2-40B4-BE49-F238E27FC236}">
                <a16:creationId xmlns:a16="http://schemas.microsoft.com/office/drawing/2014/main" xmlns="" id="{DA85132F-A3DD-4AFC-912D-B56A1547E6F7}"/>
              </a:ext>
            </a:extLst>
          </p:cNvPr>
          <p:cNvSpPr/>
          <p:nvPr/>
        </p:nvSpPr>
        <p:spPr bwMode="auto">
          <a:xfrm>
            <a:off x="879624" y="1757572"/>
            <a:ext cx="4998140" cy="2608697"/>
          </a:xfrm>
          <a:custGeom>
            <a:avLst/>
            <a:gdLst/>
            <a:ahLst/>
            <a:cxnLst>
              <a:cxn ang="0">
                <a:pos x="1558" y="337"/>
              </a:cxn>
              <a:cxn ang="0">
                <a:pos x="1221" y="0"/>
              </a:cxn>
              <a:cxn ang="0">
                <a:pos x="407" y="814"/>
              </a:cxn>
              <a:cxn ang="0">
                <a:pos x="0" y="407"/>
              </a:cxn>
              <a:cxn ang="0">
                <a:pos x="402" y="5"/>
              </a:cxn>
              <a:cxn ang="0">
                <a:pos x="734" y="337"/>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1257F1"/>
            </a:solidFill>
            <a:prstDash val="solid"/>
            <a:round/>
            <a:headEnd/>
            <a:tailEnd/>
          </a:ln>
          <a:effectLst/>
        </p:spPr>
        <p:txBody>
          <a:bodyPr wrap="square" lIns="91440" tIns="45720" rIns="91440" bIns="45720" anchor="ctr">
            <a:normAutofit/>
          </a:bodyPr>
          <a:lstStyle/>
          <a:p>
            <a:pPr algn="ctr"/>
            <a:endParaRPr/>
          </a:p>
        </p:txBody>
      </p:sp>
      <p:grpSp>
        <p:nvGrpSpPr>
          <p:cNvPr id="17" name="组合 16">
            <a:extLst>
              <a:ext uri="{FF2B5EF4-FFF2-40B4-BE49-F238E27FC236}">
                <a16:creationId xmlns:a16="http://schemas.microsoft.com/office/drawing/2014/main" xmlns="" id="{50C47F02-30C1-4BBB-B03D-144C8CDB1425}"/>
              </a:ext>
            </a:extLst>
          </p:cNvPr>
          <p:cNvGrpSpPr/>
          <p:nvPr/>
        </p:nvGrpSpPr>
        <p:grpSpPr>
          <a:xfrm>
            <a:off x="1283615" y="2163595"/>
            <a:ext cx="1770259" cy="1770259"/>
            <a:chOff x="1270767" y="1896895"/>
            <a:chExt cx="1770259" cy="1770259"/>
          </a:xfrm>
          <a:solidFill>
            <a:srgbClr val="8EBAE2"/>
          </a:solidFill>
        </p:grpSpPr>
        <p:sp>
          <p:nvSpPr>
            <p:cNvPr id="18" name="íṧlîdê">
              <a:extLst>
                <a:ext uri="{FF2B5EF4-FFF2-40B4-BE49-F238E27FC236}">
                  <a16:creationId xmlns:a16="http://schemas.microsoft.com/office/drawing/2014/main" xmlns="" id="{C636C4F1-71B3-43F4-B7FA-E81C9E2CAB59}"/>
                </a:ext>
              </a:extLst>
            </p:cNvPr>
            <p:cNvSpPr/>
            <p:nvPr/>
          </p:nvSpPr>
          <p:spPr>
            <a:xfrm>
              <a:off x="1270767" y="1896895"/>
              <a:ext cx="1770259" cy="1770259"/>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zh-CN" altLang="en-US" sz="2000" dirty="0">
                  <a:solidFill>
                    <a:srgbClr val="FFFFFF"/>
                  </a:solidFill>
                  <a:latin typeface="微软雅黑" panose="020B0503020204020204" pitchFamily="34" charset="-122"/>
                  <a:ea typeface="微软雅黑" panose="020B0503020204020204" pitchFamily="34" charset="-122"/>
                </a:rPr>
                <a:t>计划一</a:t>
              </a:r>
            </a:p>
          </p:txBody>
        </p:sp>
        <p:sp>
          <p:nvSpPr>
            <p:cNvPr id="19" name="ïşľiḑé">
              <a:extLst>
                <a:ext uri="{FF2B5EF4-FFF2-40B4-BE49-F238E27FC236}">
                  <a16:creationId xmlns:a16="http://schemas.microsoft.com/office/drawing/2014/main" xmlns="" id="{3FEEB6F8-C975-487D-878A-8D9EA40701FE}"/>
                </a:ext>
              </a:extLst>
            </p:cNvPr>
            <p:cNvSpPr/>
            <p:nvPr/>
          </p:nvSpPr>
          <p:spPr>
            <a:xfrm>
              <a:off x="1985367" y="2036974"/>
              <a:ext cx="332939" cy="332939"/>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en-US" altLang="zh-CN" sz="1400" b="1" dirty="0">
                  <a:solidFill>
                    <a:schemeClr val="bg1"/>
                  </a:solidFill>
                </a:rPr>
                <a:t>1</a:t>
              </a:r>
            </a:p>
          </p:txBody>
        </p:sp>
      </p:grpSp>
      <p:grpSp>
        <p:nvGrpSpPr>
          <p:cNvPr id="20" name="组合 19">
            <a:extLst>
              <a:ext uri="{FF2B5EF4-FFF2-40B4-BE49-F238E27FC236}">
                <a16:creationId xmlns:a16="http://schemas.microsoft.com/office/drawing/2014/main" xmlns="" id="{4D7A649F-4A38-4100-A868-5288D77C2506}"/>
              </a:ext>
            </a:extLst>
          </p:cNvPr>
          <p:cNvGrpSpPr/>
          <p:nvPr/>
        </p:nvGrpSpPr>
        <p:grpSpPr>
          <a:xfrm>
            <a:off x="3896373" y="2179836"/>
            <a:ext cx="1772289" cy="1770259"/>
            <a:chOff x="3883525" y="1913136"/>
            <a:chExt cx="1772289" cy="1770259"/>
          </a:xfrm>
          <a:solidFill>
            <a:srgbClr val="8EBAE2"/>
          </a:solidFill>
        </p:grpSpPr>
        <p:sp>
          <p:nvSpPr>
            <p:cNvPr id="21" name="ïšḷîḑê">
              <a:extLst>
                <a:ext uri="{FF2B5EF4-FFF2-40B4-BE49-F238E27FC236}">
                  <a16:creationId xmlns:a16="http://schemas.microsoft.com/office/drawing/2014/main" xmlns="" id="{A98A0412-C1FC-4C15-9B60-678160BC7AF4}"/>
                </a:ext>
              </a:extLst>
            </p:cNvPr>
            <p:cNvSpPr/>
            <p:nvPr/>
          </p:nvSpPr>
          <p:spPr>
            <a:xfrm>
              <a:off x="3883525" y="1913136"/>
              <a:ext cx="1772289" cy="1770259"/>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rPr>
                <a:t>计划二</a:t>
              </a:r>
            </a:p>
          </p:txBody>
        </p:sp>
        <p:sp>
          <p:nvSpPr>
            <p:cNvPr id="22" name="ïṥ1íḑe">
              <a:extLst>
                <a:ext uri="{FF2B5EF4-FFF2-40B4-BE49-F238E27FC236}">
                  <a16:creationId xmlns:a16="http://schemas.microsoft.com/office/drawing/2014/main" xmlns="" id="{96E16095-B95D-4C61-A346-F9EFFA45257E}"/>
                </a:ext>
              </a:extLst>
            </p:cNvPr>
            <p:cNvSpPr/>
            <p:nvPr/>
          </p:nvSpPr>
          <p:spPr>
            <a:xfrm>
              <a:off x="4602185" y="2053215"/>
              <a:ext cx="334968" cy="332939"/>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en-US" altLang="zh-CN" sz="1400" b="1">
                  <a:solidFill>
                    <a:schemeClr val="bg1"/>
                  </a:solidFill>
                </a:rPr>
                <a:t>2</a:t>
              </a:r>
              <a:endParaRPr lang="en-US" altLang="zh-CN" sz="1400" b="1" dirty="0">
                <a:solidFill>
                  <a:schemeClr val="bg1"/>
                </a:solidFill>
              </a:endParaRPr>
            </a:p>
          </p:txBody>
        </p:sp>
      </p:grpSp>
      <p:grpSp>
        <p:nvGrpSpPr>
          <p:cNvPr id="23" name="组合 22">
            <a:extLst>
              <a:ext uri="{FF2B5EF4-FFF2-40B4-BE49-F238E27FC236}">
                <a16:creationId xmlns:a16="http://schemas.microsoft.com/office/drawing/2014/main" xmlns="" id="{AA5B59F4-F89E-4D75-B55C-B7A943A2EDD1}"/>
              </a:ext>
            </a:extLst>
          </p:cNvPr>
          <p:cNvGrpSpPr/>
          <p:nvPr/>
        </p:nvGrpSpPr>
        <p:grpSpPr>
          <a:xfrm>
            <a:off x="6525368" y="2179836"/>
            <a:ext cx="1772290" cy="1770259"/>
            <a:chOff x="6512520" y="1913136"/>
            <a:chExt cx="1772290" cy="1770259"/>
          </a:xfrm>
          <a:solidFill>
            <a:srgbClr val="8EBAE2"/>
          </a:solidFill>
        </p:grpSpPr>
        <p:sp>
          <p:nvSpPr>
            <p:cNvPr id="24" name="ïṥḷïḓe">
              <a:extLst>
                <a:ext uri="{FF2B5EF4-FFF2-40B4-BE49-F238E27FC236}">
                  <a16:creationId xmlns:a16="http://schemas.microsoft.com/office/drawing/2014/main" xmlns="" id="{437049BD-0EFA-454D-9C17-C2D320DA6F2E}"/>
                </a:ext>
              </a:extLst>
            </p:cNvPr>
            <p:cNvSpPr/>
            <p:nvPr/>
          </p:nvSpPr>
          <p:spPr>
            <a:xfrm>
              <a:off x="6512520" y="1913136"/>
              <a:ext cx="1772290" cy="1770259"/>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rPr>
                <a:t>计划三</a:t>
              </a:r>
            </a:p>
          </p:txBody>
        </p:sp>
        <p:sp>
          <p:nvSpPr>
            <p:cNvPr id="25" name="ïŝļíḍé">
              <a:extLst>
                <a:ext uri="{FF2B5EF4-FFF2-40B4-BE49-F238E27FC236}">
                  <a16:creationId xmlns:a16="http://schemas.microsoft.com/office/drawing/2014/main" xmlns="" id="{69E34651-F511-4FE0-BC75-8D272FAB314E}"/>
                </a:ext>
              </a:extLst>
            </p:cNvPr>
            <p:cNvSpPr/>
            <p:nvPr/>
          </p:nvSpPr>
          <p:spPr>
            <a:xfrm>
              <a:off x="7225091" y="2053215"/>
              <a:ext cx="332939" cy="332939"/>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en-US" altLang="zh-CN" sz="1400" b="1">
                  <a:solidFill>
                    <a:schemeClr val="bg1"/>
                  </a:solidFill>
                </a:rPr>
                <a:t>3</a:t>
              </a:r>
              <a:endParaRPr lang="en-US" altLang="zh-CN" sz="1400" b="1" dirty="0">
                <a:solidFill>
                  <a:schemeClr val="bg1"/>
                </a:solidFill>
              </a:endParaRPr>
            </a:p>
          </p:txBody>
        </p:sp>
      </p:grpSp>
      <p:sp>
        <p:nvSpPr>
          <p:cNvPr id="26" name="iṩ1íḑé">
            <a:extLst>
              <a:ext uri="{FF2B5EF4-FFF2-40B4-BE49-F238E27FC236}">
                <a16:creationId xmlns:a16="http://schemas.microsoft.com/office/drawing/2014/main" xmlns="" id="{5352FF59-9349-469F-B601-B7A51C474BDD}"/>
              </a:ext>
            </a:extLst>
          </p:cNvPr>
          <p:cNvSpPr/>
          <p:nvPr/>
        </p:nvSpPr>
        <p:spPr>
          <a:xfrm>
            <a:off x="3697421" y="1751484"/>
            <a:ext cx="4797158" cy="2626967"/>
          </a:xfrm>
          <a:custGeom>
            <a:avLst/>
            <a:gdLst>
              <a:gd name="connsiteX0" fmla="*/ 0 w 3902075"/>
              <a:gd name="connsiteY0" fmla="*/ 1047871 h 2096659"/>
              <a:gd name="connsiteX1" fmla="*/ 1019175 w 3902075"/>
              <a:gd name="connsiteY1" fmla="*/ 2067046 h 2096659"/>
              <a:gd name="connsiteX2" fmla="*/ 3063875 w 3902075"/>
              <a:gd name="connsiteY2" fmla="*/ 25521 h 2096659"/>
              <a:gd name="connsiteX3" fmla="*/ 3902075 w 3902075"/>
              <a:gd name="connsiteY3" fmla="*/ 866896 h 2096659"/>
              <a:gd name="connsiteX4" fmla="*/ 3902075 w 3902075"/>
              <a:gd name="connsiteY4" fmla="*/ 866896 h 2096659"/>
              <a:gd name="connsiteX0" fmla="*/ 0 w 3902075"/>
              <a:gd name="connsiteY0" fmla="*/ 1047871 h 2096659"/>
              <a:gd name="connsiteX1" fmla="*/ 1019175 w 3902075"/>
              <a:gd name="connsiteY1" fmla="*/ 2067046 h 2096659"/>
              <a:gd name="connsiteX2" fmla="*/ 3063875 w 3902075"/>
              <a:gd name="connsiteY2" fmla="*/ 25521 h 2096659"/>
              <a:gd name="connsiteX3" fmla="*/ 3902075 w 3902075"/>
              <a:gd name="connsiteY3" fmla="*/ 866896 h 2096659"/>
              <a:gd name="connsiteX4" fmla="*/ 3902075 w 3902075"/>
              <a:gd name="connsiteY4" fmla="*/ 866896 h 2096659"/>
              <a:gd name="connsiteX0" fmla="*/ 0 w 3902075"/>
              <a:gd name="connsiteY0" fmla="*/ 1047871 h 2067046"/>
              <a:gd name="connsiteX1" fmla="*/ 1019175 w 3902075"/>
              <a:gd name="connsiteY1" fmla="*/ 2067046 h 2067046"/>
              <a:gd name="connsiteX2" fmla="*/ 3063875 w 3902075"/>
              <a:gd name="connsiteY2" fmla="*/ 25521 h 2067046"/>
              <a:gd name="connsiteX3" fmla="*/ 3902075 w 3902075"/>
              <a:gd name="connsiteY3" fmla="*/ 866896 h 2067046"/>
              <a:gd name="connsiteX4" fmla="*/ 3902075 w 3902075"/>
              <a:gd name="connsiteY4" fmla="*/ 866896 h 2067046"/>
              <a:gd name="connsiteX0" fmla="*/ 0 w 3902075"/>
              <a:gd name="connsiteY0" fmla="*/ 1047871 h 2067046"/>
              <a:gd name="connsiteX1" fmla="*/ 1019175 w 3902075"/>
              <a:gd name="connsiteY1" fmla="*/ 2067046 h 2067046"/>
              <a:gd name="connsiteX2" fmla="*/ 3063875 w 3902075"/>
              <a:gd name="connsiteY2" fmla="*/ 25521 h 2067046"/>
              <a:gd name="connsiteX3" fmla="*/ 3902075 w 3902075"/>
              <a:gd name="connsiteY3" fmla="*/ 866896 h 2067046"/>
              <a:gd name="connsiteX4" fmla="*/ 3902075 w 3902075"/>
              <a:gd name="connsiteY4" fmla="*/ 866896 h 2067046"/>
              <a:gd name="connsiteX0" fmla="*/ 0 w 3902075"/>
              <a:gd name="connsiteY0" fmla="*/ 1047871 h 2067046"/>
              <a:gd name="connsiteX1" fmla="*/ 1019175 w 3902075"/>
              <a:gd name="connsiteY1" fmla="*/ 2067046 h 2067046"/>
              <a:gd name="connsiteX2" fmla="*/ 3063875 w 3902075"/>
              <a:gd name="connsiteY2" fmla="*/ 25521 h 2067046"/>
              <a:gd name="connsiteX3" fmla="*/ 3902075 w 3902075"/>
              <a:gd name="connsiteY3" fmla="*/ 866896 h 2067046"/>
              <a:gd name="connsiteX4" fmla="*/ 3902075 w 3902075"/>
              <a:gd name="connsiteY4" fmla="*/ 866896 h 2067046"/>
              <a:gd name="connsiteX0" fmla="*/ 0 w 3902075"/>
              <a:gd name="connsiteY0" fmla="*/ 1047871 h 2067046"/>
              <a:gd name="connsiteX1" fmla="*/ 1019175 w 3902075"/>
              <a:gd name="connsiteY1" fmla="*/ 2067046 h 2067046"/>
              <a:gd name="connsiteX2" fmla="*/ 3063875 w 3902075"/>
              <a:gd name="connsiteY2" fmla="*/ 25521 h 2067046"/>
              <a:gd name="connsiteX3" fmla="*/ 3902075 w 3902075"/>
              <a:gd name="connsiteY3" fmla="*/ 866896 h 2067046"/>
              <a:gd name="connsiteX4" fmla="*/ 3902075 w 3902075"/>
              <a:gd name="connsiteY4" fmla="*/ 866896 h 2067046"/>
              <a:gd name="connsiteX0" fmla="*/ 0 w 3902075"/>
              <a:gd name="connsiteY0" fmla="*/ 1047871 h 2067046"/>
              <a:gd name="connsiteX1" fmla="*/ 1019175 w 3902075"/>
              <a:gd name="connsiteY1" fmla="*/ 2067046 h 2067046"/>
              <a:gd name="connsiteX2" fmla="*/ 3063875 w 3902075"/>
              <a:gd name="connsiteY2" fmla="*/ 25521 h 2067046"/>
              <a:gd name="connsiteX3" fmla="*/ 3902075 w 3902075"/>
              <a:gd name="connsiteY3" fmla="*/ 866896 h 2067046"/>
              <a:gd name="connsiteX4" fmla="*/ 3902075 w 3902075"/>
              <a:gd name="connsiteY4" fmla="*/ 866896 h 2067046"/>
              <a:gd name="connsiteX0" fmla="*/ 0 w 3902075"/>
              <a:gd name="connsiteY0" fmla="*/ 1047871 h 2067046"/>
              <a:gd name="connsiteX1" fmla="*/ 1019175 w 3902075"/>
              <a:gd name="connsiteY1" fmla="*/ 2067046 h 2067046"/>
              <a:gd name="connsiteX2" fmla="*/ 3063875 w 3902075"/>
              <a:gd name="connsiteY2" fmla="*/ 25521 h 2067046"/>
              <a:gd name="connsiteX3" fmla="*/ 3902075 w 3902075"/>
              <a:gd name="connsiteY3" fmla="*/ 866896 h 2067046"/>
              <a:gd name="connsiteX4" fmla="*/ 3902075 w 3902075"/>
              <a:gd name="connsiteY4" fmla="*/ 866896 h 2067046"/>
              <a:gd name="connsiteX0" fmla="*/ 0 w 3902075"/>
              <a:gd name="connsiteY0" fmla="*/ 1022350 h 2041525"/>
              <a:gd name="connsiteX1" fmla="*/ 1019175 w 3902075"/>
              <a:gd name="connsiteY1" fmla="*/ 2041525 h 2041525"/>
              <a:gd name="connsiteX2" fmla="*/ 3063875 w 3902075"/>
              <a:gd name="connsiteY2" fmla="*/ 0 h 2041525"/>
              <a:gd name="connsiteX3" fmla="*/ 3902075 w 3902075"/>
              <a:gd name="connsiteY3" fmla="*/ 841375 h 2041525"/>
              <a:gd name="connsiteX4" fmla="*/ 3902075 w 3902075"/>
              <a:gd name="connsiteY4" fmla="*/ 841375 h 2041525"/>
              <a:gd name="connsiteX0" fmla="*/ 0 w 3902075"/>
              <a:gd name="connsiteY0" fmla="*/ 1022350 h 1879600"/>
              <a:gd name="connsiteX1" fmla="*/ 847725 w 3902075"/>
              <a:gd name="connsiteY1" fmla="*/ 1879600 h 1879600"/>
              <a:gd name="connsiteX2" fmla="*/ 3063875 w 3902075"/>
              <a:gd name="connsiteY2" fmla="*/ 0 h 1879600"/>
              <a:gd name="connsiteX3" fmla="*/ 3902075 w 3902075"/>
              <a:gd name="connsiteY3" fmla="*/ 841375 h 1879600"/>
              <a:gd name="connsiteX4" fmla="*/ 3902075 w 3902075"/>
              <a:gd name="connsiteY4" fmla="*/ 841375 h 1879600"/>
              <a:gd name="connsiteX0" fmla="*/ 0 w 3902075"/>
              <a:gd name="connsiteY0" fmla="*/ 1196975 h 2054225"/>
              <a:gd name="connsiteX1" fmla="*/ 847725 w 3902075"/>
              <a:gd name="connsiteY1" fmla="*/ 2054225 h 2054225"/>
              <a:gd name="connsiteX2" fmla="*/ 2895600 w 3902075"/>
              <a:gd name="connsiteY2" fmla="*/ 0 h 2054225"/>
              <a:gd name="connsiteX3" fmla="*/ 3902075 w 3902075"/>
              <a:gd name="connsiteY3" fmla="*/ 1016000 h 2054225"/>
              <a:gd name="connsiteX4" fmla="*/ 3902075 w 3902075"/>
              <a:gd name="connsiteY4" fmla="*/ 1016000 h 2054225"/>
              <a:gd name="connsiteX0" fmla="*/ 0 w 3902075"/>
              <a:gd name="connsiteY0" fmla="*/ 1196975 h 2054225"/>
              <a:gd name="connsiteX1" fmla="*/ 847725 w 3902075"/>
              <a:gd name="connsiteY1" fmla="*/ 2054225 h 2054225"/>
              <a:gd name="connsiteX2" fmla="*/ 2895600 w 3902075"/>
              <a:gd name="connsiteY2" fmla="*/ 0 h 2054225"/>
              <a:gd name="connsiteX3" fmla="*/ 3751060 w 3902075"/>
              <a:gd name="connsiteY3" fmla="*/ 864864 h 2054225"/>
              <a:gd name="connsiteX4" fmla="*/ 3902075 w 3902075"/>
              <a:gd name="connsiteY4" fmla="*/ 1016000 h 2054225"/>
              <a:gd name="connsiteX5" fmla="*/ 3902075 w 3902075"/>
              <a:gd name="connsiteY5" fmla="*/ 1016000 h 2054225"/>
              <a:gd name="connsiteX0" fmla="*/ 0 w 3902075"/>
              <a:gd name="connsiteY0" fmla="*/ 1196975 h 2054225"/>
              <a:gd name="connsiteX1" fmla="*/ 847725 w 3902075"/>
              <a:gd name="connsiteY1" fmla="*/ 2054225 h 2054225"/>
              <a:gd name="connsiteX2" fmla="*/ 2895600 w 3902075"/>
              <a:gd name="connsiteY2" fmla="*/ 0 h 2054225"/>
              <a:gd name="connsiteX3" fmla="*/ 3751060 w 3902075"/>
              <a:gd name="connsiteY3" fmla="*/ 864864 h 2054225"/>
              <a:gd name="connsiteX4" fmla="*/ 3902075 w 3902075"/>
              <a:gd name="connsiteY4" fmla="*/ 1016000 h 2054225"/>
              <a:gd name="connsiteX0" fmla="*/ 0 w 3751060"/>
              <a:gd name="connsiteY0" fmla="*/ 1196975 h 2054225"/>
              <a:gd name="connsiteX1" fmla="*/ 847725 w 3751060"/>
              <a:gd name="connsiteY1" fmla="*/ 2054225 h 2054225"/>
              <a:gd name="connsiteX2" fmla="*/ 2895600 w 3751060"/>
              <a:gd name="connsiteY2" fmla="*/ 0 h 2054225"/>
              <a:gd name="connsiteX3" fmla="*/ 3751060 w 3751060"/>
              <a:gd name="connsiteY3" fmla="*/ 864864 h 2054225"/>
            </a:gdLst>
            <a:ahLst/>
            <a:cxnLst>
              <a:cxn ang="0">
                <a:pos x="connsiteX0" y="connsiteY0"/>
              </a:cxn>
              <a:cxn ang="0">
                <a:pos x="connsiteX1" y="connsiteY1"/>
              </a:cxn>
              <a:cxn ang="0">
                <a:pos x="connsiteX2" y="connsiteY2"/>
              </a:cxn>
              <a:cxn ang="0">
                <a:pos x="connsiteX3" y="connsiteY3"/>
              </a:cxn>
            </a:cxnLst>
            <a:rect l="l" t="t" r="r" b="b"/>
            <a:pathLst>
              <a:path w="3751060" h="2054225">
                <a:moveTo>
                  <a:pt x="0" y="1196975"/>
                </a:moveTo>
                <a:cubicBezTo>
                  <a:pt x="339725" y="1536700"/>
                  <a:pt x="508000" y="1714500"/>
                  <a:pt x="847725" y="2054225"/>
                </a:cubicBezTo>
                <a:lnTo>
                  <a:pt x="2895600" y="0"/>
                </a:lnTo>
                <a:lnTo>
                  <a:pt x="3751060" y="864864"/>
                </a:lnTo>
              </a:path>
            </a:pathLst>
          </a:custGeom>
          <a:noFill/>
          <a:ln w="25400">
            <a:solidFill>
              <a:srgbClr val="1257F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7" name="îŝļíḍê">
            <a:extLst>
              <a:ext uri="{FF2B5EF4-FFF2-40B4-BE49-F238E27FC236}">
                <a16:creationId xmlns:a16="http://schemas.microsoft.com/office/drawing/2014/main" xmlns="" id="{B0D4FA13-6B49-484A-BD9A-81C874C48207}"/>
              </a:ext>
            </a:extLst>
          </p:cNvPr>
          <p:cNvSpPr/>
          <p:nvPr/>
        </p:nvSpPr>
        <p:spPr bwMode="auto">
          <a:xfrm flipH="1" flipV="1">
            <a:off x="6328449" y="1763665"/>
            <a:ext cx="4998140" cy="2610727"/>
          </a:xfrm>
          <a:custGeom>
            <a:avLst/>
            <a:gdLst/>
            <a:ahLst/>
            <a:cxnLst>
              <a:cxn ang="0">
                <a:pos x="1558" y="337"/>
              </a:cxn>
              <a:cxn ang="0">
                <a:pos x="1221" y="0"/>
              </a:cxn>
              <a:cxn ang="0">
                <a:pos x="407" y="814"/>
              </a:cxn>
              <a:cxn ang="0">
                <a:pos x="0" y="407"/>
              </a:cxn>
              <a:cxn ang="0">
                <a:pos x="402" y="5"/>
              </a:cxn>
              <a:cxn ang="0">
                <a:pos x="734" y="337"/>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1257F1"/>
            </a:solidFill>
            <a:prstDash val="solid"/>
            <a:round/>
            <a:headEnd/>
            <a:tailEnd/>
          </a:ln>
          <a:effectLst/>
        </p:spPr>
        <p:txBody>
          <a:bodyPr wrap="square" lIns="91440" tIns="45720" rIns="91440" bIns="45720" anchor="ctr">
            <a:normAutofit/>
          </a:bodyPr>
          <a:lstStyle/>
          <a:p>
            <a:pPr algn="ctr"/>
            <a:endParaRPr/>
          </a:p>
        </p:txBody>
      </p:sp>
      <p:grpSp>
        <p:nvGrpSpPr>
          <p:cNvPr id="28" name="组合 27">
            <a:extLst>
              <a:ext uri="{FF2B5EF4-FFF2-40B4-BE49-F238E27FC236}">
                <a16:creationId xmlns:a16="http://schemas.microsoft.com/office/drawing/2014/main" xmlns="" id="{7C68E96E-F611-4A4F-8FBE-A9F7093D4491}"/>
              </a:ext>
            </a:extLst>
          </p:cNvPr>
          <p:cNvGrpSpPr/>
          <p:nvPr/>
        </p:nvGrpSpPr>
        <p:grpSpPr>
          <a:xfrm>
            <a:off x="9170608" y="2179836"/>
            <a:ext cx="1772289" cy="1770259"/>
            <a:chOff x="9157760" y="1913136"/>
            <a:chExt cx="1772289" cy="1770259"/>
          </a:xfrm>
          <a:solidFill>
            <a:srgbClr val="8EBAE2"/>
          </a:solidFill>
        </p:grpSpPr>
        <p:sp>
          <p:nvSpPr>
            <p:cNvPr id="29" name="isļîdé">
              <a:extLst>
                <a:ext uri="{FF2B5EF4-FFF2-40B4-BE49-F238E27FC236}">
                  <a16:creationId xmlns:a16="http://schemas.microsoft.com/office/drawing/2014/main" xmlns="" id="{6B43FBF2-0F46-43DE-BE57-32D61AE9925D}"/>
                </a:ext>
              </a:extLst>
            </p:cNvPr>
            <p:cNvSpPr/>
            <p:nvPr/>
          </p:nvSpPr>
          <p:spPr>
            <a:xfrm>
              <a:off x="9157760" y="1913136"/>
              <a:ext cx="1772289" cy="1770259"/>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rPr>
                <a:t>计划四</a:t>
              </a:r>
            </a:p>
          </p:txBody>
        </p:sp>
        <p:sp>
          <p:nvSpPr>
            <p:cNvPr id="30" name="îṧliḑe">
              <a:extLst>
                <a:ext uri="{FF2B5EF4-FFF2-40B4-BE49-F238E27FC236}">
                  <a16:creationId xmlns:a16="http://schemas.microsoft.com/office/drawing/2014/main" xmlns="" id="{3DDA998C-03C3-430E-A5A1-7C1F720E6F64}"/>
                </a:ext>
              </a:extLst>
            </p:cNvPr>
            <p:cNvSpPr/>
            <p:nvPr/>
          </p:nvSpPr>
          <p:spPr>
            <a:xfrm>
              <a:off x="9868300" y="2053215"/>
              <a:ext cx="334968" cy="332939"/>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defRPr/>
              </a:pPr>
              <a:r>
                <a:rPr lang="en-US" altLang="zh-CN" sz="1400" b="1">
                  <a:solidFill>
                    <a:schemeClr val="bg1"/>
                  </a:solidFill>
                </a:rPr>
                <a:t>4</a:t>
              </a:r>
              <a:endParaRPr lang="en-US" altLang="zh-CN" sz="1400" b="1" dirty="0">
                <a:solidFill>
                  <a:schemeClr val="bg1"/>
                </a:solidFill>
              </a:endParaRPr>
            </a:p>
          </p:txBody>
        </p:sp>
      </p:grpSp>
      <p:cxnSp>
        <p:nvCxnSpPr>
          <p:cNvPr id="31" name="直接连接符 30">
            <a:extLst>
              <a:ext uri="{FF2B5EF4-FFF2-40B4-BE49-F238E27FC236}">
                <a16:creationId xmlns:a16="http://schemas.microsoft.com/office/drawing/2014/main" xmlns="" id="{1ED937D2-B1C3-400B-BC03-73FC64A969E5}"/>
              </a:ext>
            </a:extLst>
          </p:cNvPr>
          <p:cNvCxnSpPr/>
          <p:nvPr/>
        </p:nvCxnSpPr>
        <p:spPr>
          <a:xfrm>
            <a:off x="3516560" y="4772292"/>
            <a:ext cx="0" cy="908538"/>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xmlns="" id="{BD9CA482-9060-4B3F-8B6F-34EEDF915441}"/>
              </a:ext>
            </a:extLst>
          </p:cNvPr>
          <p:cNvCxnSpPr/>
          <p:nvPr/>
        </p:nvCxnSpPr>
        <p:spPr>
          <a:xfrm>
            <a:off x="6108848" y="4772292"/>
            <a:ext cx="0" cy="908538"/>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xmlns="" id="{D1DFD0FE-96E2-4DFC-A0C1-94971C396484}"/>
              </a:ext>
            </a:extLst>
          </p:cNvPr>
          <p:cNvCxnSpPr/>
          <p:nvPr/>
        </p:nvCxnSpPr>
        <p:spPr>
          <a:xfrm>
            <a:off x="8769752" y="4772292"/>
            <a:ext cx="0" cy="908538"/>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4" name="文本框 33"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a:extLst>
              <a:ext uri="{FF2B5EF4-FFF2-40B4-BE49-F238E27FC236}">
                <a16:creationId xmlns:a16="http://schemas.microsoft.com/office/drawing/2014/main" xmlns="" id="{65D55020-5FD5-40E3-AA28-0F3390D2966C}"/>
              </a:ext>
            </a:extLst>
          </p:cNvPr>
          <p:cNvSpPr txBox="1"/>
          <p:nvPr/>
        </p:nvSpPr>
        <p:spPr>
          <a:xfrm>
            <a:off x="6380355" y="4848998"/>
            <a:ext cx="1984741" cy="1538883"/>
          </a:xfrm>
          <a:prstGeom prst="rect">
            <a:avLst/>
          </a:prstGeom>
          <a:noFill/>
          <a:effectLst/>
        </p:spPr>
        <p:txBody>
          <a:bodyPr wrap="square" rtlCol="0">
            <a:spAutoFit/>
          </a:bodyPr>
          <a:lstStyle/>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ts val="24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请在这里输入您的主要叙述内容</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990116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par>
                          <p:cTn id="16" fill="hold">
                            <p:stCondLst>
                              <p:cond delay="1500"/>
                            </p:stCondLst>
                            <p:childTnLst>
                              <p:par>
                                <p:cTn id="17" presetID="49" presetClass="entr" presetSubtype="0" decel="10000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anim calcmode="lin" valueType="num">
                                      <p:cBhvr>
                                        <p:cTn id="21" dur="500" fill="hold"/>
                                        <p:tgtEl>
                                          <p:spTgt spid="17"/>
                                        </p:tgtEl>
                                        <p:attrNameLst>
                                          <p:attrName>style.rotation</p:attrName>
                                        </p:attrNameLst>
                                      </p:cBhvr>
                                      <p:tavLst>
                                        <p:tav tm="0">
                                          <p:val>
                                            <p:fltVal val="360"/>
                                          </p:val>
                                        </p:tav>
                                        <p:tav tm="100000">
                                          <p:val>
                                            <p:fltVal val="0"/>
                                          </p:val>
                                        </p:tav>
                                      </p:tavLst>
                                    </p:anim>
                                    <p:animEffect transition="in" filter="fade">
                                      <p:cBhvr>
                                        <p:cTn id="22" dur="500"/>
                                        <p:tgtEl>
                                          <p:spTgt spid="17"/>
                                        </p:tgtEl>
                                      </p:cBhvr>
                                    </p:animEffect>
                                  </p:childTnLst>
                                </p:cTn>
                              </p:par>
                            </p:childTnLst>
                          </p:cTn>
                        </p:par>
                        <p:par>
                          <p:cTn id="23" fill="hold">
                            <p:stCondLst>
                              <p:cond delay="2000"/>
                            </p:stCondLst>
                            <p:childTnLst>
                              <p:par>
                                <p:cTn id="24" presetID="49" presetClass="entr" presetSubtype="0" decel="100000" fill="hold" nodeType="after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p:cTn id="26" dur="500" fill="hold"/>
                                        <p:tgtEl>
                                          <p:spTgt spid="20"/>
                                        </p:tgtEl>
                                        <p:attrNameLst>
                                          <p:attrName>ppt_w</p:attrName>
                                        </p:attrNameLst>
                                      </p:cBhvr>
                                      <p:tavLst>
                                        <p:tav tm="0">
                                          <p:val>
                                            <p:fltVal val="0"/>
                                          </p:val>
                                        </p:tav>
                                        <p:tav tm="100000">
                                          <p:val>
                                            <p:strVal val="#ppt_w"/>
                                          </p:val>
                                        </p:tav>
                                      </p:tavLst>
                                    </p:anim>
                                    <p:anim calcmode="lin" valueType="num">
                                      <p:cBhvr>
                                        <p:cTn id="27" dur="500" fill="hold"/>
                                        <p:tgtEl>
                                          <p:spTgt spid="20"/>
                                        </p:tgtEl>
                                        <p:attrNameLst>
                                          <p:attrName>ppt_h</p:attrName>
                                        </p:attrNameLst>
                                      </p:cBhvr>
                                      <p:tavLst>
                                        <p:tav tm="0">
                                          <p:val>
                                            <p:fltVal val="0"/>
                                          </p:val>
                                        </p:tav>
                                        <p:tav tm="100000">
                                          <p:val>
                                            <p:strVal val="#ppt_h"/>
                                          </p:val>
                                        </p:tav>
                                      </p:tavLst>
                                    </p:anim>
                                    <p:anim calcmode="lin" valueType="num">
                                      <p:cBhvr>
                                        <p:cTn id="28" dur="500" fill="hold"/>
                                        <p:tgtEl>
                                          <p:spTgt spid="20"/>
                                        </p:tgtEl>
                                        <p:attrNameLst>
                                          <p:attrName>style.rotation</p:attrName>
                                        </p:attrNameLst>
                                      </p:cBhvr>
                                      <p:tavLst>
                                        <p:tav tm="0">
                                          <p:val>
                                            <p:fltVal val="360"/>
                                          </p:val>
                                        </p:tav>
                                        <p:tav tm="100000">
                                          <p:val>
                                            <p:fltVal val="0"/>
                                          </p:val>
                                        </p:tav>
                                      </p:tavLst>
                                    </p:anim>
                                    <p:animEffect transition="in" filter="fade">
                                      <p:cBhvr>
                                        <p:cTn id="29" dur="500"/>
                                        <p:tgtEl>
                                          <p:spTgt spid="20"/>
                                        </p:tgtEl>
                                      </p:cBhvr>
                                    </p:animEffect>
                                  </p:childTnLst>
                                </p:cTn>
                              </p:par>
                            </p:childTnLst>
                          </p:cTn>
                        </p:par>
                        <p:par>
                          <p:cTn id="30" fill="hold">
                            <p:stCondLst>
                              <p:cond delay="2500"/>
                            </p:stCondLst>
                            <p:childTnLst>
                              <p:par>
                                <p:cTn id="31" presetID="49" presetClass="entr" presetSubtype="0" decel="100000" fill="hold" nodeType="after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anim calcmode="lin" valueType="num">
                                      <p:cBhvr>
                                        <p:cTn id="35" dur="500" fill="hold"/>
                                        <p:tgtEl>
                                          <p:spTgt spid="23"/>
                                        </p:tgtEl>
                                        <p:attrNameLst>
                                          <p:attrName>style.rotation</p:attrName>
                                        </p:attrNameLst>
                                      </p:cBhvr>
                                      <p:tavLst>
                                        <p:tav tm="0">
                                          <p:val>
                                            <p:fltVal val="360"/>
                                          </p:val>
                                        </p:tav>
                                        <p:tav tm="100000">
                                          <p:val>
                                            <p:fltVal val="0"/>
                                          </p:val>
                                        </p:tav>
                                      </p:tavLst>
                                    </p:anim>
                                    <p:animEffect transition="in" filter="fade">
                                      <p:cBhvr>
                                        <p:cTn id="36" dur="500"/>
                                        <p:tgtEl>
                                          <p:spTgt spid="23"/>
                                        </p:tgtEl>
                                      </p:cBhvr>
                                    </p:animEffect>
                                  </p:childTnLst>
                                </p:cTn>
                              </p:par>
                            </p:childTnLst>
                          </p:cTn>
                        </p:par>
                        <p:par>
                          <p:cTn id="37" fill="hold">
                            <p:stCondLst>
                              <p:cond delay="3000"/>
                            </p:stCondLst>
                            <p:childTnLst>
                              <p:par>
                                <p:cTn id="38" presetID="49" presetClass="entr" presetSubtype="0" decel="100000" fill="hold" nodeType="afterEffect">
                                  <p:stCondLst>
                                    <p:cond delay="0"/>
                                  </p:stCondLst>
                                  <p:childTnLst>
                                    <p:set>
                                      <p:cBhvr>
                                        <p:cTn id="39" dur="1" fill="hold">
                                          <p:stCondLst>
                                            <p:cond delay="0"/>
                                          </p:stCondLst>
                                        </p:cTn>
                                        <p:tgtEl>
                                          <p:spTgt spid="28"/>
                                        </p:tgtEl>
                                        <p:attrNameLst>
                                          <p:attrName>style.visibility</p:attrName>
                                        </p:attrNameLst>
                                      </p:cBhvr>
                                      <p:to>
                                        <p:strVal val="visible"/>
                                      </p:to>
                                    </p:set>
                                    <p:anim calcmode="lin" valueType="num">
                                      <p:cBhvr>
                                        <p:cTn id="40" dur="500" fill="hold"/>
                                        <p:tgtEl>
                                          <p:spTgt spid="28"/>
                                        </p:tgtEl>
                                        <p:attrNameLst>
                                          <p:attrName>ppt_w</p:attrName>
                                        </p:attrNameLst>
                                      </p:cBhvr>
                                      <p:tavLst>
                                        <p:tav tm="0">
                                          <p:val>
                                            <p:fltVal val="0"/>
                                          </p:val>
                                        </p:tav>
                                        <p:tav tm="100000">
                                          <p:val>
                                            <p:strVal val="#ppt_w"/>
                                          </p:val>
                                        </p:tav>
                                      </p:tavLst>
                                    </p:anim>
                                    <p:anim calcmode="lin" valueType="num">
                                      <p:cBhvr>
                                        <p:cTn id="41" dur="500" fill="hold"/>
                                        <p:tgtEl>
                                          <p:spTgt spid="28"/>
                                        </p:tgtEl>
                                        <p:attrNameLst>
                                          <p:attrName>ppt_h</p:attrName>
                                        </p:attrNameLst>
                                      </p:cBhvr>
                                      <p:tavLst>
                                        <p:tav tm="0">
                                          <p:val>
                                            <p:fltVal val="0"/>
                                          </p:val>
                                        </p:tav>
                                        <p:tav tm="100000">
                                          <p:val>
                                            <p:strVal val="#ppt_h"/>
                                          </p:val>
                                        </p:tav>
                                      </p:tavLst>
                                    </p:anim>
                                    <p:anim calcmode="lin" valueType="num">
                                      <p:cBhvr>
                                        <p:cTn id="42" dur="500" fill="hold"/>
                                        <p:tgtEl>
                                          <p:spTgt spid="28"/>
                                        </p:tgtEl>
                                        <p:attrNameLst>
                                          <p:attrName>style.rotation</p:attrName>
                                        </p:attrNameLst>
                                      </p:cBhvr>
                                      <p:tavLst>
                                        <p:tav tm="0">
                                          <p:val>
                                            <p:fltVal val="360"/>
                                          </p:val>
                                        </p:tav>
                                        <p:tav tm="100000">
                                          <p:val>
                                            <p:fltVal val="0"/>
                                          </p:val>
                                        </p:tav>
                                      </p:tavLst>
                                    </p:anim>
                                    <p:animEffect transition="in" filter="fade">
                                      <p:cBhvr>
                                        <p:cTn id="43" dur="500"/>
                                        <p:tgtEl>
                                          <p:spTgt spid="28"/>
                                        </p:tgtEl>
                                      </p:cBhvr>
                                    </p:animEffect>
                                  </p:childTnLst>
                                </p:cTn>
                              </p:par>
                            </p:childTnLst>
                          </p:cTn>
                        </p:par>
                        <p:par>
                          <p:cTn id="44" fill="hold">
                            <p:stCondLst>
                              <p:cond delay="3500"/>
                            </p:stCondLst>
                            <p:childTnLst>
                              <p:par>
                                <p:cTn id="45" presetID="22" presetClass="entr" presetSubtype="1" fill="hold"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wipe(up)">
                                      <p:cBhvr>
                                        <p:cTn id="47" dur="500"/>
                                        <p:tgtEl>
                                          <p:spTgt spid="31"/>
                                        </p:tgtEl>
                                      </p:cBhvr>
                                    </p:animEffect>
                                  </p:childTnLst>
                                </p:cTn>
                              </p:par>
                              <p:par>
                                <p:cTn id="48" presetID="22" presetClass="entr" presetSubtype="1"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up)">
                                      <p:cBhvr>
                                        <p:cTn id="50" dur="500"/>
                                        <p:tgtEl>
                                          <p:spTgt spid="32"/>
                                        </p:tgtEl>
                                      </p:cBhvr>
                                    </p:animEffect>
                                  </p:childTnLst>
                                </p:cTn>
                              </p:par>
                              <p:par>
                                <p:cTn id="51" presetID="22" presetClass="entr" presetSubtype="1"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wipe(up)">
                                      <p:cBhvr>
                                        <p:cTn id="53" dur="500"/>
                                        <p:tgtEl>
                                          <p:spTgt spid="33"/>
                                        </p:tgtEl>
                                      </p:cBhvr>
                                    </p:animEffect>
                                  </p:childTnLst>
                                </p:cTn>
                              </p:par>
                            </p:childTnLst>
                          </p:cTn>
                        </p:par>
                        <p:par>
                          <p:cTn id="54" fill="hold">
                            <p:stCondLst>
                              <p:cond delay="4000"/>
                            </p:stCondLst>
                            <p:childTnLst>
                              <p:par>
                                <p:cTn id="55" presetID="2" presetClass="entr" presetSubtype="4" fill="hold" grpId="0" nodeType="after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1+#ppt_h/2"/>
                                          </p:val>
                                        </p:tav>
                                        <p:tav tm="100000">
                                          <p:val>
                                            <p:strVal val="#ppt_y"/>
                                          </p:val>
                                        </p:tav>
                                      </p:tavLst>
                                    </p:anim>
                                  </p:childTnLst>
                                </p:cTn>
                              </p:par>
                            </p:childTnLst>
                          </p:cTn>
                        </p:par>
                        <p:par>
                          <p:cTn id="59" fill="hold">
                            <p:stCondLst>
                              <p:cond delay="4500"/>
                            </p:stCondLst>
                            <p:childTnLst>
                              <p:par>
                                <p:cTn id="60" presetID="2" presetClass="entr" presetSubtype="4"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ppt_x"/>
                                          </p:val>
                                        </p:tav>
                                        <p:tav tm="100000">
                                          <p:val>
                                            <p:strVal val="#ppt_x"/>
                                          </p:val>
                                        </p:tav>
                                      </p:tavLst>
                                    </p:anim>
                                    <p:anim calcmode="lin" valueType="num">
                                      <p:cBhvr additive="base">
                                        <p:cTn id="63" dur="500" fill="hold"/>
                                        <p:tgtEl>
                                          <p:spTgt spid="14"/>
                                        </p:tgtEl>
                                        <p:attrNameLst>
                                          <p:attrName>ppt_y</p:attrName>
                                        </p:attrNameLst>
                                      </p:cBhvr>
                                      <p:tavLst>
                                        <p:tav tm="0">
                                          <p:val>
                                            <p:strVal val="1+#ppt_h/2"/>
                                          </p:val>
                                        </p:tav>
                                        <p:tav tm="100000">
                                          <p:val>
                                            <p:strVal val="#ppt_y"/>
                                          </p:val>
                                        </p:tav>
                                      </p:tavLst>
                                    </p:anim>
                                  </p:childTnLst>
                                </p:cTn>
                              </p:par>
                            </p:childTnLst>
                          </p:cTn>
                        </p:par>
                        <p:par>
                          <p:cTn id="64" fill="hold">
                            <p:stCondLst>
                              <p:cond delay="5000"/>
                            </p:stCondLst>
                            <p:childTnLst>
                              <p:par>
                                <p:cTn id="65" presetID="2" presetClass="entr" presetSubtype="4"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ppt_x"/>
                                          </p:val>
                                        </p:tav>
                                        <p:tav tm="100000">
                                          <p:val>
                                            <p:strVal val="#ppt_x"/>
                                          </p:val>
                                        </p:tav>
                                      </p:tavLst>
                                    </p:anim>
                                    <p:anim calcmode="lin" valueType="num">
                                      <p:cBhvr additive="base">
                                        <p:cTn id="68" dur="500" fill="hold"/>
                                        <p:tgtEl>
                                          <p:spTgt spid="34"/>
                                        </p:tgtEl>
                                        <p:attrNameLst>
                                          <p:attrName>ppt_y</p:attrName>
                                        </p:attrNameLst>
                                      </p:cBhvr>
                                      <p:tavLst>
                                        <p:tav tm="0">
                                          <p:val>
                                            <p:strVal val="1+#ppt_h/2"/>
                                          </p:val>
                                        </p:tav>
                                        <p:tav tm="100000">
                                          <p:val>
                                            <p:strVal val="#ppt_y"/>
                                          </p:val>
                                        </p:tav>
                                      </p:tavLst>
                                    </p:anim>
                                  </p:childTnLst>
                                </p:cTn>
                              </p:par>
                            </p:childTnLst>
                          </p:cTn>
                        </p:par>
                        <p:par>
                          <p:cTn id="69" fill="hold">
                            <p:stCondLst>
                              <p:cond delay="5500"/>
                            </p:stCondLst>
                            <p:childTnLst>
                              <p:par>
                                <p:cTn id="70" presetID="2" presetClass="entr" presetSubtype="4" fill="hold" grpId="0" nodeType="after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26" grpId="0" animBg="1"/>
      <p:bldP spid="27" grpId="0" animBg="1"/>
      <p:bldP spid="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121D319F-6158-4BCC-9F01-B6FA92D4227A}"/>
              </a:ext>
            </a:extLst>
          </p:cNvPr>
          <p:cNvGrpSpPr/>
          <p:nvPr/>
        </p:nvGrpSpPr>
        <p:grpSpPr>
          <a:xfrm>
            <a:off x="142610" y="441828"/>
            <a:ext cx="12589396" cy="640943"/>
            <a:chOff x="142610" y="441828"/>
            <a:chExt cx="12589396" cy="640943"/>
          </a:xfrm>
        </p:grpSpPr>
        <p:sp>
          <p:nvSpPr>
            <p:cNvPr id="10" name="矩形: 圆角 9">
              <a:extLst>
                <a:ext uri="{FF2B5EF4-FFF2-40B4-BE49-F238E27FC236}">
                  <a16:creationId xmlns:a16="http://schemas.microsoft.com/office/drawing/2014/main" xmlns="" id="{A7B94DD2-D4DA-4794-9DAA-562D9CD3811B}"/>
                </a:ext>
              </a:extLst>
            </p:cNvPr>
            <p:cNvSpPr/>
            <p:nvPr/>
          </p:nvSpPr>
          <p:spPr>
            <a:xfrm>
              <a:off x="242468" y="441828"/>
              <a:ext cx="685679" cy="609600"/>
            </a:xfrm>
            <a:prstGeom prst="roundRect">
              <a:avLst/>
            </a:pr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nvGrpSpPr>
            <p:cNvPr id="4" name="组合 3">
              <a:extLst>
                <a:ext uri="{FF2B5EF4-FFF2-40B4-BE49-F238E27FC236}">
                  <a16:creationId xmlns:a16="http://schemas.microsoft.com/office/drawing/2014/main" xmlns="" id="{C152D6CD-30A9-4B0A-A035-CC0794170E0B}"/>
                </a:ext>
              </a:extLst>
            </p:cNvPr>
            <p:cNvGrpSpPr/>
            <p:nvPr/>
          </p:nvGrpSpPr>
          <p:grpSpPr>
            <a:xfrm>
              <a:off x="1047056" y="529630"/>
              <a:ext cx="11684950" cy="461665"/>
              <a:chOff x="1199456" y="548680"/>
              <a:chExt cx="11684950" cy="461665"/>
            </a:xfrm>
          </p:grpSpPr>
          <p:sp>
            <p:nvSpPr>
              <p:cNvPr id="5" name="文本框 4">
                <a:extLst>
                  <a:ext uri="{FF2B5EF4-FFF2-40B4-BE49-F238E27FC236}">
                    <a16:creationId xmlns:a16="http://schemas.microsoft.com/office/drawing/2014/main" xmlns="" id="{A0D6C38C-70E6-4167-8D7B-931E4EEB921C}"/>
                  </a:ext>
                </a:extLst>
              </p:cNvPr>
              <p:cNvSpPr txBox="1"/>
              <p:nvPr/>
            </p:nvSpPr>
            <p:spPr>
              <a:xfrm>
                <a:off x="1199456" y="548680"/>
                <a:ext cx="2741173" cy="461665"/>
              </a:xfrm>
              <a:prstGeom prst="rect">
                <a:avLst/>
              </a:prstGeom>
              <a:noFill/>
            </p:spPr>
            <p:txBody>
              <a:bodyPr wrap="square" rtlCol="0">
                <a:spAutoFit/>
              </a:bodyPr>
              <a:lstStyle/>
              <a:p>
                <a:pPr algn="dist"/>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实现目标的步骤</a:t>
                </a:r>
              </a:p>
            </p:txBody>
          </p:sp>
          <p:sp>
            <p:nvSpPr>
              <p:cNvPr id="6" name="文本框 5">
                <a:extLst>
                  <a:ext uri="{FF2B5EF4-FFF2-40B4-BE49-F238E27FC236}">
                    <a16:creationId xmlns:a16="http://schemas.microsoft.com/office/drawing/2014/main" xmlns="" id="{661BB7A2-072E-4422-ACC5-40044CD42371}"/>
                  </a:ext>
                </a:extLst>
              </p:cNvPr>
              <p:cNvSpPr txBox="1"/>
              <p:nvPr/>
            </p:nvSpPr>
            <p:spPr>
              <a:xfrm>
                <a:off x="6807646" y="625623"/>
                <a:ext cx="6076760" cy="307777"/>
              </a:xfrm>
              <a:prstGeom prst="rect">
                <a:avLst/>
              </a:prstGeom>
              <a:noFill/>
            </p:spPr>
            <p:txBody>
              <a:bodyPr wrap="square" rtlCol="0">
                <a:spAutoFit/>
              </a:bodyPr>
              <a:lstStyle/>
              <a:p>
                <a:pPr algn="ctr"/>
                <a:r>
                  <a:rPr kumimoji="1" lang="en-US" altLang="zh-CN" sz="1400" dirty="0">
                    <a:solidFill>
                      <a:srgbClr val="0069BA"/>
                    </a:solidFill>
                    <a:latin typeface="微软雅黑" panose="020B0503020204020204" pitchFamily="34" charset="-122"/>
                    <a:ea typeface="微软雅黑" panose="020B0503020204020204" pitchFamily="34" charset="-122"/>
                  </a:rPr>
                  <a:t>Lorem ipsum dolor sit amet, consectetuer adipiscing elit. </a:t>
                </a:r>
                <a:endParaRPr kumimoji="1" lang="zh-CN" altLang="en-US" sz="1400" dirty="0">
                  <a:solidFill>
                    <a:srgbClr val="0069BA"/>
                  </a:solidFill>
                  <a:latin typeface="微软雅黑" panose="020B0503020204020204" pitchFamily="34" charset="-122"/>
                  <a:ea typeface="微软雅黑" panose="020B0503020204020204" pitchFamily="34" charset="-122"/>
                </a:endParaRPr>
              </a:p>
            </p:txBody>
          </p:sp>
        </p:grpSp>
        <p:sp>
          <p:nvSpPr>
            <p:cNvPr id="9" name="íśḻïḓè">
              <a:extLst>
                <a:ext uri="{FF2B5EF4-FFF2-40B4-BE49-F238E27FC236}">
                  <a16:creationId xmlns:a16="http://schemas.microsoft.com/office/drawing/2014/main" xmlns="" id="{C08E1B51-C33D-49C1-9C50-D5E189D4886E}"/>
                </a:ext>
              </a:extLst>
            </p:cNvPr>
            <p:cNvSpPr txBox="1"/>
            <p:nvPr/>
          </p:nvSpPr>
          <p:spPr bwMode="auto">
            <a:xfrm>
              <a:off x="142610" y="445506"/>
              <a:ext cx="923496" cy="637265"/>
            </a:xfrm>
            <a:prstGeom prst="rect">
              <a:avLst/>
            </a:prstGeom>
            <a:noFill/>
            <a:ln>
              <a:noFill/>
            </a:ln>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200" spc="600" dirty="0">
                  <a:solidFill>
                    <a:schemeClr val="bg1"/>
                  </a:solidFill>
                  <a:latin typeface="微软雅黑" panose="020B0503020204020204" pitchFamily="34" charset="-122"/>
                  <a:ea typeface="微软雅黑" panose="020B0503020204020204" pitchFamily="34" charset="-122"/>
                  <a:cs typeface="+mn-ea"/>
                  <a:sym typeface="+mn-lt"/>
                </a:rPr>
                <a:t>04</a:t>
              </a:r>
            </a:p>
          </p:txBody>
        </p:sp>
      </p:grpSp>
      <p:sp>
        <p:nvSpPr>
          <p:cNvPr id="18" name="任意多边形 14">
            <a:extLst>
              <a:ext uri="{FF2B5EF4-FFF2-40B4-BE49-F238E27FC236}">
                <a16:creationId xmlns:a16="http://schemas.microsoft.com/office/drawing/2014/main" xmlns="" id="{9E1502B8-AC4F-4D15-A91C-FC230F504689}"/>
              </a:ext>
            </a:extLst>
          </p:cNvPr>
          <p:cNvSpPr/>
          <p:nvPr/>
        </p:nvSpPr>
        <p:spPr>
          <a:xfrm>
            <a:off x="4329356" y="2331003"/>
            <a:ext cx="3093962" cy="3093962"/>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no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nvGrpSpPr>
          <p:cNvPr id="3" name="组合 2">
            <a:extLst>
              <a:ext uri="{FF2B5EF4-FFF2-40B4-BE49-F238E27FC236}">
                <a16:creationId xmlns:a16="http://schemas.microsoft.com/office/drawing/2014/main" xmlns="" id="{8500FAD5-9D93-4E8E-ADBF-2D8AB505A2F3}"/>
              </a:ext>
            </a:extLst>
          </p:cNvPr>
          <p:cNvGrpSpPr/>
          <p:nvPr/>
        </p:nvGrpSpPr>
        <p:grpSpPr>
          <a:xfrm>
            <a:off x="4375642" y="1656484"/>
            <a:ext cx="992334" cy="992334"/>
            <a:chOff x="4375642" y="1656484"/>
            <a:chExt cx="992334" cy="992334"/>
          </a:xfrm>
        </p:grpSpPr>
        <p:grpSp>
          <p:nvGrpSpPr>
            <p:cNvPr id="26" name="组合 25">
              <a:extLst>
                <a:ext uri="{FF2B5EF4-FFF2-40B4-BE49-F238E27FC236}">
                  <a16:creationId xmlns:a16="http://schemas.microsoft.com/office/drawing/2014/main" xmlns="" id="{0E0000B2-AABF-4130-AC76-233ABC9A8454}"/>
                </a:ext>
              </a:extLst>
            </p:cNvPr>
            <p:cNvGrpSpPr/>
            <p:nvPr/>
          </p:nvGrpSpPr>
          <p:grpSpPr>
            <a:xfrm>
              <a:off x="4375642" y="1656484"/>
              <a:ext cx="992334" cy="992334"/>
              <a:chOff x="4993868" y="2326868"/>
              <a:chExt cx="2204265" cy="2204265"/>
            </a:xfrm>
            <a:effectLst>
              <a:outerShdw blurRad="139700" dist="63500" dir="2700000" algn="tl" rotWithShape="0">
                <a:prstClr val="black">
                  <a:alpha val="25000"/>
                </a:prstClr>
              </a:outerShdw>
            </a:effectLst>
          </p:grpSpPr>
          <p:sp>
            <p:nvSpPr>
              <p:cNvPr id="27" name="任意多边形 18">
                <a:extLst>
                  <a:ext uri="{FF2B5EF4-FFF2-40B4-BE49-F238E27FC236}">
                    <a16:creationId xmlns:a16="http://schemas.microsoft.com/office/drawing/2014/main" xmlns="" id="{DF6EE78D-6DE6-42D7-B510-FAC606EC44AA}"/>
                  </a:ext>
                </a:extLst>
              </p:cNvPr>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28" name="椭圆 27">
                <a:extLst>
                  <a:ext uri="{FF2B5EF4-FFF2-40B4-BE49-F238E27FC236}">
                    <a16:creationId xmlns:a16="http://schemas.microsoft.com/office/drawing/2014/main" xmlns="" id="{1B8660D7-5554-4FD9-8D52-8291272C36BB}"/>
                  </a:ext>
                </a:extLst>
              </p:cNvPr>
              <p:cNvSpPr/>
              <p:nvPr/>
            </p:nvSpPr>
            <p:spPr>
              <a:xfrm>
                <a:off x="5305425" y="2638425"/>
                <a:ext cx="1581150" cy="1581150"/>
              </a:xfrm>
              <a:prstGeom prst="ellipse">
                <a:avLst/>
              </a:prstGeom>
              <a:noFill/>
              <a:ln w="19050">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29" name="椭圆 28">
                <a:extLst>
                  <a:ext uri="{FF2B5EF4-FFF2-40B4-BE49-F238E27FC236}">
                    <a16:creationId xmlns:a16="http://schemas.microsoft.com/office/drawing/2014/main" xmlns="" id="{04DAC604-5995-4AE3-9532-01B84C72DEBE}"/>
                  </a:ext>
                </a:extLst>
              </p:cNvPr>
              <p:cNvSpPr/>
              <p:nvPr/>
            </p:nvSpPr>
            <p:spPr>
              <a:xfrm>
                <a:off x="5391458" y="2730220"/>
                <a:ext cx="1409087" cy="1409086"/>
              </a:xfrm>
              <a:prstGeom prst="ellipse">
                <a:avLst/>
              </a:prstGeom>
              <a:solidFill>
                <a:srgbClr val="8EBAE2"/>
              </a:soli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grpSp>
          <p:nvGrpSpPr>
            <p:cNvPr id="43" name="Group 36">
              <a:extLst>
                <a:ext uri="{FF2B5EF4-FFF2-40B4-BE49-F238E27FC236}">
                  <a16:creationId xmlns:a16="http://schemas.microsoft.com/office/drawing/2014/main" xmlns="" id="{E3168A7E-363C-4624-AA7D-0AA3FDA02AEA}"/>
                </a:ext>
              </a:extLst>
            </p:cNvPr>
            <p:cNvGrpSpPr>
              <a:grpSpLocks noChangeAspect="1"/>
            </p:cNvGrpSpPr>
            <p:nvPr/>
          </p:nvGrpSpPr>
          <p:grpSpPr bwMode="auto">
            <a:xfrm>
              <a:off x="4690603" y="2010848"/>
              <a:ext cx="359995" cy="310938"/>
              <a:chOff x="3321" y="1710"/>
              <a:chExt cx="1042" cy="900"/>
            </a:xfrm>
            <a:solidFill>
              <a:schemeClr val="bg1"/>
            </a:solidFill>
          </p:grpSpPr>
          <p:sp>
            <p:nvSpPr>
              <p:cNvPr id="44" name="Freeform 37">
                <a:extLst>
                  <a:ext uri="{FF2B5EF4-FFF2-40B4-BE49-F238E27FC236}">
                    <a16:creationId xmlns:a16="http://schemas.microsoft.com/office/drawing/2014/main" xmlns="" id="{68C24256-B7B1-4E85-BC1F-3F91905C2C20}"/>
                  </a:ext>
                </a:extLst>
              </p:cNvPr>
              <p:cNvSpPr>
                <a:spLocks noEditPoints="1"/>
              </p:cNvSpPr>
              <p:nvPr/>
            </p:nvSpPr>
            <p:spPr bwMode="auto">
              <a:xfrm>
                <a:off x="3321" y="1710"/>
                <a:ext cx="1042" cy="745"/>
              </a:xfrm>
              <a:custGeom>
                <a:avLst/>
                <a:gdLst>
                  <a:gd name="T0" fmla="*/ 37 w 438"/>
                  <a:gd name="T1" fmla="*/ 255 h 313"/>
                  <a:gd name="T2" fmla="*/ 20 w 438"/>
                  <a:gd name="T3" fmla="*/ 237 h 313"/>
                  <a:gd name="T4" fmla="*/ 20 w 438"/>
                  <a:gd name="T5" fmla="*/ 42 h 313"/>
                  <a:gd name="T6" fmla="*/ 37 w 438"/>
                  <a:gd name="T7" fmla="*/ 25 h 313"/>
                  <a:gd name="T8" fmla="*/ 401 w 438"/>
                  <a:gd name="T9" fmla="*/ 25 h 313"/>
                  <a:gd name="T10" fmla="*/ 418 w 438"/>
                  <a:gd name="T11" fmla="*/ 42 h 313"/>
                  <a:gd name="T12" fmla="*/ 418 w 438"/>
                  <a:gd name="T13" fmla="*/ 237 h 313"/>
                  <a:gd name="T14" fmla="*/ 401 w 438"/>
                  <a:gd name="T15" fmla="*/ 255 h 313"/>
                  <a:gd name="T16" fmla="*/ 37 w 438"/>
                  <a:gd name="T17" fmla="*/ 255 h 313"/>
                  <a:gd name="T18" fmla="*/ 424 w 438"/>
                  <a:gd name="T19" fmla="*/ 0 h 313"/>
                  <a:gd name="T20" fmla="*/ 14 w 438"/>
                  <a:gd name="T21" fmla="*/ 0 h 313"/>
                  <a:gd name="T22" fmla="*/ 0 w 438"/>
                  <a:gd name="T23" fmla="*/ 14 h 313"/>
                  <a:gd name="T24" fmla="*/ 0 w 438"/>
                  <a:gd name="T25" fmla="*/ 298 h 313"/>
                  <a:gd name="T26" fmla="*/ 14 w 438"/>
                  <a:gd name="T27" fmla="*/ 313 h 313"/>
                  <a:gd name="T28" fmla="*/ 424 w 438"/>
                  <a:gd name="T29" fmla="*/ 313 h 313"/>
                  <a:gd name="T30" fmla="*/ 438 w 438"/>
                  <a:gd name="T31" fmla="*/ 298 h 313"/>
                  <a:gd name="T32" fmla="*/ 438 w 438"/>
                  <a:gd name="T33" fmla="*/ 14 h 313"/>
                  <a:gd name="T34" fmla="*/ 424 w 438"/>
                  <a:gd name="T3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8" h="313">
                    <a:moveTo>
                      <a:pt x="37" y="255"/>
                    </a:moveTo>
                    <a:cubicBezTo>
                      <a:pt x="28" y="255"/>
                      <a:pt x="20" y="247"/>
                      <a:pt x="20" y="237"/>
                    </a:cubicBezTo>
                    <a:cubicBezTo>
                      <a:pt x="20" y="42"/>
                      <a:pt x="20" y="42"/>
                      <a:pt x="20" y="42"/>
                    </a:cubicBezTo>
                    <a:cubicBezTo>
                      <a:pt x="20" y="33"/>
                      <a:pt x="28" y="25"/>
                      <a:pt x="37" y="25"/>
                    </a:cubicBezTo>
                    <a:cubicBezTo>
                      <a:pt x="401" y="25"/>
                      <a:pt x="401" y="25"/>
                      <a:pt x="401" y="25"/>
                    </a:cubicBezTo>
                    <a:cubicBezTo>
                      <a:pt x="410" y="25"/>
                      <a:pt x="418" y="33"/>
                      <a:pt x="418" y="42"/>
                    </a:cubicBezTo>
                    <a:cubicBezTo>
                      <a:pt x="418" y="237"/>
                      <a:pt x="418" y="237"/>
                      <a:pt x="418" y="237"/>
                    </a:cubicBezTo>
                    <a:cubicBezTo>
                      <a:pt x="418" y="247"/>
                      <a:pt x="410" y="255"/>
                      <a:pt x="401" y="255"/>
                    </a:cubicBezTo>
                    <a:cubicBezTo>
                      <a:pt x="37" y="255"/>
                      <a:pt x="37" y="255"/>
                      <a:pt x="37" y="255"/>
                    </a:cubicBezTo>
                    <a:moveTo>
                      <a:pt x="424" y="0"/>
                    </a:moveTo>
                    <a:cubicBezTo>
                      <a:pt x="14" y="0"/>
                      <a:pt x="14" y="0"/>
                      <a:pt x="14" y="0"/>
                    </a:cubicBezTo>
                    <a:cubicBezTo>
                      <a:pt x="6" y="0"/>
                      <a:pt x="0" y="6"/>
                      <a:pt x="0" y="14"/>
                    </a:cubicBezTo>
                    <a:cubicBezTo>
                      <a:pt x="0" y="298"/>
                      <a:pt x="0" y="298"/>
                      <a:pt x="0" y="298"/>
                    </a:cubicBezTo>
                    <a:cubicBezTo>
                      <a:pt x="0" y="306"/>
                      <a:pt x="6" y="313"/>
                      <a:pt x="14" y="313"/>
                    </a:cubicBezTo>
                    <a:cubicBezTo>
                      <a:pt x="424" y="313"/>
                      <a:pt x="424" y="313"/>
                      <a:pt x="424" y="313"/>
                    </a:cubicBezTo>
                    <a:cubicBezTo>
                      <a:pt x="432" y="313"/>
                      <a:pt x="438" y="306"/>
                      <a:pt x="438" y="298"/>
                    </a:cubicBezTo>
                    <a:cubicBezTo>
                      <a:pt x="438" y="14"/>
                      <a:pt x="438" y="14"/>
                      <a:pt x="438" y="14"/>
                    </a:cubicBezTo>
                    <a:cubicBezTo>
                      <a:pt x="438" y="6"/>
                      <a:pt x="432" y="0"/>
                      <a:pt x="42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sp>
            <p:nvSpPr>
              <p:cNvPr id="45" name="Rectangle 38">
                <a:extLst>
                  <a:ext uri="{FF2B5EF4-FFF2-40B4-BE49-F238E27FC236}">
                    <a16:creationId xmlns:a16="http://schemas.microsoft.com/office/drawing/2014/main" xmlns="" id="{D615A73D-30EA-4899-9663-4A4B532EF2D5}"/>
                  </a:ext>
                </a:extLst>
              </p:cNvPr>
              <p:cNvSpPr>
                <a:spLocks noChangeArrowheads="1"/>
              </p:cNvSpPr>
              <p:nvPr/>
            </p:nvSpPr>
            <p:spPr bwMode="auto">
              <a:xfrm>
                <a:off x="3716" y="2465"/>
                <a:ext cx="252" cy="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sp>
            <p:nvSpPr>
              <p:cNvPr id="46" name="Rectangle 40">
                <a:extLst>
                  <a:ext uri="{FF2B5EF4-FFF2-40B4-BE49-F238E27FC236}">
                    <a16:creationId xmlns:a16="http://schemas.microsoft.com/office/drawing/2014/main" xmlns="" id="{1C19D1EA-4714-48C9-A7C3-FBF01EFD3F3E}"/>
                  </a:ext>
                </a:extLst>
              </p:cNvPr>
              <p:cNvSpPr>
                <a:spLocks noChangeArrowheads="1"/>
              </p:cNvSpPr>
              <p:nvPr/>
            </p:nvSpPr>
            <p:spPr bwMode="auto">
              <a:xfrm>
                <a:off x="3595" y="2570"/>
                <a:ext cx="495" cy="4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sp>
            <p:nvSpPr>
              <p:cNvPr id="47" name="Freeform 42">
                <a:extLst>
                  <a:ext uri="{FF2B5EF4-FFF2-40B4-BE49-F238E27FC236}">
                    <a16:creationId xmlns:a16="http://schemas.microsoft.com/office/drawing/2014/main" xmlns="" id="{A6A36A4D-94D7-4955-AB33-4B2744034473}"/>
                  </a:ext>
                </a:extLst>
              </p:cNvPr>
              <p:cNvSpPr/>
              <p:nvPr/>
            </p:nvSpPr>
            <p:spPr bwMode="auto">
              <a:xfrm>
                <a:off x="3433" y="1853"/>
                <a:ext cx="771" cy="400"/>
              </a:xfrm>
              <a:custGeom>
                <a:avLst/>
                <a:gdLst>
                  <a:gd name="T0" fmla="*/ 761 w 771"/>
                  <a:gd name="T1" fmla="*/ 0 h 400"/>
                  <a:gd name="T2" fmla="*/ 657 w 771"/>
                  <a:gd name="T3" fmla="*/ 9 h 400"/>
                  <a:gd name="T4" fmla="*/ 697 w 771"/>
                  <a:gd name="T5" fmla="*/ 43 h 400"/>
                  <a:gd name="T6" fmla="*/ 557 w 771"/>
                  <a:gd name="T7" fmla="*/ 212 h 400"/>
                  <a:gd name="T8" fmla="*/ 419 w 771"/>
                  <a:gd name="T9" fmla="*/ 105 h 400"/>
                  <a:gd name="T10" fmla="*/ 286 w 771"/>
                  <a:gd name="T11" fmla="*/ 278 h 400"/>
                  <a:gd name="T12" fmla="*/ 152 w 771"/>
                  <a:gd name="T13" fmla="*/ 190 h 400"/>
                  <a:gd name="T14" fmla="*/ 0 w 771"/>
                  <a:gd name="T15" fmla="*/ 369 h 400"/>
                  <a:gd name="T16" fmla="*/ 36 w 771"/>
                  <a:gd name="T17" fmla="*/ 400 h 400"/>
                  <a:gd name="T18" fmla="*/ 162 w 771"/>
                  <a:gd name="T19" fmla="*/ 252 h 400"/>
                  <a:gd name="T20" fmla="*/ 298 w 771"/>
                  <a:gd name="T21" fmla="*/ 343 h 400"/>
                  <a:gd name="T22" fmla="*/ 428 w 771"/>
                  <a:gd name="T23" fmla="*/ 171 h 400"/>
                  <a:gd name="T24" fmla="*/ 564 w 771"/>
                  <a:gd name="T25" fmla="*/ 278 h 400"/>
                  <a:gd name="T26" fmla="*/ 733 w 771"/>
                  <a:gd name="T27" fmla="*/ 71 h 400"/>
                  <a:gd name="T28" fmla="*/ 771 w 771"/>
                  <a:gd name="T29" fmla="*/ 105 h 400"/>
                  <a:gd name="T30" fmla="*/ 761 w 771"/>
                  <a:gd name="T3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71" h="400">
                    <a:moveTo>
                      <a:pt x="761" y="0"/>
                    </a:moveTo>
                    <a:lnTo>
                      <a:pt x="657" y="9"/>
                    </a:lnTo>
                    <a:lnTo>
                      <a:pt x="697" y="43"/>
                    </a:lnTo>
                    <a:lnTo>
                      <a:pt x="557" y="212"/>
                    </a:lnTo>
                    <a:lnTo>
                      <a:pt x="419" y="105"/>
                    </a:lnTo>
                    <a:lnTo>
                      <a:pt x="286" y="278"/>
                    </a:lnTo>
                    <a:lnTo>
                      <a:pt x="152" y="190"/>
                    </a:lnTo>
                    <a:lnTo>
                      <a:pt x="0" y="369"/>
                    </a:lnTo>
                    <a:lnTo>
                      <a:pt x="36" y="400"/>
                    </a:lnTo>
                    <a:lnTo>
                      <a:pt x="162" y="252"/>
                    </a:lnTo>
                    <a:lnTo>
                      <a:pt x="298" y="343"/>
                    </a:lnTo>
                    <a:lnTo>
                      <a:pt x="428" y="171"/>
                    </a:lnTo>
                    <a:lnTo>
                      <a:pt x="564" y="278"/>
                    </a:lnTo>
                    <a:lnTo>
                      <a:pt x="733" y="71"/>
                    </a:lnTo>
                    <a:lnTo>
                      <a:pt x="771" y="105"/>
                    </a:lnTo>
                    <a:lnTo>
                      <a:pt x="7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grpSp>
      </p:grpSp>
      <p:grpSp>
        <p:nvGrpSpPr>
          <p:cNvPr id="7" name="组合 6">
            <a:extLst>
              <a:ext uri="{FF2B5EF4-FFF2-40B4-BE49-F238E27FC236}">
                <a16:creationId xmlns:a16="http://schemas.microsoft.com/office/drawing/2014/main" xmlns="" id="{DE79A831-9159-41C4-A8D2-6150EB1058E5}"/>
              </a:ext>
            </a:extLst>
          </p:cNvPr>
          <p:cNvGrpSpPr/>
          <p:nvPr/>
        </p:nvGrpSpPr>
        <p:grpSpPr>
          <a:xfrm>
            <a:off x="3385042" y="3372253"/>
            <a:ext cx="992334" cy="992334"/>
            <a:chOff x="3385042" y="3372253"/>
            <a:chExt cx="992334" cy="992334"/>
          </a:xfrm>
        </p:grpSpPr>
        <p:grpSp>
          <p:nvGrpSpPr>
            <p:cNvPr id="30" name="组合 29">
              <a:extLst>
                <a:ext uri="{FF2B5EF4-FFF2-40B4-BE49-F238E27FC236}">
                  <a16:creationId xmlns:a16="http://schemas.microsoft.com/office/drawing/2014/main" xmlns="" id="{E6BA70B3-C818-40D7-81D1-6B982A38F8D8}"/>
                </a:ext>
              </a:extLst>
            </p:cNvPr>
            <p:cNvGrpSpPr/>
            <p:nvPr/>
          </p:nvGrpSpPr>
          <p:grpSpPr>
            <a:xfrm>
              <a:off x="3385042" y="3372253"/>
              <a:ext cx="992334" cy="992334"/>
              <a:chOff x="4993868" y="2326868"/>
              <a:chExt cx="2204265" cy="2204265"/>
            </a:xfrm>
            <a:effectLst>
              <a:outerShdw blurRad="139700" dist="63500" dir="2700000" algn="tl" rotWithShape="0">
                <a:prstClr val="black">
                  <a:alpha val="25000"/>
                </a:prstClr>
              </a:outerShdw>
            </a:effectLst>
          </p:grpSpPr>
          <p:sp>
            <p:nvSpPr>
              <p:cNvPr id="31" name="任意多边形 26">
                <a:extLst>
                  <a:ext uri="{FF2B5EF4-FFF2-40B4-BE49-F238E27FC236}">
                    <a16:creationId xmlns:a16="http://schemas.microsoft.com/office/drawing/2014/main" xmlns="" id="{8BD8F125-FA63-4C14-8EDA-82E119E410B1}"/>
                  </a:ext>
                </a:extLst>
              </p:cNvPr>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2" name="椭圆 31">
                <a:extLst>
                  <a:ext uri="{FF2B5EF4-FFF2-40B4-BE49-F238E27FC236}">
                    <a16:creationId xmlns:a16="http://schemas.microsoft.com/office/drawing/2014/main" xmlns="" id="{BB80F15C-1C5B-4BE1-B968-C0A8E428A4CA}"/>
                  </a:ext>
                </a:extLst>
              </p:cNvPr>
              <p:cNvSpPr/>
              <p:nvPr/>
            </p:nvSpPr>
            <p:spPr>
              <a:xfrm>
                <a:off x="5305425" y="2638425"/>
                <a:ext cx="1581150" cy="1581150"/>
              </a:xfrm>
              <a:prstGeom prst="ellipse">
                <a:avLst/>
              </a:prstGeom>
              <a:noFill/>
              <a:ln w="19050">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3" name="椭圆 32">
                <a:extLst>
                  <a:ext uri="{FF2B5EF4-FFF2-40B4-BE49-F238E27FC236}">
                    <a16:creationId xmlns:a16="http://schemas.microsoft.com/office/drawing/2014/main" xmlns="" id="{F117A0EF-2A40-4838-AB5C-DBB445F4A2BB}"/>
                  </a:ext>
                </a:extLst>
              </p:cNvPr>
              <p:cNvSpPr/>
              <p:nvPr/>
            </p:nvSpPr>
            <p:spPr>
              <a:xfrm>
                <a:off x="5391458" y="2730220"/>
                <a:ext cx="1409087" cy="1409086"/>
              </a:xfrm>
              <a:prstGeom prst="ellipse">
                <a:avLst/>
              </a:prstGeom>
              <a:solidFill>
                <a:srgbClr val="8EBAE2"/>
              </a:soli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sp>
          <p:nvSpPr>
            <p:cNvPr id="48" name="Freeform 53">
              <a:extLst>
                <a:ext uri="{FF2B5EF4-FFF2-40B4-BE49-F238E27FC236}">
                  <a16:creationId xmlns:a16="http://schemas.microsoft.com/office/drawing/2014/main" xmlns="" id="{71B9EB56-8CE4-4054-BA94-7489F0EA5B5C}"/>
                </a:ext>
              </a:extLst>
            </p:cNvPr>
            <p:cNvSpPr>
              <a:spLocks noEditPoints="1"/>
            </p:cNvSpPr>
            <p:nvPr/>
          </p:nvSpPr>
          <p:spPr bwMode="auto">
            <a:xfrm>
              <a:off x="3692870" y="3698948"/>
              <a:ext cx="368979" cy="368979"/>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bg1"/>
            </a:solidFill>
            <a:ln>
              <a:noFill/>
            </a:ln>
          </p:spPr>
          <p:txBody>
            <a:bodyPr vert="horz" wrap="square" lIns="91440" tIns="45720" rIns="91440" bIns="45720" numCol="1" anchor="t" anchorCtr="0" compatLnSpc="1"/>
            <a:lstStyle/>
            <a:p>
              <a:endParaRPr lang="zh-CN" altLang="en-US">
                <a:solidFill>
                  <a:srgbClr val="FFB850"/>
                </a:solidFill>
                <a:latin typeface="微软雅黑" panose="020B0503020204020204" pitchFamily="34" charset="-122"/>
                <a:ea typeface="微软雅黑" panose="020B0503020204020204" pitchFamily="34" charset="-122"/>
                <a:cs typeface="+mn-ea"/>
                <a:sym typeface="+mn-lt"/>
              </a:endParaRPr>
            </a:p>
          </p:txBody>
        </p:sp>
      </p:grpSp>
      <p:grpSp>
        <p:nvGrpSpPr>
          <p:cNvPr id="67" name="组合 66">
            <a:extLst>
              <a:ext uri="{FF2B5EF4-FFF2-40B4-BE49-F238E27FC236}">
                <a16:creationId xmlns:a16="http://schemas.microsoft.com/office/drawing/2014/main" xmlns="" id="{9EAD101E-B5EB-4CBB-A87D-BC831E5E4FF9}"/>
              </a:ext>
            </a:extLst>
          </p:cNvPr>
          <p:cNvGrpSpPr/>
          <p:nvPr/>
        </p:nvGrpSpPr>
        <p:grpSpPr>
          <a:xfrm>
            <a:off x="6356842" y="1656484"/>
            <a:ext cx="992334" cy="992334"/>
            <a:chOff x="6356842" y="1656484"/>
            <a:chExt cx="992334" cy="992334"/>
          </a:xfrm>
        </p:grpSpPr>
        <p:grpSp>
          <p:nvGrpSpPr>
            <p:cNvPr id="34" name="组合 33">
              <a:extLst>
                <a:ext uri="{FF2B5EF4-FFF2-40B4-BE49-F238E27FC236}">
                  <a16:creationId xmlns:a16="http://schemas.microsoft.com/office/drawing/2014/main" xmlns="" id="{D3672D21-6C25-4FC7-A74C-5AF17069563C}"/>
                </a:ext>
              </a:extLst>
            </p:cNvPr>
            <p:cNvGrpSpPr/>
            <p:nvPr/>
          </p:nvGrpSpPr>
          <p:grpSpPr>
            <a:xfrm>
              <a:off x="6356842" y="1656484"/>
              <a:ext cx="992334" cy="992334"/>
              <a:chOff x="4993868" y="2326868"/>
              <a:chExt cx="2204265" cy="2204265"/>
            </a:xfrm>
            <a:effectLst>
              <a:outerShdw blurRad="139700" dist="63500" dir="2700000" algn="tl" rotWithShape="0">
                <a:prstClr val="black">
                  <a:alpha val="25000"/>
                </a:prstClr>
              </a:outerShdw>
            </a:effectLst>
          </p:grpSpPr>
          <p:sp>
            <p:nvSpPr>
              <p:cNvPr id="35" name="任意多边形 30">
                <a:extLst>
                  <a:ext uri="{FF2B5EF4-FFF2-40B4-BE49-F238E27FC236}">
                    <a16:creationId xmlns:a16="http://schemas.microsoft.com/office/drawing/2014/main" xmlns="" id="{4C75A10C-AF2C-4C03-B7DE-1681CB072827}"/>
                  </a:ext>
                </a:extLst>
              </p:cNvPr>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6" name="椭圆 35">
                <a:extLst>
                  <a:ext uri="{FF2B5EF4-FFF2-40B4-BE49-F238E27FC236}">
                    <a16:creationId xmlns:a16="http://schemas.microsoft.com/office/drawing/2014/main" xmlns="" id="{9777FFF1-8C6A-4924-8A0E-0772E40D215A}"/>
                  </a:ext>
                </a:extLst>
              </p:cNvPr>
              <p:cNvSpPr/>
              <p:nvPr/>
            </p:nvSpPr>
            <p:spPr>
              <a:xfrm>
                <a:off x="5305425" y="2638425"/>
                <a:ext cx="1581150" cy="1581150"/>
              </a:xfrm>
              <a:prstGeom prst="ellipse">
                <a:avLst/>
              </a:prstGeom>
              <a:noFill/>
              <a:ln w="19050">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7" name="椭圆 36">
                <a:extLst>
                  <a:ext uri="{FF2B5EF4-FFF2-40B4-BE49-F238E27FC236}">
                    <a16:creationId xmlns:a16="http://schemas.microsoft.com/office/drawing/2014/main" xmlns="" id="{08050F85-B67C-4405-B924-4A4A2594A2BB}"/>
                  </a:ext>
                </a:extLst>
              </p:cNvPr>
              <p:cNvSpPr/>
              <p:nvPr/>
            </p:nvSpPr>
            <p:spPr>
              <a:xfrm>
                <a:off x="5391458" y="2730220"/>
                <a:ext cx="1409087" cy="1409086"/>
              </a:xfrm>
              <a:prstGeom prst="ellipse">
                <a:avLst/>
              </a:prstGeom>
              <a:solidFill>
                <a:srgbClr val="8EBAE2"/>
              </a:soli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grpSp>
          <p:nvGrpSpPr>
            <p:cNvPr id="49" name="Group 46">
              <a:extLst>
                <a:ext uri="{FF2B5EF4-FFF2-40B4-BE49-F238E27FC236}">
                  <a16:creationId xmlns:a16="http://schemas.microsoft.com/office/drawing/2014/main" xmlns="" id="{F3DB1601-2AA4-4BF2-B66E-A5A8D70C3737}"/>
                </a:ext>
              </a:extLst>
            </p:cNvPr>
            <p:cNvGrpSpPr>
              <a:grpSpLocks noChangeAspect="1"/>
            </p:cNvGrpSpPr>
            <p:nvPr/>
          </p:nvGrpSpPr>
          <p:grpSpPr bwMode="auto">
            <a:xfrm>
              <a:off x="6648047" y="1998799"/>
              <a:ext cx="424292" cy="262684"/>
              <a:chOff x="3098" y="1701"/>
              <a:chExt cx="1486" cy="920"/>
            </a:xfrm>
            <a:solidFill>
              <a:schemeClr val="bg1"/>
            </a:solidFill>
          </p:grpSpPr>
          <p:sp>
            <p:nvSpPr>
              <p:cNvPr id="50" name="Freeform 47">
                <a:extLst>
                  <a:ext uri="{FF2B5EF4-FFF2-40B4-BE49-F238E27FC236}">
                    <a16:creationId xmlns:a16="http://schemas.microsoft.com/office/drawing/2014/main" xmlns="" id="{3D7E6DF6-1536-45DA-A216-52527DDAD760}"/>
                  </a:ext>
                </a:extLst>
              </p:cNvPr>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sp>
            <p:nvSpPr>
              <p:cNvPr id="51" name="Freeform 48">
                <a:extLst>
                  <a:ext uri="{FF2B5EF4-FFF2-40B4-BE49-F238E27FC236}">
                    <a16:creationId xmlns:a16="http://schemas.microsoft.com/office/drawing/2014/main" xmlns="" id="{F35E3DEB-8F4E-49D0-B872-92C143A33AED}"/>
                  </a:ext>
                </a:extLst>
              </p:cNvPr>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sp>
            <p:nvSpPr>
              <p:cNvPr id="52" name="Freeform 49">
                <a:extLst>
                  <a:ext uri="{FF2B5EF4-FFF2-40B4-BE49-F238E27FC236}">
                    <a16:creationId xmlns:a16="http://schemas.microsoft.com/office/drawing/2014/main" xmlns="" id="{598871C0-56F8-4078-9D17-BEF8868A7377}"/>
                  </a:ext>
                </a:extLst>
              </p:cNvPr>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cs typeface="+mn-ea"/>
                  <a:sym typeface="+mn-lt"/>
                </a:endParaRPr>
              </a:p>
            </p:txBody>
          </p:sp>
        </p:grpSp>
      </p:grpSp>
      <p:grpSp>
        <p:nvGrpSpPr>
          <p:cNvPr id="68" name="组合 67">
            <a:extLst>
              <a:ext uri="{FF2B5EF4-FFF2-40B4-BE49-F238E27FC236}">
                <a16:creationId xmlns:a16="http://schemas.microsoft.com/office/drawing/2014/main" xmlns="" id="{73B03411-28AA-4448-96E7-BAEB5889B99B}"/>
              </a:ext>
            </a:extLst>
          </p:cNvPr>
          <p:cNvGrpSpPr/>
          <p:nvPr/>
        </p:nvGrpSpPr>
        <p:grpSpPr>
          <a:xfrm>
            <a:off x="7347442" y="3372253"/>
            <a:ext cx="992334" cy="992334"/>
            <a:chOff x="7347442" y="3372253"/>
            <a:chExt cx="992334" cy="992334"/>
          </a:xfrm>
        </p:grpSpPr>
        <p:grpSp>
          <p:nvGrpSpPr>
            <p:cNvPr id="22" name="组合 21">
              <a:extLst>
                <a:ext uri="{FF2B5EF4-FFF2-40B4-BE49-F238E27FC236}">
                  <a16:creationId xmlns:a16="http://schemas.microsoft.com/office/drawing/2014/main" xmlns="" id="{1F693970-09BA-4A45-BC00-A2BF21E5DC0E}"/>
                </a:ext>
              </a:extLst>
            </p:cNvPr>
            <p:cNvGrpSpPr/>
            <p:nvPr/>
          </p:nvGrpSpPr>
          <p:grpSpPr>
            <a:xfrm>
              <a:off x="7347442" y="3372253"/>
              <a:ext cx="992334" cy="992334"/>
              <a:chOff x="4993868" y="2326868"/>
              <a:chExt cx="2204265" cy="2204265"/>
            </a:xfrm>
            <a:effectLst>
              <a:outerShdw blurRad="139700" dist="63500" dir="2700000" algn="tl" rotWithShape="0">
                <a:prstClr val="black">
                  <a:alpha val="25000"/>
                </a:prstClr>
              </a:outerShdw>
            </a:effectLst>
          </p:grpSpPr>
          <p:sp>
            <p:nvSpPr>
              <p:cNvPr id="23" name="任意多边形 10">
                <a:extLst>
                  <a:ext uri="{FF2B5EF4-FFF2-40B4-BE49-F238E27FC236}">
                    <a16:creationId xmlns:a16="http://schemas.microsoft.com/office/drawing/2014/main" xmlns="" id="{87F3618C-E070-450A-A9E1-4B5C2EA26847}"/>
                  </a:ext>
                </a:extLst>
              </p:cNvPr>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24" name="椭圆 23">
                <a:extLst>
                  <a:ext uri="{FF2B5EF4-FFF2-40B4-BE49-F238E27FC236}">
                    <a16:creationId xmlns:a16="http://schemas.microsoft.com/office/drawing/2014/main" xmlns="" id="{0DB98842-AFD6-4C2C-A998-D4AD6A055116}"/>
                  </a:ext>
                </a:extLst>
              </p:cNvPr>
              <p:cNvSpPr/>
              <p:nvPr/>
            </p:nvSpPr>
            <p:spPr>
              <a:xfrm>
                <a:off x="5305425" y="2638425"/>
                <a:ext cx="1581150" cy="1581150"/>
              </a:xfrm>
              <a:prstGeom prst="ellipse">
                <a:avLst/>
              </a:prstGeom>
              <a:noFill/>
              <a:ln w="19050">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25" name="椭圆 24">
                <a:extLst>
                  <a:ext uri="{FF2B5EF4-FFF2-40B4-BE49-F238E27FC236}">
                    <a16:creationId xmlns:a16="http://schemas.microsoft.com/office/drawing/2014/main" xmlns="" id="{D7FF7F0A-C232-4A66-8C30-D5081D787ECC}"/>
                  </a:ext>
                </a:extLst>
              </p:cNvPr>
              <p:cNvSpPr/>
              <p:nvPr/>
            </p:nvSpPr>
            <p:spPr>
              <a:xfrm>
                <a:off x="5391458" y="2730220"/>
                <a:ext cx="1409087" cy="1409086"/>
              </a:xfrm>
              <a:prstGeom prst="ellipse">
                <a:avLst/>
              </a:prstGeom>
              <a:solidFill>
                <a:srgbClr val="8EBAE2"/>
              </a:soli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sp>
          <p:nvSpPr>
            <p:cNvPr id="53" name="Freeform 57">
              <a:extLst>
                <a:ext uri="{FF2B5EF4-FFF2-40B4-BE49-F238E27FC236}">
                  <a16:creationId xmlns:a16="http://schemas.microsoft.com/office/drawing/2014/main" xmlns="" id="{F69A5D0E-73B3-4245-BBC5-5B8C32751AD0}"/>
                </a:ext>
              </a:extLst>
            </p:cNvPr>
            <p:cNvSpPr>
              <a:spLocks noEditPoints="1"/>
            </p:cNvSpPr>
            <p:nvPr/>
          </p:nvSpPr>
          <p:spPr bwMode="auto">
            <a:xfrm>
              <a:off x="7667952" y="3709906"/>
              <a:ext cx="358615" cy="359305"/>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bg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2" name="组合 1">
            <a:extLst>
              <a:ext uri="{FF2B5EF4-FFF2-40B4-BE49-F238E27FC236}">
                <a16:creationId xmlns:a16="http://schemas.microsoft.com/office/drawing/2014/main" xmlns="" id="{2BDFC36D-E36D-42A7-BABA-AA702DB2A448}"/>
              </a:ext>
            </a:extLst>
          </p:cNvPr>
          <p:cNvGrpSpPr/>
          <p:nvPr/>
        </p:nvGrpSpPr>
        <p:grpSpPr>
          <a:xfrm>
            <a:off x="4911077" y="2920503"/>
            <a:ext cx="1930520" cy="3184957"/>
            <a:chOff x="4911077" y="2920503"/>
            <a:chExt cx="1930520" cy="3184957"/>
          </a:xfrm>
        </p:grpSpPr>
        <p:sp>
          <p:nvSpPr>
            <p:cNvPr id="19" name="任意多边形 4">
              <a:extLst>
                <a:ext uri="{FF2B5EF4-FFF2-40B4-BE49-F238E27FC236}">
                  <a16:creationId xmlns:a16="http://schemas.microsoft.com/office/drawing/2014/main" xmlns="" id="{B52905B6-348C-4EDE-8FEC-53608DE2B535}"/>
                </a:ext>
              </a:extLst>
            </p:cNvPr>
            <p:cNvSpPr/>
            <p:nvPr/>
          </p:nvSpPr>
          <p:spPr bwMode="auto">
            <a:xfrm>
              <a:off x="4911077" y="2920503"/>
              <a:ext cx="1930520" cy="3184957"/>
            </a:xfrm>
            <a:custGeom>
              <a:avLst/>
              <a:gdLst>
                <a:gd name="connsiteX0" fmla="*/ 1366777 w 2928934"/>
                <a:gd name="connsiteY0" fmla="*/ 4537615 h 4832133"/>
                <a:gd name="connsiteX1" fmla="*/ 1259319 w 2928934"/>
                <a:gd name="connsiteY1" fmla="*/ 4646282 h 4832133"/>
                <a:gd name="connsiteX2" fmla="*/ 1366777 w 2928934"/>
                <a:gd name="connsiteY2" fmla="*/ 4754949 h 4832133"/>
                <a:gd name="connsiteX3" fmla="*/ 1562155 w 2928934"/>
                <a:gd name="connsiteY3" fmla="*/ 4754949 h 4832133"/>
                <a:gd name="connsiteX4" fmla="*/ 1669613 w 2928934"/>
                <a:gd name="connsiteY4" fmla="*/ 4646282 h 4832133"/>
                <a:gd name="connsiteX5" fmla="*/ 1562155 w 2928934"/>
                <a:gd name="connsiteY5" fmla="*/ 4537615 h 4832133"/>
                <a:gd name="connsiteX6" fmla="*/ 1366777 w 2928934"/>
                <a:gd name="connsiteY6" fmla="*/ 4537615 h 4832133"/>
                <a:gd name="connsiteX7" fmla="*/ 1048793 w 2928934"/>
                <a:gd name="connsiteY7" fmla="*/ 4249190 h 4832133"/>
                <a:gd name="connsiteX8" fmla="*/ 942458 w 2928934"/>
                <a:gd name="connsiteY8" fmla="*/ 4357857 h 4832133"/>
                <a:gd name="connsiteX9" fmla="*/ 1048793 w 2928934"/>
                <a:gd name="connsiteY9" fmla="*/ 4466524 h 4832133"/>
                <a:gd name="connsiteX10" fmla="*/ 1880140 w 2928934"/>
                <a:gd name="connsiteY10" fmla="*/ 4466524 h 4832133"/>
                <a:gd name="connsiteX11" fmla="*/ 1986475 w 2928934"/>
                <a:gd name="connsiteY11" fmla="*/ 4357857 h 4832133"/>
                <a:gd name="connsiteX12" fmla="*/ 1880140 w 2928934"/>
                <a:gd name="connsiteY12" fmla="*/ 4249190 h 4832133"/>
                <a:gd name="connsiteX13" fmla="*/ 1048793 w 2928934"/>
                <a:gd name="connsiteY13" fmla="*/ 4249190 h 4832133"/>
                <a:gd name="connsiteX14" fmla="*/ 996745 w 2928934"/>
                <a:gd name="connsiteY14" fmla="*/ 3964827 h 4832133"/>
                <a:gd name="connsiteX15" fmla="*/ 890664 w 2928934"/>
                <a:gd name="connsiteY15" fmla="*/ 4074002 h 4832133"/>
                <a:gd name="connsiteX16" fmla="*/ 996745 w 2928934"/>
                <a:gd name="connsiteY16" fmla="*/ 4183177 h 4832133"/>
                <a:gd name="connsiteX17" fmla="*/ 1932189 w 2928934"/>
                <a:gd name="connsiteY17" fmla="*/ 4183177 h 4832133"/>
                <a:gd name="connsiteX18" fmla="*/ 2038270 w 2928934"/>
                <a:gd name="connsiteY18" fmla="*/ 4074002 h 4832133"/>
                <a:gd name="connsiteX19" fmla="*/ 1932189 w 2928934"/>
                <a:gd name="connsiteY19" fmla="*/ 3964827 h 4832133"/>
                <a:gd name="connsiteX20" fmla="*/ 996745 w 2928934"/>
                <a:gd name="connsiteY20" fmla="*/ 3964827 h 4832133"/>
                <a:gd name="connsiteX21" fmla="*/ 1464467 w 2928934"/>
                <a:gd name="connsiteY21" fmla="*/ 0 h 4832133"/>
                <a:gd name="connsiteX22" fmla="*/ 2928934 w 2928934"/>
                <a:gd name="connsiteY22" fmla="*/ 1465739 h 4832133"/>
                <a:gd name="connsiteX23" fmla="*/ 2491277 w 2928934"/>
                <a:gd name="connsiteY23" fmla="*/ 2640733 h 4832133"/>
                <a:gd name="connsiteX24" fmla="*/ 2284472 w 2928934"/>
                <a:gd name="connsiteY24" fmla="*/ 3054024 h 4832133"/>
                <a:gd name="connsiteX25" fmla="*/ 2284472 w 2928934"/>
                <a:gd name="connsiteY25" fmla="*/ 3652333 h 4832133"/>
                <a:gd name="connsiteX26" fmla="*/ 2118548 w 2928934"/>
                <a:gd name="connsiteY26" fmla="*/ 3957495 h 4832133"/>
                <a:gd name="connsiteX27" fmla="*/ 2137785 w 2928934"/>
                <a:gd name="connsiteY27" fmla="*/ 4022372 h 4832133"/>
                <a:gd name="connsiteX28" fmla="*/ 2140190 w 2928934"/>
                <a:gd name="connsiteY28" fmla="*/ 4056012 h 4832133"/>
                <a:gd name="connsiteX29" fmla="*/ 2056025 w 2928934"/>
                <a:gd name="connsiteY29" fmla="*/ 4224212 h 4832133"/>
                <a:gd name="connsiteX30" fmla="*/ 2084882 w 2928934"/>
                <a:gd name="connsiteY30" fmla="*/ 4313117 h 4832133"/>
                <a:gd name="connsiteX31" fmla="*/ 2087286 w 2928934"/>
                <a:gd name="connsiteY31" fmla="*/ 4339549 h 4832133"/>
                <a:gd name="connsiteX32" fmla="*/ 1878077 w 2928934"/>
                <a:gd name="connsiteY32" fmla="*/ 4548597 h 4832133"/>
                <a:gd name="connsiteX33" fmla="*/ 1757842 w 2928934"/>
                <a:gd name="connsiteY33" fmla="*/ 4548597 h 4832133"/>
                <a:gd name="connsiteX34" fmla="*/ 1769865 w 2928934"/>
                <a:gd name="connsiteY34" fmla="*/ 4623085 h 4832133"/>
                <a:gd name="connsiteX35" fmla="*/ 1560655 w 2928934"/>
                <a:gd name="connsiteY35" fmla="*/ 4832133 h 4832133"/>
                <a:gd name="connsiteX36" fmla="*/ 1368279 w 2928934"/>
                <a:gd name="connsiteY36" fmla="*/ 4832133 h 4832133"/>
                <a:gd name="connsiteX37" fmla="*/ 1159069 w 2928934"/>
                <a:gd name="connsiteY37" fmla="*/ 4623085 h 4832133"/>
                <a:gd name="connsiteX38" fmla="*/ 1171093 w 2928934"/>
                <a:gd name="connsiteY38" fmla="*/ 4548597 h 4832133"/>
                <a:gd name="connsiteX39" fmla="*/ 1050857 w 2928934"/>
                <a:gd name="connsiteY39" fmla="*/ 4548597 h 4832133"/>
                <a:gd name="connsiteX40" fmla="*/ 841648 w 2928934"/>
                <a:gd name="connsiteY40" fmla="*/ 4339549 h 4832133"/>
                <a:gd name="connsiteX41" fmla="*/ 844053 w 2928934"/>
                <a:gd name="connsiteY41" fmla="*/ 4313117 h 4832133"/>
                <a:gd name="connsiteX42" fmla="*/ 872909 w 2928934"/>
                <a:gd name="connsiteY42" fmla="*/ 4224212 h 4832133"/>
                <a:gd name="connsiteX43" fmla="*/ 788744 w 2928934"/>
                <a:gd name="connsiteY43" fmla="*/ 4056012 h 4832133"/>
                <a:gd name="connsiteX44" fmla="*/ 791149 w 2928934"/>
                <a:gd name="connsiteY44" fmla="*/ 4022372 h 4832133"/>
                <a:gd name="connsiteX45" fmla="*/ 810387 w 2928934"/>
                <a:gd name="connsiteY45" fmla="*/ 3957495 h 4832133"/>
                <a:gd name="connsiteX46" fmla="*/ 644462 w 2928934"/>
                <a:gd name="connsiteY46" fmla="*/ 3652333 h 4832133"/>
                <a:gd name="connsiteX47" fmla="*/ 644462 w 2928934"/>
                <a:gd name="connsiteY47" fmla="*/ 3054024 h 4832133"/>
                <a:gd name="connsiteX48" fmla="*/ 437657 w 2928934"/>
                <a:gd name="connsiteY48" fmla="*/ 2640733 h 4832133"/>
                <a:gd name="connsiteX49" fmla="*/ 0 w 2928934"/>
                <a:gd name="connsiteY49" fmla="*/ 1465739 h 4832133"/>
                <a:gd name="connsiteX50" fmla="*/ 1464467 w 2928934"/>
                <a:gd name="connsiteY50" fmla="*/ 0 h 483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928934" h="4832133">
                  <a:moveTo>
                    <a:pt x="1366777" y="4537615"/>
                  </a:moveTo>
                  <a:cubicBezTo>
                    <a:pt x="1308164" y="4537615"/>
                    <a:pt x="1259319" y="4587009"/>
                    <a:pt x="1259319" y="4646282"/>
                  </a:cubicBezTo>
                  <a:cubicBezTo>
                    <a:pt x="1259319" y="4705555"/>
                    <a:pt x="1308164" y="4754949"/>
                    <a:pt x="1366777" y="4754949"/>
                  </a:cubicBezTo>
                  <a:cubicBezTo>
                    <a:pt x="1562155" y="4754949"/>
                    <a:pt x="1562155" y="4754949"/>
                    <a:pt x="1562155" y="4754949"/>
                  </a:cubicBezTo>
                  <a:cubicBezTo>
                    <a:pt x="1620769" y="4754949"/>
                    <a:pt x="1669613" y="4705555"/>
                    <a:pt x="1669613" y="4646282"/>
                  </a:cubicBezTo>
                  <a:cubicBezTo>
                    <a:pt x="1669613" y="4587009"/>
                    <a:pt x="1620769" y="4537615"/>
                    <a:pt x="1562155" y="4537615"/>
                  </a:cubicBezTo>
                  <a:cubicBezTo>
                    <a:pt x="1366777" y="4537615"/>
                    <a:pt x="1366777" y="4537615"/>
                    <a:pt x="1366777" y="4537615"/>
                  </a:cubicBezTo>
                  <a:close/>
                  <a:moveTo>
                    <a:pt x="1048793" y="4249190"/>
                  </a:moveTo>
                  <a:cubicBezTo>
                    <a:pt x="990792" y="4249190"/>
                    <a:pt x="942458" y="4298584"/>
                    <a:pt x="942458" y="4357857"/>
                  </a:cubicBezTo>
                  <a:cubicBezTo>
                    <a:pt x="942458" y="4417130"/>
                    <a:pt x="990792" y="4466524"/>
                    <a:pt x="1048793" y="4466524"/>
                  </a:cubicBezTo>
                  <a:cubicBezTo>
                    <a:pt x="1880140" y="4466524"/>
                    <a:pt x="1880140" y="4466524"/>
                    <a:pt x="1880140" y="4466524"/>
                  </a:cubicBezTo>
                  <a:cubicBezTo>
                    <a:pt x="1938141" y="4466524"/>
                    <a:pt x="1986475" y="4417130"/>
                    <a:pt x="1986475" y="4357857"/>
                  </a:cubicBezTo>
                  <a:cubicBezTo>
                    <a:pt x="1986475" y="4298584"/>
                    <a:pt x="1938141" y="4249190"/>
                    <a:pt x="1880140" y="4249190"/>
                  </a:cubicBezTo>
                  <a:cubicBezTo>
                    <a:pt x="1048793" y="4249190"/>
                    <a:pt x="1048793" y="4249190"/>
                    <a:pt x="1048793" y="4249190"/>
                  </a:cubicBezTo>
                  <a:close/>
                  <a:moveTo>
                    <a:pt x="996745" y="3964827"/>
                  </a:moveTo>
                  <a:cubicBezTo>
                    <a:pt x="938883" y="3964827"/>
                    <a:pt x="890664" y="4014452"/>
                    <a:pt x="890664" y="4074002"/>
                  </a:cubicBezTo>
                  <a:cubicBezTo>
                    <a:pt x="890664" y="4133552"/>
                    <a:pt x="938883" y="4183177"/>
                    <a:pt x="996745" y="4183177"/>
                  </a:cubicBezTo>
                  <a:cubicBezTo>
                    <a:pt x="1932189" y="4183177"/>
                    <a:pt x="1932189" y="4183177"/>
                    <a:pt x="1932189" y="4183177"/>
                  </a:cubicBezTo>
                  <a:cubicBezTo>
                    <a:pt x="1990051" y="4183177"/>
                    <a:pt x="2038270" y="4133552"/>
                    <a:pt x="2038270" y="4074002"/>
                  </a:cubicBezTo>
                  <a:cubicBezTo>
                    <a:pt x="2038270" y="4014452"/>
                    <a:pt x="1990051" y="3964827"/>
                    <a:pt x="1932189" y="3964827"/>
                  </a:cubicBezTo>
                  <a:cubicBezTo>
                    <a:pt x="996745" y="3964827"/>
                    <a:pt x="996745" y="3964827"/>
                    <a:pt x="996745" y="3964827"/>
                  </a:cubicBezTo>
                  <a:close/>
                  <a:moveTo>
                    <a:pt x="1464467" y="0"/>
                  </a:moveTo>
                  <a:cubicBezTo>
                    <a:pt x="2272449" y="0"/>
                    <a:pt x="2928934" y="658381"/>
                    <a:pt x="2928934" y="1465739"/>
                  </a:cubicBezTo>
                  <a:cubicBezTo>
                    <a:pt x="2928934" y="2054438"/>
                    <a:pt x="2676440" y="2393240"/>
                    <a:pt x="2491277" y="2640733"/>
                  </a:cubicBezTo>
                  <a:cubicBezTo>
                    <a:pt x="2371042" y="2801724"/>
                    <a:pt x="2284472" y="2919464"/>
                    <a:pt x="2284472" y="3054024"/>
                  </a:cubicBezTo>
                  <a:cubicBezTo>
                    <a:pt x="2284472" y="3054024"/>
                    <a:pt x="2284472" y="3054024"/>
                    <a:pt x="2284472" y="3652333"/>
                  </a:cubicBezTo>
                  <a:cubicBezTo>
                    <a:pt x="2284472" y="3798907"/>
                    <a:pt x="2217141" y="3916647"/>
                    <a:pt x="2118548" y="3957495"/>
                  </a:cubicBezTo>
                  <a:cubicBezTo>
                    <a:pt x="2128166" y="3979121"/>
                    <a:pt x="2135381" y="4000747"/>
                    <a:pt x="2137785" y="4022372"/>
                  </a:cubicBezTo>
                  <a:cubicBezTo>
                    <a:pt x="2140190" y="4034387"/>
                    <a:pt x="2140190" y="4043998"/>
                    <a:pt x="2140190" y="4056012"/>
                  </a:cubicBezTo>
                  <a:cubicBezTo>
                    <a:pt x="2140190" y="4125695"/>
                    <a:pt x="2106524" y="4185766"/>
                    <a:pt x="2056025" y="4224212"/>
                  </a:cubicBezTo>
                  <a:cubicBezTo>
                    <a:pt x="2070454" y="4250643"/>
                    <a:pt x="2082477" y="4281880"/>
                    <a:pt x="2084882" y="4313117"/>
                  </a:cubicBezTo>
                  <a:cubicBezTo>
                    <a:pt x="2087286" y="4322729"/>
                    <a:pt x="2087286" y="4329937"/>
                    <a:pt x="2087286" y="4339549"/>
                  </a:cubicBezTo>
                  <a:cubicBezTo>
                    <a:pt x="2087286" y="4454886"/>
                    <a:pt x="1993503" y="4548597"/>
                    <a:pt x="1878077" y="4548597"/>
                  </a:cubicBezTo>
                  <a:cubicBezTo>
                    <a:pt x="1878077" y="4548597"/>
                    <a:pt x="1878077" y="4548597"/>
                    <a:pt x="1757842" y="4548597"/>
                  </a:cubicBezTo>
                  <a:cubicBezTo>
                    <a:pt x="1765056" y="4572625"/>
                    <a:pt x="1769865" y="4596654"/>
                    <a:pt x="1769865" y="4623085"/>
                  </a:cubicBezTo>
                  <a:cubicBezTo>
                    <a:pt x="1769865" y="4738422"/>
                    <a:pt x="1676081" y="4832133"/>
                    <a:pt x="1560655" y="4832133"/>
                  </a:cubicBezTo>
                  <a:cubicBezTo>
                    <a:pt x="1560655" y="4832133"/>
                    <a:pt x="1560655" y="4832133"/>
                    <a:pt x="1368279" y="4832133"/>
                  </a:cubicBezTo>
                  <a:cubicBezTo>
                    <a:pt x="1252853" y="4832133"/>
                    <a:pt x="1159069" y="4738422"/>
                    <a:pt x="1159069" y="4623085"/>
                  </a:cubicBezTo>
                  <a:cubicBezTo>
                    <a:pt x="1159069" y="4596654"/>
                    <a:pt x="1163879" y="4572625"/>
                    <a:pt x="1171093" y="4548597"/>
                  </a:cubicBezTo>
                  <a:cubicBezTo>
                    <a:pt x="1171093" y="4548597"/>
                    <a:pt x="1171093" y="4548597"/>
                    <a:pt x="1050857" y="4548597"/>
                  </a:cubicBezTo>
                  <a:cubicBezTo>
                    <a:pt x="935432" y="4548597"/>
                    <a:pt x="841648" y="4454886"/>
                    <a:pt x="841648" y="4339549"/>
                  </a:cubicBezTo>
                  <a:cubicBezTo>
                    <a:pt x="841648" y="4329937"/>
                    <a:pt x="841648" y="4322729"/>
                    <a:pt x="844053" y="4313117"/>
                  </a:cubicBezTo>
                  <a:cubicBezTo>
                    <a:pt x="846457" y="4281880"/>
                    <a:pt x="858481" y="4250643"/>
                    <a:pt x="872909" y="4224212"/>
                  </a:cubicBezTo>
                  <a:cubicBezTo>
                    <a:pt x="822410" y="4185766"/>
                    <a:pt x="788744" y="4125695"/>
                    <a:pt x="788744" y="4056012"/>
                  </a:cubicBezTo>
                  <a:cubicBezTo>
                    <a:pt x="788744" y="4043998"/>
                    <a:pt x="788744" y="4034387"/>
                    <a:pt x="791149" y="4022372"/>
                  </a:cubicBezTo>
                  <a:cubicBezTo>
                    <a:pt x="793554" y="4000747"/>
                    <a:pt x="800768" y="3979121"/>
                    <a:pt x="810387" y="3957495"/>
                  </a:cubicBezTo>
                  <a:cubicBezTo>
                    <a:pt x="711794" y="3916647"/>
                    <a:pt x="644462" y="3798907"/>
                    <a:pt x="644462" y="3652333"/>
                  </a:cubicBezTo>
                  <a:cubicBezTo>
                    <a:pt x="644462" y="3652333"/>
                    <a:pt x="644462" y="3652333"/>
                    <a:pt x="644462" y="3054024"/>
                  </a:cubicBezTo>
                  <a:cubicBezTo>
                    <a:pt x="644462" y="2919464"/>
                    <a:pt x="557892" y="2804127"/>
                    <a:pt x="437657" y="2640733"/>
                  </a:cubicBezTo>
                  <a:cubicBezTo>
                    <a:pt x="252495" y="2393240"/>
                    <a:pt x="0" y="2054438"/>
                    <a:pt x="0" y="1465739"/>
                  </a:cubicBezTo>
                  <a:cubicBezTo>
                    <a:pt x="0" y="658381"/>
                    <a:pt x="656485" y="0"/>
                    <a:pt x="1464467" y="0"/>
                  </a:cubicBezTo>
                  <a:close/>
                </a:path>
              </a:pathLst>
            </a:custGeom>
            <a:gradFill>
              <a:gsLst>
                <a:gs pos="0">
                  <a:srgbClr val="E8E8E8"/>
                </a:gs>
                <a:gs pos="100000">
                  <a:srgbClr val="F9F9F9"/>
                </a:gs>
              </a:gsLst>
              <a:lin ang="2700000" scaled="1"/>
            </a:gradFill>
            <a:ln>
              <a:noFill/>
            </a:ln>
            <a:effectLst>
              <a:outerShdw blurRad="165100" dist="76200" dir="2700000" algn="tl" rotWithShape="0">
                <a:prstClr val="black">
                  <a:alpha val="30000"/>
                </a:prstClr>
              </a:outerShdw>
            </a:effectLst>
            <a:scene3d>
              <a:camera prst="orthographicFront"/>
              <a:lightRig rig="threePt" dir="t"/>
            </a:scene3d>
            <a:sp3d prstMaterial="softEdge">
              <a:bevelT w="19050" h="6350" prst="angle"/>
            </a:sp3d>
          </p:spPr>
          <p:txBody>
            <a:bodyPr vert="horz" wrap="square" lIns="91440" tIns="45720" rIns="91440" bIns="45720" numCol="1" anchor="t" anchorCtr="0" compatLnSpc="1">
              <a:noAutofit/>
            </a:bodyPr>
            <a:lstStyle/>
            <a:p>
              <a:endParaRPr lang="zh-CN" altLang="en-US">
                <a:latin typeface="微软雅黑" panose="020B0503020204020204" pitchFamily="34" charset="-122"/>
                <a:ea typeface="微软雅黑" panose="020B0503020204020204" pitchFamily="34" charset="-122"/>
                <a:cs typeface="+mn-ea"/>
                <a:sym typeface="+mn-lt"/>
              </a:endParaRPr>
            </a:p>
          </p:txBody>
        </p:sp>
        <p:sp>
          <p:nvSpPr>
            <p:cNvPr id="20" name="任意多边形 8">
              <a:extLst>
                <a:ext uri="{FF2B5EF4-FFF2-40B4-BE49-F238E27FC236}">
                  <a16:creationId xmlns:a16="http://schemas.microsoft.com/office/drawing/2014/main" xmlns="" id="{8A78989C-7E66-4521-8E68-D7FAE6032C7D}"/>
                </a:ext>
              </a:extLst>
            </p:cNvPr>
            <p:cNvSpPr/>
            <p:nvPr/>
          </p:nvSpPr>
          <p:spPr>
            <a:xfrm>
              <a:off x="5017864" y="3035674"/>
              <a:ext cx="1716945" cy="1560391"/>
            </a:xfrm>
            <a:custGeom>
              <a:avLst/>
              <a:gdLst>
                <a:gd name="connsiteX0" fmla="*/ 978551 w 1957102"/>
                <a:gd name="connsiteY0" fmla="*/ 0 h 1778651"/>
                <a:gd name="connsiteX1" fmla="*/ 1957102 w 1957102"/>
                <a:gd name="connsiteY1" fmla="*/ 978551 h 1778651"/>
                <a:gd name="connsiteX2" fmla="*/ 1670491 w 1957102"/>
                <a:gd name="connsiteY2" fmla="*/ 1670491 h 1778651"/>
                <a:gd name="connsiteX3" fmla="*/ 1539401 w 1957102"/>
                <a:gd name="connsiteY3" fmla="*/ 1778651 h 1778651"/>
                <a:gd name="connsiteX4" fmla="*/ 417702 w 1957102"/>
                <a:gd name="connsiteY4" fmla="*/ 1778651 h 1778651"/>
                <a:gd name="connsiteX5" fmla="*/ 286611 w 1957102"/>
                <a:gd name="connsiteY5" fmla="*/ 1670491 h 1778651"/>
                <a:gd name="connsiteX6" fmla="*/ 0 w 1957102"/>
                <a:gd name="connsiteY6" fmla="*/ 978551 h 1778651"/>
                <a:gd name="connsiteX7" fmla="*/ 978551 w 1957102"/>
                <a:gd name="connsiteY7" fmla="*/ 0 h 177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7102" h="1778651">
                  <a:moveTo>
                    <a:pt x="978551" y="0"/>
                  </a:moveTo>
                  <a:cubicBezTo>
                    <a:pt x="1518990" y="0"/>
                    <a:pt x="1957102" y="438112"/>
                    <a:pt x="1957102" y="978551"/>
                  </a:cubicBezTo>
                  <a:cubicBezTo>
                    <a:pt x="1957102" y="1248771"/>
                    <a:pt x="1847574" y="1493408"/>
                    <a:pt x="1670491" y="1670491"/>
                  </a:cubicBezTo>
                  <a:lnTo>
                    <a:pt x="1539401" y="1778651"/>
                  </a:lnTo>
                  <a:lnTo>
                    <a:pt x="417702" y="1778651"/>
                  </a:lnTo>
                  <a:lnTo>
                    <a:pt x="286611" y="1670491"/>
                  </a:lnTo>
                  <a:cubicBezTo>
                    <a:pt x="109528" y="1493408"/>
                    <a:pt x="0" y="1248771"/>
                    <a:pt x="0" y="978551"/>
                  </a:cubicBezTo>
                  <a:cubicBezTo>
                    <a:pt x="0" y="438112"/>
                    <a:pt x="438112" y="0"/>
                    <a:pt x="978551" y="0"/>
                  </a:cubicBezTo>
                  <a:close/>
                </a:path>
              </a:pathLst>
            </a:custGeom>
            <a:solidFill>
              <a:srgbClr val="8EB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21" name="圆角矩形 6">
              <a:extLst>
                <a:ext uri="{FF2B5EF4-FFF2-40B4-BE49-F238E27FC236}">
                  <a16:creationId xmlns:a16="http://schemas.microsoft.com/office/drawing/2014/main" xmlns="" id="{943B6F4E-28B3-44E0-BBE8-152DD64E64EB}"/>
                </a:ext>
              </a:extLst>
            </p:cNvPr>
            <p:cNvSpPr/>
            <p:nvPr/>
          </p:nvSpPr>
          <p:spPr>
            <a:xfrm>
              <a:off x="5431885" y="4711238"/>
              <a:ext cx="888903" cy="650952"/>
            </a:xfrm>
            <a:prstGeom prst="roundRect">
              <a:avLst>
                <a:gd name="adj" fmla="val 13617"/>
              </a:avLst>
            </a:prstGeom>
            <a:solidFill>
              <a:srgbClr val="125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nvGrpSpPr>
            <p:cNvPr id="38" name="Group 909">
              <a:extLst>
                <a:ext uri="{FF2B5EF4-FFF2-40B4-BE49-F238E27FC236}">
                  <a16:creationId xmlns:a16="http://schemas.microsoft.com/office/drawing/2014/main" xmlns="" id="{AF18506C-0A23-4597-B65A-5CE6FA723F84}"/>
                </a:ext>
              </a:extLst>
            </p:cNvPr>
            <p:cNvGrpSpPr>
              <a:grpSpLocks noChangeAspect="1"/>
            </p:cNvGrpSpPr>
            <p:nvPr/>
          </p:nvGrpSpPr>
          <p:grpSpPr bwMode="auto">
            <a:xfrm>
              <a:off x="5662367" y="4860168"/>
              <a:ext cx="427937" cy="364958"/>
              <a:chOff x="6090" y="1175"/>
              <a:chExt cx="265" cy="226"/>
            </a:xfrm>
            <a:solidFill>
              <a:schemeClr val="bg1"/>
            </a:solidFill>
            <a:effectLst/>
          </p:grpSpPr>
          <p:sp>
            <p:nvSpPr>
              <p:cNvPr id="39" name="Freeform 910">
                <a:extLst>
                  <a:ext uri="{FF2B5EF4-FFF2-40B4-BE49-F238E27FC236}">
                    <a16:creationId xmlns:a16="http://schemas.microsoft.com/office/drawing/2014/main" xmlns="" id="{E79CB7B5-2480-4B4B-94A2-D0398888D8D8}"/>
                  </a:ext>
                </a:extLst>
              </p:cNvPr>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0" name="Freeform 911">
                <a:extLst>
                  <a:ext uri="{FF2B5EF4-FFF2-40B4-BE49-F238E27FC236}">
                    <a16:creationId xmlns:a16="http://schemas.microsoft.com/office/drawing/2014/main" xmlns="" id="{63CD4119-B801-4226-9606-F8C3D2B77E33}"/>
                  </a:ext>
                </a:extLst>
              </p:cNvPr>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1" name="Freeform 912">
                <a:extLst>
                  <a:ext uri="{FF2B5EF4-FFF2-40B4-BE49-F238E27FC236}">
                    <a16:creationId xmlns:a16="http://schemas.microsoft.com/office/drawing/2014/main" xmlns="" id="{8C90DD13-B07F-4D7D-A0CC-BCD166B57806}"/>
                  </a:ext>
                </a:extLst>
              </p:cNvPr>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2" name="Freeform 913">
                <a:extLst>
                  <a:ext uri="{FF2B5EF4-FFF2-40B4-BE49-F238E27FC236}">
                    <a16:creationId xmlns:a16="http://schemas.microsoft.com/office/drawing/2014/main" xmlns="" id="{E99FF559-65A3-4940-9A23-53BE6D58E30C}"/>
                  </a:ext>
                </a:extLst>
              </p:cNvPr>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54" name="文本框 53">
              <a:extLst>
                <a:ext uri="{FF2B5EF4-FFF2-40B4-BE49-F238E27FC236}">
                  <a16:creationId xmlns:a16="http://schemas.microsoft.com/office/drawing/2014/main" xmlns="" id="{D0F5B93E-A8F6-4577-B25F-95684D8CCDC7}"/>
                </a:ext>
              </a:extLst>
            </p:cNvPr>
            <p:cNvSpPr txBox="1"/>
            <p:nvPr/>
          </p:nvSpPr>
          <p:spPr>
            <a:xfrm>
              <a:off x="4978638" y="3530603"/>
              <a:ext cx="1794664" cy="461665"/>
            </a:xfrm>
            <a:prstGeom prst="rect">
              <a:avLst/>
            </a:prstGeom>
            <a:noFill/>
          </p:spPr>
          <p:txBody>
            <a:bodyPr wrap="square" rtlCol="0">
              <a:sp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cs typeface="+mn-ea"/>
                  <a:sym typeface="+mn-lt"/>
                </a:rPr>
                <a:t>步骤</a:t>
              </a:r>
            </a:p>
          </p:txBody>
        </p:sp>
      </p:grpSp>
      <p:grpSp>
        <p:nvGrpSpPr>
          <p:cNvPr id="55" name="组合 54">
            <a:extLst>
              <a:ext uri="{FF2B5EF4-FFF2-40B4-BE49-F238E27FC236}">
                <a16:creationId xmlns:a16="http://schemas.microsoft.com/office/drawing/2014/main" xmlns="" id="{502372CC-D4F2-4DE7-A431-7114997DB67B}"/>
              </a:ext>
            </a:extLst>
          </p:cNvPr>
          <p:cNvGrpSpPr/>
          <p:nvPr/>
        </p:nvGrpSpPr>
        <p:grpSpPr>
          <a:xfrm>
            <a:off x="2113856" y="1877507"/>
            <a:ext cx="1934629" cy="1294817"/>
            <a:chOff x="468937" y="2419540"/>
            <a:chExt cx="1934629" cy="1294817"/>
          </a:xfrm>
        </p:grpSpPr>
        <p:sp>
          <p:nvSpPr>
            <p:cNvPr id="56" name="TextBox 18">
              <a:extLst>
                <a:ext uri="{FF2B5EF4-FFF2-40B4-BE49-F238E27FC236}">
                  <a16:creationId xmlns:a16="http://schemas.microsoft.com/office/drawing/2014/main" xmlns="" id="{57013B4E-DEFD-447D-AC64-986CBFE3D588}"/>
                </a:ext>
              </a:extLst>
            </p:cNvPr>
            <p:cNvSpPr txBox="1"/>
            <p:nvPr/>
          </p:nvSpPr>
          <p:spPr>
            <a:xfrm flipH="1">
              <a:off x="468937" y="2419540"/>
              <a:ext cx="1107996" cy="369332"/>
            </a:xfrm>
            <a:prstGeom prst="rect">
              <a:avLst/>
            </a:prstGeom>
            <a:noFill/>
          </p:spPr>
          <p:txBody>
            <a:bodyPr wrap="none" rtlCol="0">
              <a:spAutoFit/>
            </a:bodyPr>
            <a:lstStyle>
              <a:defPPr>
                <a:defRPr lang="zh-CN"/>
              </a:defPPr>
              <a:lvl1pPr>
                <a:defRPr>
                  <a:cs typeface="+mn-ea"/>
                </a:defRPr>
              </a:lvl1pPr>
            </a:lstStyle>
            <a:p>
              <a:r>
                <a:rPr lang="zh-CN" altLang="en-US" dirty="0">
                  <a:latin typeface="微软雅黑" panose="020B0503020204020204" pitchFamily="34" charset="-122"/>
                  <a:ea typeface="微软雅黑" panose="020B0503020204020204" pitchFamily="34" charset="-122"/>
                  <a:sym typeface="+mn-lt"/>
                </a:rPr>
                <a:t>输入标题</a:t>
              </a:r>
              <a:endParaRPr lang="en-US" dirty="0">
                <a:latin typeface="微软雅黑" panose="020B0503020204020204" pitchFamily="34" charset="-122"/>
                <a:ea typeface="微软雅黑" panose="020B0503020204020204" pitchFamily="34" charset="-122"/>
                <a:sym typeface="+mn-lt"/>
              </a:endParaRPr>
            </a:p>
          </p:txBody>
        </p:sp>
        <p:sp>
          <p:nvSpPr>
            <p:cNvPr id="57" name="矩形 56">
              <a:extLst>
                <a:ext uri="{FF2B5EF4-FFF2-40B4-BE49-F238E27FC236}">
                  <a16:creationId xmlns:a16="http://schemas.microsoft.com/office/drawing/2014/main" xmlns="" id="{D2F506A6-5D2E-4726-9BBE-05DA8634A06C}"/>
                </a:ext>
              </a:extLst>
            </p:cNvPr>
            <p:cNvSpPr/>
            <p:nvPr/>
          </p:nvSpPr>
          <p:spPr>
            <a:xfrm>
              <a:off x="470268" y="2823664"/>
              <a:ext cx="1933298" cy="890693"/>
            </a:xfrm>
            <a:prstGeom prst="rect">
              <a:avLst/>
            </a:prstGeom>
          </p:spPr>
          <p:txBody>
            <a:bodyPr wrap="square">
              <a:spAutoFit/>
            </a:bodyPr>
            <a:lstStyle/>
            <a:p>
              <a:pPr>
                <a:lnSpc>
                  <a:spcPct val="150000"/>
                </a:lnSpc>
              </a:pPr>
              <a:r>
                <a:rPr lang="zh-CN" altLang="en-US" sz="1200" spc="130" dirty="0">
                  <a:latin typeface="微软雅黑" panose="020B0503020204020204" pitchFamily="34" charset="-122"/>
                  <a:ea typeface="微软雅黑" panose="020B0503020204020204" pitchFamily="34" charset="-122"/>
                  <a:cs typeface="+mn-ea"/>
                  <a:sym typeface="+mn-lt"/>
                </a:rPr>
                <a:t>点击添加主要文字内容点击添加主要文字内容点击添加主要文字内容</a:t>
              </a:r>
              <a:endParaRPr lang="en-US" altLang="zh-CN" sz="1200" spc="130" dirty="0">
                <a:latin typeface="微软雅黑" panose="020B0503020204020204" pitchFamily="34" charset="-122"/>
                <a:ea typeface="微软雅黑" panose="020B0503020204020204" pitchFamily="34" charset="-122"/>
                <a:cs typeface="+mn-ea"/>
                <a:sym typeface="+mn-lt"/>
              </a:endParaRPr>
            </a:p>
          </p:txBody>
        </p:sp>
      </p:grpSp>
      <p:grpSp>
        <p:nvGrpSpPr>
          <p:cNvPr id="58" name="组合 57">
            <a:extLst>
              <a:ext uri="{FF2B5EF4-FFF2-40B4-BE49-F238E27FC236}">
                <a16:creationId xmlns:a16="http://schemas.microsoft.com/office/drawing/2014/main" xmlns="" id="{FD9F34E4-CBD8-4BC2-8A1A-F247F20AA0C5}"/>
              </a:ext>
            </a:extLst>
          </p:cNvPr>
          <p:cNvGrpSpPr/>
          <p:nvPr/>
        </p:nvGrpSpPr>
        <p:grpSpPr>
          <a:xfrm>
            <a:off x="1066106" y="3572957"/>
            <a:ext cx="1934629" cy="1294817"/>
            <a:chOff x="468937" y="2419540"/>
            <a:chExt cx="1934629" cy="1294817"/>
          </a:xfrm>
        </p:grpSpPr>
        <p:sp>
          <p:nvSpPr>
            <p:cNvPr id="59" name="TextBox 18">
              <a:extLst>
                <a:ext uri="{FF2B5EF4-FFF2-40B4-BE49-F238E27FC236}">
                  <a16:creationId xmlns:a16="http://schemas.microsoft.com/office/drawing/2014/main" xmlns="" id="{C82531F2-78FE-4835-B1C6-6E0E4FC9EBE3}"/>
                </a:ext>
              </a:extLst>
            </p:cNvPr>
            <p:cNvSpPr txBox="1"/>
            <p:nvPr/>
          </p:nvSpPr>
          <p:spPr>
            <a:xfrm flipH="1">
              <a:off x="468937" y="2419540"/>
              <a:ext cx="1107996" cy="369332"/>
            </a:xfrm>
            <a:prstGeom prst="rect">
              <a:avLst/>
            </a:prstGeom>
            <a:noFill/>
          </p:spPr>
          <p:txBody>
            <a:bodyPr wrap="none" rtlCol="0">
              <a:spAutoFit/>
            </a:bodyPr>
            <a:lstStyle>
              <a:defPPr>
                <a:defRPr lang="zh-CN"/>
              </a:defPPr>
              <a:lvl1pPr>
                <a:defRPr>
                  <a:cs typeface="+mn-ea"/>
                </a:defRPr>
              </a:lvl1pPr>
            </a:lstStyle>
            <a:p>
              <a:r>
                <a:rPr lang="zh-CN" altLang="en-US" dirty="0">
                  <a:latin typeface="微软雅黑" panose="020B0503020204020204" pitchFamily="34" charset="-122"/>
                  <a:ea typeface="微软雅黑" panose="020B0503020204020204" pitchFamily="34" charset="-122"/>
                  <a:sym typeface="+mn-lt"/>
                </a:rPr>
                <a:t>输入标题</a:t>
              </a:r>
              <a:endParaRPr lang="en-US" dirty="0">
                <a:latin typeface="微软雅黑" panose="020B0503020204020204" pitchFamily="34" charset="-122"/>
                <a:ea typeface="微软雅黑" panose="020B0503020204020204" pitchFamily="34" charset="-122"/>
                <a:sym typeface="+mn-lt"/>
              </a:endParaRPr>
            </a:p>
          </p:txBody>
        </p:sp>
        <p:sp>
          <p:nvSpPr>
            <p:cNvPr id="60" name="矩形 59">
              <a:extLst>
                <a:ext uri="{FF2B5EF4-FFF2-40B4-BE49-F238E27FC236}">
                  <a16:creationId xmlns:a16="http://schemas.microsoft.com/office/drawing/2014/main" xmlns="" id="{BB43D28D-1EC1-41BB-A0FF-E8BC81F9683A}"/>
                </a:ext>
              </a:extLst>
            </p:cNvPr>
            <p:cNvSpPr/>
            <p:nvPr/>
          </p:nvSpPr>
          <p:spPr>
            <a:xfrm>
              <a:off x="470268" y="2823664"/>
              <a:ext cx="1933298" cy="890693"/>
            </a:xfrm>
            <a:prstGeom prst="rect">
              <a:avLst/>
            </a:prstGeom>
          </p:spPr>
          <p:txBody>
            <a:bodyPr wrap="square">
              <a:spAutoFit/>
            </a:bodyPr>
            <a:lstStyle/>
            <a:p>
              <a:pPr>
                <a:lnSpc>
                  <a:spcPct val="150000"/>
                </a:lnSpc>
              </a:pPr>
              <a:r>
                <a:rPr lang="zh-CN" altLang="en-US" sz="1200" spc="130" dirty="0">
                  <a:latin typeface="微软雅黑" panose="020B0503020204020204" pitchFamily="34" charset="-122"/>
                  <a:ea typeface="微软雅黑" panose="020B0503020204020204" pitchFamily="34" charset="-122"/>
                  <a:cs typeface="+mn-ea"/>
                  <a:sym typeface="+mn-lt"/>
                </a:rPr>
                <a:t>点击添加主要文字内容点击添加主要文字内容点击添加主要文字内容</a:t>
              </a:r>
              <a:endParaRPr lang="en-US" altLang="zh-CN" sz="1200" spc="130" dirty="0">
                <a:latin typeface="微软雅黑" panose="020B0503020204020204" pitchFamily="34" charset="-122"/>
                <a:ea typeface="微软雅黑" panose="020B0503020204020204" pitchFamily="34" charset="-122"/>
                <a:cs typeface="+mn-ea"/>
                <a:sym typeface="+mn-lt"/>
              </a:endParaRPr>
            </a:p>
          </p:txBody>
        </p:sp>
      </p:grpSp>
      <p:grpSp>
        <p:nvGrpSpPr>
          <p:cNvPr id="61" name="组合 60">
            <a:extLst>
              <a:ext uri="{FF2B5EF4-FFF2-40B4-BE49-F238E27FC236}">
                <a16:creationId xmlns:a16="http://schemas.microsoft.com/office/drawing/2014/main" xmlns="" id="{C6AC6BCD-2848-411B-A704-762F6605BFFB}"/>
              </a:ext>
            </a:extLst>
          </p:cNvPr>
          <p:cNvGrpSpPr/>
          <p:nvPr/>
        </p:nvGrpSpPr>
        <p:grpSpPr>
          <a:xfrm>
            <a:off x="9276656" y="3706307"/>
            <a:ext cx="1934629" cy="1294817"/>
            <a:chOff x="468937" y="2419540"/>
            <a:chExt cx="1934629" cy="1294817"/>
          </a:xfrm>
        </p:grpSpPr>
        <p:sp>
          <p:nvSpPr>
            <p:cNvPr id="62" name="TextBox 18">
              <a:extLst>
                <a:ext uri="{FF2B5EF4-FFF2-40B4-BE49-F238E27FC236}">
                  <a16:creationId xmlns:a16="http://schemas.microsoft.com/office/drawing/2014/main" xmlns="" id="{40C4F178-245E-406C-A818-8850E5B0A297}"/>
                </a:ext>
              </a:extLst>
            </p:cNvPr>
            <p:cNvSpPr txBox="1"/>
            <p:nvPr/>
          </p:nvSpPr>
          <p:spPr>
            <a:xfrm flipH="1">
              <a:off x="468937" y="2419540"/>
              <a:ext cx="1107996" cy="369332"/>
            </a:xfrm>
            <a:prstGeom prst="rect">
              <a:avLst/>
            </a:prstGeom>
            <a:noFill/>
          </p:spPr>
          <p:txBody>
            <a:bodyPr wrap="none" rtlCol="0">
              <a:spAutoFit/>
            </a:bodyPr>
            <a:lstStyle>
              <a:defPPr>
                <a:defRPr lang="zh-CN"/>
              </a:defPPr>
              <a:lvl1pPr>
                <a:defRPr>
                  <a:cs typeface="+mn-ea"/>
                </a:defRPr>
              </a:lvl1pPr>
            </a:lstStyle>
            <a:p>
              <a:r>
                <a:rPr lang="zh-CN" altLang="en-US" dirty="0">
                  <a:latin typeface="微软雅黑" panose="020B0503020204020204" pitchFamily="34" charset="-122"/>
                  <a:ea typeface="微软雅黑" panose="020B0503020204020204" pitchFamily="34" charset="-122"/>
                  <a:sym typeface="+mn-lt"/>
                </a:rPr>
                <a:t>输入标题</a:t>
              </a:r>
              <a:endParaRPr lang="en-US" dirty="0">
                <a:latin typeface="微软雅黑" panose="020B0503020204020204" pitchFamily="34" charset="-122"/>
                <a:ea typeface="微软雅黑" panose="020B0503020204020204" pitchFamily="34" charset="-122"/>
                <a:sym typeface="+mn-lt"/>
              </a:endParaRPr>
            </a:p>
          </p:txBody>
        </p:sp>
        <p:sp>
          <p:nvSpPr>
            <p:cNvPr id="63" name="矩形 62">
              <a:extLst>
                <a:ext uri="{FF2B5EF4-FFF2-40B4-BE49-F238E27FC236}">
                  <a16:creationId xmlns:a16="http://schemas.microsoft.com/office/drawing/2014/main" xmlns="" id="{3EB5A9B5-2773-44FF-9843-BB4929961963}"/>
                </a:ext>
              </a:extLst>
            </p:cNvPr>
            <p:cNvSpPr/>
            <p:nvPr/>
          </p:nvSpPr>
          <p:spPr>
            <a:xfrm>
              <a:off x="470268" y="2823664"/>
              <a:ext cx="1933298" cy="890693"/>
            </a:xfrm>
            <a:prstGeom prst="rect">
              <a:avLst/>
            </a:prstGeom>
          </p:spPr>
          <p:txBody>
            <a:bodyPr wrap="square">
              <a:spAutoFit/>
            </a:bodyPr>
            <a:lstStyle/>
            <a:p>
              <a:pPr>
                <a:lnSpc>
                  <a:spcPct val="150000"/>
                </a:lnSpc>
              </a:pPr>
              <a:r>
                <a:rPr lang="zh-CN" altLang="en-US" sz="1200" spc="130" dirty="0">
                  <a:latin typeface="微软雅黑" panose="020B0503020204020204" pitchFamily="34" charset="-122"/>
                  <a:ea typeface="微软雅黑" panose="020B0503020204020204" pitchFamily="34" charset="-122"/>
                  <a:cs typeface="+mn-ea"/>
                  <a:sym typeface="+mn-lt"/>
                </a:rPr>
                <a:t>点击添加主要文字内容点击添加主要文字内容点击添加主要文字内容</a:t>
              </a:r>
              <a:endParaRPr lang="en-US" altLang="zh-CN" sz="1200" spc="130" dirty="0">
                <a:latin typeface="微软雅黑" panose="020B0503020204020204" pitchFamily="34" charset="-122"/>
                <a:ea typeface="微软雅黑" panose="020B0503020204020204" pitchFamily="34" charset="-122"/>
                <a:cs typeface="+mn-ea"/>
                <a:sym typeface="+mn-lt"/>
              </a:endParaRPr>
            </a:p>
          </p:txBody>
        </p:sp>
      </p:grpSp>
      <p:grpSp>
        <p:nvGrpSpPr>
          <p:cNvPr id="64" name="组合 63">
            <a:extLst>
              <a:ext uri="{FF2B5EF4-FFF2-40B4-BE49-F238E27FC236}">
                <a16:creationId xmlns:a16="http://schemas.microsoft.com/office/drawing/2014/main" xmlns="" id="{EF2585C0-719E-47BD-81A4-0AF4B22758CE}"/>
              </a:ext>
            </a:extLst>
          </p:cNvPr>
          <p:cNvGrpSpPr/>
          <p:nvPr/>
        </p:nvGrpSpPr>
        <p:grpSpPr>
          <a:xfrm>
            <a:off x="8190806" y="1782257"/>
            <a:ext cx="1934629" cy="1294817"/>
            <a:chOff x="468937" y="2419540"/>
            <a:chExt cx="1934629" cy="1294817"/>
          </a:xfrm>
        </p:grpSpPr>
        <p:sp>
          <p:nvSpPr>
            <p:cNvPr id="65" name="TextBox 18">
              <a:extLst>
                <a:ext uri="{FF2B5EF4-FFF2-40B4-BE49-F238E27FC236}">
                  <a16:creationId xmlns:a16="http://schemas.microsoft.com/office/drawing/2014/main" xmlns="" id="{760681FE-781A-4A38-907E-ADDCA745FA8B}"/>
                </a:ext>
              </a:extLst>
            </p:cNvPr>
            <p:cNvSpPr txBox="1"/>
            <p:nvPr/>
          </p:nvSpPr>
          <p:spPr>
            <a:xfrm flipH="1">
              <a:off x="468937" y="2419540"/>
              <a:ext cx="1107996" cy="369332"/>
            </a:xfrm>
            <a:prstGeom prst="rect">
              <a:avLst/>
            </a:prstGeom>
            <a:noFill/>
          </p:spPr>
          <p:txBody>
            <a:bodyPr wrap="none" rtlCol="0">
              <a:spAutoFit/>
            </a:bodyPr>
            <a:lstStyle>
              <a:defPPr>
                <a:defRPr lang="zh-CN"/>
              </a:defPPr>
              <a:lvl1pPr>
                <a:defRPr>
                  <a:cs typeface="+mn-ea"/>
                </a:defRPr>
              </a:lvl1pPr>
            </a:lstStyle>
            <a:p>
              <a:r>
                <a:rPr lang="zh-CN" altLang="en-US" dirty="0">
                  <a:latin typeface="微软雅黑" panose="020B0503020204020204" pitchFamily="34" charset="-122"/>
                  <a:ea typeface="微软雅黑" panose="020B0503020204020204" pitchFamily="34" charset="-122"/>
                  <a:sym typeface="+mn-lt"/>
                </a:rPr>
                <a:t>输入标题</a:t>
              </a:r>
              <a:endParaRPr lang="en-US" dirty="0">
                <a:latin typeface="微软雅黑" panose="020B0503020204020204" pitchFamily="34" charset="-122"/>
                <a:ea typeface="微软雅黑" panose="020B0503020204020204" pitchFamily="34" charset="-122"/>
                <a:sym typeface="+mn-lt"/>
              </a:endParaRPr>
            </a:p>
          </p:txBody>
        </p:sp>
        <p:sp>
          <p:nvSpPr>
            <p:cNvPr id="66" name="矩形 65">
              <a:extLst>
                <a:ext uri="{FF2B5EF4-FFF2-40B4-BE49-F238E27FC236}">
                  <a16:creationId xmlns:a16="http://schemas.microsoft.com/office/drawing/2014/main" xmlns="" id="{21816E10-84CA-4502-9744-F646FAE19B6D}"/>
                </a:ext>
              </a:extLst>
            </p:cNvPr>
            <p:cNvSpPr/>
            <p:nvPr/>
          </p:nvSpPr>
          <p:spPr>
            <a:xfrm>
              <a:off x="470268" y="2823664"/>
              <a:ext cx="1933298" cy="890693"/>
            </a:xfrm>
            <a:prstGeom prst="rect">
              <a:avLst/>
            </a:prstGeom>
          </p:spPr>
          <p:txBody>
            <a:bodyPr wrap="square">
              <a:spAutoFit/>
            </a:bodyPr>
            <a:lstStyle/>
            <a:p>
              <a:pPr>
                <a:lnSpc>
                  <a:spcPct val="150000"/>
                </a:lnSpc>
              </a:pPr>
              <a:r>
                <a:rPr lang="zh-CN" altLang="en-US" sz="1200" spc="130" dirty="0">
                  <a:latin typeface="微软雅黑" panose="020B0503020204020204" pitchFamily="34" charset="-122"/>
                  <a:ea typeface="微软雅黑" panose="020B0503020204020204" pitchFamily="34" charset="-122"/>
                  <a:cs typeface="+mn-ea"/>
                  <a:sym typeface="+mn-lt"/>
                </a:rPr>
                <a:t>点击添加主要文字内容点击添加主要文字内容点击添加主要文字内容</a:t>
              </a:r>
              <a:endParaRPr lang="en-US" altLang="zh-CN" sz="1200" spc="130" dirty="0">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423041753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ppt_x"/>
                                          </p:val>
                                        </p:tav>
                                        <p:tav tm="100000">
                                          <p:val>
                                            <p:strVal val="#ppt_x"/>
                                          </p:val>
                                        </p:tav>
                                      </p:tavLst>
                                    </p:anim>
                                    <p:anim calcmode="lin" valueType="num">
                                      <p:cBhvr additive="base">
                                        <p:cTn id="20" dur="500" fill="hold"/>
                                        <p:tgtEl>
                                          <p:spTgt spid="67"/>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fill="hold"/>
                                        <p:tgtEl>
                                          <p:spTgt spid="68"/>
                                        </p:tgtEl>
                                        <p:attrNameLst>
                                          <p:attrName>ppt_x</p:attrName>
                                        </p:attrNameLst>
                                      </p:cBhvr>
                                      <p:tavLst>
                                        <p:tav tm="0">
                                          <p:val>
                                            <p:strVal val="#ppt_x"/>
                                          </p:val>
                                        </p:tav>
                                        <p:tav tm="100000">
                                          <p:val>
                                            <p:strVal val="#ppt_x"/>
                                          </p:val>
                                        </p:tav>
                                      </p:tavLst>
                                    </p:anim>
                                    <p:anim calcmode="lin" valueType="num">
                                      <p:cBhvr additive="base">
                                        <p:cTn id="24" dur="500" fill="hold"/>
                                        <p:tgtEl>
                                          <p:spTgt spid="68"/>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fade">
                                      <p:cBhvr>
                                        <p:cTn id="28" dur="500"/>
                                        <p:tgtEl>
                                          <p:spTgt spid="55"/>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fade">
                                      <p:cBhvr>
                                        <p:cTn id="32" dur="500"/>
                                        <p:tgtEl>
                                          <p:spTgt spid="58"/>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fade">
                                      <p:cBhvr>
                                        <p:cTn id="36" dur="500"/>
                                        <p:tgtEl>
                                          <p:spTgt spid="64"/>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D9E4ADB-C7A0-42BF-9289-F9137685177C}"/>
              </a:ext>
            </a:extLst>
          </p:cNvPr>
          <p:cNvSpPr txBox="1">
            <a:spLocks/>
          </p:cNvSpPr>
          <p:nvPr/>
        </p:nvSpPr>
        <p:spPr>
          <a:xfrm>
            <a:off x="1305719" y="1052736"/>
            <a:ext cx="9580562" cy="361315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41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版权声明</a:t>
            </a: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感谢您下载平台上提供的</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作品，为了您和熊猫办公以及原创作者的利益，请勿复制、传播、销售，否则将承担法律责任！熊猫办公将对作品进行维权，按照传播下载次数进行十倍的索取赔偿！</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
            </a:r>
            <a:b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b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在熊猫办公出售的</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模板是免版税类（</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RF</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Royalty-Free</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）正版受</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中国人民共和国著作法</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世界版权公约</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的保护，作品的所有权、版权和著作权归熊猫办公所有，您下载的是</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模板素材的使用权。</a:t>
            </a:r>
            <a:b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b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不得将熊猫办公的</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模板、</a:t>
            </a:r>
            <a:r>
              <a:rPr lang="en-US" altLang="zh-CN"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1200"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素材，本身用于再出售，或者出租、出借、转让、分销、发布或者作为礼物供他人使用，不得转授权、出卖、转让本协议或者本协议中的权利。</a:t>
            </a:r>
            <a:r>
              <a:rPr lang="zh-CN" altLang="en-US"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br>
            <a:endParaRPr lang="zh-CN" altLang="en-US" spc="12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a:extLst>
              <a:ext uri="{FF2B5EF4-FFF2-40B4-BE49-F238E27FC236}">
                <a16:creationId xmlns:a16="http://schemas.microsoft.com/office/drawing/2014/main" xmlns="" id="{64A88656-98AF-4435-923F-8B268153F32A}"/>
              </a:ext>
            </a:extLst>
          </p:cNvPr>
          <p:cNvSpPr/>
          <p:nvPr/>
        </p:nvSpPr>
        <p:spPr>
          <a:xfrm>
            <a:off x="1316940" y="5147900"/>
            <a:ext cx="5773696" cy="369332"/>
          </a:xfrm>
          <a:prstGeom prst="rect">
            <a:avLst/>
          </a:prstGeom>
        </p:spPr>
        <p:txBody>
          <a:bodyPr wrap="none">
            <a:spAutoFit/>
          </a:bodyPr>
          <a:lstStyle/>
          <a:p>
            <a:pPr algn="just"/>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更多精品</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模板：</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http://www.tukuppt.com/ppt/</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a:hlinkClick r:id="rId2"/>
            <a:extLst>
              <a:ext uri="{FF2B5EF4-FFF2-40B4-BE49-F238E27FC236}">
                <a16:creationId xmlns:a16="http://schemas.microsoft.com/office/drawing/2014/main" xmlns="" id="{93D95D29-3EF0-45A1-910D-423850328240}"/>
              </a:ext>
            </a:extLst>
          </p:cNvPr>
          <p:cNvSpPr/>
          <p:nvPr/>
        </p:nvSpPr>
        <p:spPr>
          <a:xfrm>
            <a:off x="8907590" y="5109905"/>
            <a:ext cx="1107996" cy="369332"/>
          </a:xfrm>
          <a:prstGeom prst="rect">
            <a:avLst/>
          </a:prstGeom>
        </p:spPr>
        <p:txBody>
          <a:bodyPr wrap="none">
            <a:spAutoFit/>
          </a:bodyPr>
          <a:lstStyle/>
          <a:p>
            <a:pPr algn="just"/>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点击进入</a:t>
            </a:r>
          </a:p>
        </p:txBody>
      </p:sp>
    </p:spTree>
    <p:extLst>
      <p:ext uri="{BB962C8B-B14F-4D97-AF65-F5344CB8AC3E}">
        <p14:creationId xmlns:p14="http://schemas.microsoft.com/office/powerpoint/2010/main" val="142618964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750" fill="hold"/>
                                        <p:tgtEl>
                                          <p:spTgt spid="3"/>
                                        </p:tgtEl>
                                        <p:attrNameLst>
                                          <p:attrName>ppt_x</p:attrName>
                                        </p:attrNameLst>
                                      </p:cBhvr>
                                      <p:tavLst>
                                        <p:tav tm="0">
                                          <p:val>
                                            <p:strVal val="#ppt_x"/>
                                          </p:val>
                                        </p:tav>
                                        <p:tav tm="100000">
                                          <p:val>
                                            <p:strVal val="#ppt_x"/>
                                          </p:val>
                                        </p:tav>
                                      </p:tavLst>
                                    </p:anim>
                                    <p:anim calcmode="lin" valueType="num">
                                      <p:cBhvr additive="base">
                                        <p:cTn id="14" dur="75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750" fill="hold"/>
                                        <p:tgtEl>
                                          <p:spTgt spid="4"/>
                                        </p:tgtEl>
                                        <p:attrNameLst>
                                          <p:attrName>ppt_x</p:attrName>
                                        </p:attrNameLst>
                                      </p:cBhvr>
                                      <p:tavLst>
                                        <p:tav tm="0">
                                          <p:val>
                                            <p:strVal val="#ppt_x"/>
                                          </p:val>
                                        </p:tav>
                                        <p:tav tm="100000">
                                          <p:val>
                                            <p:strVal val="#ppt_x"/>
                                          </p:val>
                                        </p:tav>
                                      </p:tavLst>
                                    </p:anim>
                                    <p:anim calcmode="lin" valueType="num">
                                      <p:cBhvr additive="base">
                                        <p:cTn id="1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7C710A07-2A28-40EC-8D93-D7387474F0E6}"/>
              </a:ext>
            </a:extLst>
          </p:cNvPr>
          <p:cNvSpPr/>
          <p:nvPr/>
        </p:nvSpPr>
        <p:spPr>
          <a:xfrm>
            <a:off x="-28836" y="1053684"/>
            <a:ext cx="12192001" cy="5804316"/>
          </a:xfrm>
          <a:prstGeom prst="rect">
            <a:avLst/>
          </a:prstGeom>
          <a:blipFill dpi="0" rotWithShape="1">
            <a:blip r:embed="rId4">
              <a:alphaModFix amt="10000"/>
            </a:blip>
            <a:srcRect/>
            <a:stretch>
              <a:fillRect t="1" b="-18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E007A7BA-1DE5-4665-9D30-DF265963F3B3}"/>
              </a:ext>
            </a:extLst>
          </p:cNvPr>
          <p:cNvSpPr/>
          <p:nvPr/>
        </p:nvSpPr>
        <p:spPr>
          <a:xfrm>
            <a:off x="7281261" y="0"/>
            <a:ext cx="4472589" cy="6858000"/>
          </a:xfrm>
          <a:prstGeom prst="rect">
            <a:avLst/>
          </a:prstGeom>
          <a:pattFill prst="wdUpDiag">
            <a:fgClr>
              <a:srgbClr val="8EBAE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xmlns="" id="{D6B1D381-2032-4BBA-9BCC-3F2ED3F7A23C}"/>
              </a:ext>
            </a:extLst>
          </p:cNvPr>
          <p:cNvSpPr/>
          <p:nvPr/>
        </p:nvSpPr>
        <p:spPr>
          <a:xfrm>
            <a:off x="0" y="0"/>
            <a:ext cx="1498719" cy="1657350"/>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0070C0"/>
              </a:solidFill>
            </a:endParaRPr>
          </a:p>
        </p:txBody>
      </p:sp>
      <p:sp>
        <p:nvSpPr>
          <p:cNvPr id="11" name="矩形 10">
            <a:extLst>
              <a:ext uri="{FF2B5EF4-FFF2-40B4-BE49-F238E27FC236}">
                <a16:creationId xmlns:a16="http://schemas.microsoft.com/office/drawing/2014/main" xmlns="" id="{D3C6F1E2-5A04-4423-A6C1-9B04901EF96E}"/>
              </a:ext>
            </a:extLst>
          </p:cNvPr>
          <p:cNvSpPr/>
          <p:nvPr/>
        </p:nvSpPr>
        <p:spPr>
          <a:xfrm flipH="1">
            <a:off x="7707298" y="0"/>
            <a:ext cx="3636974"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xmlns="" id="{3C44B35C-B18D-44B5-841B-B1F377535E0E}"/>
              </a:ext>
            </a:extLst>
          </p:cNvPr>
          <p:cNvSpPr txBox="1"/>
          <p:nvPr/>
        </p:nvSpPr>
        <p:spPr>
          <a:xfrm>
            <a:off x="124085" y="1247775"/>
            <a:ext cx="1799328"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感</a:t>
            </a:r>
          </a:p>
        </p:txBody>
      </p:sp>
      <p:sp>
        <p:nvSpPr>
          <p:cNvPr id="13" name="文本框 12">
            <a:extLst>
              <a:ext uri="{FF2B5EF4-FFF2-40B4-BE49-F238E27FC236}">
                <a16:creationId xmlns:a16="http://schemas.microsoft.com/office/drawing/2014/main" xmlns="" id="{1C88ECF4-93C8-4876-B008-E8480BA2E38A}"/>
              </a:ext>
            </a:extLst>
          </p:cNvPr>
          <p:cNvSpPr txBox="1"/>
          <p:nvPr/>
        </p:nvSpPr>
        <p:spPr>
          <a:xfrm>
            <a:off x="1819432" y="1247775"/>
            <a:ext cx="1799328"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谢</a:t>
            </a:r>
          </a:p>
        </p:txBody>
      </p:sp>
      <p:sp>
        <p:nvSpPr>
          <p:cNvPr id="14" name="文本框 13">
            <a:extLst>
              <a:ext uri="{FF2B5EF4-FFF2-40B4-BE49-F238E27FC236}">
                <a16:creationId xmlns:a16="http://schemas.microsoft.com/office/drawing/2014/main" xmlns="" id="{AFE73881-63F1-4873-A530-B51F0BA63C58}"/>
              </a:ext>
            </a:extLst>
          </p:cNvPr>
          <p:cNvSpPr txBox="1"/>
          <p:nvPr/>
        </p:nvSpPr>
        <p:spPr>
          <a:xfrm>
            <a:off x="3514779" y="1247775"/>
            <a:ext cx="1838374"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观</a:t>
            </a:r>
          </a:p>
        </p:txBody>
      </p:sp>
      <p:sp>
        <p:nvSpPr>
          <p:cNvPr id="15" name="文本框 14">
            <a:extLst>
              <a:ext uri="{FF2B5EF4-FFF2-40B4-BE49-F238E27FC236}">
                <a16:creationId xmlns:a16="http://schemas.microsoft.com/office/drawing/2014/main" xmlns="" id="{FC129FB5-18F9-4327-9AA4-856A22F52F53}"/>
              </a:ext>
            </a:extLst>
          </p:cNvPr>
          <p:cNvSpPr txBox="1"/>
          <p:nvPr/>
        </p:nvSpPr>
        <p:spPr>
          <a:xfrm>
            <a:off x="5210127" y="1247775"/>
            <a:ext cx="2014073" cy="1938992"/>
          </a:xfrm>
          <a:prstGeom prst="rect">
            <a:avLst/>
          </a:prstGeom>
          <a:noFill/>
          <a:effectLst>
            <a:outerShdw blurRad="50800" dist="38100" dir="2700000" algn="tl" rotWithShape="0">
              <a:prstClr val="black">
                <a:alpha val="5000"/>
              </a:prstClr>
            </a:outerShdw>
          </a:effectLst>
        </p:spPr>
        <p:txBody>
          <a:bodyPr wrap="square" rtlCol="0">
            <a:spAutoFit/>
          </a:bodyPr>
          <a:lstStyle/>
          <a:p>
            <a:r>
              <a:rPr lang="zh-CN" altLang="en-US" sz="12000" b="1" dirty="0">
                <a:solidFill>
                  <a:srgbClr val="0070C0"/>
                </a:solidFill>
                <a:latin typeface="思源宋体" panose="02020700000000000000" pitchFamily="18" charset="-122"/>
                <a:ea typeface="思源宋体" panose="02020700000000000000" pitchFamily="18" charset="-122"/>
              </a:rPr>
              <a:t>看</a:t>
            </a:r>
          </a:p>
        </p:txBody>
      </p:sp>
      <p:sp>
        <p:nvSpPr>
          <p:cNvPr id="12" name="îṣľîďé">
            <a:extLst>
              <a:ext uri="{FF2B5EF4-FFF2-40B4-BE49-F238E27FC236}">
                <a16:creationId xmlns:a16="http://schemas.microsoft.com/office/drawing/2014/main" xmlns="" id="{BFF5F9BA-71C6-435F-BBE1-22239E0CD374}"/>
              </a:ext>
            </a:extLst>
          </p:cNvPr>
          <p:cNvSpPr txBox="1"/>
          <p:nvPr/>
        </p:nvSpPr>
        <p:spPr>
          <a:xfrm>
            <a:off x="11007214" y="0"/>
            <a:ext cx="400110" cy="1121716"/>
          </a:xfrm>
          <a:prstGeom prst="rect">
            <a:avLst/>
          </a:prstGeom>
          <a:noFill/>
          <a:ln>
            <a:noFill/>
          </a:ln>
        </p:spPr>
        <p:txBody>
          <a:bodyPr vert="eaVert" wrap="square" rtlCol="0">
            <a:spAutoFit/>
          </a:bodyPr>
          <a:lstStyle/>
          <a:p>
            <a:pPr algn="dist"/>
            <a:r>
              <a:rPr lang="en-US" altLang="zh-CN" sz="1400" spc="-150" dirty="0">
                <a:solidFill>
                  <a:schemeClr val="bg1"/>
                </a:solidFill>
                <a:latin typeface="思源黑体 CN Bold" panose="020B0800000000000000" pitchFamily="34" charset="-122"/>
                <a:ea typeface="思源黑体 CN Bold" panose="020B0800000000000000" pitchFamily="34" charset="-122"/>
                <a:cs typeface="+mn-ea"/>
                <a:sym typeface="+mn-lt"/>
              </a:rPr>
              <a:t>LOGO HERE</a:t>
            </a:r>
            <a:endParaRPr lang="zh-CN" altLang="en-US" sz="1400" spc="-15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7" name="PA_文本框 18">
            <a:extLst>
              <a:ext uri="{FF2B5EF4-FFF2-40B4-BE49-F238E27FC236}">
                <a16:creationId xmlns:a16="http://schemas.microsoft.com/office/drawing/2014/main" xmlns="" id="{85DB1B22-E95D-4460-B4D9-8349FB7A6AAD}"/>
              </a:ext>
            </a:extLst>
          </p:cNvPr>
          <p:cNvSpPr txBox="1"/>
          <p:nvPr>
            <p:custDataLst>
              <p:tags r:id="rId1"/>
            </p:custDataLst>
          </p:nvPr>
        </p:nvSpPr>
        <p:spPr>
          <a:xfrm>
            <a:off x="1495057" y="4883011"/>
            <a:ext cx="1872000" cy="432000"/>
          </a:xfrm>
          <a:prstGeom prst="roundRect">
            <a:avLst>
              <a:gd name="adj" fmla="val 50000"/>
            </a:avLst>
          </a:prstGeom>
          <a:solidFill>
            <a:srgbClr val="0070C0"/>
          </a:solidFill>
          <a:ln w="3175">
            <a:noFill/>
          </a:ln>
          <a:effectLst>
            <a:outerShdw blurRad="50800" dist="38100" dir="2700000" algn="tl" rotWithShape="0">
              <a:prstClr val="black">
                <a:alpha val="20000"/>
              </a:prstClr>
            </a:outerShdw>
          </a:effectLst>
        </p:spPr>
        <p:txBody>
          <a:bodyPr wrap="square" lIns="91440" tIns="45720" rIns="91440" bIns="4572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微软雅黑" panose="020B0503020204020204" pitchFamily="34" charset="-122"/>
                <a:ea typeface="微软雅黑" panose="020B0503020204020204" pitchFamily="34" charset="-122"/>
                <a:sym typeface="+mn-lt"/>
              </a:rPr>
              <a:t>培训人：熊猫办公</a:t>
            </a:r>
          </a:p>
        </p:txBody>
      </p:sp>
      <p:sp>
        <p:nvSpPr>
          <p:cNvPr id="18" name="PA_文本框 18">
            <a:extLst>
              <a:ext uri="{FF2B5EF4-FFF2-40B4-BE49-F238E27FC236}">
                <a16:creationId xmlns:a16="http://schemas.microsoft.com/office/drawing/2014/main" xmlns="" id="{613F8FCA-D71A-4DB0-BEA6-1CE17527F1B4}"/>
              </a:ext>
            </a:extLst>
          </p:cNvPr>
          <p:cNvSpPr txBox="1"/>
          <p:nvPr>
            <p:custDataLst>
              <p:tags r:id="rId2"/>
            </p:custDataLst>
          </p:nvPr>
        </p:nvSpPr>
        <p:spPr>
          <a:xfrm>
            <a:off x="3612767" y="4883010"/>
            <a:ext cx="1994952" cy="432000"/>
          </a:xfrm>
          <a:prstGeom prst="roundRect">
            <a:avLst>
              <a:gd name="adj" fmla="val 50000"/>
            </a:avLst>
          </a:prstGeom>
          <a:solidFill>
            <a:srgbClr val="0070C0"/>
          </a:solidFill>
          <a:ln w="3175">
            <a:noFill/>
          </a:ln>
          <a:effectLst>
            <a:outerShdw blurRad="50800" dist="38100" dir="2700000" algn="tl" rotWithShape="0">
              <a:prstClr val="black">
                <a:alpha val="20000"/>
              </a:prstClr>
            </a:outerShdw>
          </a:effectLst>
        </p:spPr>
        <p:txBody>
          <a:bodyPr wrap="none" lIns="91440" tIns="45720" rIns="91440" bIns="4572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微软雅黑" panose="020B0503020204020204" pitchFamily="34" charset="-122"/>
                <a:ea typeface="微软雅黑" panose="020B0503020204020204" pitchFamily="34" charset="-122"/>
                <a:sym typeface="+mn-lt"/>
              </a:rPr>
              <a:t>培训日期：</a:t>
            </a:r>
            <a:r>
              <a:rPr lang="en-US" altLang="zh-CN" sz="1400" dirty="0">
                <a:solidFill>
                  <a:schemeClr val="bg1"/>
                </a:solidFill>
                <a:latin typeface="微软雅黑" panose="020B0503020204020204" pitchFamily="34" charset="-122"/>
                <a:ea typeface="微软雅黑" panose="020B0503020204020204" pitchFamily="34" charset="-122"/>
                <a:sym typeface="+mn-lt"/>
              </a:rPr>
              <a:t>20XX.X</a:t>
            </a:r>
            <a:r>
              <a:rPr lang="zh-CN" altLang="en-US" sz="1400" dirty="0">
                <a:solidFill>
                  <a:schemeClr val="bg1"/>
                </a:solidFill>
                <a:latin typeface="微软雅黑" panose="020B0503020204020204" pitchFamily="34" charset="-122"/>
                <a:ea typeface="微软雅黑" panose="020B0503020204020204" pitchFamily="34" charset="-122"/>
                <a:sym typeface="+mn-lt"/>
              </a:rPr>
              <a:t>月</a:t>
            </a:r>
          </a:p>
        </p:txBody>
      </p:sp>
      <p:sp>
        <p:nvSpPr>
          <p:cNvPr id="19" name="矩形 18">
            <a:extLst>
              <a:ext uri="{FF2B5EF4-FFF2-40B4-BE49-F238E27FC236}">
                <a16:creationId xmlns:a16="http://schemas.microsoft.com/office/drawing/2014/main" xmlns="" id="{D4B07D08-4B7D-4FAD-8342-B3249DFBDEDF}"/>
              </a:ext>
            </a:extLst>
          </p:cNvPr>
          <p:cNvSpPr/>
          <p:nvPr/>
        </p:nvSpPr>
        <p:spPr>
          <a:xfrm>
            <a:off x="269711" y="3719324"/>
            <a:ext cx="6698330" cy="523220"/>
          </a:xfrm>
          <a:prstGeom prst="rect">
            <a:avLst/>
          </a:prstGeom>
        </p:spPr>
        <p:txBody>
          <a:bodyPr wrap="square">
            <a:spAutoFit/>
          </a:bodyPr>
          <a:lstStyle/>
          <a:p>
            <a:pPr algn="ctr"/>
            <a:r>
              <a:rPr lang="en-US" altLang="zh-CN" sz="1400" b="0" i="0" spc="150" dirty="0">
                <a:solidFill>
                  <a:schemeClr val="tx1">
                    <a:lumMod val="75000"/>
                    <a:lumOff val="25000"/>
                  </a:schemeClr>
                </a:solidFill>
                <a:effectLst/>
                <a:latin typeface="思源黑体 CN ExtraLight" panose="020B0200000000000000" pitchFamily="34" charset="-122"/>
                <a:ea typeface="思源黑体 CN ExtraLight" panose="020B0200000000000000" pitchFamily="34" charset="-122"/>
              </a:rPr>
              <a:t>Lorem ipsum dolor sit amet, consectetuer adipiscing elit. Maecenas porttitor congue massa. </a:t>
            </a:r>
            <a:endParaRPr lang="zh-CN" altLang="en-US" sz="1400" spc="150" dirty="0">
              <a:solidFill>
                <a:schemeClr val="tx1">
                  <a:lumMod val="75000"/>
                  <a:lumOff val="25000"/>
                </a:schemeClr>
              </a:solidFill>
              <a:latin typeface="思源黑体 CN ExtraLight" panose="020B0200000000000000" pitchFamily="34" charset="-122"/>
              <a:ea typeface="思源黑体 CN ExtraLight" panose="020B0200000000000000" pitchFamily="34" charset="-122"/>
            </a:endParaRPr>
          </a:p>
        </p:txBody>
      </p:sp>
      <p:sp>
        <p:nvSpPr>
          <p:cNvPr id="20" name="矩形 19">
            <a:extLst>
              <a:ext uri="{FF2B5EF4-FFF2-40B4-BE49-F238E27FC236}">
                <a16:creationId xmlns:a16="http://schemas.microsoft.com/office/drawing/2014/main" xmlns="" id="{55349288-1225-4444-BABC-9007227BB8CF}"/>
              </a:ext>
            </a:extLst>
          </p:cNvPr>
          <p:cNvSpPr/>
          <p:nvPr/>
        </p:nvSpPr>
        <p:spPr>
          <a:xfrm>
            <a:off x="326951" y="3085328"/>
            <a:ext cx="6480000" cy="677108"/>
          </a:xfrm>
          <a:prstGeom prst="rect">
            <a:avLst/>
          </a:prstGeom>
        </p:spPr>
        <p:txBody>
          <a:bodyPr wrap="square">
            <a:spAutoFit/>
          </a:bodyPr>
          <a:lstStyle/>
          <a:p>
            <a:pPr algn="dist"/>
            <a:r>
              <a:rPr lang="en-US" altLang="zh-CN" sz="3800" dirty="0">
                <a:solidFill>
                  <a:schemeClr val="tx1">
                    <a:lumMod val="75000"/>
                    <a:lumOff val="25000"/>
                  </a:schemeClr>
                </a:solidFill>
                <a:latin typeface="思源宋体" panose="02020700000000000000" pitchFamily="18" charset="-122"/>
                <a:ea typeface="思源宋体" panose="02020700000000000000" pitchFamily="18" charset="-122"/>
              </a:rPr>
              <a:t>20XX</a:t>
            </a:r>
            <a:r>
              <a:rPr lang="zh-CN" altLang="en-US" sz="3800" dirty="0">
                <a:solidFill>
                  <a:schemeClr val="tx1">
                    <a:lumMod val="75000"/>
                    <a:lumOff val="25000"/>
                  </a:schemeClr>
                </a:solidFill>
                <a:latin typeface="思源宋体" panose="02020700000000000000" pitchFamily="18" charset="-122"/>
                <a:ea typeface="思源宋体" panose="02020700000000000000" pitchFamily="18" charset="-122"/>
              </a:rPr>
              <a:t>年企业工作总结</a:t>
            </a:r>
            <a:r>
              <a:rPr lang="en-US" altLang="zh-CN" sz="3800" dirty="0">
                <a:solidFill>
                  <a:schemeClr val="tx1">
                    <a:lumMod val="75000"/>
                    <a:lumOff val="25000"/>
                  </a:schemeClr>
                </a:solidFill>
                <a:latin typeface="思源宋体" panose="02020700000000000000" pitchFamily="18" charset="-122"/>
                <a:ea typeface="思源宋体" panose="02020700000000000000" pitchFamily="18" charset="-122"/>
              </a:rPr>
              <a:t>/</a:t>
            </a:r>
            <a:r>
              <a:rPr lang="zh-CN" altLang="en-US" sz="3800" dirty="0">
                <a:solidFill>
                  <a:schemeClr val="tx1">
                    <a:lumMod val="75000"/>
                    <a:lumOff val="25000"/>
                  </a:schemeClr>
                </a:solidFill>
                <a:latin typeface="思源宋体" panose="02020700000000000000" pitchFamily="18" charset="-122"/>
                <a:ea typeface="思源宋体" panose="02020700000000000000" pitchFamily="18" charset="-122"/>
              </a:rPr>
              <a:t>计划</a:t>
            </a:r>
          </a:p>
        </p:txBody>
      </p:sp>
      <p:sp>
        <p:nvSpPr>
          <p:cNvPr id="21" name="矩形 20">
            <a:extLst>
              <a:ext uri="{FF2B5EF4-FFF2-40B4-BE49-F238E27FC236}">
                <a16:creationId xmlns:a16="http://schemas.microsoft.com/office/drawing/2014/main" xmlns="" id="{1F841404-9BB5-4764-AFF0-9CAC476A55FB}"/>
              </a:ext>
            </a:extLst>
          </p:cNvPr>
          <p:cNvSpPr/>
          <p:nvPr/>
        </p:nvSpPr>
        <p:spPr>
          <a:xfrm>
            <a:off x="10241329" y="57150"/>
            <a:ext cx="946413" cy="3866761"/>
          </a:xfrm>
          <a:prstGeom prst="rect">
            <a:avLst/>
          </a:prstGeom>
        </p:spPr>
        <p:txBody>
          <a:bodyPr vert="eaVert" wrap="square">
            <a:spAutoFit/>
          </a:bodyPr>
          <a:lstStyle/>
          <a:p>
            <a:pPr marL="0" lvl="1" algn="just" defTabSz="457200">
              <a:lnSpc>
                <a:spcPct val="150000"/>
              </a:lnSpc>
            </a:pPr>
            <a:r>
              <a:rPr lang="zh-CN" altLang="en-US" sz="1100" spc="200" dirty="0">
                <a:solidFill>
                  <a:schemeClr val="bg1"/>
                </a:solidFill>
                <a:latin typeface="微软雅黑" panose="020B0503020204020204" pitchFamily="34" charset="-122"/>
                <a:ea typeface="微软雅黑" panose="020B0503020204020204" pitchFamily="34" charset="-122"/>
                <a:cs typeface="+mn-ea"/>
                <a:sym typeface="+mn-lt"/>
              </a:rPr>
              <a:t>单击此处添加文字内容单击此处添加文字内容单击此处添加文字内容单击此处添加文字内容单击此处添加文字内容</a:t>
            </a:r>
          </a:p>
        </p:txBody>
      </p:sp>
      <p:grpSp>
        <p:nvGrpSpPr>
          <p:cNvPr id="8" name="组合 7">
            <a:extLst>
              <a:ext uri="{FF2B5EF4-FFF2-40B4-BE49-F238E27FC236}">
                <a16:creationId xmlns:a16="http://schemas.microsoft.com/office/drawing/2014/main" xmlns="" id="{14B152BA-FB3A-4DEF-97AF-2D3132A6379B}"/>
              </a:ext>
            </a:extLst>
          </p:cNvPr>
          <p:cNvGrpSpPr/>
          <p:nvPr/>
        </p:nvGrpSpPr>
        <p:grpSpPr>
          <a:xfrm>
            <a:off x="9679404" y="4242544"/>
            <a:ext cx="2512596" cy="2615456"/>
            <a:chOff x="9679404" y="4242544"/>
            <a:chExt cx="2512596" cy="2615456"/>
          </a:xfrm>
        </p:grpSpPr>
        <p:sp>
          <p:nvSpPr>
            <p:cNvPr id="10" name="任意多边形: 形状 9">
              <a:extLst>
                <a:ext uri="{FF2B5EF4-FFF2-40B4-BE49-F238E27FC236}">
                  <a16:creationId xmlns:a16="http://schemas.microsoft.com/office/drawing/2014/main" xmlns="" id="{616D1BA4-5DFB-495C-B4C0-D9BF0BD2A928}"/>
                </a:ext>
              </a:extLst>
            </p:cNvPr>
            <p:cNvSpPr/>
            <p:nvPr/>
          </p:nvSpPr>
          <p:spPr>
            <a:xfrm flipH="1" flipV="1">
              <a:off x="10044034" y="448268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solidFill>
              <a:srgbClr val="8EBAE2"/>
            </a:solidFill>
            <a:ln>
              <a:noFill/>
            </a:ln>
            <a:effectLst>
              <a:outerShdw blurRad="508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2" name="任意多边形: 形状 21">
              <a:extLst>
                <a:ext uri="{FF2B5EF4-FFF2-40B4-BE49-F238E27FC236}">
                  <a16:creationId xmlns:a16="http://schemas.microsoft.com/office/drawing/2014/main" xmlns="" id="{A7585635-9F29-4E63-8ED6-2D0E97E9D29A}"/>
                </a:ext>
              </a:extLst>
            </p:cNvPr>
            <p:cNvSpPr/>
            <p:nvPr/>
          </p:nvSpPr>
          <p:spPr>
            <a:xfrm flipH="1" flipV="1">
              <a:off x="9679404" y="4242544"/>
              <a:ext cx="2147966" cy="2375316"/>
            </a:xfrm>
            <a:custGeom>
              <a:avLst/>
              <a:gdLst>
                <a:gd name="connsiteX0" fmla="*/ 1217293 w 2147966"/>
                <a:gd name="connsiteY0" fmla="*/ 0 h 2375316"/>
                <a:gd name="connsiteX1" fmla="*/ 2048385 w 2147966"/>
                <a:gd name="connsiteY1" fmla="*/ 0 h 2375316"/>
                <a:gd name="connsiteX2" fmla="*/ 2067460 w 2147966"/>
                <a:gd name="connsiteY2" fmla="*/ 52117 h 2375316"/>
                <a:gd name="connsiteX3" fmla="*/ 2147966 w 2147966"/>
                <a:gd name="connsiteY3" fmla="*/ 584616 h 2375316"/>
                <a:gd name="connsiteX4" fmla="*/ 357266 w 2147966"/>
                <a:gd name="connsiteY4" fmla="*/ 2375316 h 2375316"/>
                <a:gd name="connsiteX5" fmla="*/ 174177 w 2147966"/>
                <a:gd name="connsiteY5" fmla="*/ 2366071 h 2375316"/>
                <a:gd name="connsiteX6" fmla="*/ 0 w 2147966"/>
                <a:gd name="connsiteY6" fmla="*/ 2339488 h 2375316"/>
                <a:gd name="connsiteX7" fmla="*/ 0 w 2147966"/>
                <a:gd name="connsiteY7" fmla="*/ 1560485 h 2375316"/>
                <a:gd name="connsiteX8" fmla="*/ 47948 w 2147966"/>
                <a:gd name="connsiteY8" fmla="*/ 1578034 h 2375316"/>
                <a:gd name="connsiteX9" fmla="*/ 357266 w 2147966"/>
                <a:gd name="connsiteY9" fmla="*/ 1624798 h 2375316"/>
                <a:gd name="connsiteX10" fmla="*/ 1397448 w 2147966"/>
                <a:gd name="connsiteY10" fmla="*/ 584616 h 2375316"/>
                <a:gd name="connsiteX11" fmla="*/ 1219801 w 2147966"/>
                <a:gd name="connsiteY11" fmla="*/ 3040 h 237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966" h="2375316">
                  <a:moveTo>
                    <a:pt x="1217293" y="0"/>
                  </a:moveTo>
                  <a:lnTo>
                    <a:pt x="2048385" y="0"/>
                  </a:lnTo>
                  <a:lnTo>
                    <a:pt x="2067460" y="52117"/>
                  </a:lnTo>
                  <a:cubicBezTo>
                    <a:pt x="2119781" y="220333"/>
                    <a:pt x="2147966" y="399183"/>
                    <a:pt x="2147966" y="584616"/>
                  </a:cubicBezTo>
                  <a:cubicBezTo>
                    <a:pt x="2147966" y="1573592"/>
                    <a:pt x="1346242" y="2375316"/>
                    <a:pt x="357266" y="2375316"/>
                  </a:cubicBezTo>
                  <a:cubicBezTo>
                    <a:pt x="295455" y="2375316"/>
                    <a:pt x="234375" y="2372184"/>
                    <a:pt x="174177" y="2366071"/>
                  </a:cubicBezTo>
                  <a:lnTo>
                    <a:pt x="0" y="2339488"/>
                  </a:lnTo>
                  <a:lnTo>
                    <a:pt x="0" y="1560485"/>
                  </a:lnTo>
                  <a:lnTo>
                    <a:pt x="47948" y="1578034"/>
                  </a:lnTo>
                  <a:cubicBezTo>
                    <a:pt x="145661" y="1608426"/>
                    <a:pt x="249552" y="1624798"/>
                    <a:pt x="357266" y="1624798"/>
                  </a:cubicBezTo>
                  <a:cubicBezTo>
                    <a:pt x="931743" y="1624798"/>
                    <a:pt x="1397448" y="1159093"/>
                    <a:pt x="1397448" y="584616"/>
                  </a:cubicBezTo>
                  <a:cubicBezTo>
                    <a:pt x="1397448" y="369187"/>
                    <a:pt x="1331958" y="169054"/>
                    <a:pt x="1219801" y="3040"/>
                  </a:cubicBezTo>
                  <a:close/>
                </a:path>
              </a:pathLst>
            </a:custGeom>
            <a:noFill/>
            <a:ln>
              <a:solidFill>
                <a:srgbClr val="8EB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sp>
        <p:nvSpPr>
          <p:cNvPr id="23" name="矩形 22">
            <a:extLst>
              <a:ext uri="{FF2B5EF4-FFF2-40B4-BE49-F238E27FC236}">
                <a16:creationId xmlns:a16="http://schemas.microsoft.com/office/drawing/2014/main" xmlns="" id="{B58BF173-0F6E-4C2C-AB7E-1BDE59335BAF}"/>
              </a:ext>
            </a:extLst>
          </p:cNvPr>
          <p:cNvSpPr/>
          <p:nvPr/>
        </p:nvSpPr>
        <p:spPr>
          <a:xfrm>
            <a:off x="364630"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个人总结</a:t>
            </a:r>
          </a:p>
        </p:txBody>
      </p:sp>
      <p:sp>
        <p:nvSpPr>
          <p:cNvPr id="24" name="矩形 23">
            <a:extLst>
              <a:ext uri="{FF2B5EF4-FFF2-40B4-BE49-F238E27FC236}">
                <a16:creationId xmlns:a16="http://schemas.microsoft.com/office/drawing/2014/main" xmlns="" id="{DCFE4E76-F45C-4610-800D-5A3A56D20CDF}"/>
              </a:ext>
            </a:extLst>
          </p:cNvPr>
          <p:cNvSpPr/>
          <p:nvPr/>
        </p:nvSpPr>
        <p:spPr>
          <a:xfrm>
            <a:off x="1695919"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月度总结</a:t>
            </a:r>
          </a:p>
        </p:txBody>
      </p:sp>
      <p:sp>
        <p:nvSpPr>
          <p:cNvPr id="25" name="矩形 24">
            <a:extLst>
              <a:ext uri="{FF2B5EF4-FFF2-40B4-BE49-F238E27FC236}">
                <a16:creationId xmlns:a16="http://schemas.microsoft.com/office/drawing/2014/main" xmlns="" id="{E5BA2CD9-0467-4476-B03A-4632D4BFFC1D}"/>
              </a:ext>
            </a:extLst>
          </p:cNvPr>
          <p:cNvSpPr/>
          <p:nvPr/>
        </p:nvSpPr>
        <p:spPr>
          <a:xfrm>
            <a:off x="3027208"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季度总结</a:t>
            </a:r>
          </a:p>
        </p:txBody>
      </p:sp>
      <p:sp>
        <p:nvSpPr>
          <p:cNvPr id="26" name="矩形 25">
            <a:extLst>
              <a:ext uri="{FF2B5EF4-FFF2-40B4-BE49-F238E27FC236}">
                <a16:creationId xmlns:a16="http://schemas.microsoft.com/office/drawing/2014/main" xmlns="" id="{FDAE7E95-1D39-4FF4-A601-3A171DB3468C}"/>
              </a:ext>
            </a:extLst>
          </p:cNvPr>
          <p:cNvSpPr/>
          <p:nvPr/>
        </p:nvSpPr>
        <p:spPr>
          <a:xfrm>
            <a:off x="5689786"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工作计划</a:t>
            </a:r>
          </a:p>
        </p:txBody>
      </p:sp>
      <p:sp>
        <p:nvSpPr>
          <p:cNvPr id="27" name="矩形 26">
            <a:extLst>
              <a:ext uri="{FF2B5EF4-FFF2-40B4-BE49-F238E27FC236}">
                <a16:creationId xmlns:a16="http://schemas.microsoft.com/office/drawing/2014/main" xmlns="" id="{6C7ED302-8DBD-4162-8DDF-18DB1A67AF34}"/>
              </a:ext>
            </a:extLst>
          </p:cNvPr>
          <p:cNvSpPr/>
          <p:nvPr/>
        </p:nvSpPr>
        <p:spPr>
          <a:xfrm>
            <a:off x="4358497" y="6479359"/>
            <a:ext cx="1202996" cy="276999"/>
          </a:xfrm>
          <a:prstGeom prst="rect">
            <a:avLst/>
          </a:prstGeom>
        </p:spPr>
        <p:txBody>
          <a:bodyPr wrap="square">
            <a:spAutoFit/>
          </a:bodyPr>
          <a:lstStyle/>
          <a:p>
            <a:pPr marL="171450" indent="-171450" algn="dist">
              <a:buClr>
                <a:srgbClr val="0070C0"/>
              </a:buClr>
              <a:buFont typeface="Arial" panose="020B0604020202020204" pitchFamily="34" charset="0"/>
              <a:buChar char="•"/>
            </a:pPr>
            <a:r>
              <a:rPr lang="zh-CN" altLang="en-US" sz="1200" spc="200" dirty="0">
                <a:solidFill>
                  <a:schemeClr val="tx1">
                    <a:lumMod val="85000"/>
                    <a:lumOff val="15000"/>
                  </a:schemeClr>
                </a:solidFill>
                <a:latin typeface="微软雅黑" panose="020B0503020204020204" pitchFamily="34" charset="-122"/>
                <a:ea typeface="微软雅黑" panose="020B0503020204020204" pitchFamily="34" charset="-122"/>
                <a:cs typeface="+mn-ea"/>
              </a:rPr>
              <a:t>年度总结</a:t>
            </a:r>
          </a:p>
        </p:txBody>
      </p:sp>
    </p:spTree>
    <p:extLst>
      <p:ext uri="{BB962C8B-B14F-4D97-AF65-F5344CB8AC3E}">
        <p14:creationId xmlns:p14="http://schemas.microsoft.com/office/powerpoint/2010/main" val="2928285181"/>
      </p:ext>
    </p:extLst>
  </p:cSld>
  <p:clrMapOvr>
    <a:masterClrMapping/>
  </p:clrMapOvr>
  <mc:AlternateContent xmlns:mc="http://schemas.openxmlformats.org/markup-compatibility/2006" xmlns:p14="http://schemas.microsoft.com/office/powerpoint/2010/main">
    <mc:Choice Requires="p14">
      <p:transition spd="slow" p14:dur="1500" advClick="0" advTm="8000">
        <p:split orient="vert"/>
      </p:transition>
    </mc:Choice>
    <mc:Fallback xmlns="">
      <p:transition spd="slow" advClick="0" advTm="8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6"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1+#ppt_w/2"/>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2" presetClass="entr" presetSubtype="1"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up)">
                                      <p:cBhvr>
                                        <p:cTn id="25" dur="500"/>
                                        <p:tgtEl>
                                          <p:spTgt spid="21"/>
                                        </p:tgtEl>
                                      </p:cBhvr>
                                    </p:animEffect>
                                  </p:childTnLst>
                                </p:cTn>
                              </p:par>
                              <p:par>
                                <p:cTn id="26" presetID="37" presetClass="entr" presetSubtype="0" fill="hold" grpId="0" nodeType="withEffect">
                                  <p:stCondLst>
                                    <p:cond delay="5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750"/>
                                        <p:tgtEl>
                                          <p:spTgt spid="6"/>
                                        </p:tgtEl>
                                      </p:cBhvr>
                                    </p:animEffect>
                                    <p:anim calcmode="lin" valueType="num">
                                      <p:cBhvr>
                                        <p:cTn id="29" dur="750" fill="hold"/>
                                        <p:tgtEl>
                                          <p:spTgt spid="6"/>
                                        </p:tgtEl>
                                        <p:attrNameLst>
                                          <p:attrName>ppt_x</p:attrName>
                                        </p:attrNameLst>
                                      </p:cBhvr>
                                      <p:tavLst>
                                        <p:tav tm="0">
                                          <p:val>
                                            <p:strVal val="#ppt_x"/>
                                          </p:val>
                                        </p:tav>
                                        <p:tav tm="100000">
                                          <p:val>
                                            <p:strVal val="#ppt_x"/>
                                          </p:val>
                                        </p:tav>
                                      </p:tavLst>
                                    </p:anim>
                                    <p:anim calcmode="lin" valueType="num">
                                      <p:cBhvr>
                                        <p:cTn id="30" dur="675" decel="100000" fill="hold"/>
                                        <p:tgtEl>
                                          <p:spTgt spid="6"/>
                                        </p:tgtEl>
                                        <p:attrNameLst>
                                          <p:attrName>ppt_y</p:attrName>
                                        </p:attrNameLst>
                                      </p:cBhvr>
                                      <p:tavLst>
                                        <p:tav tm="0">
                                          <p:val>
                                            <p:strVal val="#ppt_y+1"/>
                                          </p:val>
                                        </p:tav>
                                        <p:tav tm="100000">
                                          <p:val>
                                            <p:strVal val="#ppt_y-.03"/>
                                          </p:val>
                                        </p:tav>
                                      </p:tavLst>
                                    </p:anim>
                                    <p:anim calcmode="lin" valueType="num">
                                      <p:cBhvr>
                                        <p:cTn id="31" dur="75" accel="100000" fill="hold">
                                          <p:stCondLst>
                                            <p:cond delay="675"/>
                                          </p:stCondLst>
                                        </p:cTn>
                                        <p:tgtEl>
                                          <p:spTgt spid="6"/>
                                        </p:tgtEl>
                                        <p:attrNameLst>
                                          <p:attrName>ppt_y</p:attrName>
                                        </p:attrNameLst>
                                      </p:cBhvr>
                                      <p:tavLst>
                                        <p:tav tm="0">
                                          <p:val>
                                            <p:strVal val="#ppt_y-.03"/>
                                          </p:val>
                                        </p:tav>
                                        <p:tav tm="100000">
                                          <p:val>
                                            <p:strVal val="#ppt_y"/>
                                          </p:val>
                                        </p:tav>
                                      </p:tavLst>
                                    </p:anim>
                                  </p:childTnLst>
                                </p:cTn>
                              </p:par>
                              <p:par>
                                <p:cTn id="32" presetID="37" presetClass="entr" presetSubtype="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750"/>
                                        <p:tgtEl>
                                          <p:spTgt spid="13"/>
                                        </p:tgtEl>
                                      </p:cBhvr>
                                    </p:animEffect>
                                    <p:anim calcmode="lin" valueType="num">
                                      <p:cBhvr>
                                        <p:cTn id="35" dur="750" fill="hold"/>
                                        <p:tgtEl>
                                          <p:spTgt spid="13"/>
                                        </p:tgtEl>
                                        <p:attrNameLst>
                                          <p:attrName>ppt_x</p:attrName>
                                        </p:attrNameLst>
                                      </p:cBhvr>
                                      <p:tavLst>
                                        <p:tav tm="0">
                                          <p:val>
                                            <p:strVal val="#ppt_x"/>
                                          </p:val>
                                        </p:tav>
                                        <p:tav tm="100000">
                                          <p:val>
                                            <p:strVal val="#ppt_x"/>
                                          </p:val>
                                        </p:tav>
                                      </p:tavLst>
                                    </p:anim>
                                    <p:anim calcmode="lin" valueType="num">
                                      <p:cBhvr>
                                        <p:cTn id="36" dur="675" decel="100000" fill="hold"/>
                                        <p:tgtEl>
                                          <p:spTgt spid="13"/>
                                        </p:tgtEl>
                                        <p:attrNameLst>
                                          <p:attrName>ppt_y</p:attrName>
                                        </p:attrNameLst>
                                      </p:cBhvr>
                                      <p:tavLst>
                                        <p:tav tm="0">
                                          <p:val>
                                            <p:strVal val="#ppt_y+1"/>
                                          </p:val>
                                        </p:tav>
                                        <p:tav tm="100000">
                                          <p:val>
                                            <p:strVal val="#ppt_y-.03"/>
                                          </p:val>
                                        </p:tav>
                                      </p:tavLst>
                                    </p:anim>
                                    <p:anim calcmode="lin" valueType="num">
                                      <p:cBhvr>
                                        <p:cTn id="37" dur="75" accel="100000" fill="hold">
                                          <p:stCondLst>
                                            <p:cond delay="675"/>
                                          </p:stCondLst>
                                        </p:cTn>
                                        <p:tgtEl>
                                          <p:spTgt spid="13"/>
                                        </p:tgtEl>
                                        <p:attrNameLst>
                                          <p:attrName>ppt_y</p:attrName>
                                        </p:attrNameLst>
                                      </p:cBhvr>
                                      <p:tavLst>
                                        <p:tav tm="0">
                                          <p:val>
                                            <p:strVal val="#ppt_y-.03"/>
                                          </p:val>
                                        </p:tav>
                                        <p:tav tm="100000">
                                          <p:val>
                                            <p:strVal val="#ppt_y"/>
                                          </p:val>
                                        </p:tav>
                                      </p:tavLst>
                                    </p:anim>
                                  </p:childTnLst>
                                </p:cTn>
                              </p:par>
                              <p:par>
                                <p:cTn id="38" presetID="37" presetClass="entr" presetSubtype="0" fill="hold" grpId="0" nodeType="withEffect">
                                  <p:stCondLst>
                                    <p:cond delay="10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750"/>
                                        <p:tgtEl>
                                          <p:spTgt spid="14"/>
                                        </p:tgtEl>
                                      </p:cBhvr>
                                    </p:animEffect>
                                    <p:anim calcmode="lin" valueType="num">
                                      <p:cBhvr>
                                        <p:cTn id="41" dur="750" fill="hold"/>
                                        <p:tgtEl>
                                          <p:spTgt spid="14"/>
                                        </p:tgtEl>
                                        <p:attrNameLst>
                                          <p:attrName>ppt_x</p:attrName>
                                        </p:attrNameLst>
                                      </p:cBhvr>
                                      <p:tavLst>
                                        <p:tav tm="0">
                                          <p:val>
                                            <p:strVal val="#ppt_x"/>
                                          </p:val>
                                        </p:tav>
                                        <p:tav tm="100000">
                                          <p:val>
                                            <p:strVal val="#ppt_x"/>
                                          </p:val>
                                        </p:tav>
                                      </p:tavLst>
                                    </p:anim>
                                    <p:anim calcmode="lin" valueType="num">
                                      <p:cBhvr>
                                        <p:cTn id="42" dur="675" decel="100000" fill="hold"/>
                                        <p:tgtEl>
                                          <p:spTgt spid="14"/>
                                        </p:tgtEl>
                                        <p:attrNameLst>
                                          <p:attrName>ppt_y</p:attrName>
                                        </p:attrNameLst>
                                      </p:cBhvr>
                                      <p:tavLst>
                                        <p:tav tm="0">
                                          <p:val>
                                            <p:strVal val="#ppt_y+1"/>
                                          </p:val>
                                        </p:tav>
                                        <p:tav tm="100000">
                                          <p:val>
                                            <p:strVal val="#ppt_y-.03"/>
                                          </p:val>
                                        </p:tav>
                                      </p:tavLst>
                                    </p:anim>
                                    <p:anim calcmode="lin" valueType="num">
                                      <p:cBhvr>
                                        <p:cTn id="43" dur="75" accel="100000" fill="hold">
                                          <p:stCondLst>
                                            <p:cond delay="675"/>
                                          </p:stCondLst>
                                        </p:cTn>
                                        <p:tgtEl>
                                          <p:spTgt spid="14"/>
                                        </p:tgtEl>
                                        <p:attrNameLst>
                                          <p:attrName>ppt_y</p:attrName>
                                        </p:attrNameLst>
                                      </p:cBhvr>
                                      <p:tavLst>
                                        <p:tav tm="0">
                                          <p:val>
                                            <p:strVal val="#ppt_y-.03"/>
                                          </p:val>
                                        </p:tav>
                                        <p:tav tm="100000">
                                          <p:val>
                                            <p:strVal val="#ppt_y"/>
                                          </p:val>
                                        </p:tav>
                                      </p:tavLst>
                                    </p:anim>
                                  </p:childTnLst>
                                </p:cTn>
                              </p:par>
                              <p:par>
                                <p:cTn id="44" presetID="37" presetClass="entr" presetSubtype="0" fill="hold" grpId="0" nodeType="withEffect">
                                  <p:stCondLst>
                                    <p:cond delay="12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50"/>
                                        <p:tgtEl>
                                          <p:spTgt spid="15"/>
                                        </p:tgtEl>
                                      </p:cBhvr>
                                    </p:animEffect>
                                    <p:anim calcmode="lin" valueType="num">
                                      <p:cBhvr>
                                        <p:cTn id="47" dur="750" fill="hold"/>
                                        <p:tgtEl>
                                          <p:spTgt spid="15"/>
                                        </p:tgtEl>
                                        <p:attrNameLst>
                                          <p:attrName>ppt_x</p:attrName>
                                        </p:attrNameLst>
                                      </p:cBhvr>
                                      <p:tavLst>
                                        <p:tav tm="0">
                                          <p:val>
                                            <p:strVal val="#ppt_x"/>
                                          </p:val>
                                        </p:tav>
                                        <p:tav tm="100000">
                                          <p:val>
                                            <p:strVal val="#ppt_x"/>
                                          </p:val>
                                        </p:tav>
                                      </p:tavLst>
                                    </p:anim>
                                    <p:anim calcmode="lin" valueType="num">
                                      <p:cBhvr>
                                        <p:cTn id="48" dur="675" decel="100000" fill="hold"/>
                                        <p:tgtEl>
                                          <p:spTgt spid="15"/>
                                        </p:tgtEl>
                                        <p:attrNameLst>
                                          <p:attrName>ppt_y</p:attrName>
                                        </p:attrNameLst>
                                      </p:cBhvr>
                                      <p:tavLst>
                                        <p:tav tm="0">
                                          <p:val>
                                            <p:strVal val="#ppt_y+1"/>
                                          </p:val>
                                        </p:tav>
                                        <p:tav tm="100000">
                                          <p:val>
                                            <p:strVal val="#ppt_y-.03"/>
                                          </p:val>
                                        </p:tav>
                                      </p:tavLst>
                                    </p:anim>
                                    <p:anim calcmode="lin" valueType="num">
                                      <p:cBhvr>
                                        <p:cTn id="49" dur="75" accel="100000" fill="hold">
                                          <p:stCondLst>
                                            <p:cond delay="675"/>
                                          </p:stCondLst>
                                        </p:cTn>
                                        <p:tgtEl>
                                          <p:spTgt spid="15"/>
                                        </p:tgtEl>
                                        <p:attrNameLst>
                                          <p:attrName>ppt_y</p:attrName>
                                        </p:attrNameLst>
                                      </p:cBhvr>
                                      <p:tavLst>
                                        <p:tav tm="0">
                                          <p:val>
                                            <p:strVal val="#ppt_y-.03"/>
                                          </p:val>
                                        </p:tav>
                                        <p:tav tm="100000">
                                          <p:val>
                                            <p:strVal val="#ppt_y"/>
                                          </p:val>
                                        </p:tav>
                                      </p:tavLst>
                                    </p:anim>
                                  </p:childTnLst>
                                </p:cTn>
                              </p:par>
                            </p:childTnLst>
                          </p:cTn>
                        </p:par>
                        <p:par>
                          <p:cTn id="50" fill="hold">
                            <p:stCondLst>
                              <p:cond delay="3500"/>
                            </p:stCondLst>
                            <p:childTnLst>
                              <p:par>
                                <p:cTn id="51" presetID="22" presetClass="entr" presetSubtype="8" fill="hold" grpId="0" nodeType="afterEffect">
                                  <p:stCondLst>
                                    <p:cond delay="0"/>
                                  </p:stCondLst>
                                  <p:iterate type="lt">
                                    <p:tmPct val="10000"/>
                                  </p:iterate>
                                  <p:childTnLst>
                                    <p:set>
                                      <p:cBhvr>
                                        <p:cTn id="52" dur="1" fill="hold">
                                          <p:stCondLst>
                                            <p:cond delay="0"/>
                                          </p:stCondLst>
                                        </p:cTn>
                                        <p:tgtEl>
                                          <p:spTgt spid="20"/>
                                        </p:tgtEl>
                                        <p:attrNameLst>
                                          <p:attrName>style.visibility</p:attrName>
                                        </p:attrNameLst>
                                      </p:cBhvr>
                                      <p:to>
                                        <p:strVal val="visible"/>
                                      </p:to>
                                    </p:set>
                                    <p:animEffect transition="in" filter="wipe(left)">
                                      <p:cBhvr>
                                        <p:cTn id="53" dur="750"/>
                                        <p:tgtEl>
                                          <p:spTgt spid="20"/>
                                        </p:tgtEl>
                                      </p:cBhvr>
                                    </p:animEffect>
                                  </p:childTnLst>
                                </p:cTn>
                              </p:par>
                            </p:childTnLst>
                          </p:cTn>
                        </p:par>
                        <p:par>
                          <p:cTn id="54" fill="hold">
                            <p:stCondLst>
                              <p:cond delay="5225"/>
                            </p:stCondLst>
                            <p:childTnLst>
                              <p:par>
                                <p:cTn id="55" presetID="23" presetClass="entr" presetSubtype="16" fill="hold" grpId="0" nodeType="afterEffect">
                                  <p:stCondLst>
                                    <p:cond delay="0"/>
                                  </p:stCondLst>
                                  <p:iterate type="lt">
                                    <p:tmPct val="2000"/>
                                  </p:iterate>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childTnLst>
                                </p:cTn>
                              </p:par>
                              <p:par>
                                <p:cTn id="59" presetID="12" presetClass="entr" presetSubtype="8" fill="hold" grpId="0" nodeType="withEffect">
                                  <p:stCondLst>
                                    <p:cond delay="75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p:tgtEl>
                                          <p:spTgt spid="17"/>
                                        </p:tgtEl>
                                        <p:attrNameLst>
                                          <p:attrName>ppt_x</p:attrName>
                                        </p:attrNameLst>
                                      </p:cBhvr>
                                      <p:tavLst>
                                        <p:tav tm="0">
                                          <p:val>
                                            <p:strVal val="#ppt_x-#ppt_w*1.125000"/>
                                          </p:val>
                                        </p:tav>
                                        <p:tav tm="100000">
                                          <p:val>
                                            <p:strVal val="#ppt_x"/>
                                          </p:val>
                                        </p:tav>
                                      </p:tavLst>
                                    </p:anim>
                                    <p:animEffect transition="in" filter="wipe(right)">
                                      <p:cBhvr>
                                        <p:cTn id="62" dur="500"/>
                                        <p:tgtEl>
                                          <p:spTgt spid="17"/>
                                        </p:tgtEl>
                                      </p:cBhvr>
                                    </p:animEffect>
                                  </p:childTnLst>
                                </p:cTn>
                              </p:par>
                              <p:par>
                                <p:cTn id="63" presetID="12" presetClass="entr" presetSubtype="2" fill="hold" grpId="0" nodeType="withEffect">
                                  <p:stCondLst>
                                    <p:cond delay="75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p:tgtEl>
                                          <p:spTgt spid="18"/>
                                        </p:tgtEl>
                                        <p:attrNameLst>
                                          <p:attrName>ppt_x</p:attrName>
                                        </p:attrNameLst>
                                      </p:cBhvr>
                                      <p:tavLst>
                                        <p:tav tm="0">
                                          <p:val>
                                            <p:strVal val="#ppt_x+#ppt_w*1.125000"/>
                                          </p:val>
                                        </p:tav>
                                        <p:tav tm="100000">
                                          <p:val>
                                            <p:strVal val="#ppt_x"/>
                                          </p:val>
                                        </p:tav>
                                      </p:tavLst>
                                    </p:anim>
                                    <p:animEffect transition="in" filter="wipe(left)">
                                      <p:cBhvr>
                                        <p:cTn id="66" dur="500"/>
                                        <p:tgtEl>
                                          <p:spTgt spid="18"/>
                                        </p:tgtEl>
                                      </p:cBhvr>
                                    </p:animEffect>
                                  </p:childTnLst>
                                </p:cTn>
                              </p:par>
                              <p:par>
                                <p:cTn id="67" presetID="10" presetClass="entr" presetSubtype="0" fill="hold" grpId="0" nodeType="withEffect">
                                  <p:stCondLst>
                                    <p:cond delay="125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125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125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125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125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6" grpId="0"/>
      <p:bldP spid="13" grpId="0"/>
      <p:bldP spid="14" grpId="0"/>
      <p:bldP spid="15" grpId="0"/>
      <p:bldP spid="12" grpId="0"/>
      <p:bldP spid="17" grpId="0" animBg="1"/>
      <p:bldP spid="18" grpId="0" animBg="1"/>
      <p:bldP spid="19" grpId="0"/>
      <p:bldP spid="20" grpId="0"/>
      <p:bldP spid="21" grpId="0"/>
      <p:bldP spid="23" grpId="0"/>
      <p:bldP spid="24" grpId="0"/>
      <p:bldP spid="25" grpId="0"/>
      <p:bldP spid="26" grpId="0"/>
      <p:bldP spid="2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0.0"/>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ags/tag3.xml><?xml version="1.0" encoding="utf-8"?>
<p:tagLst xmlns:a="http://schemas.openxmlformats.org/drawingml/2006/main" xmlns:r="http://schemas.openxmlformats.org/officeDocument/2006/relationships" xmlns:p="http://schemas.openxmlformats.org/presentationml/2006/main">
  <p:tag name="ISLIDE.ICON" val="#405324;#405324;#405324;"/>
</p:tagLst>
</file>

<file path=ppt/tags/tag4.xml><?xml version="1.0" encoding="utf-8"?>
<p:tagLst xmlns:a="http://schemas.openxmlformats.org/drawingml/2006/main" xmlns:r="http://schemas.openxmlformats.org/officeDocument/2006/relationships" xmlns:p="http://schemas.openxmlformats.org/presentationml/2006/main">
  <p:tag name="ISLIDE.ICON" val="#405367;#406998;#407153;#407146;"/>
</p:tagLst>
</file>

<file path=ppt/tags/tag5.xml><?xml version="1.0" encoding="utf-8"?>
<p:tagLst xmlns:a="http://schemas.openxmlformats.org/drawingml/2006/main" xmlns:r="http://schemas.openxmlformats.org/officeDocument/2006/relationships" xmlns:p="http://schemas.openxmlformats.org/presentationml/2006/main">
  <p:tag name="ISLIDE.ICON" val="#407214;#407185;#407148;"/>
</p:tagLst>
</file>

<file path=ppt/tags/tag6.xml><?xml version="1.0" encoding="utf-8"?>
<p:tagLst xmlns:a="http://schemas.openxmlformats.org/drawingml/2006/main" xmlns:r="http://schemas.openxmlformats.org/officeDocument/2006/relationships" xmlns:p="http://schemas.openxmlformats.org/presentationml/2006/main">
  <p:tag name="PA" val="v4.0.0"/>
</p:tagLst>
</file>

<file path=ppt/tags/tag7.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522</TotalTime>
  <Words>2380</Words>
  <Application>Microsoft Office PowerPoint</Application>
  <PresentationFormat>宽屏</PresentationFormat>
  <Paragraphs>330</Paragraphs>
  <Slides>27</Slides>
  <Notes>0</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Gill Sans</vt:lpstr>
      <vt:lpstr>Lato Light</vt:lpstr>
      <vt:lpstr>等线</vt:lpstr>
      <vt:lpstr>等线 Light</vt:lpstr>
      <vt:lpstr>思源黑体 CN Bold</vt:lpstr>
      <vt:lpstr>思源黑体 CN ExtraLight</vt:lpstr>
      <vt:lpstr>思源宋体</vt:lpstr>
      <vt:lpstr>微软雅黑</vt:lpstr>
      <vt:lpstr>Arial</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swl20</dc:creator>
  <cp:lastModifiedBy>LP</cp:lastModifiedBy>
  <cp:revision>36</cp:revision>
  <dcterms:created xsi:type="dcterms:W3CDTF">2020-05-23T02:50:13Z</dcterms:created>
  <dcterms:modified xsi:type="dcterms:W3CDTF">2022-11-07T01:36:26Z</dcterms:modified>
</cp:coreProperties>
</file>